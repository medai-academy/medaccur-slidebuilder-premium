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UNMET MEDICAL NEEDS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Icotrokinra (ICOTYDE) · Plaque Psoriasis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Phase 3 · RCT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Germany ·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Unmet Medical Needs: Moderate-to-Severe Plaque Psoriasis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Germany ·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Reich 2024 · Mastorino 2023 · Mrowietz 2023 · G-BA 2022 · Bissonnette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95% Confidence · medaccur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1430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Calibri"/>
              </a:defRPr>
            </a:pPr>
            <a:r>
              <a:t>Despite multiple biologics, ~30% of moderate-to-severe psoriasis patients fail to achieve or maintain PASI 90 — representing a significant unmet need for durable, deeper responses.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691640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1691640"/>
            <a:ext cx="54864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85800" y="1856232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1895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1783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Incomplete Skin Clearance with Current IL-17/IL-23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207568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Even with guselkumab/risankizumab, only 55–65% achieve PASI 100 at W52. Residual disease impacts QoL significantly, especially in visible areas (face, hands, genitals).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7830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0756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Reich et al. Lancet 2024; Blauvelt JAMA Derm 2023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560320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2560320"/>
            <a:ext cx="54864" cy="77724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85800" y="2724912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27642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Secondary Loss of Response Over 2–3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29443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Anti-drug antibodies develop in 5–15% of biologic-treated patients. ~20% of initial PASI 90 responders lose response by Year 3, requiring switching.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29443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Mastorino et al. BioDrugs 2023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54864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85800" y="3593592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3632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3520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Limited Options for Difficult-to-Treat Psoriasis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38130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Scalp, nail, palmoplantar and genital psoriasis respond poorly to systemic therapy. No approved biologic specifically targets these locations.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3520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381304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Mrowietz et al. JEADV 2023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297679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57200" y="4297679"/>
            <a:ext cx="54864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85800" y="4462271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50159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438911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G-BA Zusatznutzen Challenges for New Biologics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4440" y="4681727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G-BA classified several IL-23 inhibitors as "kein Zusatznutzen" vs adalimumab. RWE data from German registries underrepresented in HTA dossiers.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38911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681727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G-BA Beschluss Guselkumab 2022; PsoBest Registry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166360"/>
            <a:ext cx="11274552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7200" y="5166360"/>
            <a:ext cx="54864" cy="7772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685800" y="5330952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5800" y="53702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3444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Oral IL-17 Pathway Blockade as Novel Mechanism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4440" y="555040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All current IL-17/23 agents require injection. An oral selective allosteric TYK2 inhibitor targeting IL-23/IL-12 signaling could improve adherence and patient preference.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0" y="52578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E11D48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55504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4A3B8"/>
                </a:solidFill>
                <a:latin typeface="Calibri"/>
              </a:defRPr>
            </a:pPr>
            <a:r>
              <a:t>Bissonnette et al. NEJM 2025; ICONIC-LEAD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7CA227-CA48-110B-D016-C975214D1888}"/>
              </a:ext>
            </a:extLst>
          </p:cNvPr>
          <p:cNvSpPr txBox="1"/>
          <p:nvPr/>
        </p:nvSpPr>
        <p:spPr>
          <a:xfrm>
            <a:off x="365760" y="109728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CAC5CD-7A3B-C18C-8543-6366B6543010}"/>
              </a:ext>
            </a:extLst>
          </p:cNvPr>
          <p:cNvSpPr txBox="1"/>
          <p:nvPr/>
        </p:nvSpPr>
        <p:spPr>
          <a:xfrm>
            <a:off x="698188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rPr dirty="0" err="1"/>
              <a:t>accur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Custom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2026-04-01T21:23:08Z</dcterms:modified>
  <cp:category/>
</cp:coreProperties>
</file>
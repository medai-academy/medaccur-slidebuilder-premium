
<file path=[Content_Types].xml><?xml version="1.0" encoding="utf-8"?>
<Types xmlns="http://schemas.openxmlformats.org/package/2006/content-types">
  <Default Extension="jpeg" ContentType="image/jpeg"/>
  <Default Extension="rels" ContentType="application/vnd.openxmlformats-package.relationships+xml"/>
  <Default Extension="xlsx" ContentType="application/vnd.openxmlformats-officedocument.spreadsheetml.sheet"/>
  <Default Extension="xml" ContentType="application/xml"/>
  <Override PartName="/ppt/presentation.xml" ContentType="application/vnd.openxmlformats-officedocument.presentationml.presentation.main+xml"/>
  <Override PartName="/ppt/slideMasters/slideMaster1.xml" ContentType="application/vnd.openxmlformats-officedocument.presentationml.slideMaster+xml"/>
  <Override PartName="/ppt/slideMasters/slideMaster2.xml" ContentType="application/vnd.openxmlformats-officedocument.presentationml.slideMaster+xml"/>
  <Override PartName="/ppt/slideMasters/slideMaster3.xml" ContentType="application/vnd.openxmlformats-officedocument.presentationml.slideMaster+xml"/>
  <Override PartName="/ppt/slides/slide1.xml" ContentType="application/vnd.openxmlformats-officedocument.presentationml.slide+xml"/>
  <Override PartName="/ppt/presProps.xml" ContentType="application/vnd.openxmlformats-officedocument.presentationml.presProps+xml"/>
  <Override PartName="/ppt/viewProps.xml" ContentType="application/vnd.openxmlformats-officedocument.presentationml.viewProps+xml"/>
  <Override PartName="/ppt/theme/theme1.xml" ContentType="application/vnd.openxmlformats-officedocument.theme+xml"/>
  <Override PartName="/ppt/tableStyles.xml" ContentType="application/vnd.openxmlformats-officedocument.presentationml.tableStyles+xml"/>
  <Override PartName="/ppt/slideLayouts/slideLayout1.xml" ContentType="application/vnd.openxmlformats-officedocument.presentationml.slideLayout+xml"/>
  <Override PartName="/ppt/slideLayouts/slideLayout2.xml" ContentType="application/vnd.openxmlformats-officedocument.presentationml.slideLayout+xml"/>
  <Override PartName="/ppt/slideLayouts/slideLayout3.xml" ContentType="application/vnd.openxmlformats-officedocument.presentationml.slideLayout+xml"/>
  <Override PartName="/ppt/slideLayouts/slideLayout4.xml" ContentType="application/vnd.openxmlformats-officedocument.presentationml.slideLayout+xml"/>
  <Override PartName="/ppt/slideLayouts/slideLayout5.xml" ContentType="application/vnd.openxmlformats-officedocument.presentationml.slideLayout+xml"/>
  <Override PartName="/ppt/slideLayouts/slideLayout6.xml" ContentType="application/vnd.openxmlformats-officedocument.presentationml.slideLayout+xml"/>
  <Override PartName="/ppt/slideLayouts/slideLayout7.xml" ContentType="application/vnd.openxmlformats-officedocument.presentationml.slideLayout+xml"/>
  <Override PartName="/ppt/slideLayouts/slideLayout8.xml" ContentType="application/vnd.openxmlformats-officedocument.presentationml.slideLayout+xml"/>
  <Override PartName="/ppt/slideLayouts/slideLayout9.xml" ContentType="application/vnd.openxmlformats-officedocument.presentationml.slideLayout+xml"/>
  <Override PartName="/ppt/slideLayouts/slideLayout10.xml" ContentType="application/vnd.openxmlformats-officedocument.presentationml.slideLayout+xml"/>
  <Override PartName="/ppt/slideLayouts/slideLayout11.xml" ContentType="application/vnd.openxmlformats-officedocument.presentationml.slideLayout+xml"/>
  <Override PartName="/ppt/slideLayouts/slideLayout12.xml" ContentType="application/vnd.openxmlformats-officedocument.presentationml.slideLayout+xml"/>
  <Override PartName="/ppt/slideLayouts/slideLayout13.xml" ContentType="application/vnd.openxmlformats-officedocument.presentationml.slideLayout+xml"/>
  <Override PartName="/ppt/slideLayouts/slideLayout14.xml" ContentType="application/vnd.openxmlformats-officedocument.presentationml.slideLayout+xml"/>
  <Override PartName="/ppt/slideLayouts/slideLayout15.xml" ContentType="application/vnd.openxmlformats-officedocument.presentationml.slideLayout+xml"/>
  <Override PartName="/ppt/slideLayouts/slideLayout16.xml" ContentType="application/vnd.openxmlformats-officedocument.presentationml.slideLayout+xml"/>
  <Override PartName="/ppt/slideLayouts/slideLayout17.xml" ContentType="application/vnd.openxmlformats-officedocument.presentationml.slideLayout+xml"/>
  <Override PartName="/ppt/slideLayouts/slideLayout18.xml" ContentType="application/vnd.openxmlformats-officedocument.presentationml.slideLayout+xml"/>
  <Override PartName="/ppt/slideLayouts/slideLayout19.xml" ContentType="application/vnd.openxmlformats-officedocument.presentationml.slideLayout+xml"/>
  <Override PartName="/ppt/slideLayouts/slideLayout20.xml" ContentType="application/vnd.openxmlformats-officedocument.presentationml.slideLayout+xml"/>
  <Override PartName="/ppt/slideLayouts/slideLayout21.xml" ContentType="application/vnd.openxmlformats-officedocument.presentationml.slideLayout+xml"/>
  <Override PartName="/ppt/slideLayouts/slideLayout22.xml" ContentType="application/vnd.openxmlformats-officedocument.presentationml.slideLayout+xml"/>
  <Override PartName="/ppt/slideLayouts/slideLayout23.xml" ContentType="application/vnd.openxmlformats-officedocument.presentationml.slideLayout+xml"/>
  <Override PartName="/ppt/slideLayouts/slideLayout24.xml" ContentType="application/vnd.openxmlformats-officedocument.presentationml.slideLayout+xml"/>
  <Override PartName="/ppt/slideLayouts/slideLayout25.xml" ContentType="application/vnd.openxmlformats-officedocument.presentationml.slideLayout+xml"/>
  <Override PartName="/ppt/slideLayouts/slideLayout26.xml" ContentType="application/vnd.openxmlformats-officedocument.presentationml.slideLayout+xml"/>
  <Override PartName="/ppt/slideLayouts/slideLayout27.xml" ContentType="application/vnd.openxmlformats-officedocument.presentationml.slideLayout+xml"/>
  <Override PartName="/ppt/slideLayouts/slideLayout28.xml" ContentType="application/vnd.openxmlformats-officedocument.presentationml.slideLayout+xml"/>
  <Override PartName="/ppt/slideLayouts/slideLayout29.xml" ContentType="application/vnd.openxmlformats-officedocument.presentationml.slideLayout+xml"/>
  <Override PartName="/ppt/slideLayouts/slideLayout30.xml" ContentType="application/vnd.openxmlformats-officedocument.presentationml.slideLayout+xml"/>
  <Override PartName="/ppt/slideLayouts/slideLayout31.xml" ContentType="application/vnd.openxmlformats-officedocument.presentationml.slideLayout+xml"/>
  <Override PartName="/ppt/slideLayouts/slideLayout32.xml" ContentType="application/vnd.openxmlformats-officedocument.presentationml.slideLayout+xml"/>
  <Override PartName="/ppt/slideLayouts/slideLayout33.xml" ContentType="application/vnd.openxmlformats-officedocument.presentationml.slideLayout+xml"/>
  <Override PartName="/ppt/theme/theme2.xml" ContentType="application/vnd.openxmlformats-officedocument.theme+xml"/>
  <Override PartName="/ppt/charts/chart1.xml" ContentType="application/vnd.openxmlformats-officedocument.drawingml.chart+xml"/>
  <Override PartName="/ppt/charts/style1.xml" ContentType="application/vnd.ms-office.chartstyle+xml"/>
  <Override PartName="/ppt/charts/colors1.xml" ContentType="application/vnd.ms-office.chartcolorstyle+xml"/>
  <Override PartName="/ppt/charts/chart2.xml" ContentType="application/vnd.openxmlformats-officedocument.drawingml.chart+xml"/>
  <Override PartName="/ppt/charts/style2.xml" ContentType="application/vnd.ms-office.chartstyle+xml"/>
  <Override PartName="/ppt/charts/colors2.xml" ContentType="application/vnd.ms-office.chartcolorstyle+xml"/>
  <Override PartName="/ppt/charts/chart3.xml" ContentType="application/vnd.openxmlformats-officedocument.drawingml.chart+xml"/>
  <Override PartName="/ppt/charts/style3.xml" ContentType="application/vnd.ms-office.chartstyle+xml"/>
  <Override PartName="/ppt/charts/colors3.xml" ContentType="application/vnd.ms-office.chartcolorstyle+xml"/>
  <Override PartName="/ppt/slideLayouts/slideLayout34.xml" ContentType="application/vnd.openxmlformats-officedocument.presentationml.slideLayout+xml"/>
  <Override PartName="/ppt/slideLayouts/slideLayout35.xml" ContentType="application/vnd.openxmlformats-officedocument.presentationml.slideLayout+xml"/>
  <Override PartName="/ppt/slideLayouts/slideLayout36.xml" ContentType="application/vnd.openxmlformats-officedocument.presentationml.slideLayout+xml"/>
  <Override PartName="/ppt/slideLayouts/slideLayout37.xml" ContentType="application/vnd.openxmlformats-officedocument.presentationml.slideLayout+xml"/>
  <Override PartName="/ppt/slideLayouts/slideLayout38.xml" ContentType="application/vnd.openxmlformats-officedocument.presentationml.slideLayout+xml"/>
  <Override PartName="/ppt/slideLayouts/slideLayout39.xml" ContentType="application/vnd.openxmlformats-officedocument.presentationml.slideLayout+xml"/>
  <Override PartName="/ppt/slideLayouts/slideLayout40.xml" ContentType="application/vnd.openxmlformats-officedocument.presentationml.slideLayout+xml"/>
  <Override PartName="/ppt/slideLayouts/slideLayout41.xml" ContentType="application/vnd.openxmlformats-officedocument.presentationml.slideLayout+xml"/>
  <Override PartName="/ppt/slideLayouts/slideLayout42.xml" ContentType="application/vnd.openxmlformats-officedocument.presentationml.slideLayout+xml"/>
  <Override PartName="/ppt/slideLayouts/slideLayout43.xml" ContentType="application/vnd.openxmlformats-officedocument.presentationml.slideLayout+xml"/>
  <Override PartName="/ppt/slideLayouts/slideLayout44.xml" ContentType="application/vnd.openxmlformats-officedocument.presentationml.slideLayout+xml"/>
  <Override PartName="/ppt/slideLayouts/slideLayout45.xml" ContentType="application/vnd.openxmlformats-officedocument.presentationml.slideLayout+xml"/>
  <Override PartName="/ppt/slideLayouts/slideLayout46.xml" ContentType="application/vnd.openxmlformats-officedocument.presentationml.slideLayout+xml"/>
  <Override PartName="/ppt/slideLayouts/slideLayout47.xml" ContentType="application/vnd.openxmlformats-officedocument.presentationml.slideLayout+xml"/>
  <Override PartName="/ppt/slideLayouts/slideLayout48.xml" ContentType="application/vnd.openxmlformats-officedocument.presentationml.slideLayout+xml"/>
  <Override PartName="/ppt/slideLayouts/slideLayout49.xml" ContentType="application/vnd.openxmlformats-officedocument.presentationml.slideLayout+xml"/>
  <Override PartName="/ppt/slideLayouts/slideLayout50.xml" ContentType="application/vnd.openxmlformats-officedocument.presentationml.slideLayout+xml"/>
  <Override PartName="/ppt/slideLayouts/slideLayout51.xml" ContentType="application/vnd.openxmlformats-officedocument.presentationml.slideLayout+xml"/>
  <Override PartName="/ppt/slideLayouts/slideLayout52.xml" ContentType="application/vnd.openxmlformats-officedocument.presentationml.slideLayout+xml"/>
  <Override PartName="/ppt/slideLayouts/slideLayout53.xml" ContentType="application/vnd.openxmlformats-officedocument.presentationml.slideLayout+xml"/>
  <Override PartName="/ppt/slideLayouts/slideLayout54.xml" ContentType="application/vnd.openxmlformats-officedocument.presentationml.slideLayout+xml"/>
  <Override PartName="/ppt/theme/theme3.xml" ContentType="application/vnd.openxmlformats-officedocument.theme+xml"/>
  <Override PartName="/ppt/charts/chart4.xml" ContentType="application/vnd.openxmlformats-officedocument.drawingml.chart+xml"/>
  <Override PartName="/ppt/charts/style4.xml" ContentType="application/vnd.ms-office.chartstyle+xml"/>
  <Override PartName="/ppt/charts/colors4.xml" ContentType="application/vnd.ms-office.chartcolorstyle+xml"/>
  <Override PartName="/ppt/charts/chart5.xml" ContentType="application/vnd.openxmlformats-officedocument.drawingml.chart+xml"/>
  <Override PartName="/ppt/charts/style5.xml" ContentType="application/vnd.ms-office.chartstyle+xml"/>
  <Override PartName="/ppt/charts/colors5.xml" ContentType="application/vnd.ms-office.chartcolorstyle+xml"/>
  <Override PartName="/ppt/charts/chart6.xml" ContentType="application/vnd.openxmlformats-officedocument.drawingml.chart+xml"/>
  <Override PartName="/ppt/charts/style6.xml" ContentType="application/vnd.ms-office.chartstyle+xml"/>
  <Override PartName="/ppt/charts/colors6.xml" ContentType="application/vnd.ms-office.chartcolorstyle+xml"/>
  <Override PartName="/docProps/core.xml" ContentType="application/vnd.openxmlformats-package.core-properties+xml"/>
  <Override PartName="/docProps/app.xml" ContentType="application/vnd.openxmlformats-officedocument.extended-properties+xml"/>
</Types>
</file>

<file path=_rels/.rels><?xml version="1.0" encoding="UTF-8" standalone="yes"?>
<Relationships xmlns="http://schemas.openxmlformats.org/package/2006/relationships"><Relationship Id="rId3" Type="http://schemas.openxmlformats.org/package/2006/relationships/metadata/core-properties" Target="docProps/core.xml"/><Relationship Id="rId2" Type="http://schemas.openxmlformats.org/package/2006/relationships/metadata/thumbnail" Target="docProps/thumbnail.jpeg"/><Relationship Id="rId1" Type="http://schemas.openxmlformats.org/officeDocument/2006/relationships/officeDocument" Target="ppt/presentation.xml"/><Relationship Id="rId4" Type="http://schemas.openxmlformats.org/officeDocument/2006/relationships/extended-properties" Target="docProps/app.xml"/></Relationships>
</file>

<file path=ppt/presentation.xml><?xml version="1.0" encoding="utf-8"?>
<p:presentation xmlns:a="http://schemas.openxmlformats.org/drawingml/2006/main" xmlns:r="http://schemas.openxmlformats.org/officeDocument/2006/relationships" xmlns:p="http://schemas.openxmlformats.org/presentationml/2006/main" saveSubsetFonts="1" autoCompressPictures="0">
  <p:sldMasterIdLst>
    <p:sldMasterId id="2147483672" r:id="rId1"/>
    <p:sldMasterId id="2147483660" r:id="rId2"/>
    <p:sldMasterId id="2147483700" r:id="rId3"/>
  </p:sldMasterIdLst>
  <p:sldIdLst>
    <p:sldId id="257" r:id="rId4"/>
  </p:sldIdLst>
  <p:sldSz cx="12188825" cy="6858000"/>
  <p:notesSz cx="6858000" cy="9144000"/>
  <p:defaultTextStyle>
    <a:defPPr>
      <a:defRPr lang="en-US"/>
    </a:defPPr>
    <a:lvl1pPr marL="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1pPr>
    <a:lvl2pPr marL="4572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2pPr>
    <a:lvl3pPr marL="9144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3pPr>
    <a:lvl4pPr marL="13716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4pPr>
    <a:lvl5pPr marL="18288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5pPr>
    <a:lvl6pPr marL="22860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6pPr>
    <a:lvl7pPr marL="27432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7pPr>
    <a:lvl8pPr marL="32004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8pPr>
    <a:lvl9pPr marL="36576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9pPr>
  </p:defaultTextStyle>
  <p:extLst>
    <p:ext uri="{EFAFB233-063F-42B5-8137-9DF3F51BA10A}">
      <p15:sldGuideLst xmlns:p15="http://schemas.microsoft.com/office/powerpoint/2012/main">
        <p15:guide id="1" orient="horz" pos="2160">
          <p15:clr>
            <a:srgbClr val="A4A3A4"/>
          </p15:clr>
        </p15:guide>
        <p15:guide id="2" pos="2880">
          <p15:clr>
            <a:srgbClr val="A4A3A4"/>
          </p15:clr>
        </p15:guide>
      </p15:sldGuideLst>
    </p:ext>
  </p:extLst>
</p:presentation>
</file>

<file path=ppt/presProps.xml><?xml version="1.0" encoding="utf-8"?>
<p:presentationPr xmlns:a="http://schemas.openxmlformats.org/drawingml/2006/main" xmlns:r="http://schemas.openxmlformats.org/officeDocument/2006/relationships" xmlns:p="http://schemas.openxmlformats.org/presentationml/2006/main">
  <p:showPr showNarration="1">
    <p:present/>
    <p:sldAll/>
    <p:penClr>
      <a:prstClr val="red"/>
    </p:penClr>
    <p:extLst>
      <p:ext uri="{EC167BDD-8182-4AB7-AECC-EB403E3ABB37}">
        <p14:laserClr xmlns:p14="http://schemas.microsoft.com/office/powerpoint/2010/main">
          <a:srgbClr val="FF0000"/>
        </p14:laserClr>
      </p:ext>
      <p:ext uri="{2FDB2607-1784-4EEB-B798-7EB5836EED8A}">
        <p14:showMediaCtrls xmlns:p14="http://schemas.microsoft.com/office/powerpoint/2010/main" val="1"/>
      </p:ext>
    </p:extLst>
  </p:showPr>
  <p:clrMru>
    <a:srgbClr val="685085"/>
    <a:srgbClr val="E6CC0C"/>
    <a:srgbClr val="C4B5FD"/>
    <a:srgbClr val="5E4979"/>
    <a:srgbClr val="9954CC"/>
    <a:srgbClr val="7A5E9C"/>
    <a:srgbClr val="9F8AB8"/>
    <a:srgbClr val="684F85"/>
    <a:srgbClr val="EF4444"/>
    <a:srgbClr val="8B5CF6"/>
  </p:clrMru>
  <p:extLst>
    <p:ext uri="{E76CE94A-603C-4142-B9EB-6D1370010A27}">
      <p14:discardImageEditData xmlns:p14="http://schemas.microsoft.com/office/powerpoint/2010/main" val="0"/>
    </p:ext>
    <p:ext uri="{D31A062A-798A-4329-ABDD-BBA856620510}">
      <p14:defaultImageDpi xmlns:p14="http://schemas.microsoft.com/office/powerpoint/2010/main" val="0"/>
    </p:ext>
    <p:ext uri="{FD5EFAAD-0ECE-453E-9831-46B23BE46B34}">
      <p15:chartTrackingRefBased xmlns:p15="http://schemas.microsoft.com/office/powerpoint/2012/main" val="0"/>
    </p:ext>
  </p:extLst>
</p:presentationPr>
</file>

<file path=ppt/tableStyles.xml><?xml version="1.0" encoding="utf-8"?>
<a:tblStyleLst xmlns:a="http://schemas.openxmlformats.org/drawingml/2006/main" def="{5C22544A-7EE6-4342-B048-85BDC9FD1C3A}"/>
</file>

<file path=ppt/viewProps.xml><?xml version="1.0" encoding="utf-8"?>
<p:viewPr xmlns:a="http://schemas.openxmlformats.org/drawingml/2006/main" xmlns:r="http://schemas.openxmlformats.org/officeDocument/2006/relationships" xmlns:p="http://schemas.openxmlformats.org/presentationml/2006/main">
  <p:normalViewPr>
    <p:restoredLeft sz="7994" autoAdjust="0"/>
    <p:restoredTop sz="94660"/>
  </p:normalViewPr>
  <p:slideViewPr>
    <p:cSldViewPr snapToGrid="0" snapToObjects="1">
      <p:cViewPr varScale="1">
        <p:scale>
          <a:sx n="111" d="100"/>
          <a:sy n="111" d="100"/>
        </p:scale>
        <p:origin x="210" y="114"/>
      </p:cViewPr>
      <p:guideLst>
        <p:guide orient="horz" pos="2160"/>
        <p:guide pos="2880"/>
      </p:guideLst>
    </p:cSldViewPr>
  </p:slideViewPr>
  <p:notesTextViewPr>
    <p:cViewPr>
      <p:scale>
        <a:sx n="100" d="100"/>
        <a:sy n="100" d="100"/>
      </p:scale>
      <p:origin x="0" y="0"/>
    </p:cViewPr>
  </p:notesTextViewPr>
  <p:gridSpacing cx="76200" cy="76200"/>
</p:viewPr>
</file>

<file path=ppt/_rels/presentation.xml.rels><?xml version="1.0" encoding="UTF-8" standalone="yes"?>
<Relationships xmlns="http://schemas.openxmlformats.org/package/2006/relationships"><Relationship Id="rId8" Type="http://schemas.openxmlformats.org/officeDocument/2006/relationships/tableStyles" Target="tableStyles.xml"/><Relationship Id="rId3" Type="http://schemas.openxmlformats.org/officeDocument/2006/relationships/slideMaster" Target="slideMasters/slideMaster3.xml"/><Relationship Id="rId7" Type="http://schemas.openxmlformats.org/officeDocument/2006/relationships/theme" Target="theme/theme1.xml"/><Relationship Id="rId2" Type="http://schemas.openxmlformats.org/officeDocument/2006/relationships/slideMaster" Target="slideMasters/slideMaster2.xml"/><Relationship Id="rId1" Type="http://schemas.openxmlformats.org/officeDocument/2006/relationships/slideMaster" Target="slideMasters/slideMaster1.xml"/><Relationship Id="rId6" Type="http://schemas.openxmlformats.org/officeDocument/2006/relationships/viewProps" Target="viewProps.xml"/><Relationship Id="rId5" Type="http://schemas.openxmlformats.org/officeDocument/2006/relationships/presProps" Target="presProps.xml"/><Relationship Id="rId4" Type="http://schemas.openxmlformats.org/officeDocument/2006/relationships/slide" Target="slides/slide1.xml"/></Relationships>
</file>

<file path=ppt/charts/_rels/chart1.xml.rels><?xml version="1.0" encoding="UTF-8" standalone="yes"?>
<Relationships xmlns="http://schemas.openxmlformats.org/package/2006/relationships"><Relationship Id="rId3" Type="http://schemas.openxmlformats.org/officeDocument/2006/relationships/package" Target="../embeddings/Microsoft_Excel_Worksheet.xlsx"/><Relationship Id="rId2" Type="http://schemas.microsoft.com/office/2011/relationships/chartColorStyle" Target="colors1.xml"/><Relationship Id="rId1" Type="http://schemas.microsoft.com/office/2011/relationships/chartStyle" Target="style1.xml"/></Relationships>
</file>

<file path=ppt/charts/_rels/chart2.xml.rels><?xml version="1.0" encoding="UTF-8" standalone="yes"?>
<Relationships xmlns="http://schemas.openxmlformats.org/package/2006/relationships"><Relationship Id="rId3" Type="http://schemas.openxmlformats.org/officeDocument/2006/relationships/package" Target="../embeddings/Microsoft_Excel_Worksheet1.xlsx"/><Relationship Id="rId2" Type="http://schemas.microsoft.com/office/2011/relationships/chartColorStyle" Target="colors2.xml"/><Relationship Id="rId1" Type="http://schemas.microsoft.com/office/2011/relationships/chartStyle" Target="style2.xml"/></Relationships>
</file>

<file path=ppt/charts/_rels/chart3.xml.rels><?xml version="1.0" encoding="UTF-8" standalone="yes"?>
<Relationships xmlns="http://schemas.openxmlformats.org/package/2006/relationships"><Relationship Id="rId3" Type="http://schemas.openxmlformats.org/officeDocument/2006/relationships/package" Target="../embeddings/Microsoft_Excel_Worksheet2.xlsx"/><Relationship Id="rId2" Type="http://schemas.microsoft.com/office/2011/relationships/chartColorStyle" Target="colors3.xml"/><Relationship Id="rId1" Type="http://schemas.microsoft.com/office/2011/relationships/chartStyle" Target="style3.xml"/></Relationships>
</file>

<file path=ppt/charts/_rels/chart4.xml.rels><?xml version="1.0" encoding="UTF-8" standalone="yes"?>
<Relationships xmlns="http://schemas.openxmlformats.org/package/2006/relationships"><Relationship Id="rId3" Type="http://schemas.openxmlformats.org/officeDocument/2006/relationships/package" Target="../embeddings/Microsoft_Excel_Worksheet3.xlsx"/><Relationship Id="rId2" Type="http://schemas.microsoft.com/office/2011/relationships/chartColorStyle" Target="colors4.xml"/><Relationship Id="rId1" Type="http://schemas.microsoft.com/office/2011/relationships/chartStyle" Target="style4.xml"/></Relationships>
</file>

<file path=ppt/charts/_rels/chart5.xml.rels><?xml version="1.0" encoding="UTF-8" standalone="yes"?>
<Relationships xmlns="http://schemas.openxmlformats.org/package/2006/relationships"><Relationship Id="rId3" Type="http://schemas.openxmlformats.org/officeDocument/2006/relationships/package" Target="../embeddings/Microsoft_Excel_Worksheet4.xlsx"/><Relationship Id="rId2" Type="http://schemas.microsoft.com/office/2011/relationships/chartColorStyle" Target="colors5.xml"/><Relationship Id="rId1" Type="http://schemas.microsoft.com/office/2011/relationships/chartStyle" Target="style5.xml"/></Relationships>
</file>

<file path=ppt/charts/_rels/chart6.xml.rels><?xml version="1.0" encoding="UTF-8" standalone="yes"?>
<Relationships xmlns="http://schemas.openxmlformats.org/package/2006/relationships"><Relationship Id="rId3" Type="http://schemas.openxmlformats.org/officeDocument/2006/relationships/package" Target="../embeddings/Microsoft_Excel_Worksheet5.xlsx"/><Relationship Id="rId2" Type="http://schemas.microsoft.com/office/2011/relationships/chartColorStyle" Target="colors6.xml"/><Relationship Id="rId1" Type="http://schemas.microsoft.com/office/2011/relationships/chartStyle" Target="style6.xml"/></Relationships>
</file>

<file path=ppt/charts/chart1.xml><?xml version="1.0" encoding="utf-8"?>
<c:chartSpace xmlns:c="http://schemas.openxmlformats.org/drawingml/2006/chart" xmlns:a="http://schemas.openxmlformats.org/drawingml/2006/main" xmlns:r="http://schemas.openxmlformats.org/officeDocument/2006/relationships" xmlns:c16r2="http://schemas.microsoft.com/office/drawing/2015/06/chart">
  <c:date1904 val="0"/>
  <c:lang val="en-US"/>
  <c:roundedCorners val="0"/>
  <mc:AlternateContent xmlns:mc="http://schemas.openxmlformats.org/markup-compatibility/2006">
    <mc:Choice xmlns:c14="http://schemas.microsoft.com/office/drawing/2007/8/2/chart" Requires="c14">
      <c14:style val="102"/>
    </mc:Choice>
    <mc:Fallback>
      <c:style val="2"/>
    </mc:Fallback>
  </mc:AlternateContent>
  <c:chart>
    <c:title>
      <c:overlay val="0"/>
      <c:spPr>
        <a:noFill/>
        <a:ln>
          <a:noFill/>
        </a:ln>
        <a:effectLst/>
      </c:spPr>
      <c:txPr>
        <a:bodyPr rot="0" spcFirstLastPara="1" vertOverflow="ellipsis" vert="horz" wrap="square" anchor="ctr" anchorCtr="1"/>
        <a:lstStyle/>
        <a:p>
          <a:pPr>
            <a:defRPr sz="1862" b="0" i="0" u="none" strike="noStrike" kern="1200" spc="0" baseline="0">
              <a:noFill/>
              <a:latin typeface="+mn-lt"/>
              <a:ea typeface="+mn-ea"/>
              <a:cs typeface="+mn-cs"/>
            </a:defRPr>
          </a:pPr>
          <a:endParaRPr lang="de-DE"/>
        </a:p>
      </c:txPr>
    </c:title>
    <c:autoTitleDeleted val="0"/>
    <c:plotArea>
      <c:layout/>
      <c:barChart>
        <c:barDir val="col"/>
        <c:grouping val="clustered"/>
        <c:varyColors val="0"/>
        <c:ser>
          <c:idx val="0"/>
          <c:order val="0"/>
          <c:tx>
            <c:strRef>
              <c:f>Sheet1!$B$1</c:f>
              <c:strCache>
                <c:ptCount val="1"/>
                <c:pt idx="0">
                  <c:v>mPFS</c:v>
                </c:pt>
              </c:strCache>
            </c:strRef>
          </c:tx>
          <c:spPr>
            <a:solidFill>
              <a:schemeClr val="accent1"/>
            </a:solidFill>
            <a:ln>
              <a:noFill/>
            </a:ln>
            <a:effectLst/>
          </c:spPr>
          <c:invertIfNegative val="0"/>
          <c:dPt>
            <c:idx val="0"/>
            <c:invertIfNegative val="0"/>
            <c:bubble3D val="0"/>
            <c:spPr>
              <a:gradFill>
                <a:gsLst>
                  <a:gs pos="0">
                    <a:schemeClr val="accent4">
                      <a:lumMod val="40000"/>
                      <a:lumOff val="60000"/>
                    </a:schemeClr>
                  </a:gs>
                  <a:gs pos="46000">
                    <a:schemeClr val="accent4">
                      <a:lumMod val="95000"/>
                      <a:lumOff val="5000"/>
                    </a:schemeClr>
                  </a:gs>
                  <a:gs pos="100000">
                    <a:schemeClr val="accent4">
                      <a:lumMod val="60000"/>
                    </a:schemeClr>
                  </a:gs>
                </a:gsLst>
                <a:path path="circle">
                  <a:fillToRect l="50000" t="130000" r="50000" b="-30000"/>
                </a:path>
              </a:gradFill>
              <a:ln>
                <a:noFill/>
              </a:ln>
              <a:effectLst/>
            </c:spPr>
            <c:extLst>
              <c:ext xmlns:c16="http://schemas.microsoft.com/office/drawing/2014/chart" uri="{C3380CC4-5D6E-409C-BE32-E72D297353CC}">
                <c16:uniqueId val="{00000003-54ED-4637-BBD5-E823919D19FA}"/>
              </c:ext>
            </c:extLst>
          </c:dPt>
          <c:dPt>
            <c:idx val="1"/>
            <c:invertIfNegative val="0"/>
            <c:bubble3D val="0"/>
            <c:spPr>
              <a:solidFill>
                <a:schemeClr val="bg1">
                  <a:lumMod val="65000"/>
                </a:schemeClr>
              </a:solidFill>
              <a:ln>
                <a:noFill/>
              </a:ln>
              <a:effectLst/>
            </c:spPr>
            <c:extLst>
              <c:ext xmlns:c16="http://schemas.microsoft.com/office/drawing/2014/chart" uri="{C3380CC4-5D6E-409C-BE32-E72D297353CC}">
                <c16:uniqueId val="{00000004-54ED-4637-BBD5-E823919D19FA}"/>
              </c:ext>
            </c:extLst>
          </c:dPt>
          <c:cat>
            <c:strRef>
              <c:f>Sheet1!$A$2:$A$3</c:f>
              <c:strCache>
                <c:ptCount val="2"/>
                <c:pt idx="0">
                  <c:v>DRUG</c:v>
                </c:pt>
                <c:pt idx="1">
                  <c:v>CONTROL</c:v>
                </c:pt>
              </c:strCache>
            </c:strRef>
          </c:cat>
          <c:val>
            <c:numRef>
              <c:f>Sheet1!$B$2:$B$3</c:f>
              <c:numCache>
                <c:formatCode>General</c:formatCode>
                <c:ptCount val="2"/>
                <c:pt idx="0">
                  <c:v>45</c:v>
                </c:pt>
                <c:pt idx="1">
                  <c:v>24</c:v>
                </c:pt>
              </c:numCache>
            </c:numRef>
          </c:val>
          <c:extLst>
            <c:ext xmlns:c16="http://schemas.microsoft.com/office/drawing/2014/chart" uri="{C3380CC4-5D6E-409C-BE32-E72D297353CC}">
              <c16:uniqueId val="{00000000-54ED-4637-BBD5-E823919D19FA}"/>
            </c:ext>
          </c:extLst>
        </c:ser>
        <c:dLbls>
          <c:showLegendKey val="0"/>
          <c:showVal val="0"/>
          <c:showCatName val="0"/>
          <c:showSerName val="0"/>
          <c:showPercent val="0"/>
          <c:showBubbleSize val="0"/>
        </c:dLbls>
        <c:gapWidth val="219"/>
        <c:overlap val="-27"/>
        <c:axId val="1352489984"/>
        <c:axId val="1352488064"/>
      </c:barChart>
      <c:catAx>
        <c:axId val="1352489984"/>
        <c:scaling>
          <c:orientation val="minMax"/>
        </c:scaling>
        <c:delete val="0"/>
        <c:axPos val="b"/>
        <c:numFmt formatCode="General" sourceLinked="1"/>
        <c:majorTickMark val="none"/>
        <c:minorTickMark val="none"/>
        <c:tickLblPos val="nextTo"/>
        <c:spPr>
          <a:noFill/>
          <a:ln w="9525" cap="flat" cmpd="sng" algn="ctr">
            <a:solidFill>
              <a:schemeClr val="tx1">
                <a:lumMod val="15000"/>
                <a:lumOff val="85000"/>
              </a:schemeClr>
            </a:solidFill>
            <a:round/>
          </a:ln>
          <a:effectLst/>
        </c:spPr>
        <c:txPr>
          <a:bodyPr rot="-60000000" spcFirstLastPara="1" vertOverflow="ellipsis" vert="horz" wrap="square" anchor="ctr" anchorCtr="1"/>
          <a:lstStyle/>
          <a:p>
            <a:pPr>
              <a:defRPr sz="1197" b="0" i="0" u="none" strike="noStrike" kern="1200" baseline="0">
                <a:noFill/>
                <a:latin typeface="+mn-lt"/>
                <a:ea typeface="+mn-ea"/>
                <a:cs typeface="+mn-cs"/>
              </a:defRPr>
            </a:pPr>
            <a:endParaRPr lang="de-DE"/>
          </a:p>
        </c:txPr>
        <c:crossAx val="1352488064"/>
        <c:crosses val="autoZero"/>
        <c:auto val="1"/>
        <c:lblAlgn val="ctr"/>
        <c:lblOffset val="100"/>
        <c:noMultiLvlLbl val="0"/>
      </c:catAx>
      <c:valAx>
        <c:axId val="1352488064"/>
        <c:scaling>
          <c:orientation val="minMax"/>
        </c:scaling>
        <c:delete val="0"/>
        <c:axPos val="l"/>
        <c:majorGridlines>
          <c:spPr>
            <a:ln w="9525" cap="flat" cmpd="sng" algn="ctr">
              <a:solidFill>
                <a:schemeClr val="tx1">
                  <a:lumMod val="15000"/>
                  <a:lumOff val="85000"/>
                </a:schemeClr>
              </a:solidFill>
              <a:round/>
            </a:ln>
            <a:effectLst/>
          </c:spPr>
        </c:majorGridlines>
        <c:numFmt formatCode="General" sourceLinked="1"/>
        <c:majorTickMark val="none"/>
        <c:minorTickMark val="none"/>
        <c:tickLblPos val="nextTo"/>
        <c:spPr>
          <a:noFill/>
          <a:ln>
            <a:noFill/>
          </a:ln>
          <a:effectLst/>
        </c:spPr>
        <c:txPr>
          <a:bodyPr rot="-60000000" spcFirstLastPara="1" vertOverflow="ellipsis" vert="horz" wrap="square" anchor="ctr" anchorCtr="1"/>
          <a:lstStyle/>
          <a:p>
            <a:pPr>
              <a:defRPr sz="1197" b="0" i="0" u="none" strike="noStrike" kern="1200" baseline="0">
                <a:noFill/>
                <a:latin typeface="+mn-lt"/>
                <a:ea typeface="+mn-ea"/>
                <a:cs typeface="+mn-cs"/>
              </a:defRPr>
            </a:pPr>
            <a:endParaRPr lang="de-DE"/>
          </a:p>
        </c:txPr>
        <c:crossAx val="1352489984"/>
        <c:crosses val="autoZero"/>
        <c:crossBetween val="between"/>
      </c:valAx>
      <c:spPr>
        <a:noFill/>
        <a:ln>
          <a:noFill/>
        </a:ln>
        <a:effectLst/>
      </c:spPr>
    </c:plotArea>
    <c:plotVisOnly val="1"/>
    <c:dispBlanksAs val="gap"/>
    <c:showDLblsOverMax val="0"/>
    <c:extLst>
      <c:ext xmlns:c16r3="http://schemas.microsoft.com/office/drawing/2017/03/chart" uri="{56B9EC1D-385E-4148-901F-78D8002777C0}">
        <c16r3:dataDisplayOptions16>
          <c16r3:dispNaAsBlank val="1"/>
        </c16r3:dataDisplayOptions16>
      </c:ext>
    </c:extLst>
  </c:chart>
  <c:spPr>
    <a:noFill/>
    <a:ln>
      <a:noFill/>
    </a:ln>
    <a:effectLst/>
  </c:spPr>
  <c:txPr>
    <a:bodyPr/>
    <a:lstStyle/>
    <a:p>
      <a:pPr>
        <a:defRPr>
          <a:noFill/>
        </a:defRPr>
      </a:pPr>
      <a:endParaRPr lang="de-DE"/>
    </a:p>
  </c:txPr>
  <c:externalData r:id="rId3">
    <c:autoUpdate val="0"/>
  </c:externalData>
</c:chartSpace>
</file>

<file path=ppt/charts/chart2.xml><?xml version="1.0" encoding="utf-8"?>
<c:chartSpace xmlns:c="http://schemas.openxmlformats.org/drawingml/2006/chart" xmlns:a="http://schemas.openxmlformats.org/drawingml/2006/main" xmlns:r="http://schemas.openxmlformats.org/officeDocument/2006/relationships" xmlns:c16r2="http://schemas.microsoft.com/office/drawing/2015/06/chart">
  <c:date1904 val="0"/>
  <c:lang val="en-US"/>
  <c:roundedCorners val="0"/>
  <mc:AlternateContent xmlns:mc="http://schemas.openxmlformats.org/markup-compatibility/2006">
    <mc:Choice xmlns:c14="http://schemas.microsoft.com/office/drawing/2007/8/2/chart" Requires="c14">
      <c14:style val="102"/>
    </mc:Choice>
    <mc:Fallback>
      <c:style val="2"/>
    </mc:Fallback>
  </mc:AlternateContent>
  <c:chart>
    <c:title>
      <c:overlay val="0"/>
      <c:spPr>
        <a:noFill/>
        <a:ln>
          <a:noFill/>
        </a:ln>
        <a:effectLst/>
      </c:spPr>
      <c:txPr>
        <a:bodyPr rot="0" spcFirstLastPara="1" vertOverflow="ellipsis" vert="horz" wrap="square" anchor="ctr" anchorCtr="1"/>
        <a:lstStyle/>
        <a:p>
          <a:pPr>
            <a:defRPr sz="1862" b="0" i="0" u="none" strike="noStrike" kern="1200" spc="0" baseline="0">
              <a:noFill/>
              <a:latin typeface="+mn-lt"/>
              <a:ea typeface="+mn-ea"/>
              <a:cs typeface="+mn-cs"/>
            </a:defRPr>
          </a:pPr>
          <a:endParaRPr lang="de-DE"/>
        </a:p>
      </c:txPr>
    </c:title>
    <c:autoTitleDeleted val="0"/>
    <c:plotArea>
      <c:layout/>
      <c:barChart>
        <c:barDir val="bar"/>
        <c:grouping val="clustered"/>
        <c:varyColors val="0"/>
        <c:ser>
          <c:idx val="0"/>
          <c:order val="0"/>
          <c:tx>
            <c:strRef>
              <c:f>Sheet1!$B$1</c:f>
              <c:strCache>
                <c:ptCount val="1"/>
                <c:pt idx="0">
                  <c:v>DRUG</c:v>
                </c:pt>
              </c:strCache>
            </c:strRef>
          </c:tx>
          <c:spPr>
            <a:solidFill>
              <a:schemeClr val="accent1"/>
            </a:solidFill>
            <a:ln>
              <a:noFill/>
            </a:ln>
            <a:effectLst/>
          </c:spPr>
          <c:invertIfNegative val="0"/>
          <c:dPt>
            <c:idx val="0"/>
            <c:invertIfNegative val="0"/>
            <c:bubble3D val="0"/>
            <c:spPr>
              <a:solidFill>
                <a:schemeClr val="accent4"/>
              </a:solidFill>
              <a:ln>
                <a:noFill/>
              </a:ln>
              <a:effectLst/>
            </c:spPr>
            <c:extLst>
              <c:ext xmlns:c16="http://schemas.microsoft.com/office/drawing/2014/chart" uri="{C3380CC4-5D6E-409C-BE32-E72D297353CC}">
                <c16:uniqueId val="{00000005-BE88-4DB5-8805-A19E1DBBF83E}"/>
              </c:ext>
            </c:extLst>
          </c:dPt>
          <c:dPt>
            <c:idx val="1"/>
            <c:invertIfNegative val="0"/>
            <c:bubble3D val="0"/>
            <c:spPr>
              <a:solidFill>
                <a:schemeClr val="accent5"/>
              </a:solidFill>
              <a:ln>
                <a:noFill/>
              </a:ln>
              <a:effectLst/>
            </c:spPr>
            <c:extLst>
              <c:ext xmlns:c16="http://schemas.microsoft.com/office/drawing/2014/chart" uri="{C3380CC4-5D6E-409C-BE32-E72D297353CC}">
                <c16:uniqueId val="{00000004-BE88-4DB5-8805-A19E1DBBF83E}"/>
              </c:ext>
            </c:extLst>
          </c:dPt>
          <c:dPt>
            <c:idx val="2"/>
            <c:invertIfNegative val="0"/>
            <c:bubble3D val="0"/>
            <c:spPr>
              <a:solidFill>
                <a:srgbClr val="E6CC0C"/>
              </a:solidFill>
              <a:ln>
                <a:noFill/>
              </a:ln>
              <a:effectLst/>
            </c:spPr>
            <c:extLst>
              <c:ext xmlns:c16="http://schemas.microsoft.com/office/drawing/2014/chart" uri="{C3380CC4-5D6E-409C-BE32-E72D297353CC}">
                <c16:uniqueId val="{00000003-BE88-4DB5-8805-A19E1DBBF83E}"/>
              </c:ext>
            </c:extLst>
          </c:dPt>
          <c:cat>
            <c:strRef>
              <c:f>Sheet1!$A$2:$A$4</c:f>
              <c:strCache>
                <c:ptCount val="3"/>
                <c:pt idx="0">
                  <c:v>PR</c:v>
                </c:pt>
                <c:pt idx="1">
                  <c:v>VGPR</c:v>
                </c:pt>
                <c:pt idx="2">
                  <c:v>CR</c:v>
                </c:pt>
              </c:strCache>
            </c:strRef>
          </c:cat>
          <c:val>
            <c:numRef>
              <c:f>Sheet1!$B$2:$B$4</c:f>
              <c:numCache>
                <c:formatCode>General</c:formatCode>
                <c:ptCount val="3"/>
                <c:pt idx="0">
                  <c:v>25</c:v>
                </c:pt>
                <c:pt idx="1">
                  <c:v>15</c:v>
                </c:pt>
                <c:pt idx="2">
                  <c:v>10</c:v>
                </c:pt>
              </c:numCache>
            </c:numRef>
          </c:val>
          <c:extLst>
            <c:ext xmlns:c16="http://schemas.microsoft.com/office/drawing/2014/chart" uri="{C3380CC4-5D6E-409C-BE32-E72D297353CC}">
              <c16:uniqueId val="{00000000-BE88-4DB5-8805-A19E1DBBF83E}"/>
            </c:ext>
          </c:extLst>
        </c:ser>
        <c:dLbls>
          <c:showLegendKey val="0"/>
          <c:showVal val="0"/>
          <c:showCatName val="0"/>
          <c:showSerName val="0"/>
          <c:showPercent val="0"/>
          <c:showBubbleSize val="0"/>
        </c:dLbls>
        <c:gapWidth val="182"/>
        <c:axId val="1384682304"/>
        <c:axId val="1384683264"/>
      </c:barChart>
      <c:catAx>
        <c:axId val="1384682304"/>
        <c:scaling>
          <c:orientation val="minMax"/>
        </c:scaling>
        <c:delete val="1"/>
        <c:axPos val="l"/>
        <c:numFmt formatCode="General" sourceLinked="1"/>
        <c:majorTickMark val="none"/>
        <c:minorTickMark val="none"/>
        <c:tickLblPos val="nextTo"/>
        <c:crossAx val="1384683264"/>
        <c:crosses val="autoZero"/>
        <c:auto val="1"/>
        <c:lblAlgn val="ctr"/>
        <c:lblOffset val="100"/>
        <c:noMultiLvlLbl val="0"/>
      </c:catAx>
      <c:valAx>
        <c:axId val="1384683264"/>
        <c:scaling>
          <c:orientation val="minMax"/>
        </c:scaling>
        <c:delete val="0"/>
        <c:axPos val="b"/>
        <c:majorGridlines>
          <c:spPr>
            <a:ln w="9525" cap="flat" cmpd="sng" algn="ctr">
              <a:solidFill>
                <a:schemeClr val="tx1">
                  <a:lumMod val="15000"/>
                  <a:lumOff val="85000"/>
                </a:schemeClr>
              </a:solidFill>
              <a:round/>
            </a:ln>
            <a:effectLst/>
          </c:spPr>
        </c:majorGridlines>
        <c:numFmt formatCode="General" sourceLinked="1"/>
        <c:majorTickMark val="none"/>
        <c:minorTickMark val="none"/>
        <c:tickLblPos val="nextTo"/>
        <c:spPr>
          <a:noFill/>
          <a:ln>
            <a:noFill/>
          </a:ln>
          <a:effectLst/>
        </c:spPr>
        <c:txPr>
          <a:bodyPr rot="-60000000" spcFirstLastPara="1" vertOverflow="ellipsis" vert="horz" wrap="square" anchor="ctr" anchorCtr="1"/>
          <a:lstStyle/>
          <a:p>
            <a:pPr>
              <a:defRPr sz="1197" b="0" i="0" u="none" strike="noStrike" kern="1200" baseline="0">
                <a:noFill/>
                <a:latin typeface="+mn-lt"/>
                <a:ea typeface="+mn-ea"/>
                <a:cs typeface="+mn-cs"/>
              </a:defRPr>
            </a:pPr>
            <a:endParaRPr lang="de-DE"/>
          </a:p>
        </c:txPr>
        <c:crossAx val="1384682304"/>
        <c:crosses val="autoZero"/>
        <c:crossBetween val="between"/>
      </c:valAx>
      <c:spPr>
        <a:noFill/>
        <a:ln w="25400">
          <a:noFill/>
        </a:ln>
        <a:effectLst/>
      </c:spPr>
    </c:plotArea>
    <c:plotVisOnly val="1"/>
    <c:dispBlanksAs val="gap"/>
    <c:showDLblsOverMax val="0"/>
    <c:extLst>
      <c:ext xmlns:c16r3="http://schemas.microsoft.com/office/drawing/2017/03/chart" uri="{56B9EC1D-385E-4148-901F-78D8002777C0}">
        <c16r3:dataDisplayOptions16>
          <c16r3:dispNaAsBlank val="1"/>
        </c16r3:dataDisplayOptions16>
      </c:ext>
    </c:extLst>
  </c:chart>
  <c:spPr>
    <a:noFill/>
    <a:ln>
      <a:noFill/>
    </a:ln>
    <a:effectLst/>
  </c:spPr>
  <c:txPr>
    <a:bodyPr/>
    <a:lstStyle/>
    <a:p>
      <a:pPr>
        <a:defRPr>
          <a:noFill/>
        </a:defRPr>
      </a:pPr>
      <a:endParaRPr lang="de-DE"/>
    </a:p>
  </c:txPr>
  <c:externalData r:id="rId3">
    <c:autoUpdate val="0"/>
  </c:externalData>
</c:chartSpace>
</file>

<file path=ppt/charts/chart3.xml><?xml version="1.0" encoding="utf-8"?>
<c:chartSpace xmlns:c="http://schemas.openxmlformats.org/drawingml/2006/chart" xmlns:a="http://schemas.openxmlformats.org/drawingml/2006/main" xmlns:r="http://schemas.openxmlformats.org/officeDocument/2006/relationships" xmlns:c16r2="http://schemas.microsoft.com/office/drawing/2015/06/chart">
  <c:date1904 val="0"/>
  <c:lang val="en-US"/>
  <c:roundedCorners val="0"/>
  <mc:AlternateContent xmlns:mc="http://schemas.openxmlformats.org/markup-compatibility/2006">
    <mc:Choice xmlns:c14="http://schemas.microsoft.com/office/drawing/2007/8/2/chart" Requires="c14">
      <c14:style val="102"/>
    </mc:Choice>
    <mc:Fallback>
      <c:style val="2"/>
    </mc:Fallback>
  </mc:AlternateContent>
  <c:chart>
    <c:autoTitleDeleted val="1"/>
    <c:plotArea>
      <c:layout/>
      <c:barChart>
        <c:barDir val="bar"/>
        <c:grouping val="clustered"/>
        <c:varyColors val="0"/>
        <c:ser>
          <c:idx val="0"/>
          <c:order val="0"/>
          <c:tx>
            <c:strRef>
              <c:f>Sheet1!$B$1</c:f>
              <c:strCache>
                <c:ptCount val="1"/>
                <c:pt idx="0">
                  <c:v>DRUG_comp</c:v>
                </c:pt>
              </c:strCache>
            </c:strRef>
          </c:tx>
          <c:spPr>
            <a:solidFill>
              <a:schemeClr val="bg1">
                <a:lumMod val="65000"/>
              </a:schemeClr>
            </a:solidFill>
            <a:ln>
              <a:noFill/>
            </a:ln>
            <a:effectLst/>
          </c:spPr>
          <c:invertIfNegative val="0"/>
          <c:cat>
            <c:strRef>
              <c:f>Sheet1!$A$2:$A$4</c:f>
              <c:strCache>
                <c:ptCount val="3"/>
                <c:pt idx="0">
                  <c:v>PR</c:v>
                </c:pt>
                <c:pt idx="1">
                  <c:v>VGPR</c:v>
                </c:pt>
                <c:pt idx="2">
                  <c:v>CR</c:v>
                </c:pt>
              </c:strCache>
            </c:strRef>
          </c:cat>
          <c:val>
            <c:numRef>
              <c:f>Sheet1!$B$2:$B$4</c:f>
              <c:numCache>
                <c:formatCode>General</c:formatCode>
                <c:ptCount val="3"/>
                <c:pt idx="0">
                  <c:v>5</c:v>
                </c:pt>
                <c:pt idx="1">
                  <c:v>8</c:v>
                </c:pt>
                <c:pt idx="2">
                  <c:v>2</c:v>
                </c:pt>
              </c:numCache>
            </c:numRef>
          </c:val>
          <c:extLst>
            <c:ext xmlns:c16="http://schemas.microsoft.com/office/drawing/2014/chart" uri="{C3380CC4-5D6E-409C-BE32-E72D297353CC}">
              <c16:uniqueId val="{00000000-E1DA-4076-9415-FD33CDF66BA6}"/>
            </c:ext>
          </c:extLst>
        </c:ser>
        <c:dLbls>
          <c:showLegendKey val="0"/>
          <c:showVal val="0"/>
          <c:showCatName val="0"/>
          <c:showSerName val="0"/>
          <c:showPercent val="0"/>
          <c:showBubbleSize val="0"/>
        </c:dLbls>
        <c:gapWidth val="182"/>
        <c:axId val="1076014447"/>
        <c:axId val="1076011087"/>
      </c:barChart>
      <c:catAx>
        <c:axId val="1076014447"/>
        <c:scaling>
          <c:orientation val="minMax"/>
        </c:scaling>
        <c:delete val="1"/>
        <c:axPos val="l"/>
        <c:numFmt formatCode="General" sourceLinked="1"/>
        <c:majorTickMark val="none"/>
        <c:minorTickMark val="none"/>
        <c:tickLblPos val="nextTo"/>
        <c:crossAx val="1076011087"/>
        <c:crosses val="autoZero"/>
        <c:auto val="1"/>
        <c:lblAlgn val="ctr"/>
        <c:lblOffset val="100"/>
        <c:noMultiLvlLbl val="0"/>
      </c:catAx>
      <c:valAx>
        <c:axId val="1076011087"/>
        <c:scaling>
          <c:orientation val="minMax"/>
        </c:scaling>
        <c:delete val="1"/>
        <c:axPos val="b"/>
        <c:majorGridlines>
          <c:spPr>
            <a:ln w="9525" cap="flat" cmpd="sng" algn="ctr">
              <a:solidFill>
                <a:schemeClr val="tx1">
                  <a:lumMod val="15000"/>
                  <a:lumOff val="85000"/>
                </a:schemeClr>
              </a:solidFill>
              <a:round/>
            </a:ln>
            <a:effectLst/>
          </c:spPr>
        </c:majorGridlines>
        <c:numFmt formatCode="General" sourceLinked="1"/>
        <c:majorTickMark val="none"/>
        <c:minorTickMark val="none"/>
        <c:tickLblPos val="nextTo"/>
        <c:crossAx val="1076014447"/>
        <c:crosses val="autoZero"/>
        <c:crossBetween val="between"/>
      </c:valAx>
      <c:spPr>
        <a:noFill/>
        <a:ln>
          <a:noFill/>
        </a:ln>
        <a:effectLst/>
      </c:spPr>
    </c:plotArea>
    <c:plotVisOnly val="1"/>
    <c:dispBlanksAs val="gap"/>
    <c:showDLblsOverMax val="0"/>
    <c:extLst>
      <c:ext xmlns:c16r3="http://schemas.microsoft.com/office/drawing/2017/03/chart" uri="{56B9EC1D-385E-4148-901F-78D8002777C0}">
        <c16r3:dataDisplayOptions16>
          <c16r3:dispNaAsBlank val="1"/>
        </c16r3:dataDisplayOptions16>
      </c:ext>
    </c:extLst>
  </c:chart>
  <c:spPr>
    <a:noFill/>
    <a:ln>
      <a:noFill/>
    </a:ln>
    <a:effectLst/>
  </c:spPr>
  <c:txPr>
    <a:bodyPr/>
    <a:lstStyle/>
    <a:p>
      <a:pPr>
        <a:defRPr/>
      </a:pPr>
      <a:endParaRPr lang="de-DE"/>
    </a:p>
  </c:txPr>
  <c:externalData r:id="rId3">
    <c:autoUpdate val="0"/>
  </c:externalData>
</c:chartSpace>
</file>

<file path=ppt/charts/chart4.xml><?xml version="1.0" encoding="utf-8"?>
<c:chartSpace xmlns:c="http://schemas.openxmlformats.org/drawingml/2006/chart" xmlns:a="http://schemas.openxmlformats.org/drawingml/2006/main" xmlns:r="http://schemas.openxmlformats.org/officeDocument/2006/relationships" xmlns:c16r2="http://schemas.microsoft.com/office/drawing/2015/06/chart">
  <c:date1904 val="0"/>
  <c:lang val="en-US"/>
  <c:roundedCorners val="0"/>
  <mc:AlternateContent xmlns:mc="http://schemas.openxmlformats.org/markup-compatibility/2006">
    <mc:Choice xmlns:c14="http://schemas.microsoft.com/office/drawing/2007/8/2/chart" Requires="c14">
      <c14:style val="102"/>
    </mc:Choice>
    <mc:Fallback>
      <c:style val="2"/>
    </mc:Fallback>
  </mc:AlternateContent>
  <c:chart>
    <c:title>
      <c:overlay val="0"/>
      <c:spPr>
        <a:noFill/>
        <a:ln>
          <a:noFill/>
        </a:ln>
        <a:effectLst/>
      </c:spPr>
      <c:txPr>
        <a:bodyPr rot="0" spcFirstLastPara="1" vertOverflow="ellipsis" vert="horz" wrap="square" anchor="ctr" anchorCtr="1"/>
        <a:lstStyle/>
        <a:p>
          <a:pPr>
            <a:defRPr sz="1862" b="0" i="0" u="none" strike="noStrike" kern="1200" spc="0" baseline="0">
              <a:noFill/>
              <a:latin typeface="+mn-lt"/>
              <a:ea typeface="+mn-ea"/>
              <a:cs typeface="+mn-cs"/>
            </a:defRPr>
          </a:pPr>
          <a:endParaRPr lang="de-DE"/>
        </a:p>
      </c:txPr>
    </c:title>
    <c:autoTitleDeleted val="0"/>
    <c:plotArea>
      <c:layout/>
      <c:barChart>
        <c:barDir val="col"/>
        <c:grouping val="clustered"/>
        <c:varyColors val="0"/>
        <c:ser>
          <c:idx val="0"/>
          <c:order val="0"/>
          <c:tx>
            <c:strRef>
              <c:f>Sheet1!$B$1</c:f>
              <c:strCache>
                <c:ptCount val="1"/>
                <c:pt idx="0">
                  <c:v>mPFS</c:v>
                </c:pt>
              </c:strCache>
            </c:strRef>
          </c:tx>
          <c:spPr>
            <a:solidFill>
              <a:schemeClr val="accent1"/>
            </a:solidFill>
            <a:ln>
              <a:noFill/>
            </a:ln>
            <a:effectLst/>
          </c:spPr>
          <c:invertIfNegative val="0"/>
          <c:dPt>
            <c:idx val="0"/>
            <c:invertIfNegative val="0"/>
            <c:bubble3D val="0"/>
            <c:spPr>
              <a:gradFill>
                <a:gsLst>
                  <a:gs pos="0">
                    <a:schemeClr val="accent4">
                      <a:lumMod val="40000"/>
                      <a:lumOff val="60000"/>
                    </a:schemeClr>
                  </a:gs>
                  <a:gs pos="46000">
                    <a:schemeClr val="accent4">
                      <a:lumMod val="95000"/>
                      <a:lumOff val="5000"/>
                    </a:schemeClr>
                  </a:gs>
                  <a:gs pos="100000">
                    <a:schemeClr val="accent4">
                      <a:lumMod val="60000"/>
                    </a:schemeClr>
                  </a:gs>
                </a:gsLst>
                <a:path path="circle">
                  <a:fillToRect l="50000" t="130000" r="50000" b="-30000"/>
                </a:path>
              </a:gradFill>
              <a:ln>
                <a:noFill/>
              </a:ln>
              <a:effectLst/>
            </c:spPr>
            <c:extLst>
              <c:ext xmlns:c16="http://schemas.microsoft.com/office/drawing/2014/chart" uri="{C3380CC4-5D6E-409C-BE32-E72D297353CC}">
                <c16:uniqueId val="{00000003-54ED-4637-BBD5-E823919D19FA}"/>
              </c:ext>
            </c:extLst>
          </c:dPt>
          <c:dPt>
            <c:idx val="1"/>
            <c:invertIfNegative val="0"/>
            <c:bubble3D val="0"/>
            <c:spPr>
              <a:solidFill>
                <a:schemeClr val="bg1">
                  <a:lumMod val="65000"/>
                </a:schemeClr>
              </a:solidFill>
              <a:ln>
                <a:noFill/>
              </a:ln>
              <a:effectLst/>
            </c:spPr>
            <c:extLst>
              <c:ext xmlns:c16="http://schemas.microsoft.com/office/drawing/2014/chart" uri="{C3380CC4-5D6E-409C-BE32-E72D297353CC}">
                <c16:uniqueId val="{00000004-54ED-4637-BBD5-E823919D19FA}"/>
              </c:ext>
            </c:extLst>
          </c:dPt>
          <c:cat>
            <c:strRef>
              <c:f>Sheet1!$A$2:$A$3</c:f>
              <c:strCache>
                <c:ptCount val="2"/>
                <c:pt idx="0">
                  <c:v>DRUG</c:v>
                </c:pt>
                <c:pt idx="1">
                  <c:v>CONTROL</c:v>
                </c:pt>
              </c:strCache>
            </c:strRef>
          </c:cat>
          <c:val>
            <c:numRef>
              <c:f>Sheet1!$B$2:$B$3</c:f>
              <c:numCache>
                <c:formatCode>General</c:formatCode>
                <c:ptCount val="2"/>
                <c:pt idx="0">
                  <c:v>45</c:v>
                </c:pt>
                <c:pt idx="1">
                  <c:v>24</c:v>
                </c:pt>
              </c:numCache>
            </c:numRef>
          </c:val>
          <c:extLst>
            <c:ext xmlns:c16="http://schemas.microsoft.com/office/drawing/2014/chart" uri="{C3380CC4-5D6E-409C-BE32-E72D297353CC}">
              <c16:uniqueId val="{00000000-54ED-4637-BBD5-E823919D19FA}"/>
            </c:ext>
          </c:extLst>
        </c:ser>
        <c:dLbls>
          <c:showLegendKey val="0"/>
          <c:showVal val="0"/>
          <c:showCatName val="0"/>
          <c:showSerName val="0"/>
          <c:showPercent val="0"/>
          <c:showBubbleSize val="0"/>
        </c:dLbls>
        <c:gapWidth val="219"/>
        <c:overlap val="-27"/>
        <c:axId val="1352489984"/>
        <c:axId val="1352488064"/>
      </c:barChart>
      <c:catAx>
        <c:axId val="1352489984"/>
        <c:scaling>
          <c:orientation val="minMax"/>
        </c:scaling>
        <c:delete val="0"/>
        <c:axPos val="b"/>
        <c:numFmt formatCode="General" sourceLinked="1"/>
        <c:majorTickMark val="none"/>
        <c:minorTickMark val="none"/>
        <c:tickLblPos val="nextTo"/>
        <c:spPr>
          <a:noFill/>
          <a:ln w="9525" cap="flat" cmpd="sng" algn="ctr">
            <a:solidFill>
              <a:schemeClr val="tx1">
                <a:lumMod val="15000"/>
                <a:lumOff val="85000"/>
              </a:schemeClr>
            </a:solidFill>
            <a:round/>
          </a:ln>
          <a:effectLst/>
        </c:spPr>
        <c:txPr>
          <a:bodyPr rot="-60000000" spcFirstLastPara="1" vertOverflow="ellipsis" vert="horz" wrap="square" anchor="ctr" anchorCtr="1"/>
          <a:lstStyle/>
          <a:p>
            <a:pPr>
              <a:defRPr sz="1197" b="0" i="0" u="none" strike="noStrike" kern="1200" baseline="0">
                <a:noFill/>
                <a:latin typeface="+mn-lt"/>
                <a:ea typeface="+mn-ea"/>
                <a:cs typeface="+mn-cs"/>
              </a:defRPr>
            </a:pPr>
            <a:endParaRPr lang="de-DE"/>
          </a:p>
        </c:txPr>
        <c:crossAx val="1352488064"/>
        <c:crosses val="autoZero"/>
        <c:auto val="1"/>
        <c:lblAlgn val="ctr"/>
        <c:lblOffset val="100"/>
        <c:noMultiLvlLbl val="0"/>
      </c:catAx>
      <c:valAx>
        <c:axId val="1352488064"/>
        <c:scaling>
          <c:orientation val="minMax"/>
        </c:scaling>
        <c:delete val="0"/>
        <c:axPos val="l"/>
        <c:majorGridlines>
          <c:spPr>
            <a:ln w="9525" cap="flat" cmpd="sng" algn="ctr">
              <a:solidFill>
                <a:schemeClr val="tx1">
                  <a:lumMod val="15000"/>
                  <a:lumOff val="85000"/>
                </a:schemeClr>
              </a:solidFill>
              <a:round/>
            </a:ln>
            <a:effectLst/>
          </c:spPr>
        </c:majorGridlines>
        <c:numFmt formatCode="General" sourceLinked="1"/>
        <c:majorTickMark val="none"/>
        <c:minorTickMark val="none"/>
        <c:tickLblPos val="nextTo"/>
        <c:spPr>
          <a:noFill/>
          <a:ln>
            <a:noFill/>
          </a:ln>
          <a:effectLst/>
        </c:spPr>
        <c:txPr>
          <a:bodyPr rot="-60000000" spcFirstLastPara="1" vertOverflow="ellipsis" vert="horz" wrap="square" anchor="ctr" anchorCtr="1"/>
          <a:lstStyle/>
          <a:p>
            <a:pPr>
              <a:defRPr sz="1197" b="0" i="0" u="none" strike="noStrike" kern="1200" baseline="0">
                <a:noFill/>
                <a:latin typeface="+mn-lt"/>
                <a:ea typeface="+mn-ea"/>
                <a:cs typeface="+mn-cs"/>
              </a:defRPr>
            </a:pPr>
            <a:endParaRPr lang="de-DE"/>
          </a:p>
        </c:txPr>
        <c:crossAx val="1352489984"/>
        <c:crosses val="autoZero"/>
        <c:crossBetween val="between"/>
      </c:valAx>
      <c:spPr>
        <a:noFill/>
        <a:ln>
          <a:noFill/>
        </a:ln>
        <a:effectLst/>
      </c:spPr>
    </c:plotArea>
    <c:legend>
      <c:legendPos val="b"/>
      <c:overlay val="0"/>
      <c:spPr>
        <a:noFill/>
        <a:ln>
          <a:noFill/>
        </a:ln>
        <a:effectLst/>
      </c:spPr>
      <c:txPr>
        <a:bodyPr rot="0" spcFirstLastPara="1" vertOverflow="ellipsis" vert="horz" wrap="square" anchor="ctr" anchorCtr="1"/>
        <a:lstStyle/>
        <a:p>
          <a:pPr>
            <a:defRPr sz="1197" b="0" i="0" u="none" strike="noStrike" kern="1200" baseline="0">
              <a:noFill/>
              <a:latin typeface="+mn-lt"/>
              <a:ea typeface="+mn-ea"/>
              <a:cs typeface="+mn-cs"/>
            </a:defRPr>
          </a:pPr>
          <a:endParaRPr lang="de-DE"/>
        </a:p>
      </c:txPr>
    </c:legend>
    <c:plotVisOnly val="1"/>
    <c:dispBlanksAs val="gap"/>
    <c:showDLblsOverMax val="0"/>
    <c:extLst>
      <c:ext xmlns:c16r3="http://schemas.microsoft.com/office/drawing/2017/03/chart" uri="{56B9EC1D-385E-4148-901F-78D8002777C0}">
        <c16r3:dataDisplayOptions16>
          <c16r3:dispNaAsBlank val="1"/>
        </c16r3:dataDisplayOptions16>
      </c:ext>
    </c:extLst>
  </c:chart>
  <c:spPr>
    <a:noFill/>
    <a:ln>
      <a:noFill/>
    </a:ln>
    <a:effectLst/>
  </c:spPr>
  <c:txPr>
    <a:bodyPr/>
    <a:lstStyle/>
    <a:p>
      <a:pPr>
        <a:defRPr>
          <a:noFill/>
        </a:defRPr>
      </a:pPr>
      <a:endParaRPr lang="de-DE"/>
    </a:p>
  </c:txPr>
  <c:externalData r:id="rId3">
    <c:autoUpdate val="0"/>
  </c:externalData>
</c:chartSpace>
</file>

<file path=ppt/charts/chart5.xml><?xml version="1.0" encoding="utf-8"?>
<c:chartSpace xmlns:c="http://schemas.openxmlformats.org/drawingml/2006/chart" xmlns:a="http://schemas.openxmlformats.org/drawingml/2006/main" xmlns:r="http://schemas.openxmlformats.org/officeDocument/2006/relationships" xmlns:c16r2="http://schemas.microsoft.com/office/drawing/2015/06/chart">
  <c:date1904 val="0"/>
  <c:lang val="en-US"/>
  <c:roundedCorners val="0"/>
  <mc:AlternateContent xmlns:mc="http://schemas.openxmlformats.org/markup-compatibility/2006">
    <mc:Choice xmlns:c14="http://schemas.microsoft.com/office/drawing/2007/8/2/chart" Requires="c14">
      <c14:style val="102"/>
    </mc:Choice>
    <mc:Fallback>
      <c:style val="2"/>
    </mc:Fallback>
  </mc:AlternateContent>
  <c:chart>
    <c:title>
      <c:overlay val="0"/>
      <c:spPr>
        <a:noFill/>
        <a:ln>
          <a:noFill/>
        </a:ln>
        <a:effectLst/>
      </c:spPr>
      <c:txPr>
        <a:bodyPr rot="0" spcFirstLastPara="1" vertOverflow="ellipsis" vert="horz" wrap="square" anchor="ctr" anchorCtr="1"/>
        <a:lstStyle/>
        <a:p>
          <a:pPr>
            <a:defRPr sz="1862" b="0" i="0" u="none" strike="noStrike" kern="1200" spc="0" baseline="0">
              <a:noFill/>
              <a:latin typeface="+mn-lt"/>
              <a:ea typeface="+mn-ea"/>
              <a:cs typeface="+mn-cs"/>
            </a:defRPr>
          </a:pPr>
          <a:endParaRPr lang="de-DE"/>
        </a:p>
      </c:txPr>
    </c:title>
    <c:autoTitleDeleted val="0"/>
    <c:plotArea>
      <c:layout/>
      <c:barChart>
        <c:barDir val="bar"/>
        <c:grouping val="clustered"/>
        <c:varyColors val="0"/>
        <c:ser>
          <c:idx val="0"/>
          <c:order val="0"/>
          <c:tx>
            <c:strRef>
              <c:f>Sheet1!$B$1</c:f>
              <c:strCache>
                <c:ptCount val="1"/>
                <c:pt idx="0">
                  <c:v>DRUG</c:v>
                </c:pt>
              </c:strCache>
            </c:strRef>
          </c:tx>
          <c:spPr>
            <a:solidFill>
              <a:schemeClr val="accent1"/>
            </a:solidFill>
            <a:ln>
              <a:noFill/>
            </a:ln>
            <a:effectLst/>
          </c:spPr>
          <c:invertIfNegative val="0"/>
          <c:dPt>
            <c:idx val="0"/>
            <c:invertIfNegative val="0"/>
            <c:bubble3D val="0"/>
            <c:spPr>
              <a:solidFill>
                <a:schemeClr val="accent4"/>
              </a:solidFill>
              <a:ln>
                <a:noFill/>
              </a:ln>
              <a:effectLst/>
            </c:spPr>
            <c:extLst>
              <c:ext xmlns:c16="http://schemas.microsoft.com/office/drawing/2014/chart" uri="{C3380CC4-5D6E-409C-BE32-E72D297353CC}">
                <c16:uniqueId val="{00000005-BE88-4DB5-8805-A19E1DBBF83E}"/>
              </c:ext>
            </c:extLst>
          </c:dPt>
          <c:dPt>
            <c:idx val="1"/>
            <c:invertIfNegative val="0"/>
            <c:bubble3D val="0"/>
            <c:spPr>
              <a:solidFill>
                <a:schemeClr val="accent5"/>
              </a:solidFill>
              <a:ln>
                <a:noFill/>
              </a:ln>
              <a:effectLst/>
            </c:spPr>
            <c:extLst>
              <c:ext xmlns:c16="http://schemas.microsoft.com/office/drawing/2014/chart" uri="{C3380CC4-5D6E-409C-BE32-E72D297353CC}">
                <c16:uniqueId val="{00000004-BE88-4DB5-8805-A19E1DBBF83E}"/>
              </c:ext>
            </c:extLst>
          </c:dPt>
          <c:dPt>
            <c:idx val="2"/>
            <c:invertIfNegative val="0"/>
            <c:bubble3D val="0"/>
            <c:spPr>
              <a:solidFill>
                <a:srgbClr val="E6CC0C"/>
              </a:solidFill>
              <a:ln>
                <a:noFill/>
              </a:ln>
              <a:effectLst/>
            </c:spPr>
            <c:extLst>
              <c:ext xmlns:c16="http://schemas.microsoft.com/office/drawing/2014/chart" uri="{C3380CC4-5D6E-409C-BE32-E72D297353CC}">
                <c16:uniqueId val="{00000003-BE88-4DB5-8805-A19E1DBBF83E}"/>
              </c:ext>
            </c:extLst>
          </c:dPt>
          <c:cat>
            <c:strRef>
              <c:f>Sheet1!$A$2:$A$4</c:f>
              <c:strCache>
                <c:ptCount val="3"/>
                <c:pt idx="0">
                  <c:v>CR</c:v>
                </c:pt>
                <c:pt idx="1">
                  <c:v>VGPR</c:v>
                </c:pt>
                <c:pt idx="2">
                  <c:v>PR</c:v>
                </c:pt>
              </c:strCache>
            </c:strRef>
          </c:cat>
          <c:val>
            <c:numRef>
              <c:f>Sheet1!$B$2:$B$4</c:f>
              <c:numCache>
                <c:formatCode>General</c:formatCode>
                <c:ptCount val="3"/>
                <c:pt idx="0">
                  <c:v>25</c:v>
                </c:pt>
                <c:pt idx="1">
                  <c:v>15</c:v>
                </c:pt>
                <c:pt idx="2">
                  <c:v>5</c:v>
                </c:pt>
              </c:numCache>
            </c:numRef>
          </c:val>
          <c:extLst>
            <c:ext xmlns:c16="http://schemas.microsoft.com/office/drawing/2014/chart" uri="{C3380CC4-5D6E-409C-BE32-E72D297353CC}">
              <c16:uniqueId val="{00000000-BE88-4DB5-8805-A19E1DBBF83E}"/>
            </c:ext>
          </c:extLst>
        </c:ser>
        <c:dLbls>
          <c:showLegendKey val="0"/>
          <c:showVal val="0"/>
          <c:showCatName val="0"/>
          <c:showSerName val="0"/>
          <c:showPercent val="0"/>
          <c:showBubbleSize val="0"/>
        </c:dLbls>
        <c:gapWidth val="182"/>
        <c:axId val="1384682304"/>
        <c:axId val="1384683264"/>
      </c:barChart>
      <c:catAx>
        <c:axId val="1384682304"/>
        <c:scaling>
          <c:orientation val="minMax"/>
        </c:scaling>
        <c:delete val="1"/>
        <c:axPos val="l"/>
        <c:numFmt formatCode="General" sourceLinked="1"/>
        <c:majorTickMark val="none"/>
        <c:minorTickMark val="none"/>
        <c:tickLblPos val="nextTo"/>
        <c:crossAx val="1384683264"/>
        <c:crosses val="autoZero"/>
        <c:auto val="1"/>
        <c:lblAlgn val="ctr"/>
        <c:lblOffset val="100"/>
        <c:noMultiLvlLbl val="0"/>
      </c:catAx>
      <c:valAx>
        <c:axId val="1384683264"/>
        <c:scaling>
          <c:orientation val="minMax"/>
        </c:scaling>
        <c:delete val="0"/>
        <c:axPos val="b"/>
        <c:majorGridlines>
          <c:spPr>
            <a:ln w="9525" cap="flat" cmpd="sng" algn="ctr">
              <a:solidFill>
                <a:schemeClr val="tx1">
                  <a:lumMod val="15000"/>
                  <a:lumOff val="85000"/>
                </a:schemeClr>
              </a:solidFill>
              <a:round/>
            </a:ln>
            <a:effectLst/>
          </c:spPr>
        </c:majorGridlines>
        <c:numFmt formatCode="General" sourceLinked="1"/>
        <c:majorTickMark val="none"/>
        <c:minorTickMark val="none"/>
        <c:tickLblPos val="nextTo"/>
        <c:spPr>
          <a:noFill/>
          <a:ln>
            <a:noFill/>
          </a:ln>
          <a:effectLst/>
        </c:spPr>
        <c:txPr>
          <a:bodyPr rot="-60000000" spcFirstLastPara="1" vertOverflow="ellipsis" vert="horz" wrap="square" anchor="ctr" anchorCtr="1"/>
          <a:lstStyle/>
          <a:p>
            <a:pPr>
              <a:defRPr sz="1197" b="0" i="0" u="none" strike="noStrike" kern="1200" baseline="0">
                <a:noFill/>
                <a:latin typeface="+mn-lt"/>
                <a:ea typeface="+mn-ea"/>
                <a:cs typeface="+mn-cs"/>
              </a:defRPr>
            </a:pPr>
            <a:endParaRPr lang="de-DE"/>
          </a:p>
        </c:txPr>
        <c:crossAx val="1384682304"/>
        <c:crosses val="autoZero"/>
        <c:crossBetween val="between"/>
      </c:valAx>
      <c:spPr>
        <a:noFill/>
        <a:ln w="25400">
          <a:noFill/>
        </a:ln>
        <a:effectLst/>
      </c:spPr>
    </c:plotArea>
    <c:plotVisOnly val="1"/>
    <c:dispBlanksAs val="gap"/>
    <c:showDLblsOverMax val="0"/>
    <c:extLst>
      <c:ext xmlns:c16r3="http://schemas.microsoft.com/office/drawing/2017/03/chart" uri="{56B9EC1D-385E-4148-901F-78D8002777C0}">
        <c16r3:dataDisplayOptions16>
          <c16r3:dispNaAsBlank val="1"/>
        </c16r3:dataDisplayOptions16>
      </c:ext>
    </c:extLst>
  </c:chart>
  <c:spPr>
    <a:noFill/>
    <a:ln>
      <a:noFill/>
    </a:ln>
    <a:effectLst/>
  </c:spPr>
  <c:txPr>
    <a:bodyPr/>
    <a:lstStyle/>
    <a:p>
      <a:pPr>
        <a:defRPr>
          <a:noFill/>
        </a:defRPr>
      </a:pPr>
      <a:endParaRPr lang="de-DE"/>
    </a:p>
  </c:txPr>
  <c:externalData r:id="rId3">
    <c:autoUpdate val="0"/>
  </c:externalData>
</c:chartSpace>
</file>

<file path=ppt/charts/chart6.xml><?xml version="1.0" encoding="utf-8"?>
<c:chartSpace xmlns:c="http://schemas.openxmlformats.org/drawingml/2006/chart" xmlns:a="http://schemas.openxmlformats.org/drawingml/2006/main" xmlns:r="http://schemas.openxmlformats.org/officeDocument/2006/relationships" xmlns:c16r2="http://schemas.microsoft.com/office/drawing/2015/06/chart">
  <c:date1904 val="0"/>
  <c:lang val="en-US"/>
  <c:roundedCorners val="0"/>
  <mc:AlternateContent xmlns:mc="http://schemas.openxmlformats.org/markup-compatibility/2006">
    <mc:Choice xmlns:c14="http://schemas.microsoft.com/office/drawing/2007/8/2/chart" Requires="c14">
      <c14:style val="102"/>
    </mc:Choice>
    <mc:Fallback>
      <c:style val="2"/>
    </mc:Fallback>
  </mc:AlternateContent>
  <c:chart>
    <c:autoTitleDeleted val="1"/>
    <c:plotArea>
      <c:layout/>
      <c:barChart>
        <c:barDir val="bar"/>
        <c:grouping val="clustered"/>
        <c:varyColors val="0"/>
        <c:ser>
          <c:idx val="0"/>
          <c:order val="0"/>
          <c:tx>
            <c:strRef>
              <c:f>Sheet1!$B$1</c:f>
              <c:strCache>
                <c:ptCount val="1"/>
                <c:pt idx="0">
                  <c:v>Series 1</c:v>
                </c:pt>
              </c:strCache>
            </c:strRef>
          </c:tx>
          <c:spPr>
            <a:solidFill>
              <a:schemeClr val="bg1">
                <a:lumMod val="65000"/>
              </a:schemeClr>
            </a:solidFill>
            <a:ln>
              <a:noFill/>
            </a:ln>
            <a:effectLst/>
          </c:spPr>
          <c:invertIfNegative val="0"/>
          <c:cat>
            <c:strRef>
              <c:f>Sheet1!$A$2:$A$4</c:f>
              <c:strCache>
                <c:ptCount val="3"/>
                <c:pt idx="0">
                  <c:v>Category 1</c:v>
                </c:pt>
                <c:pt idx="1">
                  <c:v>Category 2</c:v>
                </c:pt>
                <c:pt idx="2">
                  <c:v>Category 3</c:v>
                </c:pt>
              </c:strCache>
            </c:strRef>
          </c:cat>
          <c:val>
            <c:numRef>
              <c:f>Sheet1!$B$2:$B$4</c:f>
              <c:numCache>
                <c:formatCode>General</c:formatCode>
                <c:ptCount val="3"/>
                <c:pt idx="0">
                  <c:v>10</c:v>
                </c:pt>
                <c:pt idx="1">
                  <c:v>8</c:v>
                </c:pt>
                <c:pt idx="2">
                  <c:v>2</c:v>
                </c:pt>
              </c:numCache>
            </c:numRef>
          </c:val>
          <c:extLst>
            <c:ext xmlns:c16="http://schemas.microsoft.com/office/drawing/2014/chart" uri="{C3380CC4-5D6E-409C-BE32-E72D297353CC}">
              <c16:uniqueId val="{00000000-E1DA-4076-9415-FD33CDF66BA6}"/>
            </c:ext>
          </c:extLst>
        </c:ser>
        <c:dLbls>
          <c:showLegendKey val="0"/>
          <c:showVal val="0"/>
          <c:showCatName val="0"/>
          <c:showSerName val="0"/>
          <c:showPercent val="0"/>
          <c:showBubbleSize val="0"/>
        </c:dLbls>
        <c:gapWidth val="182"/>
        <c:axId val="1076014447"/>
        <c:axId val="1076011087"/>
      </c:barChart>
      <c:catAx>
        <c:axId val="1076014447"/>
        <c:scaling>
          <c:orientation val="minMax"/>
        </c:scaling>
        <c:delete val="1"/>
        <c:axPos val="l"/>
        <c:numFmt formatCode="General" sourceLinked="1"/>
        <c:majorTickMark val="none"/>
        <c:minorTickMark val="none"/>
        <c:tickLblPos val="nextTo"/>
        <c:crossAx val="1076011087"/>
        <c:crosses val="autoZero"/>
        <c:auto val="1"/>
        <c:lblAlgn val="ctr"/>
        <c:lblOffset val="100"/>
        <c:noMultiLvlLbl val="0"/>
      </c:catAx>
      <c:valAx>
        <c:axId val="1076011087"/>
        <c:scaling>
          <c:orientation val="minMax"/>
        </c:scaling>
        <c:delete val="1"/>
        <c:axPos val="b"/>
        <c:majorGridlines>
          <c:spPr>
            <a:ln w="9525" cap="flat" cmpd="sng" algn="ctr">
              <a:solidFill>
                <a:schemeClr val="tx1">
                  <a:lumMod val="15000"/>
                  <a:lumOff val="85000"/>
                </a:schemeClr>
              </a:solidFill>
              <a:round/>
            </a:ln>
            <a:effectLst/>
          </c:spPr>
        </c:majorGridlines>
        <c:numFmt formatCode="General" sourceLinked="1"/>
        <c:majorTickMark val="none"/>
        <c:minorTickMark val="none"/>
        <c:tickLblPos val="nextTo"/>
        <c:crossAx val="1076014447"/>
        <c:crosses val="autoZero"/>
        <c:crossBetween val="between"/>
      </c:valAx>
      <c:spPr>
        <a:noFill/>
        <a:ln>
          <a:noFill/>
        </a:ln>
        <a:effectLst/>
      </c:spPr>
    </c:plotArea>
    <c:plotVisOnly val="1"/>
    <c:dispBlanksAs val="gap"/>
    <c:showDLblsOverMax val="0"/>
    <c:extLst>
      <c:ext xmlns:c16r3="http://schemas.microsoft.com/office/drawing/2017/03/chart" uri="{56B9EC1D-385E-4148-901F-78D8002777C0}">
        <c16r3:dataDisplayOptions16>
          <c16r3:dispNaAsBlank val="1"/>
        </c16r3:dataDisplayOptions16>
      </c:ext>
    </c:extLst>
  </c:chart>
  <c:spPr>
    <a:noFill/>
    <a:ln>
      <a:noFill/>
    </a:ln>
    <a:effectLst/>
  </c:spPr>
  <c:txPr>
    <a:bodyPr/>
    <a:lstStyle/>
    <a:p>
      <a:pPr>
        <a:defRPr/>
      </a:pPr>
      <a:endParaRPr lang="de-DE"/>
    </a:p>
  </c:txPr>
  <c:externalData r:id="rId3">
    <c:autoUpdate val="0"/>
  </c:externalData>
</c:chartSpace>
</file>

<file path=ppt/charts/colors1.xml><?xml version="1.0" encoding="utf-8"?>
<cs:colorStyle xmlns:cs="http://schemas.microsoft.com/office/drawing/2012/chartStyle" xmlns:a="http://schemas.openxmlformats.org/drawingml/2006/main" meth="cycle" id="10">
  <a:schemeClr val="accent1"/>
  <a:schemeClr val="accent2"/>
  <a:schemeClr val="accent3"/>
  <a:schemeClr val="accent4"/>
  <a:schemeClr val="accent5"/>
  <a:schemeClr val="accent6"/>
  <cs:variation/>
  <cs:variation>
    <a:lumMod val="60000"/>
  </cs:variation>
  <cs:variation>
    <a:lumMod val="80000"/>
    <a:lumOff val="20000"/>
  </cs:variation>
  <cs:variation>
    <a:lumMod val="80000"/>
  </cs:variation>
  <cs:variation>
    <a:lumMod val="60000"/>
    <a:lumOff val="40000"/>
  </cs:variation>
  <cs:variation>
    <a:lumMod val="50000"/>
  </cs:variation>
  <cs:variation>
    <a:lumMod val="70000"/>
    <a:lumOff val="30000"/>
  </cs:variation>
  <cs:variation>
    <a:lumMod val="70000"/>
  </cs:variation>
  <cs:variation>
    <a:lumMod val="50000"/>
    <a:lumOff val="50000"/>
  </cs:variation>
</cs:colorStyle>
</file>

<file path=ppt/charts/colors2.xml><?xml version="1.0" encoding="utf-8"?>
<cs:colorStyle xmlns:cs="http://schemas.microsoft.com/office/drawing/2012/chartStyle" xmlns:a="http://schemas.openxmlformats.org/drawingml/2006/main" meth="cycle" id="10">
  <a:schemeClr val="accent1"/>
  <a:schemeClr val="accent2"/>
  <a:schemeClr val="accent3"/>
  <a:schemeClr val="accent4"/>
  <a:schemeClr val="accent5"/>
  <a:schemeClr val="accent6"/>
  <cs:variation/>
  <cs:variation>
    <a:lumMod val="60000"/>
  </cs:variation>
  <cs:variation>
    <a:lumMod val="80000"/>
    <a:lumOff val="20000"/>
  </cs:variation>
  <cs:variation>
    <a:lumMod val="80000"/>
  </cs:variation>
  <cs:variation>
    <a:lumMod val="60000"/>
    <a:lumOff val="40000"/>
  </cs:variation>
  <cs:variation>
    <a:lumMod val="50000"/>
  </cs:variation>
  <cs:variation>
    <a:lumMod val="70000"/>
    <a:lumOff val="30000"/>
  </cs:variation>
  <cs:variation>
    <a:lumMod val="70000"/>
  </cs:variation>
  <cs:variation>
    <a:lumMod val="50000"/>
    <a:lumOff val="50000"/>
  </cs:variation>
</cs:colorStyle>
</file>

<file path=ppt/charts/colors3.xml><?xml version="1.0" encoding="utf-8"?>
<cs:colorStyle xmlns:cs="http://schemas.microsoft.com/office/drawing/2012/chartStyle" xmlns:a="http://schemas.openxmlformats.org/drawingml/2006/main" meth="cycle" id="10">
  <a:schemeClr val="accent1"/>
  <a:schemeClr val="accent2"/>
  <a:schemeClr val="accent3"/>
  <a:schemeClr val="accent4"/>
  <a:schemeClr val="accent5"/>
  <a:schemeClr val="accent6"/>
  <cs:variation/>
  <cs:variation>
    <a:lumMod val="60000"/>
  </cs:variation>
  <cs:variation>
    <a:lumMod val="80000"/>
    <a:lumOff val="20000"/>
  </cs:variation>
  <cs:variation>
    <a:lumMod val="80000"/>
  </cs:variation>
  <cs:variation>
    <a:lumMod val="60000"/>
    <a:lumOff val="40000"/>
  </cs:variation>
  <cs:variation>
    <a:lumMod val="50000"/>
  </cs:variation>
  <cs:variation>
    <a:lumMod val="70000"/>
    <a:lumOff val="30000"/>
  </cs:variation>
  <cs:variation>
    <a:lumMod val="70000"/>
  </cs:variation>
  <cs:variation>
    <a:lumMod val="50000"/>
    <a:lumOff val="50000"/>
  </cs:variation>
</cs:colorStyle>
</file>

<file path=ppt/charts/colors4.xml><?xml version="1.0" encoding="utf-8"?>
<cs:colorStyle xmlns:cs="http://schemas.microsoft.com/office/drawing/2012/chartStyle" xmlns:a="http://schemas.openxmlformats.org/drawingml/2006/main" meth="cycle" id="10">
  <a:schemeClr val="accent1"/>
  <a:schemeClr val="accent2"/>
  <a:schemeClr val="accent3"/>
  <a:schemeClr val="accent4"/>
  <a:schemeClr val="accent5"/>
  <a:schemeClr val="accent6"/>
  <cs:variation/>
  <cs:variation>
    <a:lumMod val="60000"/>
  </cs:variation>
  <cs:variation>
    <a:lumMod val="80000"/>
    <a:lumOff val="20000"/>
  </cs:variation>
  <cs:variation>
    <a:lumMod val="80000"/>
  </cs:variation>
  <cs:variation>
    <a:lumMod val="60000"/>
    <a:lumOff val="40000"/>
  </cs:variation>
  <cs:variation>
    <a:lumMod val="50000"/>
  </cs:variation>
  <cs:variation>
    <a:lumMod val="70000"/>
    <a:lumOff val="30000"/>
  </cs:variation>
  <cs:variation>
    <a:lumMod val="70000"/>
  </cs:variation>
  <cs:variation>
    <a:lumMod val="50000"/>
    <a:lumOff val="50000"/>
  </cs:variation>
</cs:colorStyle>
</file>

<file path=ppt/charts/colors5.xml><?xml version="1.0" encoding="utf-8"?>
<cs:colorStyle xmlns:cs="http://schemas.microsoft.com/office/drawing/2012/chartStyle" xmlns:a="http://schemas.openxmlformats.org/drawingml/2006/main" meth="cycle" id="10">
  <a:schemeClr val="accent1"/>
  <a:schemeClr val="accent2"/>
  <a:schemeClr val="accent3"/>
  <a:schemeClr val="accent4"/>
  <a:schemeClr val="accent5"/>
  <a:schemeClr val="accent6"/>
  <cs:variation/>
  <cs:variation>
    <a:lumMod val="60000"/>
  </cs:variation>
  <cs:variation>
    <a:lumMod val="80000"/>
    <a:lumOff val="20000"/>
  </cs:variation>
  <cs:variation>
    <a:lumMod val="80000"/>
  </cs:variation>
  <cs:variation>
    <a:lumMod val="60000"/>
    <a:lumOff val="40000"/>
  </cs:variation>
  <cs:variation>
    <a:lumMod val="50000"/>
  </cs:variation>
  <cs:variation>
    <a:lumMod val="70000"/>
    <a:lumOff val="30000"/>
  </cs:variation>
  <cs:variation>
    <a:lumMod val="70000"/>
  </cs:variation>
  <cs:variation>
    <a:lumMod val="50000"/>
    <a:lumOff val="50000"/>
  </cs:variation>
</cs:colorStyle>
</file>

<file path=ppt/charts/colors6.xml><?xml version="1.0" encoding="utf-8"?>
<cs:colorStyle xmlns:cs="http://schemas.microsoft.com/office/drawing/2012/chartStyle" xmlns:a="http://schemas.openxmlformats.org/drawingml/2006/main" meth="cycle" id="10">
  <a:schemeClr val="accent1"/>
  <a:schemeClr val="accent2"/>
  <a:schemeClr val="accent3"/>
  <a:schemeClr val="accent4"/>
  <a:schemeClr val="accent5"/>
  <a:schemeClr val="accent6"/>
  <cs:variation/>
  <cs:variation>
    <a:lumMod val="60000"/>
  </cs:variation>
  <cs:variation>
    <a:lumMod val="80000"/>
    <a:lumOff val="20000"/>
  </cs:variation>
  <cs:variation>
    <a:lumMod val="80000"/>
  </cs:variation>
  <cs:variation>
    <a:lumMod val="60000"/>
    <a:lumOff val="40000"/>
  </cs:variation>
  <cs:variation>
    <a:lumMod val="50000"/>
  </cs:variation>
  <cs:variation>
    <a:lumMod val="70000"/>
    <a:lumOff val="30000"/>
  </cs:variation>
  <cs:variation>
    <a:lumMod val="70000"/>
  </cs:variation>
  <cs:variation>
    <a:lumMod val="50000"/>
    <a:lumOff val="50000"/>
  </cs:variation>
</cs:colorStyle>
</file>

<file path=ppt/charts/style1.xml><?xml version="1.0" encoding="utf-8"?>
<cs:chartStyle xmlns:cs="http://schemas.microsoft.com/office/drawing/2012/chartStyle" xmlns:a="http://schemas.openxmlformats.org/drawingml/2006/main" id="201">
  <cs:axisTitle>
    <cs:lnRef idx="0"/>
    <cs:fillRef idx="0"/>
    <cs:effectRef idx="0"/>
    <cs:fontRef idx="minor">
      <a:schemeClr val="tx1">
        <a:lumMod val="65000"/>
        <a:lumOff val="35000"/>
      </a:schemeClr>
    </cs:fontRef>
    <cs:defRPr sz="1330" kern="1200"/>
  </cs:axisTitle>
  <cs:categoryAxis>
    <cs:lnRef idx="0"/>
    <cs:fillRef idx="0"/>
    <cs:effectRef idx="0"/>
    <cs:fontRef idx="minor">
      <a:schemeClr val="tx1">
        <a:lumMod val="65000"/>
        <a:lumOff val="35000"/>
      </a:schemeClr>
    </cs:fontRef>
    <cs:spPr>
      <a:ln w="9525" cap="flat" cmpd="sng" algn="ctr">
        <a:solidFill>
          <a:schemeClr val="tx1">
            <a:lumMod val="15000"/>
            <a:lumOff val="85000"/>
          </a:schemeClr>
        </a:solidFill>
        <a:round/>
      </a:ln>
    </cs:spPr>
    <cs:defRPr sz="1197" kern="1200"/>
  </cs:categoryAxis>
  <cs:chartArea mods="allowNoFillOverride allowNoLineOverride">
    <cs:lnRef idx="0"/>
    <cs:fillRef idx="0"/>
    <cs:effectRef idx="0"/>
    <cs:fontRef idx="minor">
      <a:schemeClr val="tx1"/>
    </cs:fontRef>
    <cs:spPr>
      <a:solidFill>
        <a:schemeClr val="bg1"/>
      </a:solidFill>
      <a:ln w="9525" cap="flat" cmpd="sng" algn="ctr">
        <a:solidFill>
          <a:schemeClr val="tx1">
            <a:lumMod val="15000"/>
            <a:lumOff val="85000"/>
          </a:schemeClr>
        </a:solidFill>
        <a:round/>
      </a:ln>
    </cs:spPr>
    <cs:defRPr sz="1330" kern="1200"/>
  </cs:chartArea>
  <cs:dataLabel>
    <cs:lnRef idx="0"/>
    <cs:fillRef idx="0"/>
    <cs:effectRef idx="0"/>
    <cs:fontRef idx="minor">
      <a:schemeClr val="tx1">
        <a:lumMod val="75000"/>
        <a:lumOff val="25000"/>
      </a:schemeClr>
    </cs:fontRef>
    <cs:defRPr sz="1197" kern="1200"/>
  </cs:dataLabel>
  <cs:dataLabelCallout>
    <cs:lnRef idx="0"/>
    <cs:fillRef idx="0"/>
    <cs:effectRef idx="0"/>
    <cs:fontRef idx="minor">
      <a:schemeClr val="dk1">
        <a:lumMod val="65000"/>
        <a:lumOff val="35000"/>
      </a:schemeClr>
    </cs:fontRef>
    <cs:spPr>
      <a:solidFill>
        <a:schemeClr val="lt1"/>
      </a:solidFill>
      <a:ln>
        <a:solidFill>
          <a:schemeClr val="dk1">
            <a:lumMod val="25000"/>
            <a:lumOff val="75000"/>
          </a:schemeClr>
        </a:solidFill>
      </a:ln>
    </cs:spPr>
    <cs:defRPr sz="1197" kern="1200"/>
    <cs:bodyPr rot="0" spcFirstLastPara="1" vertOverflow="clip" horzOverflow="clip" vert="horz" wrap="square" lIns="36576" tIns="18288" rIns="36576" bIns="18288" anchor="ctr" anchorCtr="1">
      <a:spAutoFit/>
    </cs:bodyPr>
  </cs:dataLabelCallout>
  <cs:dataPoint>
    <cs:lnRef idx="0"/>
    <cs:fillRef idx="1">
      <cs:styleClr val="auto"/>
    </cs:fillRef>
    <cs:effectRef idx="0"/>
    <cs:fontRef idx="minor">
      <a:schemeClr val="tx1"/>
    </cs:fontRef>
  </cs:dataPoint>
  <cs:dataPoint3D>
    <cs:lnRef idx="0"/>
    <cs:fillRef idx="1">
      <cs:styleClr val="auto"/>
    </cs:fillRef>
    <cs:effectRef idx="0"/>
    <cs:fontRef idx="minor">
      <a:schemeClr val="tx1"/>
    </cs:fontRef>
  </cs:dataPoint3D>
  <cs:dataPointLine>
    <cs:lnRef idx="0">
      <cs:styleClr val="auto"/>
    </cs:lnRef>
    <cs:fillRef idx="1"/>
    <cs:effectRef idx="0"/>
    <cs:fontRef idx="minor">
      <a:schemeClr val="tx1"/>
    </cs:fontRef>
    <cs:spPr>
      <a:ln w="28575" cap="rnd">
        <a:solidFill>
          <a:schemeClr val="phClr"/>
        </a:solidFill>
        <a:round/>
      </a:ln>
    </cs:spPr>
  </cs:dataPointLine>
  <cs:dataPointMarker>
    <cs:lnRef idx="0">
      <cs:styleClr val="auto"/>
    </cs:lnRef>
    <cs:fillRef idx="1">
      <cs:styleClr val="auto"/>
    </cs:fillRef>
    <cs:effectRef idx="0"/>
    <cs:fontRef idx="minor">
      <a:schemeClr val="tx1"/>
    </cs:fontRef>
    <cs:spPr>
      <a:ln w="9525">
        <a:solidFill>
          <a:schemeClr val="phClr"/>
        </a:solidFill>
      </a:ln>
    </cs:spPr>
  </cs:dataPointMarker>
  <cs:dataPointMarkerLayout symbol="circle" size="5"/>
  <cs:dataPointWireframe>
    <cs:lnRef idx="0">
      <cs:styleClr val="auto"/>
    </cs:lnRef>
    <cs:fillRef idx="1"/>
    <cs:effectRef idx="0"/>
    <cs:fontRef idx="minor">
      <a:schemeClr val="tx1"/>
    </cs:fontRef>
    <cs:spPr>
      <a:ln w="9525" cap="rnd">
        <a:solidFill>
          <a:schemeClr val="phClr"/>
        </a:solidFill>
        <a:round/>
      </a:ln>
    </cs:spPr>
  </cs:dataPointWireframe>
  <cs:dataTable>
    <cs:lnRef idx="0"/>
    <cs:fillRef idx="0"/>
    <cs:effectRef idx="0"/>
    <cs:fontRef idx="minor">
      <a:schemeClr val="tx1">
        <a:lumMod val="65000"/>
        <a:lumOff val="35000"/>
      </a:schemeClr>
    </cs:fontRef>
    <cs:spPr>
      <a:noFill/>
      <a:ln w="9525" cap="flat" cmpd="sng" algn="ctr">
        <a:solidFill>
          <a:schemeClr val="tx1">
            <a:lumMod val="15000"/>
            <a:lumOff val="85000"/>
          </a:schemeClr>
        </a:solidFill>
        <a:round/>
      </a:ln>
    </cs:spPr>
    <cs:defRPr sz="1197" kern="1200"/>
  </cs:dataTable>
  <cs:downBar>
    <cs:lnRef idx="0"/>
    <cs:fillRef idx="0"/>
    <cs:effectRef idx="0"/>
    <cs:fontRef idx="minor">
      <a:schemeClr val="dk1"/>
    </cs:fontRef>
    <cs:spPr>
      <a:solidFill>
        <a:schemeClr val="dk1">
          <a:lumMod val="65000"/>
          <a:lumOff val="35000"/>
        </a:schemeClr>
      </a:solidFill>
      <a:ln w="9525">
        <a:solidFill>
          <a:schemeClr val="tx1">
            <a:lumMod val="65000"/>
            <a:lumOff val="35000"/>
          </a:schemeClr>
        </a:solidFill>
      </a:ln>
    </cs:spPr>
  </cs:downBar>
  <cs:dropLine>
    <cs:lnRef idx="0"/>
    <cs:fillRef idx="0"/>
    <cs:effectRef idx="0"/>
    <cs:fontRef idx="minor">
      <a:schemeClr val="tx1"/>
    </cs:fontRef>
    <cs:spPr>
      <a:ln w="9525" cap="flat" cmpd="sng" algn="ctr">
        <a:solidFill>
          <a:schemeClr val="tx1">
            <a:lumMod val="35000"/>
            <a:lumOff val="65000"/>
          </a:schemeClr>
        </a:solidFill>
        <a:round/>
      </a:ln>
    </cs:spPr>
  </cs:dropLine>
  <cs:errorBar>
    <cs:lnRef idx="0"/>
    <cs:fillRef idx="0"/>
    <cs:effectRef idx="0"/>
    <cs:fontRef idx="minor">
      <a:schemeClr val="tx1"/>
    </cs:fontRef>
    <cs:spPr>
      <a:ln w="9525" cap="flat" cmpd="sng" algn="ctr">
        <a:solidFill>
          <a:schemeClr val="tx1">
            <a:lumMod val="65000"/>
            <a:lumOff val="35000"/>
          </a:schemeClr>
        </a:solidFill>
        <a:round/>
      </a:ln>
    </cs:spPr>
  </cs:errorBar>
  <cs:floor>
    <cs:lnRef idx="0"/>
    <cs:fillRef idx="0"/>
    <cs:effectRef idx="0"/>
    <cs:fontRef idx="minor">
      <a:schemeClr val="tx1"/>
    </cs:fontRef>
    <cs:spPr>
      <a:noFill/>
      <a:ln>
        <a:noFill/>
      </a:ln>
    </cs:spPr>
  </cs:floor>
  <cs:gridlineMajor>
    <cs:lnRef idx="0"/>
    <cs:fillRef idx="0"/>
    <cs:effectRef idx="0"/>
    <cs:fontRef idx="minor">
      <a:schemeClr val="tx1"/>
    </cs:fontRef>
    <cs:spPr>
      <a:ln w="9525" cap="flat" cmpd="sng" algn="ctr">
        <a:solidFill>
          <a:schemeClr val="tx1">
            <a:lumMod val="15000"/>
            <a:lumOff val="85000"/>
          </a:schemeClr>
        </a:solidFill>
        <a:round/>
      </a:ln>
    </cs:spPr>
  </cs:gridlineMajor>
  <cs:gridlineMinor>
    <cs:lnRef idx="0"/>
    <cs:fillRef idx="0"/>
    <cs:effectRef idx="0"/>
    <cs:fontRef idx="minor">
      <a:schemeClr val="tx1"/>
    </cs:fontRef>
    <cs:spPr>
      <a:ln w="9525" cap="flat" cmpd="sng" algn="ctr">
        <a:solidFill>
          <a:schemeClr val="tx1">
            <a:lumMod val="5000"/>
            <a:lumOff val="95000"/>
          </a:schemeClr>
        </a:solidFill>
        <a:round/>
      </a:ln>
    </cs:spPr>
  </cs:gridlineMinor>
  <cs:hiLoLine>
    <cs:lnRef idx="0"/>
    <cs:fillRef idx="0"/>
    <cs:effectRef idx="0"/>
    <cs:fontRef idx="minor">
      <a:schemeClr val="tx1"/>
    </cs:fontRef>
    <cs:spPr>
      <a:ln w="9525" cap="flat" cmpd="sng" algn="ctr">
        <a:solidFill>
          <a:schemeClr val="tx1">
            <a:lumMod val="75000"/>
            <a:lumOff val="25000"/>
          </a:schemeClr>
        </a:solidFill>
        <a:round/>
      </a:ln>
    </cs:spPr>
  </cs:hiLoLine>
  <cs:leaderLine>
    <cs:lnRef idx="0"/>
    <cs:fillRef idx="0"/>
    <cs:effectRef idx="0"/>
    <cs:fontRef idx="minor">
      <a:schemeClr val="tx1"/>
    </cs:fontRef>
    <cs:spPr>
      <a:ln w="9525" cap="flat" cmpd="sng" algn="ctr">
        <a:solidFill>
          <a:schemeClr val="tx1">
            <a:lumMod val="35000"/>
            <a:lumOff val="65000"/>
          </a:schemeClr>
        </a:solidFill>
        <a:round/>
      </a:ln>
    </cs:spPr>
  </cs:leaderLine>
  <cs:legend>
    <cs:lnRef idx="0"/>
    <cs:fillRef idx="0"/>
    <cs:effectRef idx="0"/>
    <cs:fontRef idx="minor">
      <a:schemeClr val="tx1">
        <a:lumMod val="65000"/>
        <a:lumOff val="35000"/>
      </a:schemeClr>
    </cs:fontRef>
    <cs:defRPr sz="1197" kern="1200"/>
  </cs:legend>
  <cs:plotArea mods="allowNoFillOverride allowNoLineOverride">
    <cs:lnRef idx="0"/>
    <cs:fillRef idx="0"/>
    <cs:effectRef idx="0"/>
    <cs:fontRef idx="minor">
      <a:schemeClr val="tx1"/>
    </cs:fontRef>
  </cs:plotArea>
  <cs:plotArea3D mods="allowNoFillOverride allowNoLineOverride">
    <cs:lnRef idx="0"/>
    <cs:fillRef idx="0"/>
    <cs:effectRef idx="0"/>
    <cs:fontRef idx="minor">
      <a:schemeClr val="tx1"/>
    </cs:fontRef>
  </cs:plotArea3D>
  <cs:seriesAxis>
    <cs:lnRef idx="0"/>
    <cs:fillRef idx="0"/>
    <cs:effectRef idx="0"/>
    <cs:fontRef idx="minor">
      <a:schemeClr val="tx1">
        <a:lumMod val="65000"/>
        <a:lumOff val="35000"/>
      </a:schemeClr>
    </cs:fontRef>
    <cs:defRPr sz="1197" kern="1200"/>
  </cs:seriesAxis>
  <cs:seriesLine>
    <cs:lnRef idx="0"/>
    <cs:fillRef idx="0"/>
    <cs:effectRef idx="0"/>
    <cs:fontRef idx="minor">
      <a:schemeClr val="tx1"/>
    </cs:fontRef>
    <cs:spPr>
      <a:ln w="9525" cap="flat" cmpd="sng" algn="ctr">
        <a:solidFill>
          <a:schemeClr val="tx1">
            <a:lumMod val="35000"/>
            <a:lumOff val="65000"/>
          </a:schemeClr>
        </a:solidFill>
        <a:round/>
      </a:ln>
    </cs:spPr>
  </cs:seriesLine>
  <cs:title>
    <cs:lnRef idx="0"/>
    <cs:fillRef idx="0"/>
    <cs:effectRef idx="0"/>
    <cs:fontRef idx="minor">
      <a:schemeClr val="tx1">
        <a:lumMod val="65000"/>
        <a:lumOff val="35000"/>
      </a:schemeClr>
    </cs:fontRef>
    <cs:defRPr sz="1862" b="0" kern="1200" spc="0" baseline="0"/>
  </cs:title>
  <cs:trendline>
    <cs:lnRef idx="0">
      <cs:styleClr val="auto"/>
    </cs:lnRef>
    <cs:fillRef idx="0"/>
    <cs:effectRef idx="0"/>
    <cs:fontRef idx="minor">
      <a:schemeClr val="tx1"/>
    </cs:fontRef>
    <cs:spPr>
      <a:ln w="19050" cap="rnd">
        <a:solidFill>
          <a:schemeClr val="phClr"/>
        </a:solidFill>
        <a:prstDash val="sysDot"/>
      </a:ln>
    </cs:spPr>
  </cs:trendline>
  <cs:trendlineLabel>
    <cs:lnRef idx="0"/>
    <cs:fillRef idx="0"/>
    <cs:effectRef idx="0"/>
    <cs:fontRef idx="minor">
      <a:schemeClr val="tx1">
        <a:lumMod val="65000"/>
        <a:lumOff val="35000"/>
      </a:schemeClr>
    </cs:fontRef>
    <cs:defRPr sz="1197" kern="1200"/>
  </cs:trendlineLabel>
  <cs:upBar>
    <cs:lnRef idx="0"/>
    <cs:fillRef idx="0"/>
    <cs:effectRef idx="0"/>
    <cs:fontRef idx="minor">
      <a:schemeClr val="dk1"/>
    </cs:fontRef>
    <cs:spPr>
      <a:solidFill>
        <a:schemeClr val="lt1"/>
      </a:solidFill>
      <a:ln w="9525">
        <a:solidFill>
          <a:schemeClr val="tx1">
            <a:lumMod val="15000"/>
            <a:lumOff val="85000"/>
          </a:schemeClr>
        </a:solidFill>
      </a:ln>
    </cs:spPr>
  </cs:upBar>
  <cs:valueAxis>
    <cs:lnRef idx="0"/>
    <cs:fillRef idx="0"/>
    <cs:effectRef idx="0"/>
    <cs:fontRef idx="minor">
      <a:schemeClr val="tx1">
        <a:lumMod val="65000"/>
        <a:lumOff val="35000"/>
      </a:schemeClr>
    </cs:fontRef>
    <cs:defRPr sz="1197" kern="1200"/>
  </cs:valueAxis>
  <cs:wall>
    <cs:lnRef idx="0"/>
    <cs:fillRef idx="0"/>
    <cs:effectRef idx="0"/>
    <cs:fontRef idx="minor">
      <a:schemeClr val="tx1"/>
    </cs:fontRef>
    <cs:spPr>
      <a:noFill/>
      <a:ln>
        <a:noFill/>
      </a:ln>
    </cs:spPr>
  </cs:wall>
</cs:chartStyle>
</file>

<file path=ppt/charts/style2.xml><?xml version="1.0" encoding="utf-8"?>
<cs:chartStyle xmlns:cs="http://schemas.microsoft.com/office/drawing/2012/chartStyle" xmlns:a="http://schemas.openxmlformats.org/drawingml/2006/main" id="216">
  <cs:axisTitle>
    <cs:lnRef idx="0"/>
    <cs:fillRef idx="0"/>
    <cs:effectRef idx="0"/>
    <cs:fontRef idx="minor">
      <a:schemeClr val="tx1">
        <a:lumMod val="65000"/>
        <a:lumOff val="35000"/>
      </a:schemeClr>
    </cs:fontRef>
    <cs:defRPr sz="1330" kern="1200"/>
  </cs:axisTitle>
  <cs:categoryAxis>
    <cs:lnRef idx="0"/>
    <cs:fillRef idx="0"/>
    <cs:effectRef idx="0"/>
    <cs:fontRef idx="minor">
      <a:schemeClr val="tx1">
        <a:lumMod val="65000"/>
        <a:lumOff val="35000"/>
      </a:schemeClr>
    </cs:fontRef>
    <cs:spPr>
      <a:ln w="9525" cap="flat" cmpd="sng" algn="ctr">
        <a:solidFill>
          <a:schemeClr val="tx1">
            <a:lumMod val="15000"/>
            <a:lumOff val="85000"/>
          </a:schemeClr>
        </a:solidFill>
        <a:round/>
      </a:ln>
    </cs:spPr>
    <cs:defRPr sz="1197" kern="1200"/>
  </cs:categoryAxis>
  <cs:chartArea mods="allowNoFillOverride allowNoLineOverride">
    <cs:lnRef idx="0"/>
    <cs:fillRef idx="0"/>
    <cs:effectRef idx="0"/>
    <cs:fontRef idx="minor">
      <a:schemeClr val="tx1"/>
    </cs:fontRef>
    <cs:spPr>
      <a:solidFill>
        <a:schemeClr val="bg1"/>
      </a:solidFill>
      <a:ln w="9525" cap="flat" cmpd="sng" algn="ctr">
        <a:solidFill>
          <a:schemeClr val="tx1">
            <a:lumMod val="15000"/>
            <a:lumOff val="85000"/>
          </a:schemeClr>
        </a:solidFill>
        <a:round/>
      </a:ln>
    </cs:spPr>
    <cs:defRPr sz="1330" kern="1200"/>
  </cs:chartArea>
  <cs:dataLabel>
    <cs:lnRef idx="0"/>
    <cs:fillRef idx="0"/>
    <cs:effectRef idx="0"/>
    <cs:fontRef idx="minor">
      <a:schemeClr val="tx1">
        <a:lumMod val="75000"/>
        <a:lumOff val="25000"/>
      </a:schemeClr>
    </cs:fontRef>
    <cs:defRPr sz="1197" kern="1200"/>
  </cs:dataLabel>
  <cs:dataLabelCallout>
    <cs:lnRef idx="0"/>
    <cs:fillRef idx="0"/>
    <cs:effectRef idx="0"/>
    <cs:fontRef idx="minor">
      <a:schemeClr val="dk1">
        <a:lumMod val="65000"/>
        <a:lumOff val="35000"/>
      </a:schemeClr>
    </cs:fontRef>
    <cs:spPr>
      <a:solidFill>
        <a:schemeClr val="lt1"/>
      </a:solidFill>
      <a:ln>
        <a:solidFill>
          <a:schemeClr val="dk1">
            <a:lumMod val="25000"/>
            <a:lumOff val="75000"/>
          </a:schemeClr>
        </a:solidFill>
      </a:ln>
    </cs:spPr>
    <cs:defRPr sz="1197" kern="1200"/>
    <cs:bodyPr rot="0" spcFirstLastPara="1" vertOverflow="clip" horzOverflow="clip" vert="horz" wrap="square" lIns="36576" tIns="18288" rIns="36576" bIns="18288" anchor="ctr" anchorCtr="1">
      <a:spAutoFit/>
    </cs:bodyPr>
  </cs:dataLabelCallout>
  <cs:dataPoint>
    <cs:lnRef idx="0"/>
    <cs:fillRef idx="1">
      <cs:styleClr val="auto"/>
    </cs:fillRef>
    <cs:effectRef idx="0"/>
    <cs:fontRef idx="minor">
      <a:schemeClr val="tx1"/>
    </cs:fontRef>
  </cs:dataPoint>
  <cs:dataPoint3D>
    <cs:lnRef idx="0"/>
    <cs:fillRef idx="1">
      <cs:styleClr val="auto"/>
    </cs:fillRef>
    <cs:effectRef idx="0"/>
    <cs:fontRef idx="minor">
      <a:schemeClr val="tx1"/>
    </cs:fontRef>
  </cs:dataPoint3D>
  <cs:dataPointLine>
    <cs:lnRef idx="0">
      <cs:styleClr val="auto"/>
    </cs:lnRef>
    <cs:fillRef idx="1"/>
    <cs:effectRef idx="0"/>
    <cs:fontRef idx="minor">
      <a:schemeClr val="tx1"/>
    </cs:fontRef>
    <cs:spPr>
      <a:ln w="28575" cap="rnd">
        <a:solidFill>
          <a:schemeClr val="phClr"/>
        </a:solidFill>
        <a:round/>
      </a:ln>
    </cs:spPr>
  </cs:dataPointLine>
  <cs:dataPointMarker>
    <cs:lnRef idx="0">
      <cs:styleClr val="auto"/>
    </cs:lnRef>
    <cs:fillRef idx="1">
      <cs:styleClr val="auto"/>
    </cs:fillRef>
    <cs:effectRef idx="0"/>
    <cs:fontRef idx="minor">
      <a:schemeClr val="tx1"/>
    </cs:fontRef>
    <cs:spPr>
      <a:ln w="9525">
        <a:solidFill>
          <a:schemeClr val="phClr"/>
        </a:solidFill>
      </a:ln>
    </cs:spPr>
  </cs:dataPointMarker>
  <cs:dataPointMarkerLayout symbol="circle" size="5"/>
  <cs:dataPointWireframe>
    <cs:lnRef idx="0">
      <cs:styleClr val="auto"/>
    </cs:lnRef>
    <cs:fillRef idx="1"/>
    <cs:effectRef idx="0"/>
    <cs:fontRef idx="minor">
      <a:schemeClr val="tx1"/>
    </cs:fontRef>
    <cs:spPr>
      <a:ln w="9525" cap="rnd">
        <a:solidFill>
          <a:schemeClr val="phClr"/>
        </a:solidFill>
        <a:round/>
      </a:ln>
    </cs:spPr>
  </cs:dataPointWireframe>
  <cs:dataTable>
    <cs:lnRef idx="0"/>
    <cs:fillRef idx="0"/>
    <cs:effectRef idx="0"/>
    <cs:fontRef idx="minor">
      <a:schemeClr val="tx1">
        <a:lumMod val="65000"/>
        <a:lumOff val="35000"/>
      </a:schemeClr>
    </cs:fontRef>
    <cs:spPr>
      <a:noFill/>
      <a:ln w="9525" cap="flat" cmpd="sng" algn="ctr">
        <a:solidFill>
          <a:schemeClr val="tx1">
            <a:lumMod val="15000"/>
            <a:lumOff val="85000"/>
          </a:schemeClr>
        </a:solidFill>
        <a:round/>
      </a:ln>
    </cs:spPr>
    <cs:defRPr sz="1197" kern="1200"/>
  </cs:dataTable>
  <cs:downBar>
    <cs:lnRef idx="0"/>
    <cs:fillRef idx="0"/>
    <cs:effectRef idx="0"/>
    <cs:fontRef idx="minor">
      <a:schemeClr val="tx1"/>
    </cs:fontRef>
    <cs:spPr>
      <a:solidFill>
        <a:schemeClr val="dk1">
          <a:lumMod val="75000"/>
          <a:lumOff val="25000"/>
        </a:schemeClr>
      </a:solidFill>
      <a:ln w="9525" cap="flat" cmpd="sng" algn="ctr">
        <a:solidFill>
          <a:schemeClr val="tx1">
            <a:lumMod val="65000"/>
            <a:lumOff val="35000"/>
          </a:schemeClr>
        </a:solidFill>
        <a:round/>
      </a:ln>
    </cs:spPr>
  </cs:downBar>
  <cs:dropLine>
    <cs:lnRef idx="0"/>
    <cs:fillRef idx="0"/>
    <cs:effectRef idx="0"/>
    <cs:fontRef idx="minor">
      <a:schemeClr val="tx1"/>
    </cs:fontRef>
    <cs:spPr>
      <a:ln w="9525" cap="flat" cmpd="sng" algn="ctr">
        <a:solidFill>
          <a:schemeClr val="tx1">
            <a:lumMod val="35000"/>
            <a:lumOff val="65000"/>
          </a:schemeClr>
        </a:solidFill>
        <a:round/>
      </a:ln>
    </cs:spPr>
  </cs:dropLine>
  <cs:errorBar>
    <cs:lnRef idx="0"/>
    <cs:fillRef idx="0"/>
    <cs:effectRef idx="0"/>
    <cs:fontRef idx="minor">
      <a:schemeClr val="tx1"/>
    </cs:fontRef>
    <cs:spPr>
      <a:ln w="9525" cap="flat" cmpd="sng" algn="ctr">
        <a:solidFill>
          <a:schemeClr val="tx1">
            <a:lumMod val="65000"/>
            <a:lumOff val="35000"/>
          </a:schemeClr>
        </a:solidFill>
        <a:round/>
      </a:ln>
    </cs:spPr>
  </cs:errorBar>
  <cs:floor>
    <cs:lnRef idx="0"/>
    <cs:fillRef idx="0"/>
    <cs:effectRef idx="0"/>
    <cs:fontRef idx="minor">
      <a:schemeClr val="tx1"/>
    </cs:fontRef>
    <cs:spPr>
      <a:noFill/>
      <a:ln>
        <a:noFill/>
      </a:ln>
    </cs:spPr>
  </cs:floor>
  <cs:gridlineMajor>
    <cs:lnRef idx="0"/>
    <cs:fillRef idx="0"/>
    <cs:effectRef idx="0"/>
    <cs:fontRef idx="minor">
      <a:schemeClr val="tx1"/>
    </cs:fontRef>
    <cs:spPr>
      <a:ln w="9525" cap="flat" cmpd="sng" algn="ctr">
        <a:solidFill>
          <a:schemeClr val="tx1">
            <a:lumMod val="15000"/>
            <a:lumOff val="85000"/>
          </a:schemeClr>
        </a:solidFill>
        <a:round/>
      </a:ln>
    </cs:spPr>
  </cs:gridlineMajor>
  <cs:gridlineMinor>
    <cs:lnRef idx="0"/>
    <cs:fillRef idx="0"/>
    <cs:effectRef idx="0"/>
    <cs:fontRef idx="minor">
      <a:schemeClr val="tx1"/>
    </cs:fontRef>
    <cs:spPr>
      <a:ln w="9525" cap="flat" cmpd="sng" algn="ctr">
        <a:solidFill>
          <a:schemeClr val="tx1">
            <a:lumMod val="5000"/>
            <a:lumOff val="95000"/>
          </a:schemeClr>
        </a:solidFill>
        <a:round/>
      </a:ln>
    </cs:spPr>
  </cs:gridlineMinor>
  <cs:hiLoLine>
    <cs:lnRef idx="0"/>
    <cs:fillRef idx="0"/>
    <cs:effectRef idx="0"/>
    <cs:fontRef idx="minor">
      <a:schemeClr val="tx1"/>
    </cs:fontRef>
    <cs:spPr>
      <a:ln w="9525" cap="flat" cmpd="sng" algn="ctr">
        <a:solidFill>
          <a:schemeClr val="tx1">
            <a:lumMod val="50000"/>
            <a:lumOff val="50000"/>
          </a:schemeClr>
        </a:solidFill>
        <a:round/>
      </a:ln>
    </cs:spPr>
  </cs:hiLoLine>
  <cs:leaderLine>
    <cs:lnRef idx="0"/>
    <cs:fillRef idx="0"/>
    <cs:effectRef idx="0"/>
    <cs:fontRef idx="minor">
      <a:schemeClr val="tx1"/>
    </cs:fontRef>
    <cs:spPr>
      <a:ln w="9525" cap="flat" cmpd="sng" algn="ctr">
        <a:solidFill>
          <a:schemeClr val="tx1">
            <a:lumMod val="35000"/>
            <a:lumOff val="65000"/>
          </a:schemeClr>
        </a:solidFill>
        <a:round/>
      </a:ln>
    </cs:spPr>
  </cs:leaderLine>
  <cs:legend>
    <cs:lnRef idx="0"/>
    <cs:fillRef idx="0"/>
    <cs:effectRef idx="0"/>
    <cs:fontRef idx="minor">
      <a:schemeClr val="tx1">
        <a:lumMod val="65000"/>
        <a:lumOff val="35000"/>
      </a:schemeClr>
    </cs:fontRef>
    <cs:defRPr sz="1197" kern="1200"/>
  </cs:legend>
  <cs:plotArea mods="allowNoFillOverride allowNoLineOverride">
    <cs:lnRef idx="0"/>
    <cs:fillRef idx="0"/>
    <cs:effectRef idx="0"/>
    <cs:fontRef idx="minor">
      <a:schemeClr val="tx1"/>
    </cs:fontRef>
  </cs:plotArea>
  <cs:plotArea3D mods="allowNoFillOverride allowNoLineOverride">
    <cs:lnRef idx="0"/>
    <cs:fillRef idx="0"/>
    <cs:effectRef idx="0"/>
    <cs:fontRef idx="minor">
      <a:schemeClr val="tx1"/>
    </cs:fontRef>
  </cs:plotArea3D>
  <cs:seriesAxis>
    <cs:lnRef idx="0"/>
    <cs:fillRef idx="0"/>
    <cs:effectRef idx="0"/>
    <cs:fontRef idx="minor">
      <a:schemeClr val="tx1">
        <a:lumMod val="65000"/>
        <a:lumOff val="35000"/>
      </a:schemeClr>
    </cs:fontRef>
    <cs:defRPr sz="1197" kern="1200"/>
  </cs:seriesAxis>
  <cs:seriesLine>
    <cs:lnRef idx="0"/>
    <cs:fillRef idx="0"/>
    <cs:effectRef idx="0"/>
    <cs:fontRef idx="minor">
      <a:schemeClr val="tx1"/>
    </cs:fontRef>
    <cs:spPr>
      <a:ln w="9525" cap="flat" cmpd="sng" algn="ctr">
        <a:solidFill>
          <a:schemeClr val="tx1">
            <a:lumMod val="35000"/>
            <a:lumOff val="65000"/>
          </a:schemeClr>
        </a:solidFill>
        <a:round/>
      </a:ln>
    </cs:spPr>
  </cs:seriesLine>
  <cs:title>
    <cs:lnRef idx="0"/>
    <cs:fillRef idx="0"/>
    <cs:effectRef idx="0"/>
    <cs:fontRef idx="minor">
      <a:schemeClr val="tx1">
        <a:lumMod val="65000"/>
        <a:lumOff val="35000"/>
      </a:schemeClr>
    </cs:fontRef>
    <cs:defRPr sz="1862" b="0" kern="1200" spc="0" baseline="0"/>
  </cs:title>
  <cs:trendline>
    <cs:lnRef idx="0">
      <cs:styleClr val="auto"/>
    </cs:lnRef>
    <cs:fillRef idx="0"/>
    <cs:effectRef idx="0"/>
    <cs:fontRef idx="minor">
      <a:schemeClr val="tx1"/>
    </cs:fontRef>
    <cs:spPr>
      <a:ln w="19050" cap="rnd">
        <a:solidFill>
          <a:schemeClr val="phClr"/>
        </a:solidFill>
        <a:prstDash val="sysDot"/>
      </a:ln>
    </cs:spPr>
  </cs:trendline>
  <cs:trendlineLabel>
    <cs:lnRef idx="0"/>
    <cs:fillRef idx="0"/>
    <cs:effectRef idx="0"/>
    <cs:fontRef idx="minor">
      <a:schemeClr val="tx1">
        <a:lumMod val="65000"/>
        <a:lumOff val="35000"/>
      </a:schemeClr>
    </cs:fontRef>
    <cs:defRPr sz="1197" kern="1200"/>
  </cs:trendlineLabel>
  <cs:upBar>
    <cs:lnRef idx="0"/>
    <cs:fillRef idx="0"/>
    <cs:effectRef idx="0"/>
    <cs:fontRef idx="minor">
      <a:schemeClr val="tx1"/>
    </cs:fontRef>
    <cs:spPr>
      <a:solidFill>
        <a:schemeClr val="lt1"/>
      </a:solidFill>
      <a:ln w="9525" cap="flat" cmpd="sng" algn="ctr">
        <a:solidFill>
          <a:schemeClr val="tx1">
            <a:lumMod val="65000"/>
            <a:lumOff val="35000"/>
          </a:schemeClr>
        </a:solidFill>
        <a:round/>
      </a:ln>
    </cs:spPr>
  </cs:upBar>
  <cs:valueAxis>
    <cs:lnRef idx="0"/>
    <cs:fillRef idx="0"/>
    <cs:effectRef idx="0"/>
    <cs:fontRef idx="minor">
      <a:schemeClr val="tx1">
        <a:lumMod val="65000"/>
        <a:lumOff val="35000"/>
      </a:schemeClr>
    </cs:fontRef>
    <cs:defRPr sz="1197" kern="1200"/>
  </cs:valueAxis>
  <cs:wall>
    <cs:lnRef idx="0"/>
    <cs:fillRef idx="0"/>
    <cs:effectRef idx="0"/>
    <cs:fontRef idx="minor">
      <a:schemeClr val="tx1"/>
    </cs:fontRef>
    <cs:spPr>
      <a:noFill/>
      <a:ln>
        <a:noFill/>
      </a:ln>
    </cs:spPr>
  </cs:wall>
</cs:chartStyle>
</file>

<file path=ppt/charts/style3.xml><?xml version="1.0" encoding="utf-8"?>
<cs:chartStyle xmlns:cs="http://schemas.microsoft.com/office/drawing/2012/chartStyle" xmlns:a="http://schemas.openxmlformats.org/drawingml/2006/main" id="216">
  <cs:axisTitle>
    <cs:lnRef idx="0"/>
    <cs:fillRef idx="0"/>
    <cs:effectRef idx="0"/>
    <cs:fontRef idx="minor">
      <a:schemeClr val="tx1">
        <a:lumMod val="65000"/>
        <a:lumOff val="35000"/>
      </a:schemeClr>
    </cs:fontRef>
    <cs:defRPr sz="1330" kern="1200"/>
  </cs:axisTitle>
  <cs:categoryAxis>
    <cs:lnRef idx="0"/>
    <cs:fillRef idx="0"/>
    <cs:effectRef idx="0"/>
    <cs:fontRef idx="minor">
      <a:schemeClr val="tx1">
        <a:lumMod val="65000"/>
        <a:lumOff val="35000"/>
      </a:schemeClr>
    </cs:fontRef>
    <cs:spPr>
      <a:ln w="9525" cap="flat" cmpd="sng" algn="ctr">
        <a:solidFill>
          <a:schemeClr val="tx1">
            <a:lumMod val="15000"/>
            <a:lumOff val="85000"/>
          </a:schemeClr>
        </a:solidFill>
        <a:round/>
      </a:ln>
    </cs:spPr>
    <cs:defRPr sz="1197" kern="1200"/>
  </cs:categoryAxis>
  <cs:chartArea mods="allowNoFillOverride allowNoLineOverride">
    <cs:lnRef idx="0"/>
    <cs:fillRef idx="0"/>
    <cs:effectRef idx="0"/>
    <cs:fontRef idx="minor">
      <a:schemeClr val="tx1"/>
    </cs:fontRef>
    <cs:spPr>
      <a:solidFill>
        <a:schemeClr val="bg1"/>
      </a:solidFill>
      <a:ln w="9525" cap="flat" cmpd="sng" algn="ctr">
        <a:solidFill>
          <a:schemeClr val="tx1">
            <a:lumMod val="15000"/>
            <a:lumOff val="85000"/>
          </a:schemeClr>
        </a:solidFill>
        <a:round/>
      </a:ln>
    </cs:spPr>
    <cs:defRPr sz="1330" kern="1200"/>
  </cs:chartArea>
  <cs:dataLabel>
    <cs:lnRef idx="0"/>
    <cs:fillRef idx="0"/>
    <cs:effectRef idx="0"/>
    <cs:fontRef idx="minor">
      <a:schemeClr val="tx1">
        <a:lumMod val="75000"/>
        <a:lumOff val="25000"/>
      </a:schemeClr>
    </cs:fontRef>
    <cs:defRPr sz="1197" kern="1200"/>
  </cs:dataLabel>
  <cs:dataLabelCallout>
    <cs:lnRef idx="0"/>
    <cs:fillRef idx="0"/>
    <cs:effectRef idx="0"/>
    <cs:fontRef idx="minor">
      <a:schemeClr val="dk1">
        <a:lumMod val="65000"/>
        <a:lumOff val="35000"/>
      </a:schemeClr>
    </cs:fontRef>
    <cs:spPr>
      <a:solidFill>
        <a:schemeClr val="lt1"/>
      </a:solidFill>
      <a:ln>
        <a:solidFill>
          <a:schemeClr val="dk1">
            <a:lumMod val="25000"/>
            <a:lumOff val="75000"/>
          </a:schemeClr>
        </a:solidFill>
      </a:ln>
    </cs:spPr>
    <cs:defRPr sz="1197" kern="1200"/>
    <cs:bodyPr rot="0" spcFirstLastPara="1" vertOverflow="clip" horzOverflow="clip" vert="horz" wrap="square" lIns="36576" tIns="18288" rIns="36576" bIns="18288" anchor="ctr" anchorCtr="1">
      <a:spAutoFit/>
    </cs:bodyPr>
  </cs:dataLabelCallout>
  <cs:dataPoint>
    <cs:lnRef idx="0"/>
    <cs:fillRef idx="1">
      <cs:styleClr val="auto"/>
    </cs:fillRef>
    <cs:effectRef idx="0"/>
    <cs:fontRef idx="minor">
      <a:schemeClr val="tx1"/>
    </cs:fontRef>
  </cs:dataPoint>
  <cs:dataPoint3D>
    <cs:lnRef idx="0"/>
    <cs:fillRef idx="1">
      <cs:styleClr val="auto"/>
    </cs:fillRef>
    <cs:effectRef idx="0"/>
    <cs:fontRef idx="minor">
      <a:schemeClr val="tx1"/>
    </cs:fontRef>
  </cs:dataPoint3D>
  <cs:dataPointLine>
    <cs:lnRef idx="0">
      <cs:styleClr val="auto"/>
    </cs:lnRef>
    <cs:fillRef idx="1"/>
    <cs:effectRef idx="0"/>
    <cs:fontRef idx="minor">
      <a:schemeClr val="tx1"/>
    </cs:fontRef>
    <cs:spPr>
      <a:ln w="28575" cap="rnd">
        <a:solidFill>
          <a:schemeClr val="phClr"/>
        </a:solidFill>
        <a:round/>
      </a:ln>
    </cs:spPr>
  </cs:dataPointLine>
  <cs:dataPointMarker>
    <cs:lnRef idx="0">
      <cs:styleClr val="auto"/>
    </cs:lnRef>
    <cs:fillRef idx="1">
      <cs:styleClr val="auto"/>
    </cs:fillRef>
    <cs:effectRef idx="0"/>
    <cs:fontRef idx="minor">
      <a:schemeClr val="tx1"/>
    </cs:fontRef>
    <cs:spPr>
      <a:ln w="9525">
        <a:solidFill>
          <a:schemeClr val="phClr"/>
        </a:solidFill>
      </a:ln>
    </cs:spPr>
  </cs:dataPointMarker>
  <cs:dataPointMarkerLayout symbol="circle" size="5"/>
  <cs:dataPointWireframe>
    <cs:lnRef idx="0">
      <cs:styleClr val="auto"/>
    </cs:lnRef>
    <cs:fillRef idx="1"/>
    <cs:effectRef idx="0"/>
    <cs:fontRef idx="minor">
      <a:schemeClr val="tx1"/>
    </cs:fontRef>
    <cs:spPr>
      <a:ln w="9525" cap="rnd">
        <a:solidFill>
          <a:schemeClr val="phClr"/>
        </a:solidFill>
        <a:round/>
      </a:ln>
    </cs:spPr>
  </cs:dataPointWireframe>
  <cs:dataTable>
    <cs:lnRef idx="0"/>
    <cs:fillRef idx="0"/>
    <cs:effectRef idx="0"/>
    <cs:fontRef idx="minor">
      <a:schemeClr val="tx1">
        <a:lumMod val="65000"/>
        <a:lumOff val="35000"/>
      </a:schemeClr>
    </cs:fontRef>
    <cs:spPr>
      <a:noFill/>
      <a:ln w="9525" cap="flat" cmpd="sng" algn="ctr">
        <a:solidFill>
          <a:schemeClr val="tx1">
            <a:lumMod val="15000"/>
            <a:lumOff val="85000"/>
          </a:schemeClr>
        </a:solidFill>
        <a:round/>
      </a:ln>
    </cs:spPr>
    <cs:defRPr sz="1197" kern="1200"/>
  </cs:dataTable>
  <cs:downBar>
    <cs:lnRef idx="0"/>
    <cs:fillRef idx="0"/>
    <cs:effectRef idx="0"/>
    <cs:fontRef idx="minor">
      <a:schemeClr val="tx1"/>
    </cs:fontRef>
    <cs:spPr>
      <a:solidFill>
        <a:schemeClr val="dk1">
          <a:lumMod val="75000"/>
          <a:lumOff val="25000"/>
        </a:schemeClr>
      </a:solidFill>
      <a:ln w="9525" cap="flat" cmpd="sng" algn="ctr">
        <a:solidFill>
          <a:schemeClr val="tx1">
            <a:lumMod val="65000"/>
            <a:lumOff val="35000"/>
          </a:schemeClr>
        </a:solidFill>
        <a:round/>
      </a:ln>
    </cs:spPr>
  </cs:downBar>
  <cs:dropLine>
    <cs:lnRef idx="0"/>
    <cs:fillRef idx="0"/>
    <cs:effectRef idx="0"/>
    <cs:fontRef idx="minor">
      <a:schemeClr val="tx1"/>
    </cs:fontRef>
    <cs:spPr>
      <a:ln w="9525" cap="flat" cmpd="sng" algn="ctr">
        <a:solidFill>
          <a:schemeClr val="tx1">
            <a:lumMod val="35000"/>
            <a:lumOff val="65000"/>
          </a:schemeClr>
        </a:solidFill>
        <a:round/>
      </a:ln>
    </cs:spPr>
  </cs:dropLine>
  <cs:errorBar>
    <cs:lnRef idx="0"/>
    <cs:fillRef idx="0"/>
    <cs:effectRef idx="0"/>
    <cs:fontRef idx="minor">
      <a:schemeClr val="tx1"/>
    </cs:fontRef>
    <cs:spPr>
      <a:ln w="9525" cap="flat" cmpd="sng" algn="ctr">
        <a:solidFill>
          <a:schemeClr val="tx1">
            <a:lumMod val="65000"/>
            <a:lumOff val="35000"/>
          </a:schemeClr>
        </a:solidFill>
        <a:round/>
      </a:ln>
    </cs:spPr>
  </cs:errorBar>
  <cs:floor>
    <cs:lnRef idx="0"/>
    <cs:fillRef idx="0"/>
    <cs:effectRef idx="0"/>
    <cs:fontRef idx="minor">
      <a:schemeClr val="tx1"/>
    </cs:fontRef>
    <cs:spPr>
      <a:noFill/>
      <a:ln>
        <a:noFill/>
      </a:ln>
    </cs:spPr>
  </cs:floor>
  <cs:gridlineMajor>
    <cs:lnRef idx="0"/>
    <cs:fillRef idx="0"/>
    <cs:effectRef idx="0"/>
    <cs:fontRef idx="minor">
      <a:schemeClr val="tx1"/>
    </cs:fontRef>
    <cs:spPr>
      <a:ln w="9525" cap="flat" cmpd="sng" algn="ctr">
        <a:solidFill>
          <a:schemeClr val="tx1">
            <a:lumMod val="15000"/>
            <a:lumOff val="85000"/>
          </a:schemeClr>
        </a:solidFill>
        <a:round/>
      </a:ln>
    </cs:spPr>
  </cs:gridlineMajor>
  <cs:gridlineMinor>
    <cs:lnRef idx="0"/>
    <cs:fillRef idx="0"/>
    <cs:effectRef idx="0"/>
    <cs:fontRef idx="minor">
      <a:schemeClr val="tx1"/>
    </cs:fontRef>
    <cs:spPr>
      <a:ln w="9525" cap="flat" cmpd="sng" algn="ctr">
        <a:solidFill>
          <a:schemeClr val="tx1">
            <a:lumMod val="5000"/>
            <a:lumOff val="95000"/>
          </a:schemeClr>
        </a:solidFill>
        <a:round/>
      </a:ln>
    </cs:spPr>
  </cs:gridlineMinor>
  <cs:hiLoLine>
    <cs:lnRef idx="0"/>
    <cs:fillRef idx="0"/>
    <cs:effectRef idx="0"/>
    <cs:fontRef idx="minor">
      <a:schemeClr val="tx1"/>
    </cs:fontRef>
    <cs:spPr>
      <a:ln w="9525" cap="flat" cmpd="sng" algn="ctr">
        <a:solidFill>
          <a:schemeClr val="tx1">
            <a:lumMod val="50000"/>
            <a:lumOff val="50000"/>
          </a:schemeClr>
        </a:solidFill>
        <a:round/>
      </a:ln>
    </cs:spPr>
  </cs:hiLoLine>
  <cs:leaderLine>
    <cs:lnRef idx="0"/>
    <cs:fillRef idx="0"/>
    <cs:effectRef idx="0"/>
    <cs:fontRef idx="minor">
      <a:schemeClr val="tx1"/>
    </cs:fontRef>
    <cs:spPr>
      <a:ln w="9525" cap="flat" cmpd="sng" algn="ctr">
        <a:solidFill>
          <a:schemeClr val="tx1">
            <a:lumMod val="35000"/>
            <a:lumOff val="65000"/>
          </a:schemeClr>
        </a:solidFill>
        <a:round/>
      </a:ln>
    </cs:spPr>
  </cs:leaderLine>
  <cs:legend>
    <cs:lnRef idx="0"/>
    <cs:fillRef idx="0"/>
    <cs:effectRef idx="0"/>
    <cs:fontRef idx="minor">
      <a:schemeClr val="tx1">
        <a:lumMod val="65000"/>
        <a:lumOff val="35000"/>
      </a:schemeClr>
    </cs:fontRef>
    <cs:defRPr sz="1197" kern="1200"/>
  </cs:legend>
  <cs:plotArea mods="allowNoFillOverride allowNoLineOverride">
    <cs:lnRef idx="0"/>
    <cs:fillRef idx="0"/>
    <cs:effectRef idx="0"/>
    <cs:fontRef idx="minor">
      <a:schemeClr val="tx1"/>
    </cs:fontRef>
  </cs:plotArea>
  <cs:plotArea3D mods="allowNoFillOverride allowNoLineOverride">
    <cs:lnRef idx="0"/>
    <cs:fillRef idx="0"/>
    <cs:effectRef idx="0"/>
    <cs:fontRef idx="minor">
      <a:schemeClr val="tx1"/>
    </cs:fontRef>
  </cs:plotArea3D>
  <cs:seriesAxis>
    <cs:lnRef idx="0"/>
    <cs:fillRef idx="0"/>
    <cs:effectRef idx="0"/>
    <cs:fontRef idx="minor">
      <a:schemeClr val="tx1">
        <a:lumMod val="65000"/>
        <a:lumOff val="35000"/>
      </a:schemeClr>
    </cs:fontRef>
    <cs:defRPr sz="1197" kern="1200"/>
  </cs:seriesAxis>
  <cs:seriesLine>
    <cs:lnRef idx="0"/>
    <cs:fillRef idx="0"/>
    <cs:effectRef idx="0"/>
    <cs:fontRef idx="minor">
      <a:schemeClr val="tx1"/>
    </cs:fontRef>
    <cs:spPr>
      <a:ln w="9525" cap="flat" cmpd="sng" algn="ctr">
        <a:solidFill>
          <a:schemeClr val="tx1">
            <a:lumMod val="35000"/>
            <a:lumOff val="65000"/>
          </a:schemeClr>
        </a:solidFill>
        <a:round/>
      </a:ln>
    </cs:spPr>
  </cs:seriesLine>
  <cs:title>
    <cs:lnRef idx="0"/>
    <cs:fillRef idx="0"/>
    <cs:effectRef idx="0"/>
    <cs:fontRef idx="minor">
      <a:schemeClr val="tx1">
        <a:lumMod val="65000"/>
        <a:lumOff val="35000"/>
      </a:schemeClr>
    </cs:fontRef>
    <cs:defRPr sz="1862" b="0" kern="1200" spc="0" baseline="0"/>
  </cs:title>
  <cs:trendline>
    <cs:lnRef idx="0">
      <cs:styleClr val="auto"/>
    </cs:lnRef>
    <cs:fillRef idx="0"/>
    <cs:effectRef idx="0"/>
    <cs:fontRef idx="minor">
      <a:schemeClr val="tx1"/>
    </cs:fontRef>
    <cs:spPr>
      <a:ln w="19050" cap="rnd">
        <a:solidFill>
          <a:schemeClr val="phClr"/>
        </a:solidFill>
        <a:prstDash val="sysDot"/>
      </a:ln>
    </cs:spPr>
  </cs:trendline>
  <cs:trendlineLabel>
    <cs:lnRef idx="0"/>
    <cs:fillRef idx="0"/>
    <cs:effectRef idx="0"/>
    <cs:fontRef idx="minor">
      <a:schemeClr val="tx1">
        <a:lumMod val="65000"/>
        <a:lumOff val="35000"/>
      </a:schemeClr>
    </cs:fontRef>
    <cs:defRPr sz="1197" kern="1200"/>
  </cs:trendlineLabel>
  <cs:upBar>
    <cs:lnRef idx="0"/>
    <cs:fillRef idx="0"/>
    <cs:effectRef idx="0"/>
    <cs:fontRef idx="minor">
      <a:schemeClr val="tx1"/>
    </cs:fontRef>
    <cs:spPr>
      <a:solidFill>
        <a:schemeClr val="lt1"/>
      </a:solidFill>
      <a:ln w="9525" cap="flat" cmpd="sng" algn="ctr">
        <a:solidFill>
          <a:schemeClr val="tx1">
            <a:lumMod val="65000"/>
            <a:lumOff val="35000"/>
          </a:schemeClr>
        </a:solidFill>
        <a:round/>
      </a:ln>
    </cs:spPr>
  </cs:upBar>
  <cs:valueAxis>
    <cs:lnRef idx="0"/>
    <cs:fillRef idx="0"/>
    <cs:effectRef idx="0"/>
    <cs:fontRef idx="minor">
      <a:schemeClr val="tx1">
        <a:lumMod val="65000"/>
        <a:lumOff val="35000"/>
      </a:schemeClr>
    </cs:fontRef>
    <cs:defRPr sz="1197" kern="1200"/>
  </cs:valueAxis>
  <cs:wall>
    <cs:lnRef idx="0"/>
    <cs:fillRef idx="0"/>
    <cs:effectRef idx="0"/>
    <cs:fontRef idx="minor">
      <a:schemeClr val="tx1"/>
    </cs:fontRef>
    <cs:spPr>
      <a:noFill/>
      <a:ln>
        <a:noFill/>
      </a:ln>
    </cs:spPr>
  </cs:wall>
</cs:chartStyle>
</file>

<file path=ppt/charts/style4.xml><?xml version="1.0" encoding="utf-8"?>
<cs:chartStyle xmlns:cs="http://schemas.microsoft.com/office/drawing/2012/chartStyle" xmlns:a="http://schemas.openxmlformats.org/drawingml/2006/main" id="201">
  <cs:axisTitle>
    <cs:lnRef idx="0"/>
    <cs:fillRef idx="0"/>
    <cs:effectRef idx="0"/>
    <cs:fontRef idx="minor">
      <a:schemeClr val="tx1">
        <a:lumMod val="65000"/>
        <a:lumOff val="35000"/>
      </a:schemeClr>
    </cs:fontRef>
    <cs:defRPr sz="1330" kern="1200"/>
  </cs:axisTitle>
  <cs:categoryAxis>
    <cs:lnRef idx="0"/>
    <cs:fillRef idx="0"/>
    <cs:effectRef idx="0"/>
    <cs:fontRef idx="minor">
      <a:schemeClr val="tx1">
        <a:lumMod val="65000"/>
        <a:lumOff val="35000"/>
      </a:schemeClr>
    </cs:fontRef>
    <cs:spPr>
      <a:ln w="9525" cap="flat" cmpd="sng" algn="ctr">
        <a:solidFill>
          <a:schemeClr val="tx1">
            <a:lumMod val="15000"/>
            <a:lumOff val="85000"/>
          </a:schemeClr>
        </a:solidFill>
        <a:round/>
      </a:ln>
    </cs:spPr>
    <cs:defRPr sz="1197" kern="1200"/>
  </cs:categoryAxis>
  <cs:chartArea mods="allowNoFillOverride allowNoLineOverride">
    <cs:lnRef idx="0"/>
    <cs:fillRef idx="0"/>
    <cs:effectRef idx="0"/>
    <cs:fontRef idx="minor">
      <a:schemeClr val="tx1"/>
    </cs:fontRef>
    <cs:spPr>
      <a:solidFill>
        <a:schemeClr val="bg1"/>
      </a:solidFill>
      <a:ln w="9525" cap="flat" cmpd="sng" algn="ctr">
        <a:solidFill>
          <a:schemeClr val="tx1">
            <a:lumMod val="15000"/>
            <a:lumOff val="85000"/>
          </a:schemeClr>
        </a:solidFill>
        <a:round/>
      </a:ln>
    </cs:spPr>
    <cs:defRPr sz="1330" kern="1200"/>
  </cs:chartArea>
  <cs:dataLabel>
    <cs:lnRef idx="0"/>
    <cs:fillRef idx="0"/>
    <cs:effectRef idx="0"/>
    <cs:fontRef idx="minor">
      <a:schemeClr val="tx1">
        <a:lumMod val="75000"/>
        <a:lumOff val="25000"/>
      </a:schemeClr>
    </cs:fontRef>
    <cs:defRPr sz="1197" kern="1200"/>
  </cs:dataLabel>
  <cs:dataLabelCallout>
    <cs:lnRef idx="0"/>
    <cs:fillRef idx="0"/>
    <cs:effectRef idx="0"/>
    <cs:fontRef idx="minor">
      <a:schemeClr val="dk1">
        <a:lumMod val="65000"/>
        <a:lumOff val="35000"/>
      </a:schemeClr>
    </cs:fontRef>
    <cs:spPr>
      <a:solidFill>
        <a:schemeClr val="lt1"/>
      </a:solidFill>
      <a:ln>
        <a:solidFill>
          <a:schemeClr val="dk1">
            <a:lumMod val="25000"/>
            <a:lumOff val="75000"/>
          </a:schemeClr>
        </a:solidFill>
      </a:ln>
    </cs:spPr>
    <cs:defRPr sz="1197" kern="1200"/>
    <cs:bodyPr rot="0" spcFirstLastPara="1" vertOverflow="clip" horzOverflow="clip" vert="horz" wrap="square" lIns="36576" tIns="18288" rIns="36576" bIns="18288" anchor="ctr" anchorCtr="1">
      <a:spAutoFit/>
    </cs:bodyPr>
  </cs:dataLabelCallout>
  <cs:dataPoint>
    <cs:lnRef idx="0"/>
    <cs:fillRef idx="1">
      <cs:styleClr val="auto"/>
    </cs:fillRef>
    <cs:effectRef idx="0"/>
    <cs:fontRef idx="minor">
      <a:schemeClr val="tx1"/>
    </cs:fontRef>
  </cs:dataPoint>
  <cs:dataPoint3D>
    <cs:lnRef idx="0"/>
    <cs:fillRef idx="1">
      <cs:styleClr val="auto"/>
    </cs:fillRef>
    <cs:effectRef idx="0"/>
    <cs:fontRef idx="minor">
      <a:schemeClr val="tx1"/>
    </cs:fontRef>
  </cs:dataPoint3D>
  <cs:dataPointLine>
    <cs:lnRef idx="0">
      <cs:styleClr val="auto"/>
    </cs:lnRef>
    <cs:fillRef idx="1"/>
    <cs:effectRef idx="0"/>
    <cs:fontRef idx="minor">
      <a:schemeClr val="tx1"/>
    </cs:fontRef>
    <cs:spPr>
      <a:ln w="28575" cap="rnd">
        <a:solidFill>
          <a:schemeClr val="phClr"/>
        </a:solidFill>
        <a:round/>
      </a:ln>
    </cs:spPr>
  </cs:dataPointLine>
  <cs:dataPointMarker>
    <cs:lnRef idx="0">
      <cs:styleClr val="auto"/>
    </cs:lnRef>
    <cs:fillRef idx="1">
      <cs:styleClr val="auto"/>
    </cs:fillRef>
    <cs:effectRef idx="0"/>
    <cs:fontRef idx="minor">
      <a:schemeClr val="tx1"/>
    </cs:fontRef>
    <cs:spPr>
      <a:ln w="9525">
        <a:solidFill>
          <a:schemeClr val="phClr"/>
        </a:solidFill>
      </a:ln>
    </cs:spPr>
  </cs:dataPointMarker>
  <cs:dataPointMarkerLayout symbol="circle" size="5"/>
  <cs:dataPointWireframe>
    <cs:lnRef idx="0">
      <cs:styleClr val="auto"/>
    </cs:lnRef>
    <cs:fillRef idx="1"/>
    <cs:effectRef idx="0"/>
    <cs:fontRef idx="minor">
      <a:schemeClr val="tx1"/>
    </cs:fontRef>
    <cs:spPr>
      <a:ln w="9525" cap="rnd">
        <a:solidFill>
          <a:schemeClr val="phClr"/>
        </a:solidFill>
        <a:round/>
      </a:ln>
    </cs:spPr>
  </cs:dataPointWireframe>
  <cs:dataTable>
    <cs:lnRef idx="0"/>
    <cs:fillRef idx="0"/>
    <cs:effectRef idx="0"/>
    <cs:fontRef idx="minor">
      <a:schemeClr val="tx1">
        <a:lumMod val="65000"/>
        <a:lumOff val="35000"/>
      </a:schemeClr>
    </cs:fontRef>
    <cs:spPr>
      <a:noFill/>
      <a:ln w="9525" cap="flat" cmpd="sng" algn="ctr">
        <a:solidFill>
          <a:schemeClr val="tx1">
            <a:lumMod val="15000"/>
            <a:lumOff val="85000"/>
          </a:schemeClr>
        </a:solidFill>
        <a:round/>
      </a:ln>
    </cs:spPr>
    <cs:defRPr sz="1197" kern="1200"/>
  </cs:dataTable>
  <cs:downBar>
    <cs:lnRef idx="0"/>
    <cs:fillRef idx="0"/>
    <cs:effectRef idx="0"/>
    <cs:fontRef idx="minor">
      <a:schemeClr val="dk1"/>
    </cs:fontRef>
    <cs:spPr>
      <a:solidFill>
        <a:schemeClr val="dk1">
          <a:lumMod val="65000"/>
          <a:lumOff val="35000"/>
        </a:schemeClr>
      </a:solidFill>
      <a:ln w="9525">
        <a:solidFill>
          <a:schemeClr val="tx1">
            <a:lumMod val="65000"/>
            <a:lumOff val="35000"/>
          </a:schemeClr>
        </a:solidFill>
      </a:ln>
    </cs:spPr>
  </cs:downBar>
  <cs:dropLine>
    <cs:lnRef idx="0"/>
    <cs:fillRef idx="0"/>
    <cs:effectRef idx="0"/>
    <cs:fontRef idx="minor">
      <a:schemeClr val="tx1"/>
    </cs:fontRef>
    <cs:spPr>
      <a:ln w="9525" cap="flat" cmpd="sng" algn="ctr">
        <a:solidFill>
          <a:schemeClr val="tx1">
            <a:lumMod val="35000"/>
            <a:lumOff val="65000"/>
          </a:schemeClr>
        </a:solidFill>
        <a:round/>
      </a:ln>
    </cs:spPr>
  </cs:dropLine>
  <cs:errorBar>
    <cs:lnRef idx="0"/>
    <cs:fillRef idx="0"/>
    <cs:effectRef idx="0"/>
    <cs:fontRef idx="minor">
      <a:schemeClr val="tx1"/>
    </cs:fontRef>
    <cs:spPr>
      <a:ln w="9525" cap="flat" cmpd="sng" algn="ctr">
        <a:solidFill>
          <a:schemeClr val="tx1">
            <a:lumMod val="65000"/>
            <a:lumOff val="35000"/>
          </a:schemeClr>
        </a:solidFill>
        <a:round/>
      </a:ln>
    </cs:spPr>
  </cs:errorBar>
  <cs:floor>
    <cs:lnRef idx="0"/>
    <cs:fillRef idx="0"/>
    <cs:effectRef idx="0"/>
    <cs:fontRef idx="minor">
      <a:schemeClr val="tx1"/>
    </cs:fontRef>
    <cs:spPr>
      <a:noFill/>
      <a:ln>
        <a:noFill/>
      </a:ln>
    </cs:spPr>
  </cs:floor>
  <cs:gridlineMajor>
    <cs:lnRef idx="0"/>
    <cs:fillRef idx="0"/>
    <cs:effectRef idx="0"/>
    <cs:fontRef idx="minor">
      <a:schemeClr val="tx1"/>
    </cs:fontRef>
    <cs:spPr>
      <a:ln w="9525" cap="flat" cmpd="sng" algn="ctr">
        <a:solidFill>
          <a:schemeClr val="tx1">
            <a:lumMod val="15000"/>
            <a:lumOff val="85000"/>
          </a:schemeClr>
        </a:solidFill>
        <a:round/>
      </a:ln>
    </cs:spPr>
  </cs:gridlineMajor>
  <cs:gridlineMinor>
    <cs:lnRef idx="0"/>
    <cs:fillRef idx="0"/>
    <cs:effectRef idx="0"/>
    <cs:fontRef idx="minor">
      <a:schemeClr val="tx1"/>
    </cs:fontRef>
    <cs:spPr>
      <a:ln w="9525" cap="flat" cmpd="sng" algn="ctr">
        <a:solidFill>
          <a:schemeClr val="tx1">
            <a:lumMod val="5000"/>
            <a:lumOff val="95000"/>
          </a:schemeClr>
        </a:solidFill>
        <a:round/>
      </a:ln>
    </cs:spPr>
  </cs:gridlineMinor>
  <cs:hiLoLine>
    <cs:lnRef idx="0"/>
    <cs:fillRef idx="0"/>
    <cs:effectRef idx="0"/>
    <cs:fontRef idx="minor">
      <a:schemeClr val="tx1"/>
    </cs:fontRef>
    <cs:spPr>
      <a:ln w="9525" cap="flat" cmpd="sng" algn="ctr">
        <a:solidFill>
          <a:schemeClr val="tx1">
            <a:lumMod val="75000"/>
            <a:lumOff val="25000"/>
          </a:schemeClr>
        </a:solidFill>
        <a:round/>
      </a:ln>
    </cs:spPr>
  </cs:hiLoLine>
  <cs:leaderLine>
    <cs:lnRef idx="0"/>
    <cs:fillRef idx="0"/>
    <cs:effectRef idx="0"/>
    <cs:fontRef idx="minor">
      <a:schemeClr val="tx1"/>
    </cs:fontRef>
    <cs:spPr>
      <a:ln w="9525" cap="flat" cmpd="sng" algn="ctr">
        <a:solidFill>
          <a:schemeClr val="tx1">
            <a:lumMod val="35000"/>
            <a:lumOff val="65000"/>
          </a:schemeClr>
        </a:solidFill>
        <a:round/>
      </a:ln>
    </cs:spPr>
  </cs:leaderLine>
  <cs:legend>
    <cs:lnRef idx="0"/>
    <cs:fillRef idx="0"/>
    <cs:effectRef idx="0"/>
    <cs:fontRef idx="minor">
      <a:schemeClr val="tx1">
        <a:lumMod val="65000"/>
        <a:lumOff val="35000"/>
      </a:schemeClr>
    </cs:fontRef>
    <cs:defRPr sz="1197" kern="1200"/>
  </cs:legend>
  <cs:plotArea mods="allowNoFillOverride allowNoLineOverride">
    <cs:lnRef idx="0"/>
    <cs:fillRef idx="0"/>
    <cs:effectRef idx="0"/>
    <cs:fontRef idx="minor">
      <a:schemeClr val="tx1"/>
    </cs:fontRef>
  </cs:plotArea>
  <cs:plotArea3D mods="allowNoFillOverride allowNoLineOverride">
    <cs:lnRef idx="0"/>
    <cs:fillRef idx="0"/>
    <cs:effectRef idx="0"/>
    <cs:fontRef idx="minor">
      <a:schemeClr val="tx1"/>
    </cs:fontRef>
  </cs:plotArea3D>
  <cs:seriesAxis>
    <cs:lnRef idx="0"/>
    <cs:fillRef idx="0"/>
    <cs:effectRef idx="0"/>
    <cs:fontRef idx="minor">
      <a:schemeClr val="tx1">
        <a:lumMod val="65000"/>
        <a:lumOff val="35000"/>
      </a:schemeClr>
    </cs:fontRef>
    <cs:defRPr sz="1197" kern="1200"/>
  </cs:seriesAxis>
  <cs:seriesLine>
    <cs:lnRef idx="0"/>
    <cs:fillRef idx="0"/>
    <cs:effectRef idx="0"/>
    <cs:fontRef idx="minor">
      <a:schemeClr val="tx1"/>
    </cs:fontRef>
    <cs:spPr>
      <a:ln w="9525" cap="flat" cmpd="sng" algn="ctr">
        <a:solidFill>
          <a:schemeClr val="tx1">
            <a:lumMod val="35000"/>
            <a:lumOff val="65000"/>
          </a:schemeClr>
        </a:solidFill>
        <a:round/>
      </a:ln>
    </cs:spPr>
  </cs:seriesLine>
  <cs:title>
    <cs:lnRef idx="0"/>
    <cs:fillRef idx="0"/>
    <cs:effectRef idx="0"/>
    <cs:fontRef idx="minor">
      <a:schemeClr val="tx1">
        <a:lumMod val="65000"/>
        <a:lumOff val="35000"/>
      </a:schemeClr>
    </cs:fontRef>
    <cs:defRPr sz="1862" b="0" kern="1200" spc="0" baseline="0"/>
  </cs:title>
  <cs:trendline>
    <cs:lnRef idx="0">
      <cs:styleClr val="auto"/>
    </cs:lnRef>
    <cs:fillRef idx="0"/>
    <cs:effectRef idx="0"/>
    <cs:fontRef idx="minor">
      <a:schemeClr val="tx1"/>
    </cs:fontRef>
    <cs:spPr>
      <a:ln w="19050" cap="rnd">
        <a:solidFill>
          <a:schemeClr val="phClr"/>
        </a:solidFill>
        <a:prstDash val="sysDot"/>
      </a:ln>
    </cs:spPr>
  </cs:trendline>
  <cs:trendlineLabel>
    <cs:lnRef idx="0"/>
    <cs:fillRef idx="0"/>
    <cs:effectRef idx="0"/>
    <cs:fontRef idx="minor">
      <a:schemeClr val="tx1">
        <a:lumMod val="65000"/>
        <a:lumOff val="35000"/>
      </a:schemeClr>
    </cs:fontRef>
    <cs:defRPr sz="1197" kern="1200"/>
  </cs:trendlineLabel>
  <cs:upBar>
    <cs:lnRef idx="0"/>
    <cs:fillRef idx="0"/>
    <cs:effectRef idx="0"/>
    <cs:fontRef idx="minor">
      <a:schemeClr val="dk1"/>
    </cs:fontRef>
    <cs:spPr>
      <a:solidFill>
        <a:schemeClr val="lt1"/>
      </a:solidFill>
      <a:ln w="9525">
        <a:solidFill>
          <a:schemeClr val="tx1">
            <a:lumMod val="15000"/>
            <a:lumOff val="85000"/>
          </a:schemeClr>
        </a:solidFill>
      </a:ln>
    </cs:spPr>
  </cs:upBar>
  <cs:valueAxis>
    <cs:lnRef idx="0"/>
    <cs:fillRef idx="0"/>
    <cs:effectRef idx="0"/>
    <cs:fontRef idx="minor">
      <a:schemeClr val="tx1">
        <a:lumMod val="65000"/>
        <a:lumOff val="35000"/>
      </a:schemeClr>
    </cs:fontRef>
    <cs:defRPr sz="1197" kern="1200"/>
  </cs:valueAxis>
  <cs:wall>
    <cs:lnRef idx="0"/>
    <cs:fillRef idx="0"/>
    <cs:effectRef idx="0"/>
    <cs:fontRef idx="minor">
      <a:schemeClr val="tx1"/>
    </cs:fontRef>
    <cs:spPr>
      <a:noFill/>
      <a:ln>
        <a:noFill/>
      </a:ln>
    </cs:spPr>
  </cs:wall>
</cs:chartStyle>
</file>

<file path=ppt/charts/style5.xml><?xml version="1.0" encoding="utf-8"?>
<cs:chartStyle xmlns:cs="http://schemas.microsoft.com/office/drawing/2012/chartStyle" xmlns:a="http://schemas.openxmlformats.org/drawingml/2006/main" id="216">
  <cs:axisTitle>
    <cs:lnRef idx="0"/>
    <cs:fillRef idx="0"/>
    <cs:effectRef idx="0"/>
    <cs:fontRef idx="minor">
      <a:schemeClr val="tx1">
        <a:lumMod val="65000"/>
        <a:lumOff val="35000"/>
      </a:schemeClr>
    </cs:fontRef>
    <cs:defRPr sz="1330" kern="1200"/>
  </cs:axisTitle>
  <cs:categoryAxis>
    <cs:lnRef idx="0"/>
    <cs:fillRef idx="0"/>
    <cs:effectRef idx="0"/>
    <cs:fontRef idx="minor">
      <a:schemeClr val="tx1">
        <a:lumMod val="65000"/>
        <a:lumOff val="35000"/>
      </a:schemeClr>
    </cs:fontRef>
    <cs:spPr>
      <a:ln w="9525" cap="flat" cmpd="sng" algn="ctr">
        <a:solidFill>
          <a:schemeClr val="tx1">
            <a:lumMod val="15000"/>
            <a:lumOff val="85000"/>
          </a:schemeClr>
        </a:solidFill>
        <a:round/>
      </a:ln>
    </cs:spPr>
    <cs:defRPr sz="1197" kern="1200"/>
  </cs:categoryAxis>
  <cs:chartArea mods="allowNoFillOverride allowNoLineOverride">
    <cs:lnRef idx="0"/>
    <cs:fillRef idx="0"/>
    <cs:effectRef idx="0"/>
    <cs:fontRef idx="minor">
      <a:schemeClr val="tx1"/>
    </cs:fontRef>
    <cs:spPr>
      <a:solidFill>
        <a:schemeClr val="bg1"/>
      </a:solidFill>
      <a:ln w="9525" cap="flat" cmpd="sng" algn="ctr">
        <a:solidFill>
          <a:schemeClr val="tx1">
            <a:lumMod val="15000"/>
            <a:lumOff val="85000"/>
          </a:schemeClr>
        </a:solidFill>
        <a:round/>
      </a:ln>
    </cs:spPr>
    <cs:defRPr sz="1330" kern="1200"/>
  </cs:chartArea>
  <cs:dataLabel>
    <cs:lnRef idx="0"/>
    <cs:fillRef idx="0"/>
    <cs:effectRef idx="0"/>
    <cs:fontRef idx="minor">
      <a:schemeClr val="tx1">
        <a:lumMod val="75000"/>
        <a:lumOff val="25000"/>
      </a:schemeClr>
    </cs:fontRef>
    <cs:defRPr sz="1197" kern="1200"/>
  </cs:dataLabel>
  <cs:dataLabelCallout>
    <cs:lnRef idx="0"/>
    <cs:fillRef idx="0"/>
    <cs:effectRef idx="0"/>
    <cs:fontRef idx="minor">
      <a:schemeClr val="dk1">
        <a:lumMod val="65000"/>
        <a:lumOff val="35000"/>
      </a:schemeClr>
    </cs:fontRef>
    <cs:spPr>
      <a:solidFill>
        <a:schemeClr val="lt1"/>
      </a:solidFill>
      <a:ln>
        <a:solidFill>
          <a:schemeClr val="dk1">
            <a:lumMod val="25000"/>
            <a:lumOff val="75000"/>
          </a:schemeClr>
        </a:solidFill>
      </a:ln>
    </cs:spPr>
    <cs:defRPr sz="1197" kern="1200"/>
    <cs:bodyPr rot="0" spcFirstLastPara="1" vertOverflow="clip" horzOverflow="clip" vert="horz" wrap="square" lIns="36576" tIns="18288" rIns="36576" bIns="18288" anchor="ctr" anchorCtr="1">
      <a:spAutoFit/>
    </cs:bodyPr>
  </cs:dataLabelCallout>
  <cs:dataPoint>
    <cs:lnRef idx="0"/>
    <cs:fillRef idx="1">
      <cs:styleClr val="auto"/>
    </cs:fillRef>
    <cs:effectRef idx="0"/>
    <cs:fontRef idx="minor">
      <a:schemeClr val="tx1"/>
    </cs:fontRef>
  </cs:dataPoint>
  <cs:dataPoint3D>
    <cs:lnRef idx="0"/>
    <cs:fillRef idx="1">
      <cs:styleClr val="auto"/>
    </cs:fillRef>
    <cs:effectRef idx="0"/>
    <cs:fontRef idx="minor">
      <a:schemeClr val="tx1"/>
    </cs:fontRef>
  </cs:dataPoint3D>
  <cs:dataPointLine>
    <cs:lnRef idx="0">
      <cs:styleClr val="auto"/>
    </cs:lnRef>
    <cs:fillRef idx="1"/>
    <cs:effectRef idx="0"/>
    <cs:fontRef idx="minor">
      <a:schemeClr val="tx1"/>
    </cs:fontRef>
    <cs:spPr>
      <a:ln w="28575" cap="rnd">
        <a:solidFill>
          <a:schemeClr val="phClr"/>
        </a:solidFill>
        <a:round/>
      </a:ln>
    </cs:spPr>
  </cs:dataPointLine>
  <cs:dataPointMarker>
    <cs:lnRef idx="0">
      <cs:styleClr val="auto"/>
    </cs:lnRef>
    <cs:fillRef idx="1">
      <cs:styleClr val="auto"/>
    </cs:fillRef>
    <cs:effectRef idx="0"/>
    <cs:fontRef idx="minor">
      <a:schemeClr val="tx1"/>
    </cs:fontRef>
    <cs:spPr>
      <a:ln w="9525">
        <a:solidFill>
          <a:schemeClr val="phClr"/>
        </a:solidFill>
      </a:ln>
    </cs:spPr>
  </cs:dataPointMarker>
  <cs:dataPointMarkerLayout symbol="circle" size="5"/>
  <cs:dataPointWireframe>
    <cs:lnRef idx="0">
      <cs:styleClr val="auto"/>
    </cs:lnRef>
    <cs:fillRef idx="1"/>
    <cs:effectRef idx="0"/>
    <cs:fontRef idx="minor">
      <a:schemeClr val="tx1"/>
    </cs:fontRef>
    <cs:spPr>
      <a:ln w="9525" cap="rnd">
        <a:solidFill>
          <a:schemeClr val="phClr"/>
        </a:solidFill>
        <a:round/>
      </a:ln>
    </cs:spPr>
  </cs:dataPointWireframe>
  <cs:dataTable>
    <cs:lnRef idx="0"/>
    <cs:fillRef idx="0"/>
    <cs:effectRef idx="0"/>
    <cs:fontRef idx="minor">
      <a:schemeClr val="tx1">
        <a:lumMod val="65000"/>
        <a:lumOff val="35000"/>
      </a:schemeClr>
    </cs:fontRef>
    <cs:spPr>
      <a:noFill/>
      <a:ln w="9525" cap="flat" cmpd="sng" algn="ctr">
        <a:solidFill>
          <a:schemeClr val="tx1">
            <a:lumMod val="15000"/>
            <a:lumOff val="85000"/>
          </a:schemeClr>
        </a:solidFill>
        <a:round/>
      </a:ln>
    </cs:spPr>
    <cs:defRPr sz="1197" kern="1200"/>
  </cs:dataTable>
  <cs:downBar>
    <cs:lnRef idx="0"/>
    <cs:fillRef idx="0"/>
    <cs:effectRef idx="0"/>
    <cs:fontRef idx="minor">
      <a:schemeClr val="tx1"/>
    </cs:fontRef>
    <cs:spPr>
      <a:solidFill>
        <a:schemeClr val="dk1">
          <a:lumMod val="75000"/>
          <a:lumOff val="25000"/>
        </a:schemeClr>
      </a:solidFill>
      <a:ln w="9525" cap="flat" cmpd="sng" algn="ctr">
        <a:solidFill>
          <a:schemeClr val="tx1">
            <a:lumMod val="65000"/>
            <a:lumOff val="35000"/>
          </a:schemeClr>
        </a:solidFill>
        <a:round/>
      </a:ln>
    </cs:spPr>
  </cs:downBar>
  <cs:dropLine>
    <cs:lnRef idx="0"/>
    <cs:fillRef idx="0"/>
    <cs:effectRef idx="0"/>
    <cs:fontRef idx="minor">
      <a:schemeClr val="tx1"/>
    </cs:fontRef>
    <cs:spPr>
      <a:ln w="9525" cap="flat" cmpd="sng" algn="ctr">
        <a:solidFill>
          <a:schemeClr val="tx1">
            <a:lumMod val="35000"/>
            <a:lumOff val="65000"/>
          </a:schemeClr>
        </a:solidFill>
        <a:round/>
      </a:ln>
    </cs:spPr>
  </cs:dropLine>
  <cs:errorBar>
    <cs:lnRef idx="0"/>
    <cs:fillRef idx="0"/>
    <cs:effectRef idx="0"/>
    <cs:fontRef idx="minor">
      <a:schemeClr val="tx1"/>
    </cs:fontRef>
    <cs:spPr>
      <a:ln w="9525" cap="flat" cmpd="sng" algn="ctr">
        <a:solidFill>
          <a:schemeClr val="tx1">
            <a:lumMod val="65000"/>
            <a:lumOff val="35000"/>
          </a:schemeClr>
        </a:solidFill>
        <a:round/>
      </a:ln>
    </cs:spPr>
  </cs:errorBar>
  <cs:floor>
    <cs:lnRef idx="0"/>
    <cs:fillRef idx="0"/>
    <cs:effectRef idx="0"/>
    <cs:fontRef idx="minor">
      <a:schemeClr val="tx1"/>
    </cs:fontRef>
    <cs:spPr>
      <a:noFill/>
      <a:ln>
        <a:noFill/>
      </a:ln>
    </cs:spPr>
  </cs:floor>
  <cs:gridlineMajor>
    <cs:lnRef idx="0"/>
    <cs:fillRef idx="0"/>
    <cs:effectRef idx="0"/>
    <cs:fontRef idx="minor">
      <a:schemeClr val="tx1"/>
    </cs:fontRef>
    <cs:spPr>
      <a:ln w="9525" cap="flat" cmpd="sng" algn="ctr">
        <a:solidFill>
          <a:schemeClr val="tx1">
            <a:lumMod val="15000"/>
            <a:lumOff val="85000"/>
          </a:schemeClr>
        </a:solidFill>
        <a:round/>
      </a:ln>
    </cs:spPr>
  </cs:gridlineMajor>
  <cs:gridlineMinor>
    <cs:lnRef idx="0"/>
    <cs:fillRef idx="0"/>
    <cs:effectRef idx="0"/>
    <cs:fontRef idx="minor">
      <a:schemeClr val="tx1"/>
    </cs:fontRef>
    <cs:spPr>
      <a:ln w="9525" cap="flat" cmpd="sng" algn="ctr">
        <a:solidFill>
          <a:schemeClr val="tx1">
            <a:lumMod val="5000"/>
            <a:lumOff val="95000"/>
          </a:schemeClr>
        </a:solidFill>
        <a:round/>
      </a:ln>
    </cs:spPr>
  </cs:gridlineMinor>
  <cs:hiLoLine>
    <cs:lnRef idx="0"/>
    <cs:fillRef idx="0"/>
    <cs:effectRef idx="0"/>
    <cs:fontRef idx="minor">
      <a:schemeClr val="tx1"/>
    </cs:fontRef>
    <cs:spPr>
      <a:ln w="9525" cap="flat" cmpd="sng" algn="ctr">
        <a:solidFill>
          <a:schemeClr val="tx1">
            <a:lumMod val="50000"/>
            <a:lumOff val="50000"/>
          </a:schemeClr>
        </a:solidFill>
        <a:round/>
      </a:ln>
    </cs:spPr>
  </cs:hiLoLine>
  <cs:leaderLine>
    <cs:lnRef idx="0"/>
    <cs:fillRef idx="0"/>
    <cs:effectRef idx="0"/>
    <cs:fontRef idx="minor">
      <a:schemeClr val="tx1"/>
    </cs:fontRef>
    <cs:spPr>
      <a:ln w="9525" cap="flat" cmpd="sng" algn="ctr">
        <a:solidFill>
          <a:schemeClr val="tx1">
            <a:lumMod val="35000"/>
            <a:lumOff val="65000"/>
          </a:schemeClr>
        </a:solidFill>
        <a:round/>
      </a:ln>
    </cs:spPr>
  </cs:leaderLine>
  <cs:legend>
    <cs:lnRef idx="0"/>
    <cs:fillRef idx="0"/>
    <cs:effectRef idx="0"/>
    <cs:fontRef idx="minor">
      <a:schemeClr val="tx1">
        <a:lumMod val="65000"/>
        <a:lumOff val="35000"/>
      </a:schemeClr>
    </cs:fontRef>
    <cs:defRPr sz="1197" kern="1200"/>
  </cs:legend>
  <cs:plotArea mods="allowNoFillOverride allowNoLineOverride">
    <cs:lnRef idx="0"/>
    <cs:fillRef idx="0"/>
    <cs:effectRef idx="0"/>
    <cs:fontRef idx="minor">
      <a:schemeClr val="tx1"/>
    </cs:fontRef>
  </cs:plotArea>
  <cs:plotArea3D mods="allowNoFillOverride allowNoLineOverride">
    <cs:lnRef idx="0"/>
    <cs:fillRef idx="0"/>
    <cs:effectRef idx="0"/>
    <cs:fontRef idx="minor">
      <a:schemeClr val="tx1"/>
    </cs:fontRef>
  </cs:plotArea3D>
  <cs:seriesAxis>
    <cs:lnRef idx="0"/>
    <cs:fillRef idx="0"/>
    <cs:effectRef idx="0"/>
    <cs:fontRef idx="minor">
      <a:schemeClr val="tx1">
        <a:lumMod val="65000"/>
        <a:lumOff val="35000"/>
      </a:schemeClr>
    </cs:fontRef>
    <cs:defRPr sz="1197" kern="1200"/>
  </cs:seriesAxis>
  <cs:seriesLine>
    <cs:lnRef idx="0"/>
    <cs:fillRef idx="0"/>
    <cs:effectRef idx="0"/>
    <cs:fontRef idx="minor">
      <a:schemeClr val="tx1"/>
    </cs:fontRef>
    <cs:spPr>
      <a:ln w="9525" cap="flat" cmpd="sng" algn="ctr">
        <a:solidFill>
          <a:schemeClr val="tx1">
            <a:lumMod val="35000"/>
            <a:lumOff val="65000"/>
          </a:schemeClr>
        </a:solidFill>
        <a:round/>
      </a:ln>
    </cs:spPr>
  </cs:seriesLine>
  <cs:title>
    <cs:lnRef idx="0"/>
    <cs:fillRef idx="0"/>
    <cs:effectRef idx="0"/>
    <cs:fontRef idx="minor">
      <a:schemeClr val="tx1">
        <a:lumMod val="65000"/>
        <a:lumOff val="35000"/>
      </a:schemeClr>
    </cs:fontRef>
    <cs:defRPr sz="1862" b="0" kern="1200" spc="0" baseline="0"/>
  </cs:title>
  <cs:trendline>
    <cs:lnRef idx="0">
      <cs:styleClr val="auto"/>
    </cs:lnRef>
    <cs:fillRef idx="0"/>
    <cs:effectRef idx="0"/>
    <cs:fontRef idx="minor">
      <a:schemeClr val="tx1"/>
    </cs:fontRef>
    <cs:spPr>
      <a:ln w="19050" cap="rnd">
        <a:solidFill>
          <a:schemeClr val="phClr"/>
        </a:solidFill>
        <a:prstDash val="sysDot"/>
      </a:ln>
    </cs:spPr>
  </cs:trendline>
  <cs:trendlineLabel>
    <cs:lnRef idx="0"/>
    <cs:fillRef idx="0"/>
    <cs:effectRef idx="0"/>
    <cs:fontRef idx="minor">
      <a:schemeClr val="tx1">
        <a:lumMod val="65000"/>
        <a:lumOff val="35000"/>
      </a:schemeClr>
    </cs:fontRef>
    <cs:defRPr sz="1197" kern="1200"/>
  </cs:trendlineLabel>
  <cs:upBar>
    <cs:lnRef idx="0"/>
    <cs:fillRef idx="0"/>
    <cs:effectRef idx="0"/>
    <cs:fontRef idx="minor">
      <a:schemeClr val="tx1"/>
    </cs:fontRef>
    <cs:spPr>
      <a:solidFill>
        <a:schemeClr val="lt1"/>
      </a:solidFill>
      <a:ln w="9525" cap="flat" cmpd="sng" algn="ctr">
        <a:solidFill>
          <a:schemeClr val="tx1">
            <a:lumMod val="65000"/>
            <a:lumOff val="35000"/>
          </a:schemeClr>
        </a:solidFill>
        <a:round/>
      </a:ln>
    </cs:spPr>
  </cs:upBar>
  <cs:valueAxis>
    <cs:lnRef idx="0"/>
    <cs:fillRef idx="0"/>
    <cs:effectRef idx="0"/>
    <cs:fontRef idx="minor">
      <a:schemeClr val="tx1">
        <a:lumMod val="65000"/>
        <a:lumOff val="35000"/>
      </a:schemeClr>
    </cs:fontRef>
    <cs:defRPr sz="1197" kern="1200"/>
  </cs:valueAxis>
  <cs:wall>
    <cs:lnRef idx="0"/>
    <cs:fillRef idx="0"/>
    <cs:effectRef idx="0"/>
    <cs:fontRef idx="minor">
      <a:schemeClr val="tx1"/>
    </cs:fontRef>
    <cs:spPr>
      <a:noFill/>
      <a:ln>
        <a:noFill/>
      </a:ln>
    </cs:spPr>
  </cs:wall>
</cs:chartStyle>
</file>

<file path=ppt/charts/style6.xml><?xml version="1.0" encoding="utf-8"?>
<cs:chartStyle xmlns:cs="http://schemas.microsoft.com/office/drawing/2012/chartStyle" xmlns:a="http://schemas.openxmlformats.org/drawingml/2006/main" id="216">
  <cs:axisTitle>
    <cs:lnRef idx="0"/>
    <cs:fillRef idx="0"/>
    <cs:effectRef idx="0"/>
    <cs:fontRef idx="minor">
      <a:schemeClr val="tx1">
        <a:lumMod val="65000"/>
        <a:lumOff val="35000"/>
      </a:schemeClr>
    </cs:fontRef>
    <cs:defRPr sz="1330" kern="1200"/>
  </cs:axisTitle>
  <cs:categoryAxis>
    <cs:lnRef idx="0"/>
    <cs:fillRef idx="0"/>
    <cs:effectRef idx="0"/>
    <cs:fontRef idx="minor">
      <a:schemeClr val="tx1">
        <a:lumMod val="65000"/>
        <a:lumOff val="35000"/>
      </a:schemeClr>
    </cs:fontRef>
    <cs:spPr>
      <a:ln w="9525" cap="flat" cmpd="sng" algn="ctr">
        <a:solidFill>
          <a:schemeClr val="tx1">
            <a:lumMod val="15000"/>
            <a:lumOff val="85000"/>
          </a:schemeClr>
        </a:solidFill>
        <a:round/>
      </a:ln>
    </cs:spPr>
    <cs:defRPr sz="1197" kern="1200"/>
  </cs:categoryAxis>
  <cs:chartArea mods="allowNoFillOverride allowNoLineOverride">
    <cs:lnRef idx="0"/>
    <cs:fillRef idx="0"/>
    <cs:effectRef idx="0"/>
    <cs:fontRef idx="minor">
      <a:schemeClr val="tx1"/>
    </cs:fontRef>
    <cs:spPr>
      <a:solidFill>
        <a:schemeClr val="bg1"/>
      </a:solidFill>
      <a:ln w="9525" cap="flat" cmpd="sng" algn="ctr">
        <a:solidFill>
          <a:schemeClr val="tx1">
            <a:lumMod val="15000"/>
            <a:lumOff val="85000"/>
          </a:schemeClr>
        </a:solidFill>
        <a:round/>
      </a:ln>
    </cs:spPr>
    <cs:defRPr sz="1330" kern="1200"/>
  </cs:chartArea>
  <cs:dataLabel>
    <cs:lnRef idx="0"/>
    <cs:fillRef idx="0"/>
    <cs:effectRef idx="0"/>
    <cs:fontRef idx="minor">
      <a:schemeClr val="tx1">
        <a:lumMod val="75000"/>
        <a:lumOff val="25000"/>
      </a:schemeClr>
    </cs:fontRef>
    <cs:defRPr sz="1197" kern="1200"/>
  </cs:dataLabel>
  <cs:dataLabelCallout>
    <cs:lnRef idx="0"/>
    <cs:fillRef idx="0"/>
    <cs:effectRef idx="0"/>
    <cs:fontRef idx="minor">
      <a:schemeClr val="dk1">
        <a:lumMod val="65000"/>
        <a:lumOff val="35000"/>
      </a:schemeClr>
    </cs:fontRef>
    <cs:spPr>
      <a:solidFill>
        <a:schemeClr val="lt1"/>
      </a:solidFill>
      <a:ln>
        <a:solidFill>
          <a:schemeClr val="dk1">
            <a:lumMod val="25000"/>
            <a:lumOff val="75000"/>
          </a:schemeClr>
        </a:solidFill>
      </a:ln>
    </cs:spPr>
    <cs:defRPr sz="1197" kern="1200"/>
    <cs:bodyPr rot="0" spcFirstLastPara="1" vertOverflow="clip" horzOverflow="clip" vert="horz" wrap="square" lIns="36576" tIns="18288" rIns="36576" bIns="18288" anchor="ctr" anchorCtr="1">
      <a:spAutoFit/>
    </cs:bodyPr>
  </cs:dataLabelCallout>
  <cs:dataPoint>
    <cs:lnRef idx="0"/>
    <cs:fillRef idx="1">
      <cs:styleClr val="auto"/>
    </cs:fillRef>
    <cs:effectRef idx="0"/>
    <cs:fontRef idx="minor">
      <a:schemeClr val="tx1"/>
    </cs:fontRef>
  </cs:dataPoint>
  <cs:dataPoint3D>
    <cs:lnRef idx="0"/>
    <cs:fillRef idx="1">
      <cs:styleClr val="auto"/>
    </cs:fillRef>
    <cs:effectRef idx="0"/>
    <cs:fontRef idx="minor">
      <a:schemeClr val="tx1"/>
    </cs:fontRef>
  </cs:dataPoint3D>
  <cs:dataPointLine>
    <cs:lnRef idx="0">
      <cs:styleClr val="auto"/>
    </cs:lnRef>
    <cs:fillRef idx="1"/>
    <cs:effectRef idx="0"/>
    <cs:fontRef idx="minor">
      <a:schemeClr val="tx1"/>
    </cs:fontRef>
    <cs:spPr>
      <a:ln w="28575" cap="rnd">
        <a:solidFill>
          <a:schemeClr val="phClr"/>
        </a:solidFill>
        <a:round/>
      </a:ln>
    </cs:spPr>
  </cs:dataPointLine>
  <cs:dataPointMarker>
    <cs:lnRef idx="0">
      <cs:styleClr val="auto"/>
    </cs:lnRef>
    <cs:fillRef idx="1">
      <cs:styleClr val="auto"/>
    </cs:fillRef>
    <cs:effectRef idx="0"/>
    <cs:fontRef idx="minor">
      <a:schemeClr val="tx1"/>
    </cs:fontRef>
    <cs:spPr>
      <a:ln w="9525">
        <a:solidFill>
          <a:schemeClr val="phClr"/>
        </a:solidFill>
      </a:ln>
    </cs:spPr>
  </cs:dataPointMarker>
  <cs:dataPointMarkerLayout symbol="circle" size="5"/>
  <cs:dataPointWireframe>
    <cs:lnRef idx="0">
      <cs:styleClr val="auto"/>
    </cs:lnRef>
    <cs:fillRef idx="1"/>
    <cs:effectRef idx="0"/>
    <cs:fontRef idx="minor">
      <a:schemeClr val="tx1"/>
    </cs:fontRef>
    <cs:spPr>
      <a:ln w="9525" cap="rnd">
        <a:solidFill>
          <a:schemeClr val="phClr"/>
        </a:solidFill>
        <a:round/>
      </a:ln>
    </cs:spPr>
  </cs:dataPointWireframe>
  <cs:dataTable>
    <cs:lnRef idx="0"/>
    <cs:fillRef idx="0"/>
    <cs:effectRef idx="0"/>
    <cs:fontRef idx="minor">
      <a:schemeClr val="tx1">
        <a:lumMod val="65000"/>
        <a:lumOff val="35000"/>
      </a:schemeClr>
    </cs:fontRef>
    <cs:spPr>
      <a:noFill/>
      <a:ln w="9525" cap="flat" cmpd="sng" algn="ctr">
        <a:solidFill>
          <a:schemeClr val="tx1">
            <a:lumMod val="15000"/>
            <a:lumOff val="85000"/>
          </a:schemeClr>
        </a:solidFill>
        <a:round/>
      </a:ln>
    </cs:spPr>
    <cs:defRPr sz="1197" kern="1200"/>
  </cs:dataTable>
  <cs:downBar>
    <cs:lnRef idx="0"/>
    <cs:fillRef idx="0"/>
    <cs:effectRef idx="0"/>
    <cs:fontRef idx="minor">
      <a:schemeClr val="tx1"/>
    </cs:fontRef>
    <cs:spPr>
      <a:solidFill>
        <a:schemeClr val="dk1">
          <a:lumMod val="75000"/>
          <a:lumOff val="25000"/>
        </a:schemeClr>
      </a:solidFill>
      <a:ln w="9525" cap="flat" cmpd="sng" algn="ctr">
        <a:solidFill>
          <a:schemeClr val="tx1">
            <a:lumMod val="65000"/>
            <a:lumOff val="35000"/>
          </a:schemeClr>
        </a:solidFill>
        <a:round/>
      </a:ln>
    </cs:spPr>
  </cs:downBar>
  <cs:dropLine>
    <cs:lnRef idx="0"/>
    <cs:fillRef idx="0"/>
    <cs:effectRef idx="0"/>
    <cs:fontRef idx="minor">
      <a:schemeClr val="tx1"/>
    </cs:fontRef>
    <cs:spPr>
      <a:ln w="9525" cap="flat" cmpd="sng" algn="ctr">
        <a:solidFill>
          <a:schemeClr val="tx1">
            <a:lumMod val="35000"/>
            <a:lumOff val="65000"/>
          </a:schemeClr>
        </a:solidFill>
        <a:round/>
      </a:ln>
    </cs:spPr>
  </cs:dropLine>
  <cs:errorBar>
    <cs:lnRef idx="0"/>
    <cs:fillRef idx="0"/>
    <cs:effectRef idx="0"/>
    <cs:fontRef idx="minor">
      <a:schemeClr val="tx1"/>
    </cs:fontRef>
    <cs:spPr>
      <a:ln w="9525" cap="flat" cmpd="sng" algn="ctr">
        <a:solidFill>
          <a:schemeClr val="tx1">
            <a:lumMod val="65000"/>
            <a:lumOff val="35000"/>
          </a:schemeClr>
        </a:solidFill>
        <a:round/>
      </a:ln>
    </cs:spPr>
  </cs:errorBar>
  <cs:floor>
    <cs:lnRef idx="0"/>
    <cs:fillRef idx="0"/>
    <cs:effectRef idx="0"/>
    <cs:fontRef idx="minor">
      <a:schemeClr val="tx1"/>
    </cs:fontRef>
    <cs:spPr>
      <a:noFill/>
      <a:ln>
        <a:noFill/>
      </a:ln>
    </cs:spPr>
  </cs:floor>
  <cs:gridlineMajor>
    <cs:lnRef idx="0"/>
    <cs:fillRef idx="0"/>
    <cs:effectRef idx="0"/>
    <cs:fontRef idx="minor">
      <a:schemeClr val="tx1"/>
    </cs:fontRef>
    <cs:spPr>
      <a:ln w="9525" cap="flat" cmpd="sng" algn="ctr">
        <a:solidFill>
          <a:schemeClr val="tx1">
            <a:lumMod val="15000"/>
            <a:lumOff val="85000"/>
          </a:schemeClr>
        </a:solidFill>
        <a:round/>
      </a:ln>
    </cs:spPr>
  </cs:gridlineMajor>
  <cs:gridlineMinor>
    <cs:lnRef idx="0"/>
    <cs:fillRef idx="0"/>
    <cs:effectRef idx="0"/>
    <cs:fontRef idx="minor">
      <a:schemeClr val="tx1"/>
    </cs:fontRef>
    <cs:spPr>
      <a:ln w="9525" cap="flat" cmpd="sng" algn="ctr">
        <a:solidFill>
          <a:schemeClr val="tx1">
            <a:lumMod val="5000"/>
            <a:lumOff val="95000"/>
          </a:schemeClr>
        </a:solidFill>
        <a:round/>
      </a:ln>
    </cs:spPr>
  </cs:gridlineMinor>
  <cs:hiLoLine>
    <cs:lnRef idx="0"/>
    <cs:fillRef idx="0"/>
    <cs:effectRef idx="0"/>
    <cs:fontRef idx="minor">
      <a:schemeClr val="tx1"/>
    </cs:fontRef>
    <cs:spPr>
      <a:ln w="9525" cap="flat" cmpd="sng" algn="ctr">
        <a:solidFill>
          <a:schemeClr val="tx1">
            <a:lumMod val="50000"/>
            <a:lumOff val="50000"/>
          </a:schemeClr>
        </a:solidFill>
        <a:round/>
      </a:ln>
    </cs:spPr>
  </cs:hiLoLine>
  <cs:leaderLine>
    <cs:lnRef idx="0"/>
    <cs:fillRef idx="0"/>
    <cs:effectRef idx="0"/>
    <cs:fontRef idx="minor">
      <a:schemeClr val="tx1"/>
    </cs:fontRef>
    <cs:spPr>
      <a:ln w="9525" cap="flat" cmpd="sng" algn="ctr">
        <a:solidFill>
          <a:schemeClr val="tx1">
            <a:lumMod val="35000"/>
            <a:lumOff val="65000"/>
          </a:schemeClr>
        </a:solidFill>
        <a:round/>
      </a:ln>
    </cs:spPr>
  </cs:leaderLine>
  <cs:legend>
    <cs:lnRef idx="0"/>
    <cs:fillRef idx="0"/>
    <cs:effectRef idx="0"/>
    <cs:fontRef idx="minor">
      <a:schemeClr val="tx1">
        <a:lumMod val="65000"/>
        <a:lumOff val="35000"/>
      </a:schemeClr>
    </cs:fontRef>
    <cs:defRPr sz="1197" kern="1200"/>
  </cs:legend>
  <cs:plotArea mods="allowNoFillOverride allowNoLineOverride">
    <cs:lnRef idx="0"/>
    <cs:fillRef idx="0"/>
    <cs:effectRef idx="0"/>
    <cs:fontRef idx="minor">
      <a:schemeClr val="tx1"/>
    </cs:fontRef>
  </cs:plotArea>
  <cs:plotArea3D mods="allowNoFillOverride allowNoLineOverride">
    <cs:lnRef idx="0"/>
    <cs:fillRef idx="0"/>
    <cs:effectRef idx="0"/>
    <cs:fontRef idx="minor">
      <a:schemeClr val="tx1"/>
    </cs:fontRef>
  </cs:plotArea3D>
  <cs:seriesAxis>
    <cs:lnRef idx="0"/>
    <cs:fillRef idx="0"/>
    <cs:effectRef idx="0"/>
    <cs:fontRef idx="minor">
      <a:schemeClr val="tx1">
        <a:lumMod val="65000"/>
        <a:lumOff val="35000"/>
      </a:schemeClr>
    </cs:fontRef>
    <cs:defRPr sz="1197" kern="1200"/>
  </cs:seriesAxis>
  <cs:seriesLine>
    <cs:lnRef idx="0"/>
    <cs:fillRef idx="0"/>
    <cs:effectRef idx="0"/>
    <cs:fontRef idx="minor">
      <a:schemeClr val="tx1"/>
    </cs:fontRef>
    <cs:spPr>
      <a:ln w="9525" cap="flat" cmpd="sng" algn="ctr">
        <a:solidFill>
          <a:schemeClr val="tx1">
            <a:lumMod val="35000"/>
            <a:lumOff val="65000"/>
          </a:schemeClr>
        </a:solidFill>
        <a:round/>
      </a:ln>
    </cs:spPr>
  </cs:seriesLine>
  <cs:title>
    <cs:lnRef idx="0"/>
    <cs:fillRef idx="0"/>
    <cs:effectRef idx="0"/>
    <cs:fontRef idx="minor">
      <a:schemeClr val="tx1">
        <a:lumMod val="65000"/>
        <a:lumOff val="35000"/>
      </a:schemeClr>
    </cs:fontRef>
    <cs:defRPr sz="1862" b="0" kern="1200" spc="0" baseline="0"/>
  </cs:title>
  <cs:trendline>
    <cs:lnRef idx="0">
      <cs:styleClr val="auto"/>
    </cs:lnRef>
    <cs:fillRef idx="0"/>
    <cs:effectRef idx="0"/>
    <cs:fontRef idx="minor">
      <a:schemeClr val="tx1"/>
    </cs:fontRef>
    <cs:spPr>
      <a:ln w="19050" cap="rnd">
        <a:solidFill>
          <a:schemeClr val="phClr"/>
        </a:solidFill>
        <a:prstDash val="sysDot"/>
      </a:ln>
    </cs:spPr>
  </cs:trendline>
  <cs:trendlineLabel>
    <cs:lnRef idx="0"/>
    <cs:fillRef idx="0"/>
    <cs:effectRef idx="0"/>
    <cs:fontRef idx="minor">
      <a:schemeClr val="tx1">
        <a:lumMod val="65000"/>
        <a:lumOff val="35000"/>
      </a:schemeClr>
    </cs:fontRef>
    <cs:defRPr sz="1197" kern="1200"/>
  </cs:trendlineLabel>
  <cs:upBar>
    <cs:lnRef idx="0"/>
    <cs:fillRef idx="0"/>
    <cs:effectRef idx="0"/>
    <cs:fontRef idx="minor">
      <a:schemeClr val="tx1"/>
    </cs:fontRef>
    <cs:spPr>
      <a:solidFill>
        <a:schemeClr val="lt1"/>
      </a:solidFill>
      <a:ln w="9525" cap="flat" cmpd="sng" algn="ctr">
        <a:solidFill>
          <a:schemeClr val="tx1">
            <a:lumMod val="65000"/>
            <a:lumOff val="35000"/>
          </a:schemeClr>
        </a:solidFill>
        <a:round/>
      </a:ln>
    </cs:spPr>
  </cs:upBar>
  <cs:valueAxis>
    <cs:lnRef idx="0"/>
    <cs:fillRef idx="0"/>
    <cs:effectRef idx="0"/>
    <cs:fontRef idx="minor">
      <a:schemeClr val="tx1">
        <a:lumMod val="65000"/>
        <a:lumOff val="35000"/>
      </a:schemeClr>
    </cs:fontRef>
    <cs:defRPr sz="1197" kern="1200"/>
  </cs:valueAxis>
  <cs:wall>
    <cs:lnRef idx="0"/>
    <cs:fillRef idx="0"/>
    <cs:effectRef idx="0"/>
    <cs:fontRef idx="minor">
      <a:schemeClr val="tx1"/>
    </cs:fontRef>
    <cs:spPr>
      <a:noFill/>
      <a:ln>
        <a:noFill/>
      </a:ln>
    </cs:spPr>
  </cs:wall>
</cs:chartStyle>
</file>

<file path=ppt/slideLayouts/_rels/slideLayout1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2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3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4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5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6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7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8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9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0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1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2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3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2.xml"/></Relationships>
</file>

<file path=ppt/slideLayouts/_rels/slideLayout14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2.xml"/></Relationships>
</file>

<file path=ppt/slideLayouts/_rels/slideLayout15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2.xml"/></Relationships>
</file>

<file path=ppt/slideLayouts/_rels/slideLayout16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2.xml"/></Relationships>
</file>

<file path=ppt/slideLayouts/_rels/slideLayout17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2.xml"/></Relationships>
</file>

<file path=ppt/slideLayouts/_rels/slideLayout18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2.xml"/></Relationships>
</file>

<file path=ppt/slideLayouts/_rels/slideLayout19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2.xml"/></Relationships>
</file>

<file path=ppt/slideLayouts/_rels/slideLayout20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2.xml"/></Relationships>
</file>

<file path=ppt/slideLayouts/_rels/slideLayout21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2.xml"/></Relationships>
</file>

<file path=ppt/slideLayouts/_rels/slideLayout22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2.xml"/></Relationships>
</file>

<file path=ppt/slideLayouts/_rels/slideLayout23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2.xml"/></Relationships>
</file>

<file path=ppt/slideLayouts/_rels/slideLayout24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2.xml"/></Relationships>
</file>

<file path=ppt/slideLayouts/_rels/slideLayout25.xml.rels><?xml version="1.0" encoding="UTF-8" standalone="yes"?>
<Relationships xmlns="http://schemas.openxmlformats.org/package/2006/relationships"><Relationship Id="rId3" Type="http://schemas.openxmlformats.org/officeDocument/2006/relationships/chart" Target="../charts/chart2.xml"/><Relationship Id="rId2" Type="http://schemas.openxmlformats.org/officeDocument/2006/relationships/chart" Target="../charts/chart1.xml"/><Relationship Id="rId1" Type="http://schemas.openxmlformats.org/officeDocument/2006/relationships/slideMaster" Target="../slideMasters/slideMaster2.xml"/><Relationship Id="rId4" Type="http://schemas.openxmlformats.org/officeDocument/2006/relationships/chart" Target="../charts/chart3.xml"/></Relationships>
</file>

<file path=ppt/slideLayouts/_rels/slideLayout26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2.xml"/></Relationships>
</file>

<file path=ppt/slideLayouts/_rels/slideLayout27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2.xml"/></Relationships>
</file>

<file path=ppt/slideLayouts/_rels/slideLayout28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2.xml"/></Relationships>
</file>

<file path=ppt/slideLayouts/_rels/slideLayout29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2.xml"/></Relationships>
</file>

<file path=ppt/slideLayouts/_rels/slideLayout30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2.xml"/></Relationships>
</file>

<file path=ppt/slideLayouts/_rels/slideLayout31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2.xml"/></Relationships>
</file>

<file path=ppt/slideLayouts/_rels/slideLayout32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2.xml"/></Relationships>
</file>

<file path=ppt/slideLayouts/_rels/slideLayout33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2.xml"/></Relationships>
</file>

<file path=ppt/slideLayouts/_rels/slideLayout34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3.xml"/></Relationships>
</file>

<file path=ppt/slideLayouts/_rels/slideLayout35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3.xml"/></Relationships>
</file>

<file path=ppt/slideLayouts/_rels/slideLayout36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3.xml"/></Relationships>
</file>

<file path=ppt/slideLayouts/_rels/slideLayout37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3.xml"/></Relationships>
</file>

<file path=ppt/slideLayouts/_rels/slideLayout38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3.xml"/></Relationships>
</file>

<file path=ppt/slideLayouts/_rels/slideLayout39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3.xml"/></Relationships>
</file>

<file path=ppt/slideLayouts/_rels/slideLayout40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3.xml"/></Relationships>
</file>

<file path=ppt/slideLayouts/_rels/slideLayout41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3.xml"/></Relationships>
</file>

<file path=ppt/slideLayouts/_rels/slideLayout42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3.xml"/></Relationships>
</file>

<file path=ppt/slideLayouts/_rels/slideLayout43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3.xml"/></Relationships>
</file>

<file path=ppt/slideLayouts/_rels/slideLayout44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3.xml"/></Relationships>
</file>

<file path=ppt/slideLayouts/_rels/slideLayout45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3.xml"/></Relationships>
</file>

<file path=ppt/slideLayouts/_rels/slideLayout46.xml.rels><?xml version="1.0" encoding="UTF-8" standalone="yes"?>
<Relationships xmlns="http://schemas.openxmlformats.org/package/2006/relationships"><Relationship Id="rId3" Type="http://schemas.openxmlformats.org/officeDocument/2006/relationships/chart" Target="../charts/chart5.xml"/><Relationship Id="rId2" Type="http://schemas.openxmlformats.org/officeDocument/2006/relationships/chart" Target="../charts/chart4.xml"/><Relationship Id="rId1" Type="http://schemas.openxmlformats.org/officeDocument/2006/relationships/slideMaster" Target="../slideMasters/slideMaster3.xml"/><Relationship Id="rId4" Type="http://schemas.openxmlformats.org/officeDocument/2006/relationships/chart" Target="../charts/chart6.xml"/></Relationships>
</file>

<file path=ppt/slideLayouts/_rels/slideLayout47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3.xml"/></Relationships>
</file>

<file path=ppt/slideLayouts/_rels/slideLayout48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3.xml"/></Relationships>
</file>

<file path=ppt/slideLayouts/_rels/slideLayout49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3.xml"/></Relationships>
</file>

<file path=ppt/slideLayouts/_rels/slideLayout50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3.xml"/></Relationships>
</file>

<file path=ppt/slideLayouts/_rels/slideLayout51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3.xml"/></Relationships>
</file>

<file path=ppt/slideLayouts/_rels/slideLayout52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3.xml"/></Relationships>
</file>

<file path=ppt/slideLayouts/_rels/slideLayout53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3.xml"/></Relationships>
</file>

<file path=ppt/slideLayouts/_rels/slideLayout54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3.xml"/></Relationships>
</file>

<file path=ppt/slideLayouts/slideLayout1.xml><?xml version="1.0" encoding="utf-8"?>
<p:sldLayout xmlns:a="http://schemas.openxmlformats.org/drawingml/2006/main" xmlns:r="http://schemas.openxmlformats.org/officeDocument/2006/relationships" xmlns:p="http://schemas.openxmlformats.org/presentationml/2006/main" preserve="1" userDrawn="1">
  <p:cSld name="Title_dark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7" name="TextBox 11">
            <a:extLst>
              <a:ext uri="{FF2B5EF4-FFF2-40B4-BE49-F238E27FC236}">
                <a16:creationId xmlns:a16="http://schemas.microsoft.com/office/drawing/2014/main" id="{419616A8-3750-87D1-00DA-D4DF800B7408}"/>
              </a:ext>
            </a:extLst>
          </p:cNvPr>
          <p:cNvSpPr txBox="1"/>
          <p:nvPr userDrawn="1"/>
        </p:nvSpPr>
        <p:spPr>
          <a:xfrm>
            <a:off x="1522412" y="2263140"/>
            <a:ext cx="9144000" cy="731520"/>
          </a:xfrm>
          <a:prstGeom prst="rect">
            <a:avLst/>
          </a:prstGeom>
          <a:noFill/>
        </p:spPr>
        <p:txBody>
          <a:bodyPr wrap="square">
            <a:spAutoFit/>
          </a:bodyPr>
          <a:lstStyle>
            <a:defPPr>
              <a:defRPr lang="en-US"/>
            </a:defPPr>
            <a:lvl1pPr marL="0" algn="l" defTabSz="457200" rtl="0" eaLnBrk="1" latinLnBrk="0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1pPr>
            <a:lvl2pPr marL="457200" algn="l" defTabSz="457200" rtl="0" eaLnBrk="1" latinLnBrk="0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2pPr>
            <a:lvl3pPr marL="914400" algn="l" defTabSz="457200" rtl="0" eaLnBrk="1" latinLnBrk="0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3pPr>
            <a:lvl4pPr marL="1371600" algn="l" defTabSz="457200" rtl="0" eaLnBrk="1" latinLnBrk="0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4pPr>
            <a:lvl5pPr marL="1828800" algn="l" defTabSz="457200" rtl="0" eaLnBrk="1" latinLnBrk="0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5pPr>
            <a:lvl6pPr marL="2286000" algn="l" defTabSz="457200" rtl="0" eaLnBrk="1" latinLnBrk="0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6pPr>
            <a:lvl7pPr marL="2743200" algn="l" defTabSz="457200" rtl="0" eaLnBrk="1" latinLnBrk="0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7pPr>
            <a:lvl8pPr marL="3200400" algn="l" defTabSz="457200" rtl="0" eaLnBrk="1" latinLnBrk="0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8pPr>
            <a:lvl9pPr marL="3657600" algn="l" defTabSz="457200" rtl="0" eaLnBrk="1" latinLnBrk="0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9pPr>
          </a:lstStyle>
          <a:p>
            <a:pPr>
              <a:defRPr sz="3800" b="1" i="0">
                <a:solidFill>
                  <a:srgbClr val="FFFFFF"/>
                </a:solidFill>
                <a:latin typeface="Arial"/>
              </a:defRPr>
            </a:pPr>
            <a:r>
              <a:t>{{drug_name}}</a:t>
            </a:r>
          </a:p>
        </p:txBody>
      </p:sp>
      <p:sp>
        <p:nvSpPr>
          <p:cNvPr id="8" name="TextBox 12">
            <a:extLst>
              <a:ext uri="{FF2B5EF4-FFF2-40B4-BE49-F238E27FC236}">
                <a16:creationId xmlns:a16="http://schemas.microsoft.com/office/drawing/2014/main" id="{D5A52F22-BE22-FBB4-C057-435CC5E7C1AF}"/>
              </a:ext>
            </a:extLst>
          </p:cNvPr>
          <p:cNvSpPr txBox="1"/>
          <p:nvPr userDrawn="1"/>
        </p:nvSpPr>
        <p:spPr>
          <a:xfrm>
            <a:off x="1522412" y="2994660"/>
            <a:ext cx="9144000" cy="457200"/>
          </a:xfrm>
          <a:prstGeom prst="rect">
            <a:avLst/>
          </a:prstGeom>
          <a:noFill/>
        </p:spPr>
        <p:txBody>
          <a:bodyPr wrap="square">
            <a:spAutoFit/>
          </a:bodyPr>
          <a:lstStyle>
            <a:defPPr>
              <a:defRPr lang="en-US"/>
            </a:defPPr>
            <a:lvl1pPr marL="0" algn="l" defTabSz="457200" rtl="0" eaLnBrk="1" latinLnBrk="0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1pPr>
            <a:lvl2pPr marL="457200" algn="l" defTabSz="457200" rtl="0" eaLnBrk="1" latinLnBrk="0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2pPr>
            <a:lvl3pPr marL="914400" algn="l" defTabSz="457200" rtl="0" eaLnBrk="1" latinLnBrk="0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3pPr>
            <a:lvl4pPr marL="1371600" algn="l" defTabSz="457200" rtl="0" eaLnBrk="1" latinLnBrk="0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4pPr>
            <a:lvl5pPr marL="1828800" algn="l" defTabSz="457200" rtl="0" eaLnBrk="1" latinLnBrk="0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5pPr>
            <a:lvl6pPr marL="2286000" algn="l" defTabSz="457200" rtl="0" eaLnBrk="1" latinLnBrk="0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6pPr>
            <a:lvl7pPr marL="2743200" algn="l" defTabSz="457200" rtl="0" eaLnBrk="1" latinLnBrk="0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7pPr>
            <a:lvl8pPr marL="3200400" algn="l" defTabSz="457200" rtl="0" eaLnBrk="1" latinLnBrk="0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8pPr>
            <a:lvl9pPr marL="3657600" algn="l" defTabSz="457200" rtl="0" eaLnBrk="1" latinLnBrk="0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9pPr>
          </a:lstStyle>
          <a:p>
            <a:pPr>
              <a:defRPr sz="2400" b="0" i="0">
                <a:solidFill>
                  <a:srgbClr val="C4B5FD"/>
                </a:solidFill>
                <a:latin typeface="Arial"/>
              </a:defRPr>
            </a:pPr>
            <a:r>
              <a:t>({{drug_brand}})</a:t>
            </a:r>
          </a:p>
        </p:txBody>
      </p:sp>
      <p:sp>
        <p:nvSpPr>
          <p:cNvPr id="9" name="TextBox 13">
            <a:extLst>
              <a:ext uri="{FF2B5EF4-FFF2-40B4-BE49-F238E27FC236}">
                <a16:creationId xmlns:a16="http://schemas.microsoft.com/office/drawing/2014/main" id="{A23E87B6-ECC2-6D7D-30C1-6B05E9E8A9F4}"/>
              </a:ext>
            </a:extLst>
          </p:cNvPr>
          <p:cNvSpPr txBox="1"/>
          <p:nvPr userDrawn="1"/>
        </p:nvSpPr>
        <p:spPr>
          <a:xfrm>
            <a:off x="1522412" y="3634740"/>
            <a:ext cx="9144000" cy="365760"/>
          </a:xfrm>
          <a:prstGeom prst="rect">
            <a:avLst/>
          </a:prstGeom>
          <a:noFill/>
        </p:spPr>
        <p:txBody>
          <a:bodyPr wrap="square">
            <a:spAutoFit/>
          </a:bodyPr>
          <a:lstStyle>
            <a:defPPr>
              <a:defRPr lang="en-US"/>
            </a:defPPr>
            <a:lvl1pPr marL="0" algn="l" defTabSz="457200" rtl="0" eaLnBrk="1" latinLnBrk="0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1pPr>
            <a:lvl2pPr marL="457200" algn="l" defTabSz="457200" rtl="0" eaLnBrk="1" latinLnBrk="0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2pPr>
            <a:lvl3pPr marL="914400" algn="l" defTabSz="457200" rtl="0" eaLnBrk="1" latinLnBrk="0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3pPr>
            <a:lvl4pPr marL="1371600" algn="l" defTabSz="457200" rtl="0" eaLnBrk="1" latinLnBrk="0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4pPr>
            <a:lvl5pPr marL="1828800" algn="l" defTabSz="457200" rtl="0" eaLnBrk="1" latinLnBrk="0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5pPr>
            <a:lvl6pPr marL="2286000" algn="l" defTabSz="457200" rtl="0" eaLnBrk="1" latinLnBrk="0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6pPr>
            <a:lvl7pPr marL="2743200" algn="l" defTabSz="457200" rtl="0" eaLnBrk="1" latinLnBrk="0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7pPr>
            <a:lvl8pPr marL="3200400" algn="l" defTabSz="457200" rtl="0" eaLnBrk="1" latinLnBrk="0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8pPr>
            <a:lvl9pPr marL="3657600" algn="l" defTabSz="457200" rtl="0" eaLnBrk="1" latinLnBrk="0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9pPr>
          </a:lstStyle>
          <a:p>
            <a:pPr>
              <a:defRPr sz="1600" b="0" i="0">
                <a:solidFill>
                  <a:srgbClr val="94A3B8"/>
                </a:solidFill>
                <a:latin typeface="Arial"/>
              </a:defRPr>
            </a:pPr>
            <a:r>
              <a:t>{{indication_full}}</a:t>
            </a:r>
          </a:p>
        </p:txBody>
      </p:sp>
      <p:sp>
        <p:nvSpPr>
          <p:cNvPr id="10" name="TextBox 15">
            <a:extLst>
              <a:ext uri="{FF2B5EF4-FFF2-40B4-BE49-F238E27FC236}">
                <a16:creationId xmlns:a16="http://schemas.microsoft.com/office/drawing/2014/main" id="{F41BE74F-2ED8-C795-6BB9-2F087DD6A570}"/>
              </a:ext>
            </a:extLst>
          </p:cNvPr>
          <p:cNvSpPr txBox="1"/>
          <p:nvPr userDrawn="1"/>
        </p:nvSpPr>
        <p:spPr>
          <a:xfrm>
            <a:off x="1522412" y="4320539"/>
            <a:ext cx="9144000" cy="292388"/>
          </a:xfrm>
          <a:prstGeom prst="rect">
            <a:avLst/>
          </a:prstGeom>
          <a:solidFill>
            <a:schemeClr val="bg2">
              <a:tint val="95000"/>
              <a:satMod val="170000"/>
            </a:schemeClr>
          </a:solidFill>
        </p:spPr>
        <p:txBody>
          <a:bodyPr wrap="square">
            <a:spAutoFit/>
          </a:bodyPr>
          <a:lstStyle>
            <a:defPPr>
              <a:defRPr lang="en-US"/>
            </a:defPPr>
            <a:lvl1pPr marL="0" algn="l" defTabSz="457200" rtl="0" eaLnBrk="1" latinLnBrk="0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1pPr>
            <a:lvl2pPr marL="457200" algn="l" defTabSz="457200" rtl="0" eaLnBrk="1" latinLnBrk="0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2pPr>
            <a:lvl3pPr marL="914400" algn="l" defTabSz="457200" rtl="0" eaLnBrk="1" latinLnBrk="0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3pPr>
            <a:lvl4pPr marL="1371600" algn="l" defTabSz="457200" rtl="0" eaLnBrk="1" latinLnBrk="0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4pPr>
            <a:lvl5pPr marL="1828800" algn="l" defTabSz="457200" rtl="0" eaLnBrk="1" latinLnBrk="0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5pPr>
            <a:lvl6pPr marL="2286000" algn="l" defTabSz="457200" rtl="0" eaLnBrk="1" latinLnBrk="0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6pPr>
            <a:lvl7pPr marL="2743200" algn="l" defTabSz="457200" rtl="0" eaLnBrk="1" latinLnBrk="0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7pPr>
            <a:lvl8pPr marL="3200400" algn="l" defTabSz="457200" rtl="0" eaLnBrk="1" latinLnBrk="0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8pPr>
            <a:lvl9pPr marL="3657600" algn="l" defTabSz="457200" rtl="0" eaLnBrk="1" latinLnBrk="0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9pPr>
          </a:lstStyle>
          <a:p>
            <a:pPr>
              <a:defRPr sz="1300" b="0" i="0">
                <a:solidFill>
                  <a:srgbClr val="64748B"/>
                </a:solidFill>
                <a:latin typeface="Arial"/>
              </a:defRPr>
            </a:pPr>
            <a:r>
              <a:rPr dirty="0">
                <a:solidFill>
                  <a:schemeClr val="tx1">
                    <a:lumMod val="75000"/>
                  </a:schemeClr>
                </a:solidFill>
              </a:rPr>
              <a:t>{{scope}}</a:t>
            </a:r>
          </a:p>
        </p:txBody>
      </p:sp>
    </p:spTree>
    <p:extLst>
      <p:ext uri="{BB962C8B-B14F-4D97-AF65-F5344CB8AC3E}">
        <p14:creationId xmlns:p14="http://schemas.microsoft.com/office/powerpoint/2010/main" val="3378848310"/>
      </p:ext>
    </p:extLst>
  </p:cSld>
  <p:clrMapOvr>
    <a:masterClrMapping/>
  </p:clrMapOvr>
</p:sldLayout>
</file>

<file path=ppt/slideLayouts/slideLayout2.xml><?xml version="1.0" encoding="utf-8"?>
<p:sldLayout xmlns:a="http://schemas.openxmlformats.org/drawingml/2006/main" xmlns:r="http://schemas.openxmlformats.org/officeDocument/2006/relationships" xmlns:p="http://schemas.openxmlformats.org/presentationml/2006/main" preserve="1" userDrawn="1">
  <p:cSld name="DIVIDER_grey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Box 1">
            <a:extLst>
              <a:ext uri="{FF2B5EF4-FFF2-40B4-BE49-F238E27FC236}">
                <a16:creationId xmlns:a16="http://schemas.microsoft.com/office/drawing/2014/main" id="{29B9266F-5A0E-DE49-BB26-3FE53AD0801F}"/>
              </a:ext>
            </a:extLst>
          </p:cNvPr>
          <p:cNvSpPr txBox="1"/>
          <p:nvPr userDrawn="1"/>
        </p:nvSpPr>
        <p:spPr>
          <a:xfrm>
            <a:off x="458788" y="457200"/>
            <a:ext cx="3657600" cy="932563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defRPr sz="12000" b="1" i="0">
                <a:solidFill>
                  <a:srgbClr val="2D286B"/>
                </a:solidFill>
                <a:latin typeface="Arial"/>
              </a:defRPr>
            </a:pPr>
            <a:r>
              <a:rPr sz="12000" dirty="0">
                <a:solidFill>
                  <a:srgbClr val="586E92"/>
                </a:solidFill>
              </a:rPr>
              <a:t>{{</a:t>
            </a:r>
            <a:r>
              <a:rPr sz="12000" dirty="0" err="1">
                <a:solidFill>
                  <a:srgbClr val="586E92"/>
                </a:solidFill>
              </a:rPr>
              <a:t>section_number</a:t>
            </a:r>
            <a:r>
              <a:rPr sz="12000" dirty="0">
                <a:solidFill>
                  <a:srgbClr val="586E92"/>
                </a:solidFill>
              </a:rPr>
              <a:t>}}</a:t>
            </a:r>
          </a:p>
        </p:txBody>
      </p:sp>
      <p:sp>
        <p:nvSpPr>
          <p:cNvPr id="3" name="TextBox 2">
            <a:extLst>
              <a:ext uri="{FF2B5EF4-FFF2-40B4-BE49-F238E27FC236}">
                <a16:creationId xmlns:a16="http://schemas.microsoft.com/office/drawing/2014/main" id="{8483D816-67DA-FBCE-F649-A58ECE947C59}"/>
              </a:ext>
            </a:extLst>
          </p:cNvPr>
          <p:cNvSpPr txBox="1"/>
          <p:nvPr userDrawn="1"/>
        </p:nvSpPr>
        <p:spPr>
          <a:xfrm>
            <a:off x="733108" y="2926081"/>
            <a:ext cx="7315200" cy="584775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defRPr sz="3200" b="1" i="0">
                <a:solidFill>
                  <a:srgbClr val="FFFFFF"/>
                </a:solidFill>
                <a:latin typeface="Arial"/>
              </a:defRPr>
            </a:pPr>
            <a:r>
              <a:rPr sz="3200"/>
              <a:t>{{divider_title}}</a:t>
            </a:r>
          </a:p>
        </p:txBody>
      </p:sp>
      <p:sp>
        <p:nvSpPr>
          <p:cNvPr id="4" name="TextBox 3">
            <a:extLst>
              <a:ext uri="{FF2B5EF4-FFF2-40B4-BE49-F238E27FC236}">
                <a16:creationId xmlns:a16="http://schemas.microsoft.com/office/drawing/2014/main" id="{96BD3959-A258-13C4-FA42-7FA969E84C54}"/>
              </a:ext>
            </a:extLst>
          </p:cNvPr>
          <p:cNvSpPr txBox="1"/>
          <p:nvPr userDrawn="1"/>
        </p:nvSpPr>
        <p:spPr>
          <a:xfrm>
            <a:off x="733108" y="3520440"/>
            <a:ext cx="7315200" cy="338554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defRPr sz="1600" b="0" i="0">
                <a:solidFill>
                  <a:srgbClr val="94A3B8"/>
                </a:solidFill>
                <a:latin typeface="Arial"/>
              </a:defRPr>
            </a:pPr>
            <a:r>
              <a:rPr sz="1600"/>
              <a:t>{{divider_subtitle}}</a:t>
            </a:r>
          </a:p>
        </p:txBody>
      </p:sp>
      <p:sp>
        <p:nvSpPr>
          <p:cNvPr id="5" name="TextBox 4">
            <a:extLst>
              <a:ext uri="{FF2B5EF4-FFF2-40B4-BE49-F238E27FC236}">
                <a16:creationId xmlns:a16="http://schemas.microsoft.com/office/drawing/2014/main" id="{01EB5F80-ECB0-15E7-79CA-28676DF58FEE}"/>
              </a:ext>
            </a:extLst>
          </p:cNvPr>
          <p:cNvSpPr txBox="1"/>
          <p:nvPr userDrawn="1"/>
        </p:nvSpPr>
        <p:spPr>
          <a:xfrm>
            <a:off x="733108" y="4023361"/>
            <a:ext cx="6400800" cy="430887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defRPr sz="1100" b="0" i="0">
                <a:solidFill>
                  <a:srgbClr val="64748B"/>
                </a:solidFill>
                <a:latin typeface="Arial"/>
              </a:defRPr>
            </a:pPr>
            <a:r>
              <a:rPr sz="1100"/>
              <a:t>{{divider_description}}</a:t>
            </a:r>
          </a:p>
        </p:txBody>
      </p:sp>
    </p:spTree>
    <p:extLst>
      <p:ext uri="{BB962C8B-B14F-4D97-AF65-F5344CB8AC3E}">
        <p14:creationId xmlns:p14="http://schemas.microsoft.com/office/powerpoint/2010/main" val="2181576451"/>
      </p:ext>
    </p:extLst>
  </p:cSld>
  <p:clrMapOvr>
    <a:masterClrMapping/>
  </p:clrMapOvr>
</p:sldLayout>
</file>

<file path=ppt/slideLayouts/slideLayout3.xml><?xml version="1.0" encoding="utf-8"?>
<p:sldLayout xmlns:a="http://schemas.openxmlformats.org/drawingml/2006/main" xmlns:r="http://schemas.openxmlformats.org/officeDocument/2006/relationships" xmlns:p="http://schemas.openxmlformats.org/presentationml/2006/main" preserve="1" userDrawn="1">
  <p:cSld name="GUIDELINES_8_dark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8" name="TextBox 7">
            <a:extLst>
              <a:ext uri="{FF2B5EF4-FFF2-40B4-BE49-F238E27FC236}">
                <a16:creationId xmlns:a16="http://schemas.microsoft.com/office/drawing/2014/main" id="{0EAAFF8C-A048-B07E-4958-4F6AF55A2AE9}"/>
              </a:ext>
            </a:extLst>
          </p:cNvPr>
          <p:cNvSpPr txBox="1"/>
          <p:nvPr userDrawn="1"/>
        </p:nvSpPr>
        <p:spPr>
          <a:xfrm>
            <a:off x="475488" y="640080"/>
            <a:ext cx="4572000" cy="29238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defRPr sz="1300" b="1">
                <a:solidFill>
                  <a:srgbClr val="0F172A"/>
                </a:solidFill>
                <a:latin typeface="Calibri"/>
              </a:defRPr>
            </a:pPr>
            <a:r>
              <a:rPr dirty="0">
                <a:solidFill>
                  <a:schemeClr val="tx1">
                    <a:lumMod val="95000"/>
                  </a:schemeClr>
                </a:solidFill>
              </a:rPr>
              <a:t>{{</a:t>
            </a:r>
            <a:r>
              <a:rPr dirty="0" err="1">
                <a:solidFill>
                  <a:schemeClr val="tx1">
                    <a:lumMod val="95000"/>
                  </a:schemeClr>
                </a:solidFill>
              </a:rPr>
              <a:t>guidelines_title</a:t>
            </a:r>
            <a:r>
              <a:rPr dirty="0">
                <a:solidFill>
                  <a:schemeClr val="tx1">
                    <a:lumMod val="95000"/>
                  </a:schemeClr>
                </a:solidFill>
              </a:rPr>
              <a:t>}}</a:t>
            </a:r>
          </a:p>
        </p:txBody>
      </p:sp>
      <p:sp>
        <p:nvSpPr>
          <p:cNvPr id="9" name="TextBox 8">
            <a:extLst>
              <a:ext uri="{FF2B5EF4-FFF2-40B4-BE49-F238E27FC236}">
                <a16:creationId xmlns:a16="http://schemas.microsoft.com/office/drawing/2014/main" id="{03F02285-1FAD-424D-11AC-BE707F1C692C}"/>
              </a:ext>
            </a:extLst>
          </p:cNvPr>
          <p:cNvSpPr txBox="1"/>
          <p:nvPr userDrawn="1"/>
        </p:nvSpPr>
        <p:spPr>
          <a:xfrm>
            <a:off x="5486400" y="676656"/>
            <a:ext cx="4572000" cy="23083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defRPr sz="900" b="0">
                <a:solidFill>
                  <a:srgbClr val="475569"/>
                </a:solidFill>
                <a:latin typeface="Calibri"/>
              </a:defRPr>
            </a:pPr>
            <a:r>
              <a:rPr dirty="0">
                <a:solidFill>
                  <a:schemeClr val="tx1">
                    <a:lumMod val="85000"/>
                  </a:schemeClr>
                </a:solidFill>
              </a:rPr>
              <a:t>{{</a:t>
            </a:r>
            <a:r>
              <a:rPr dirty="0" err="1">
                <a:solidFill>
                  <a:schemeClr val="tx1">
                    <a:lumMod val="85000"/>
                  </a:schemeClr>
                </a:solidFill>
              </a:rPr>
              <a:t>guidelines_subtitle</a:t>
            </a:r>
            <a:r>
              <a:rPr dirty="0">
                <a:solidFill>
                  <a:schemeClr val="tx1">
                    <a:lumMod val="85000"/>
                  </a:schemeClr>
                </a:solidFill>
              </a:rPr>
              <a:t>}}</a:t>
            </a:r>
          </a:p>
        </p:txBody>
      </p:sp>
      <p:sp>
        <p:nvSpPr>
          <p:cNvPr id="10" name="Rectangle 9">
            <a:extLst>
              <a:ext uri="{FF2B5EF4-FFF2-40B4-BE49-F238E27FC236}">
                <a16:creationId xmlns:a16="http://schemas.microsoft.com/office/drawing/2014/main" id="{E31EC80B-E692-A39B-A4FB-DE28053D5B59}"/>
              </a:ext>
            </a:extLst>
          </p:cNvPr>
          <p:cNvSpPr/>
          <p:nvPr userDrawn="1"/>
        </p:nvSpPr>
        <p:spPr>
          <a:xfrm>
            <a:off x="457200" y="1188720"/>
            <a:ext cx="11274552" cy="365760"/>
          </a:xfrm>
          <a:prstGeom prst="rect">
            <a:avLst/>
          </a:prstGeom>
          <a:solidFill>
            <a:schemeClr val="tx1">
              <a:lumMod val="85000"/>
            </a:schemeClr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>
              <a:solidFill>
                <a:schemeClr val="bg1"/>
              </a:solidFill>
            </a:endParaRPr>
          </a:p>
        </p:txBody>
      </p:sp>
      <p:sp>
        <p:nvSpPr>
          <p:cNvPr id="11" name="TextBox 10">
            <a:extLst>
              <a:ext uri="{FF2B5EF4-FFF2-40B4-BE49-F238E27FC236}">
                <a16:creationId xmlns:a16="http://schemas.microsoft.com/office/drawing/2014/main" id="{326E8E07-E0BA-2575-CF47-5C7DAECC03D4}"/>
              </a:ext>
            </a:extLst>
          </p:cNvPr>
          <p:cNvSpPr txBox="1"/>
          <p:nvPr userDrawn="1"/>
        </p:nvSpPr>
        <p:spPr>
          <a:xfrm>
            <a:off x="530352" y="1261872"/>
            <a:ext cx="2596896" cy="23083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defRPr sz="900" b="1">
                <a:solidFill>
                  <a:srgbClr val="FFFFFF"/>
                </a:solidFill>
                <a:latin typeface="Calibri"/>
              </a:defRPr>
            </a:pPr>
            <a:r>
              <a:rPr>
                <a:solidFill>
                  <a:schemeClr val="bg1"/>
                </a:solidFill>
              </a:rPr>
              <a:t>Guideline</a:t>
            </a:r>
          </a:p>
        </p:txBody>
      </p:sp>
      <p:sp>
        <p:nvSpPr>
          <p:cNvPr id="12" name="TextBox 11">
            <a:extLst>
              <a:ext uri="{FF2B5EF4-FFF2-40B4-BE49-F238E27FC236}">
                <a16:creationId xmlns:a16="http://schemas.microsoft.com/office/drawing/2014/main" id="{1D29EDE1-299F-D786-7908-F689D8C2B4E3}"/>
              </a:ext>
            </a:extLst>
          </p:cNvPr>
          <p:cNvSpPr txBox="1"/>
          <p:nvPr userDrawn="1"/>
        </p:nvSpPr>
        <p:spPr>
          <a:xfrm>
            <a:off x="3273552" y="1261872"/>
            <a:ext cx="1225296" cy="23083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defRPr sz="900" b="1">
                <a:solidFill>
                  <a:srgbClr val="FFFFFF"/>
                </a:solidFill>
                <a:latin typeface="Calibri"/>
              </a:defRPr>
            </a:pPr>
            <a:r>
              <a:rPr>
                <a:solidFill>
                  <a:schemeClr val="bg1"/>
                </a:solidFill>
              </a:rPr>
              <a:t>Line</a:t>
            </a:r>
          </a:p>
        </p:txBody>
      </p:sp>
      <p:sp>
        <p:nvSpPr>
          <p:cNvPr id="13" name="TextBox 12">
            <a:extLst>
              <a:ext uri="{FF2B5EF4-FFF2-40B4-BE49-F238E27FC236}">
                <a16:creationId xmlns:a16="http://schemas.microsoft.com/office/drawing/2014/main" id="{D0B73106-15B2-D1F5-570C-118C7AAD13E9}"/>
              </a:ext>
            </a:extLst>
          </p:cNvPr>
          <p:cNvSpPr txBox="1"/>
          <p:nvPr userDrawn="1"/>
        </p:nvSpPr>
        <p:spPr>
          <a:xfrm>
            <a:off x="4645152" y="1261872"/>
            <a:ext cx="1225296" cy="23083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defRPr sz="900" b="1">
                <a:solidFill>
                  <a:srgbClr val="FFFFFF"/>
                </a:solidFill>
                <a:latin typeface="Calibri"/>
              </a:defRPr>
            </a:pPr>
            <a:r>
              <a:rPr>
                <a:solidFill>
                  <a:schemeClr val="bg1"/>
                </a:solidFill>
              </a:rPr>
              <a:t>Status</a:t>
            </a:r>
          </a:p>
        </p:txBody>
      </p:sp>
      <p:sp>
        <p:nvSpPr>
          <p:cNvPr id="14" name="TextBox 13">
            <a:extLst>
              <a:ext uri="{FF2B5EF4-FFF2-40B4-BE49-F238E27FC236}">
                <a16:creationId xmlns:a16="http://schemas.microsoft.com/office/drawing/2014/main" id="{6D2E07F1-297C-E12E-6CE0-D646B040A4A0}"/>
              </a:ext>
            </a:extLst>
          </p:cNvPr>
          <p:cNvSpPr txBox="1"/>
          <p:nvPr userDrawn="1"/>
        </p:nvSpPr>
        <p:spPr>
          <a:xfrm>
            <a:off x="6016752" y="1261872"/>
            <a:ext cx="3054096" cy="23083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defRPr sz="900" b="1">
                <a:solidFill>
                  <a:srgbClr val="FFFFFF"/>
                </a:solidFill>
                <a:latin typeface="Calibri"/>
              </a:defRPr>
            </a:pPr>
            <a:r>
              <a:rPr>
                <a:solidFill>
                  <a:schemeClr val="bg1"/>
                </a:solidFill>
              </a:rPr>
              <a:t>Recommendation</a:t>
            </a:r>
          </a:p>
        </p:txBody>
      </p:sp>
      <p:sp>
        <p:nvSpPr>
          <p:cNvPr id="15" name="TextBox 14">
            <a:extLst>
              <a:ext uri="{FF2B5EF4-FFF2-40B4-BE49-F238E27FC236}">
                <a16:creationId xmlns:a16="http://schemas.microsoft.com/office/drawing/2014/main" id="{9955EC86-B3A0-6AC6-B3A7-F94E20EDD953}"/>
              </a:ext>
            </a:extLst>
          </p:cNvPr>
          <p:cNvSpPr txBox="1"/>
          <p:nvPr userDrawn="1"/>
        </p:nvSpPr>
        <p:spPr>
          <a:xfrm>
            <a:off x="9217152" y="1261872"/>
            <a:ext cx="2898648" cy="23083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defRPr sz="900" b="1">
                <a:solidFill>
                  <a:srgbClr val="FFFFFF"/>
                </a:solidFill>
                <a:latin typeface="Calibri"/>
              </a:defRPr>
            </a:pPr>
            <a:r>
              <a:rPr dirty="0">
                <a:solidFill>
                  <a:schemeClr val="bg1"/>
                </a:solidFill>
              </a:rPr>
              <a:t>Source</a:t>
            </a:r>
          </a:p>
        </p:txBody>
      </p:sp>
      <p:sp>
        <p:nvSpPr>
          <p:cNvPr id="16" name="Rectangle 15">
            <a:extLst>
              <a:ext uri="{FF2B5EF4-FFF2-40B4-BE49-F238E27FC236}">
                <a16:creationId xmlns:a16="http://schemas.microsoft.com/office/drawing/2014/main" id="{FED4FCA1-E71A-9844-FC34-C6F54659D66A}"/>
              </a:ext>
            </a:extLst>
          </p:cNvPr>
          <p:cNvSpPr/>
          <p:nvPr userDrawn="1"/>
        </p:nvSpPr>
        <p:spPr>
          <a:xfrm>
            <a:off x="457200" y="1554480"/>
            <a:ext cx="11274552" cy="502920"/>
          </a:xfrm>
          <a:prstGeom prst="rect">
            <a:avLst/>
          </a:prstGeom>
          <a:solidFill>
            <a:srgbClr val="3A4961"/>
          </a:solidFill>
          <a:ln w="6350"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17" name="TextBox 16">
            <a:extLst>
              <a:ext uri="{FF2B5EF4-FFF2-40B4-BE49-F238E27FC236}">
                <a16:creationId xmlns:a16="http://schemas.microsoft.com/office/drawing/2014/main" id="{DE5365CD-FFA2-678F-C2B1-42272D19BF3B}"/>
              </a:ext>
            </a:extLst>
          </p:cNvPr>
          <p:cNvSpPr txBox="1"/>
          <p:nvPr userDrawn="1"/>
        </p:nvSpPr>
        <p:spPr>
          <a:xfrm>
            <a:off x="530352" y="1627632"/>
            <a:ext cx="2596896" cy="23083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defRPr sz="900" b="0">
                <a:solidFill>
                  <a:srgbClr val="0F172A"/>
                </a:solidFill>
                <a:latin typeface="Calibri"/>
              </a:defRPr>
            </a:pPr>
            <a:r>
              <a:rPr>
                <a:solidFill>
                  <a:schemeClr val="tx1">
                    <a:lumMod val="95000"/>
                  </a:schemeClr>
                </a:solidFill>
              </a:rPr>
              <a:t>{{guideline_1}}</a:t>
            </a:r>
          </a:p>
        </p:txBody>
      </p:sp>
      <p:sp>
        <p:nvSpPr>
          <p:cNvPr id="18" name="TextBox 17">
            <a:extLst>
              <a:ext uri="{FF2B5EF4-FFF2-40B4-BE49-F238E27FC236}">
                <a16:creationId xmlns:a16="http://schemas.microsoft.com/office/drawing/2014/main" id="{4AFFAB6B-9974-9C0B-99BF-B7A850A7C402}"/>
              </a:ext>
            </a:extLst>
          </p:cNvPr>
          <p:cNvSpPr txBox="1"/>
          <p:nvPr userDrawn="1"/>
        </p:nvSpPr>
        <p:spPr>
          <a:xfrm>
            <a:off x="3273552" y="1627632"/>
            <a:ext cx="1225296" cy="23083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defRPr sz="900" b="0">
                <a:solidFill>
                  <a:srgbClr val="0F172A"/>
                </a:solidFill>
                <a:latin typeface="Calibri"/>
              </a:defRPr>
            </a:pPr>
            <a:r>
              <a:rPr>
                <a:solidFill>
                  <a:schemeClr val="tx1">
                    <a:lumMod val="95000"/>
                  </a:schemeClr>
                </a:solidFill>
              </a:rPr>
              <a:t>{{line_1}}</a:t>
            </a:r>
          </a:p>
        </p:txBody>
      </p:sp>
      <p:sp>
        <p:nvSpPr>
          <p:cNvPr id="19" name="TextBox 18">
            <a:extLst>
              <a:ext uri="{FF2B5EF4-FFF2-40B4-BE49-F238E27FC236}">
                <a16:creationId xmlns:a16="http://schemas.microsoft.com/office/drawing/2014/main" id="{55DBA1AD-0DC4-4C2E-A42D-6271E1DFFA36}"/>
              </a:ext>
            </a:extLst>
          </p:cNvPr>
          <p:cNvSpPr txBox="1"/>
          <p:nvPr userDrawn="1"/>
        </p:nvSpPr>
        <p:spPr>
          <a:xfrm>
            <a:off x="4645152" y="1627632"/>
            <a:ext cx="1225296" cy="23083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defRPr sz="900" b="0">
                <a:solidFill>
                  <a:srgbClr val="0F172A"/>
                </a:solidFill>
                <a:latin typeface="Calibri"/>
              </a:defRPr>
            </a:pPr>
            <a:r>
              <a:rPr>
                <a:solidFill>
                  <a:schemeClr val="tx1">
                    <a:lumMod val="95000"/>
                  </a:schemeClr>
                </a:solidFill>
              </a:rPr>
              <a:t>{{status_1}}</a:t>
            </a:r>
          </a:p>
        </p:txBody>
      </p:sp>
      <p:sp>
        <p:nvSpPr>
          <p:cNvPr id="20" name="TextBox 19">
            <a:extLst>
              <a:ext uri="{FF2B5EF4-FFF2-40B4-BE49-F238E27FC236}">
                <a16:creationId xmlns:a16="http://schemas.microsoft.com/office/drawing/2014/main" id="{549FD547-FAB4-E509-80F2-6097ED3544D4}"/>
              </a:ext>
            </a:extLst>
          </p:cNvPr>
          <p:cNvSpPr txBox="1"/>
          <p:nvPr userDrawn="1"/>
        </p:nvSpPr>
        <p:spPr>
          <a:xfrm>
            <a:off x="6016752" y="1627632"/>
            <a:ext cx="3054096" cy="23083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defRPr sz="900" b="0">
                <a:solidFill>
                  <a:srgbClr val="0F172A"/>
                </a:solidFill>
                <a:latin typeface="Calibri"/>
              </a:defRPr>
            </a:pPr>
            <a:r>
              <a:rPr>
                <a:solidFill>
                  <a:schemeClr val="tx1">
                    <a:lumMod val="95000"/>
                  </a:schemeClr>
                </a:solidFill>
              </a:rPr>
              <a:t>{{recommendation_1}}</a:t>
            </a:r>
          </a:p>
        </p:txBody>
      </p:sp>
      <p:sp>
        <p:nvSpPr>
          <p:cNvPr id="21" name="TextBox 20">
            <a:extLst>
              <a:ext uri="{FF2B5EF4-FFF2-40B4-BE49-F238E27FC236}">
                <a16:creationId xmlns:a16="http://schemas.microsoft.com/office/drawing/2014/main" id="{1F0A52D4-9C40-53A3-37A2-221097C6923B}"/>
              </a:ext>
            </a:extLst>
          </p:cNvPr>
          <p:cNvSpPr txBox="1"/>
          <p:nvPr userDrawn="1"/>
        </p:nvSpPr>
        <p:spPr>
          <a:xfrm>
            <a:off x="9217152" y="1627632"/>
            <a:ext cx="2898648" cy="23083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defRPr sz="900" b="0">
                <a:solidFill>
                  <a:srgbClr val="94A3B8"/>
                </a:solidFill>
                <a:latin typeface="Calibri"/>
              </a:defRPr>
            </a:pPr>
            <a:r>
              <a:rPr>
                <a:solidFill>
                  <a:schemeClr val="tx1">
                    <a:lumMod val="95000"/>
                  </a:schemeClr>
                </a:solidFill>
              </a:rPr>
              <a:t>{{source_1}}</a:t>
            </a:r>
          </a:p>
        </p:txBody>
      </p:sp>
      <p:sp>
        <p:nvSpPr>
          <p:cNvPr id="22" name="Rectangle 21">
            <a:extLst>
              <a:ext uri="{FF2B5EF4-FFF2-40B4-BE49-F238E27FC236}">
                <a16:creationId xmlns:a16="http://schemas.microsoft.com/office/drawing/2014/main" id="{E5A26DD6-48DC-C96C-DF1D-59238BED529B}"/>
              </a:ext>
            </a:extLst>
          </p:cNvPr>
          <p:cNvSpPr/>
          <p:nvPr userDrawn="1"/>
        </p:nvSpPr>
        <p:spPr>
          <a:xfrm>
            <a:off x="457200" y="2057400"/>
            <a:ext cx="11274552" cy="502920"/>
          </a:xfrm>
          <a:prstGeom prst="rect">
            <a:avLst/>
          </a:prstGeom>
          <a:solidFill>
            <a:schemeClr val="accent4">
              <a:lumMod val="50000"/>
            </a:schemeClr>
          </a:solidFill>
          <a:ln w="6350"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23" name="TextBox 22">
            <a:extLst>
              <a:ext uri="{FF2B5EF4-FFF2-40B4-BE49-F238E27FC236}">
                <a16:creationId xmlns:a16="http://schemas.microsoft.com/office/drawing/2014/main" id="{58C82971-8271-96E4-3CC6-CEE1C572612A}"/>
              </a:ext>
            </a:extLst>
          </p:cNvPr>
          <p:cNvSpPr txBox="1"/>
          <p:nvPr userDrawn="1"/>
        </p:nvSpPr>
        <p:spPr>
          <a:xfrm>
            <a:off x="530352" y="2130552"/>
            <a:ext cx="2596896" cy="23083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defRPr sz="900" b="0">
                <a:solidFill>
                  <a:srgbClr val="0F172A"/>
                </a:solidFill>
                <a:latin typeface="Calibri"/>
              </a:defRPr>
            </a:pPr>
            <a:r>
              <a:rPr>
                <a:solidFill>
                  <a:schemeClr val="tx1">
                    <a:lumMod val="95000"/>
                  </a:schemeClr>
                </a:solidFill>
              </a:rPr>
              <a:t>{{guideline_2}}</a:t>
            </a:r>
          </a:p>
        </p:txBody>
      </p:sp>
      <p:sp>
        <p:nvSpPr>
          <p:cNvPr id="24" name="TextBox 23">
            <a:extLst>
              <a:ext uri="{FF2B5EF4-FFF2-40B4-BE49-F238E27FC236}">
                <a16:creationId xmlns:a16="http://schemas.microsoft.com/office/drawing/2014/main" id="{1151B0B1-1034-DA4E-3655-1B4FAF1B890D}"/>
              </a:ext>
            </a:extLst>
          </p:cNvPr>
          <p:cNvSpPr txBox="1"/>
          <p:nvPr userDrawn="1"/>
        </p:nvSpPr>
        <p:spPr>
          <a:xfrm>
            <a:off x="3273552" y="2130552"/>
            <a:ext cx="1225296" cy="23083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defRPr sz="900" b="0">
                <a:solidFill>
                  <a:srgbClr val="0F172A"/>
                </a:solidFill>
                <a:latin typeface="Calibri"/>
              </a:defRPr>
            </a:pPr>
            <a:r>
              <a:rPr>
                <a:solidFill>
                  <a:schemeClr val="tx1">
                    <a:lumMod val="95000"/>
                  </a:schemeClr>
                </a:solidFill>
              </a:rPr>
              <a:t>{{line_2}}</a:t>
            </a:r>
          </a:p>
        </p:txBody>
      </p:sp>
      <p:sp>
        <p:nvSpPr>
          <p:cNvPr id="25" name="TextBox 24">
            <a:extLst>
              <a:ext uri="{FF2B5EF4-FFF2-40B4-BE49-F238E27FC236}">
                <a16:creationId xmlns:a16="http://schemas.microsoft.com/office/drawing/2014/main" id="{D3D6A588-3088-4626-57BB-6B185CF4CFA1}"/>
              </a:ext>
            </a:extLst>
          </p:cNvPr>
          <p:cNvSpPr txBox="1"/>
          <p:nvPr userDrawn="1"/>
        </p:nvSpPr>
        <p:spPr>
          <a:xfrm>
            <a:off x="4645152" y="2130552"/>
            <a:ext cx="1225296" cy="23083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defRPr sz="900" b="0">
                <a:solidFill>
                  <a:srgbClr val="0F172A"/>
                </a:solidFill>
                <a:latin typeface="Calibri"/>
              </a:defRPr>
            </a:pPr>
            <a:r>
              <a:rPr>
                <a:solidFill>
                  <a:schemeClr val="tx1">
                    <a:lumMod val="95000"/>
                  </a:schemeClr>
                </a:solidFill>
              </a:rPr>
              <a:t>{{status_2}}</a:t>
            </a:r>
          </a:p>
        </p:txBody>
      </p:sp>
      <p:sp>
        <p:nvSpPr>
          <p:cNvPr id="26" name="TextBox 25">
            <a:extLst>
              <a:ext uri="{FF2B5EF4-FFF2-40B4-BE49-F238E27FC236}">
                <a16:creationId xmlns:a16="http://schemas.microsoft.com/office/drawing/2014/main" id="{56357EAB-A5FF-115C-6C3E-696DB46AFB5B}"/>
              </a:ext>
            </a:extLst>
          </p:cNvPr>
          <p:cNvSpPr txBox="1"/>
          <p:nvPr userDrawn="1"/>
        </p:nvSpPr>
        <p:spPr>
          <a:xfrm>
            <a:off x="6016752" y="2130552"/>
            <a:ext cx="3054096" cy="23083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defRPr sz="900" b="0">
                <a:solidFill>
                  <a:srgbClr val="0F172A"/>
                </a:solidFill>
                <a:latin typeface="Calibri"/>
              </a:defRPr>
            </a:pPr>
            <a:r>
              <a:rPr>
                <a:solidFill>
                  <a:schemeClr val="tx1">
                    <a:lumMod val="95000"/>
                  </a:schemeClr>
                </a:solidFill>
              </a:rPr>
              <a:t>{{recommendation_2}}</a:t>
            </a:r>
          </a:p>
        </p:txBody>
      </p:sp>
      <p:sp>
        <p:nvSpPr>
          <p:cNvPr id="27" name="TextBox 26">
            <a:extLst>
              <a:ext uri="{FF2B5EF4-FFF2-40B4-BE49-F238E27FC236}">
                <a16:creationId xmlns:a16="http://schemas.microsoft.com/office/drawing/2014/main" id="{F34DC9CD-A33E-6529-3724-39B2411223E0}"/>
              </a:ext>
            </a:extLst>
          </p:cNvPr>
          <p:cNvSpPr txBox="1"/>
          <p:nvPr userDrawn="1"/>
        </p:nvSpPr>
        <p:spPr>
          <a:xfrm>
            <a:off x="9217152" y="2130552"/>
            <a:ext cx="2898648" cy="23083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defRPr sz="900" b="0">
                <a:solidFill>
                  <a:srgbClr val="94A3B8"/>
                </a:solidFill>
                <a:latin typeface="Calibri"/>
              </a:defRPr>
            </a:pPr>
            <a:r>
              <a:rPr>
                <a:solidFill>
                  <a:schemeClr val="tx1">
                    <a:lumMod val="95000"/>
                  </a:schemeClr>
                </a:solidFill>
              </a:rPr>
              <a:t>{{source_2}}</a:t>
            </a:r>
          </a:p>
        </p:txBody>
      </p:sp>
      <p:sp>
        <p:nvSpPr>
          <p:cNvPr id="28" name="Rectangle 27">
            <a:extLst>
              <a:ext uri="{FF2B5EF4-FFF2-40B4-BE49-F238E27FC236}">
                <a16:creationId xmlns:a16="http://schemas.microsoft.com/office/drawing/2014/main" id="{E43CB158-C4D3-52DA-D746-CC4EB832D169}"/>
              </a:ext>
            </a:extLst>
          </p:cNvPr>
          <p:cNvSpPr/>
          <p:nvPr userDrawn="1"/>
        </p:nvSpPr>
        <p:spPr>
          <a:xfrm>
            <a:off x="457200" y="2560320"/>
            <a:ext cx="11274552" cy="502920"/>
          </a:xfrm>
          <a:prstGeom prst="rect">
            <a:avLst/>
          </a:prstGeom>
          <a:solidFill>
            <a:srgbClr val="3A4961"/>
          </a:solidFill>
          <a:ln w="6350"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29" name="TextBox 28">
            <a:extLst>
              <a:ext uri="{FF2B5EF4-FFF2-40B4-BE49-F238E27FC236}">
                <a16:creationId xmlns:a16="http://schemas.microsoft.com/office/drawing/2014/main" id="{2700E9A3-356C-0717-4E98-98996374D014}"/>
              </a:ext>
            </a:extLst>
          </p:cNvPr>
          <p:cNvSpPr txBox="1"/>
          <p:nvPr userDrawn="1"/>
        </p:nvSpPr>
        <p:spPr>
          <a:xfrm>
            <a:off x="530352" y="2633472"/>
            <a:ext cx="2596896" cy="23083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defRPr sz="900" b="0">
                <a:solidFill>
                  <a:srgbClr val="0F172A"/>
                </a:solidFill>
                <a:latin typeface="Calibri"/>
              </a:defRPr>
            </a:pPr>
            <a:r>
              <a:rPr>
                <a:solidFill>
                  <a:schemeClr val="tx1">
                    <a:lumMod val="95000"/>
                  </a:schemeClr>
                </a:solidFill>
              </a:rPr>
              <a:t>{{guideline_3}}</a:t>
            </a:r>
          </a:p>
        </p:txBody>
      </p:sp>
      <p:sp>
        <p:nvSpPr>
          <p:cNvPr id="30" name="TextBox 29">
            <a:extLst>
              <a:ext uri="{FF2B5EF4-FFF2-40B4-BE49-F238E27FC236}">
                <a16:creationId xmlns:a16="http://schemas.microsoft.com/office/drawing/2014/main" id="{E88D28CB-23E8-5E28-2F47-C4B95A51109D}"/>
              </a:ext>
            </a:extLst>
          </p:cNvPr>
          <p:cNvSpPr txBox="1"/>
          <p:nvPr userDrawn="1"/>
        </p:nvSpPr>
        <p:spPr>
          <a:xfrm>
            <a:off x="3273552" y="2633472"/>
            <a:ext cx="1225296" cy="23083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defRPr sz="900" b="0">
                <a:solidFill>
                  <a:srgbClr val="0F172A"/>
                </a:solidFill>
                <a:latin typeface="Calibri"/>
              </a:defRPr>
            </a:pPr>
            <a:r>
              <a:rPr>
                <a:solidFill>
                  <a:schemeClr val="tx1">
                    <a:lumMod val="95000"/>
                  </a:schemeClr>
                </a:solidFill>
              </a:rPr>
              <a:t>{{line_3}}</a:t>
            </a:r>
          </a:p>
        </p:txBody>
      </p:sp>
      <p:sp>
        <p:nvSpPr>
          <p:cNvPr id="31" name="TextBox 30">
            <a:extLst>
              <a:ext uri="{FF2B5EF4-FFF2-40B4-BE49-F238E27FC236}">
                <a16:creationId xmlns:a16="http://schemas.microsoft.com/office/drawing/2014/main" id="{BF1B1477-CDDB-74D8-918E-C5F755158E3A}"/>
              </a:ext>
            </a:extLst>
          </p:cNvPr>
          <p:cNvSpPr txBox="1"/>
          <p:nvPr userDrawn="1"/>
        </p:nvSpPr>
        <p:spPr>
          <a:xfrm>
            <a:off x="4645152" y="2633472"/>
            <a:ext cx="1225296" cy="23083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defRPr sz="900" b="0">
                <a:solidFill>
                  <a:srgbClr val="0F172A"/>
                </a:solidFill>
                <a:latin typeface="Calibri"/>
              </a:defRPr>
            </a:pPr>
            <a:r>
              <a:rPr>
                <a:solidFill>
                  <a:schemeClr val="tx1">
                    <a:lumMod val="95000"/>
                  </a:schemeClr>
                </a:solidFill>
              </a:rPr>
              <a:t>{{status_3}}</a:t>
            </a:r>
          </a:p>
        </p:txBody>
      </p:sp>
      <p:sp>
        <p:nvSpPr>
          <p:cNvPr id="32" name="TextBox 31">
            <a:extLst>
              <a:ext uri="{FF2B5EF4-FFF2-40B4-BE49-F238E27FC236}">
                <a16:creationId xmlns:a16="http://schemas.microsoft.com/office/drawing/2014/main" id="{4CE97C02-13F7-F518-B3D9-86EFF26D3262}"/>
              </a:ext>
            </a:extLst>
          </p:cNvPr>
          <p:cNvSpPr txBox="1"/>
          <p:nvPr userDrawn="1"/>
        </p:nvSpPr>
        <p:spPr>
          <a:xfrm>
            <a:off x="6016752" y="2633472"/>
            <a:ext cx="3054096" cy="23083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defRPr sz="900" b="0">
                <a:solidFill>
                  <a:srgbClr val="0F172A"/>
                </a:solidFill>
                <a:latin typeface="Calibri"/>
              </a:defRPr>
            </a:pPr>
            <a:r>
              <a:rPr>
                <a:solidFill>
                  <a:schemeClr val="tx1">
                    <a:lumMod val="95000"/>
                  </a:schemeClr>
                </a:solidFill>
              </a:rPr>
              <a:t>{{recommendation_3}}</a:t>
            </a:r>
          </a:p>
        </p:txBody>
      </p:sp>
      <p:sp>
        <p:nvSpPr>
          <p:cNvPr id="33" name="TextBox 32">
            <a:extLst>
              <a:ext uri="{FF2B5EF4-FFF2-40B4-BE49-F238E27FC236}">
                <a16:creationId xmlns:a16="http://schemas.microsoft.com/office/drawing/2014/main" id="{39CDC3DD-886A-C64B-56B1-CD2620BA0BEB}"/>
              </a:ext>
            </a:extLst>
          </p:cNvPr>
          <p:cNvSpPr txBox="1"/>
          <p:nvPr userDrawn="1"/>
        </p:nvSpPr>
        <p:spPr>
          <a:xfrm>
            <a:off x="9217152" y="2633472"/>
            <a:ext cx="2898648" cy="23083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defRPr sz="900" b="0">
                <a:solidFill>
                  <a:srgbClr val="94A3B8"/>
                </a:solidFill>
                <a:latin typeface="Calibri"/>
              </a:defRPr>
            </a:pPr>
            <a:r>
              <a:rPr>
                <a:solidFill>
                  <a:schemeClr val="tx1">
                    <a:lumMod val="95000"/>
                  </a:schemeClr>
                </a:solidFill>
              </a:rPr>
              <a:t>{{source_3}}</a:t>
            </a:r>
          </a:p>
        </p:txBody>
      </p:sp>
      <p:sp>
        <p:nvSpPr>
          <p:cNvPr id="34" name="Rectangle 33">
            <a:extLst>
              <a:ext uri="{FF2B5EF4-FFF2-40B4-BE49-F238E27FC236}">
                <a16:creationId xmlns:a16="http://schemas.microsoft.com/office/drawing/2014/main" id="{E23B0CF4-ED0B-0AF7-83C0-21DD38D344D7}"/>
              </a:ext>
            </a:extLst>
          </p:cNvPr>
          <p:cNvSpPr/>
          <p:nvPr userDrawn="1"/>
        </p:nvSpPr>
        <p:spPr>
          <a:xfrm>
            <a:off x="457200" y="3063240"/>
            <a:ext cx="11274552" cy="502920"/>
          </a:xfrm>
          <a:prstGeom prst="rect">
            <a:avLst/>
          </a:prstGeom>
          <a:solidFill>
            <a:schemeClr val="accent4">
              <a:lumMod val="50000"/>
            </a:schemeClr>
          </a:solidFill>
          <a:ln w="6350"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35" name="TextBox 34">
            <a:extLst>
              <a:ext uri="{FF2B5EF4-FFF2-40B4-BE49-F238E27FC236}">
                <a16:creationId xmlns:a16="http://schemas.microsoft.com/office/drawing/2014/main" id="{EAFA8B08-E876-6E37-346A-191BD18BD193}"/>
              </a:ext>
            </a:extLst>
          </p:cNvPr>
          <p:cNvSpPr txBox="1"/>
          <p:nvPr userDrawn="1"/>
        </p:nvSpPr>
        <p:spPr>
          <a:xfrm>
            <a:off x="530352" y="3136392"/>
            <a:ext cx="2596896" cy="23083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defRPr sz="900" b="0">
                <a:solidFill>
                  <a:srgbClr val="0F172A"/>
                </a:solidFill>
                <a:latin typeface="Calibri"/>
              </a:defRPr>
            </a:pPr>
            <a:r>
              <a:rPr>
                <a:solidFill>
                  <a:schemeClr val="tx1">
                    <a:lumMod val="95000"/>
                  </a:schemeClr>
                </a:solidFill>
              </a:rPr>
              <a:t>{{guideline_4}}</a:t>
            </a:r>
          </a:p>
        </p:txBody>
      </p:sp>
      <p:sp>
        <p:nvSpPr>
          <p:cNvPr id="36" name="TextBox 35">
            <a:extLst>
              <a:ext uri="{FF2B5EF4-FFF2-40B4-BE49-F238E27FC236}">
                <a16:creationId xmlns:a16="http://schemas.microsoft.com/office/drawing/2014/main" id="{CC7D5EDE-CF66-1263-F1E5-BE79059337AE}"/>
              </a:ext>
            </a:extLst>
          </p:cNvPr>
          <p:cNvSpPr txBox="1"/>
          <p:nvPr userDrawn="1"/>
        </p:nvSpPr>
        <p:spPr>
          <a:xfrm>
            <a:off x="3273552" y="3136392"/>
            <a:ext cx="1225296" cy="23083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defRPr sz="900" b="0">
                <a:solidFill>
                  <a:srgbClr val="0F172A"/>
                </a:solidFill>
                <a:latin typeface="Calibri"/>
              </a:defRPr>
            </a:pPr>
            <a:r>
              <a:rPr>
                <a:solidFill>
                  <a:schemeClr val="tx1">
                    <a:lumMod val="95000"/>
                  </a:schemeClr>
                </a:solidFill>
              </a:rPr>
              <a:t>{{line_4}}</a:t>
            </a:r>
          </a:p>
        </p:txBody>
      </p:sp>
      <p:sp>
        <p:nvSpPr>
          <p:cNvPr id="37" name="TextBox 36">
            <a:extLst>
              <a:ext uri="{FF2B5EF4-FFF2-40B4-BE49-F238E27FC236}">
                <a16:creationId xmlns:a16="http://schemas.microsoft.com/office/drawing/2014/main" id="{228EDD9E-3021-8678-FC47-FDC088C7E5B5}"/>
              </a:ext>
            </a:extLst>
          </p:cNvPr>
          <p:cNvSpPr txBox="1"/>
          <p:nvPr userDrawn="1"/>
        </p:nvSpPr>
        <p:spPr>
          <a:xfrm>
            <a:off x="4645152" y="3136392"/>
            <a:ext cx="1225296" cy="23083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defRPr sz="900" b="0">
                <a:solidFill>
                  <a:srgbClr val="0F172A"/>
                </a:solidFill>
                <a:latin typeface="Calibri"/>
              </a:defRPr>
            </a:pPr>
            <a:r>
              <a:rPr>
                <a:solidFill>
                  <a:schemeClr val="tx1">
                    <a:lumMod val="95000"/>
                  </a:schemeClr>
                </a:solidFill>
              </a:rPr>
              <a:t>{{status_4}}</a:t>
            </a:r>
          </a:p>
        </p:txBody>
      </p:sp>
      <p:sp>
        <p:nvSpPr>
          <p:cNvPr id="38" name="TextBox 37">
            <a:extLst>
              <a:ext uri="{FF2B5EF4-FFF2-40B4-BE49-F238E27FC236}">
                <a16:creationId xmlns:a16="http://schemas.microsoft.com/office/drawing/2014/main" id="{6DA747AF-CDD0-EBF2-8D3C-E1B92F83FEB0}"/>
              </a:ext>
            </a:extLst>
          </p:cNvPr>
          <p:cNvSpPr txBox="1"/>
          <p:nvPr userDrawn="1"/>
        </p:nvSpPr>
        <p:spPr>
          <a:xfrm>
            <a:off x="6016752" y="3136392"/>
            <a:ext cx="3054096" cy="23083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defRPr sz="900" b="0">
                <a:solidFill>
                  <a:srgbClr val="0F172A"/>
                </a:solidFill>
                <a:latin typeface="Calibri"/>
              </a:defRPr>
            </a:pPr>
            <a:r>
              <a:rPr>
                <a:solidFill>
                  <a:schemeClr val="tx1">
                    <a:lumMod val="95000"/>
                  </a:schemeClr>
                </a:solidFill>
              </a:rPr>
              <a:t>{{recommendation_4}}</a:t>
            </a:r>
          </a:p>
        </p:txBody>
      </p:sp>
      <p:sp>
        <p:nvSpPr>
          <p:cNvPr id="39" name="TextBox 38">
            <a:extLst>
              <a:ext uri="{FF2B5EF4-FFF2-40B4-BE49-F238E27FC236}">
                <a16:creationId xmlns:a16="http://schemas.microsoft.com/office/drawing/2014/main" id="{7BD20574-68F3-0849-5EB8-482CFDB57C03}"/>
              </a:ext>
            </a:extLst>
          </p:cNvPr>
          <p:cNvSpPr txBox="1"/>
          <p:nvPr userDrawn="1"/>
        </p:nvSpPr>
        <p:spPr>
          <a:xfrm>
            <a:off x="9217152" y="3136392"/>
            <a:ext cx="2898648" cy="23083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defRPr sz="900" b="0">
                <a:solidFill>
                  <a:srgbClr val="94A3B8"/>
                </a:solidFill>
                <a:latin typeface="Calibri"/>
              </a:defRPr>
            </a:pPr>
            <a:r>
              <a:rPr>
                <a:solidFill>
                  <a:schemeClr val="tx1">
                    <a:lumMod val="95000"/>
                  </a:schemeClr>
                </a:solidFill>
              </a:rPr>
              <a:t>{{source_4}}</a:t>
            </a:r>
          </a:p>
        </p:txBody>
      </p:sp>
      <p:sp>
        <p:nvSpPr>
          <p:cNvPr id="40" name="Rectangle 39">
            <a:extLst>
              <a:ext uri="{FF2B5EF4-FFF2-40B4-BE49-F238E27FC236}">
                <a16:creationId xmlns:a16="http://schemas.microsoft.com/office/drawing/2014/main" id="{9953DCE9-AC18-BD22-1CEA-4BA3306FE3F4}"/>
              </a:ext>
            </a:extLst>
          </p:cNvPr>
          <p:cNvSpPr/>
          <p:nvPr userDrawn="1"/>
        </p:nvSpPr>
        <p:spPr>
          <a:xfrm>
            <a:off x="457200" y="3566160"/>
            <a:ext cx="11274552" cy="502920"/>
          </a:xfrm>
          <a:prstGeom prst="rect">
            <a:avLst/>
          </a:prstGeom>
          <a:solidFill>
            <a:srgbClr val="3A4961"/>
          </a:solidFill>
          <a:ln w="6350"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41" name="TextBox 40">
            <a:extLst>
              <a:ext uri="{FF2B5EF4-FFF2-40B4-BE49-F238E27FC236}">
                <a16:creationId xmlns:a16="http://schemas.microsoft.com/office/drawing/2014/main" id="{9AFB69D7-5033-71CD-D093-695262D9E5B9}"/>
              </a:ext>
            </a:extLst>
          </p:cNvPr>
          <p:cNvSpPr txBox="1"/>
          <p:nvPr userDrawn="1"/>
        </p:nvSpPr>
        <p:spPr>
          <a:xfrm>
            <a:off x="530352" y="3639312"/>
            <a:ext cx="2596896" cy="23083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defRPr sz="900" b="0">
                <a:solidFill>
                  <a:srgbClr val="0F172A"/>
                </a:solidFill>
                <a:latin typeface="Calibri"/>
              </a:defRPr>
            </a:pPr>
            <a:r>
              <a:rPr>
                <a:solidFill>
                  <a:schemeClr val="tx1">
                    <a:lumMod val="95000"/>
                  </a:schemeClr>
                </a:solidFill>
              </a:rPr>
              <a:t>{{guideline_5}}</a:t>
            </a:r>
          </a:p>
        </p:txBody>
      </p:sp>
      <p:sp>
        <p:nvSpPr>
          <p:cNvPr id="42" name="TextBox 41">
            <a:extLst>
              <a:ext uri="{FF2B5EF4-FFF2-40B4-BE49-F238E27FC236}">
                <a16:creationId xmlns:a16="http://schemas.microsoft.com/office/drawing/2014/main" id="{83680A73-76C4-4775-0366-92472E4DD61F}"/>
              </a:ext>
            </a:extLst>
          </p:cNvPr>
          <p:cNvSpPr txBox="1"/>
          <p:nvPr userDrawn="1"/>
        </p:nvSpPr>
        <p:spPr>
          <a:xfrm>
            <a:off x="3273552" y="3639312"/>
            <a:ext cx="1225296" cy="23083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defRPr sz="900" b="0">
                <a:solidFill>
                  <a:srgbClr val="0F172A"/>
                </a:solidFill>
                <a:latin typeface="Calibri"/>
              </a:defRPr>
            </a:pPr>
            <a:r>
              <a:rPr>
                <a:solidFill>
                  <a:schemeClr val="tx1">
                    <a:lumMod val="95000"/>
                  </a:schemeClr>
                </a:solidFill>
              </a:rPr>
              <a:t>{{line_5}}</a:t>
            </a:r>
          </a:p>
        </p:txBody>
      </p:sp>
      <p:sp>
        <p:nvSpPr>
          <p:cNvPr id="43" name="TextBox 42">
            <a:extLst>
              <a:ext uri="{FF2B5EF4-FFF2-40B4-BE49-F238E27FC236}">
                <a16:creationId xmlns:a16="http://schemas.microsoft.com/office/drawing/2014/main" id="{A19B03E2-32CA-194F-26B5-05AF86AA76D2}"/>
              </a:ext>
            </a:extLst>
          </p:cNvPr>
          <p:cNvSpPr txBox="1"/>
          <p:nvPr userDrawn="1"/>
        </p:nvSpPr>
        <p:spPr>
          <a:xfrm>
            <a:off x="4645152" y="3639312"/>
            <a:ext cx="1225296" cy="23083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defRPr sz="900" b="0">
                <a:solidFill>
                  <a:srgbClr val="0F172A"/>
                </a:solidFill>
                <a:latin typeface="Calibri"/>
              </a:defRPr>
            </a:pPr>
            <a:r>
              <a:rPr>
                <a:solidFill>
                  <a:schemeClr val="tx1">
                    <a:lumMod val="95000"/>
                  </a:schemeClr>
                </a:solidFill>
              </a:rPr>
              <a:t>{{status_5}}</a:t>
            </a:r>
          </a:p>
        </p:txBody>
      </p:sp>
      <p:sp>
        <p:nvSpPr>
          <p:cNvPr id="44" name="TextBox 43">
            <a:extLst>
              <a:ext uri="{FF2B5EF4-FFF2-40B4-BE49-F238E27FC236}">
                <a16:creationId xmlns:a16="http://schemas.microsoft.com/office/drawing/2014/main" id="{17DB84F2-DF8B-9BF0-A796-55DA59455AEC}"/>
              </a:ext>
            </a:extLst>
          </p:cNvPr>
          <p:cNvSpPr txBox="1"/>
          <p:nvPr userDrawn="1"/>
        </p:nvSpPr>
        <p:spPr>
          <a:xfrm>
            <a:off x="6016752" y="3639312"/>
            <a:ext cx="3054096" cy="23083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defRPr sz="900" b="0">
                <a:solidFill>
                  <a:srgbClr val="0F172A"/>
                </a:solidFill>
                <a:latin typeface="Calibri"/>
              </a:defRPr>
            </a:pPr>
            <a:r>
              <a:rPr>
                <a:solidFill>
                  <a:schemeClr val="tx1">
                    <a:lumMod val="95000"/>
                  </a:schemeClr>
                </a:solidFill>
              </a:rPr>
              <a:t>{{recommendation_5}}</a:t>
            </a:r>
          </a:p>
        </p:txBody>
      </p:sp>
      <p:sp>
        <p:nvSpPr>
          <p:cNvPr id="45" name="TextBox 44">
            <a:extLst>
              <a:ext uri="{FF2B5EF4-FFF2-40B4-BE49-F238E27FC236}">
                <a16:creationId xmlns:a16="http://schemas.microsoft.com/office/drawing/2014/main" id="{6226C0A5-5559-43E7-6B6A-98062C4C4D8E}"/>
              </a:ext>
            </a:extLst>
          </p:cNvPr>
          <p:cNvSpPr txBox="1"/>
          <p:nvPr userDrawn="1"/>
        </p:nvSpPr>
        <p:spPr>
          <a:xfrm>
            <a:off x="9217152" y="3639312"/>
            <a:ext cx="2898648" cy="23083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defRPr sz="900" b="0">
                <a:solidFill>
                  <a:srgbClr val="94A3B8"/>
                </a:solidFill>
                <a:latin typeface="Calibri"/>
              </a:defRPr>
            </a:pPr>
            <a:r>
              <a:rPr>
                <a:solidFill>
                  <a:schemeClr val="tx1">
                    <a:lumMod val="95000"/>
                  </a:schemeClr>
                </a:solidFill>
              </a:rPr>
              <a:t>{{source_5}}</a:t>
            </a:r>
          </a:p>
        </p:txBody>
      </p:sp>
      <p:sp>
        <p:nvSpPr>
          <p:cNvPr id="46" name="Rectangle 45">
            <a:extLst>
              <a:ext uri="{FF2B5EF4-FFF2-40B4-BE49-F238E27FC236}">
                <a16:creationId xmlns:a16="http://schemas.microsoft.com/office/drawing/2014/main" id="{BB9F3BEC-A527-91C7-2ABF-775DBBC6E47F}"/>
              </a:ext>
            </a:extLst>
          </p:cNvPr>
          <p:cNvSpPr/>
          <p:nvPr userDrawn="1"/>
        </p:nvSpPr>
        <p:spPr>
          <a:xfrm>
            <a:off x="457200" y="4069080"/>
            <a:ext cx="11274552" cy="502920"/>
          </a:xfrm>
          <a:prstGeom prst="rect">
            <a:avLst/>
          </a:prstGeom>
          <a:solidFill>
            <a:schemeClr val="accent4">
              <a:lumMod val="50000"/>
            </a:schemeClr>
          </a:solidFill>
          <a:ln w="6350"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47" name="TextBox 46">
            <a:extLst>
              <a:ext uri="{FF2B5EF4-FFF2-40B4-BE49-F238E27FC236}">
                <a16:creationId xmlns:a16="http://schemas.microsoft.com/office/drawing/2014/main" id="{F6B74684-FFC6-2E7A-F7B2-7F2FBB078E9B}"/>
              </a:ext>
            </a:extLst>
          </p:cNvPr>
          <p:cNvSpPr txBox="1"/>
          <p:nvPr userDrawn="1"/>
        </p:nvSpPr>
        <p:spPr>
          <a:xfrm>
            <a:off x="530352" y="4142232"/>
            <a:ext cx="2596896" cy="23083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defRPr sz="900" b="0">
                <a:solidFill>
                  <a:srgbClr val="0F172A"/>
                </a:solidFill>
                <a:latin typeface="Calibri"/>
              </a:defRPr>
            </a:pPr>
            <a:r>
              <a:rPr>
                <a:solidFill>
                  <a:schemeClr val="tx1">
                    <a:lumMod val="95000"/>
                  </a:schemeClr>
                </a:solidFill>
              </a:rPr>
              <a:t>{{guideline_6}}</a:t>
            </a:r>
          </a:p>
        </p:txBody>
      </p:sp>
      <p:sp>
        <p:nvSpPr>
          <p:cNvPr id="48" name="TextBox 47">
            <a:extLst>
              <a:ext uri="{FF2B5EF4-FFF2-40B4-BE49-F238E27FC236}">
                <a16:creationId xmlns:a16="http://schemas.microsoft.com/office/drawing/2014/main" id="{1E9598A3-942A-9627-8C86-12431A7C4803}"/>
              </a:ext>
            </a:extLst>
          </p:cNvPr>
          <p:cNvSpPr txBox="1"/>
          <p:nvPr userDrawn="1"/>
        </p:nvSpPr>
        <p:spPr>
          <a:xfrm>
            <a:off x="3273552" y="4142232"/>
            <a:ext cx="1225296" cy="23083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defRPr sz="900" b="0">
                <a:solidFill>
                  <a:srgbClr val="0F172A"/>
                </a:solidFill>
                <a:latin typeface="Calibri"/>
              </a:defRPr>
            </a:pPr>
            <a:r>
              <a:rPr>
                <a:solidFill>
                  <a:schemeClr val="tx1">
                    <a:lumMod val="95000"/>
                  </a:schemeClr>
                </a:solidFill>
              </a:rPr>
              <a:t>{{line_6}}</a:t>
            </a:r>
          </a:p>
        </p:txBody>
      </p:sp>
      <p:sp>
        <p:nvSpPr>
          <p:cNvPr id="49" name="TextBox 48">
            <a:extLst>
              <a:ext uri="{FF2B5EF4-FFF2-40B4-BE49-F238E27FC236}">
                <a16:creationId xmlns:a16="http://schemas.microsoft.com/office/drawing/2014/main" id="{F0687CCB-B637-8EAA-BE76-1AE81DAA7396}"/>
              </a:ext>
            </a:extLst>
          </p:cNvPr>
          <p:cNvSpPr txBox="1"/>
          <p:nvPr userDrawn="1"/>
        </p:nvSpPr>
        <p:spPr>
          <a:xfrm>
            <a:off x="4645152" y="4142232"/>
            <a:ext cx="1225296" cy="23083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defRPr sz="900" b="0">
                <a:solidFill>
                  <a:srgbClr val="0F172A"/>
                </a:solidFill>
                <a:latin typeface="Calibri"/>
              </a:defRPr>
            </a:pPr>
            <a:r>
              <a:rPr>
                <a:solidFill>
                  <a:schemeClr val="tx1">
                    <a:lumMod val="95000"/>
                  </a:schemeClr>
                </a:solidFill>
              </a:rPr>
              <a:t>{{status_6}}</a:t>
            </a:r>
          </a:p>
        </p:txBody>
      </p:sp>
      <p:sp>
        <p:nvSpPr>
          <p:cNvPr id="50" name="TextBox 49">
            <a:extLst>
              <a:ext uri="{FF2B5EF4-FFF2-40B4-BE49-F238E27FC236}">
                <a16:creationId xmlns:a16="http://schemas.microsoft.com/office/drawing/2014/main" id="{5855D27C-E8B6-2CA0-B38E-D98BDA9F05C3}"/>
              </a:ext>
            </a:extLst>
          </p:cNvPr>
          <p:cNvSpPr txBox="1"/>
          <p:nvPr userDrawn="1"/>
        </p:nvSpPr>
        <p:spPr>
          <a:xfrm>
            <a:off x="6016752" y="4142232"/>
            <a:ext cx="3054096" cy="23083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defRPr sz="900" b="0">
                <a:solidFill>
                  <a:srgbClr val="0F172A"/>
                </a:solidFill>
                <a:latin typeface="Calibri"/>
              </a:defRPr>
            </a:pPr>
            <a:r>
              <a:rPr>
                <a:solidFill>
                  <a:schemeClr val="tx1">
                    <a:lumMod val="95000"/>
                  </a:schemeClr>
                </a:solidFill>
              </a:rPr>
              <a:t>{{recommendation_6}}</a:t>
            </a:r>
          </a:p>
        </p:txBody>
      </p:sp>
      <p:sp>
        <p:nvSpPr>
          <p:cNvPr id="51" name="TextBox 50">
            <a:extLst>
              <a:ext uri="{FF2B5EF4-FFF2-40B4-BE49-F238E27FC236}">
                <a16:creationId xmlns:a16="http://schemas.microsoft.com/office/drawing/2014/main" id="{9C2B1105-243C-7DF6-26D3-2FBF5D5C15F1}"/>
              </a:ext>
            </a:extLst>
          </p:cNvPr>
          <p:cNvSpPr txBox="1"/>
          <p:nvPr userDrawn="1"/>
        </p:nvSpPr>
        <p:spPr>
          <a:xfrm>
            <a:off x="9217152" y="4142232"/>
            <a:ext cx="2898648" cy="23083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defRPr sz="900" b="0">
                <a:solidFill>
                  <a:srgbClr val="94A3B8"/>
                </a:solidFill>
                <a:latin typeface="Calibri"/>
              </a:defRPr>
            </a:pPr>
            <a:r>
              <a:rPr>
                <a:solidFill>
                  <a:schemeClr val="tx1">
                    <a:lumMod val="95000"/>
                  </a:schemeClr>
                </a:solidFill>
              </a:rPr>
              <a:t>{{source_6}}</a:t>
            </a:r>
          </a:p>
        </p:txBody>
      </p:sp>
      <p:sp>
        <p:nvSpPr>
          <p:cNvPr id="52" name="Rectangle 51">
            <a:extLst>
              <a:ext uri="{FF2B5EF4-FFF2-40B4-BE49-F238E27FC236}">
                <a16:creationId xmlns:a16="http://schemas.microsoft.com/office/drawing/2014/main" id="{11B9135E-6414-2473-BA39-7CADCD3063A6}"/>
              </a:ext>
            </a:extLst>
          </p:cNvPr>
          <p:cNvSpPr/>
          <p:nvPr userDrawn="1"/>
        </p:nvSpPr>
        <p:spPr>
          <a:xfrm>
            <a:off x="457200" y="4572000"/>
            <a:ext cx="11274552" cy="502920"/>
          </a:xfrm>
          <a:prstGeom prst="rect">
            <a:avLst/>
          </a:prstGeom>
          <a:solidFill>
            <a:srgbClr val="3A4961"/>
          </a:solidFill>
          <a:ln w="6350"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53" name="TextBox 52">
            <a:extLst>
              <a:ext uri="{FF2B5EF4-FFF2-40B4-BE49-F238E27FC236}">
                <a16:creationId xmlns:a16="http://schemas.microsoft.com/office/drawing/2014/main" id="{0CF902EA-6BB9-9D0F-E69C-BD2A158781F1}"/>
              </a:ext>
            </a:extLst>
          </p:cNvPr>
          <p:cNvSpPr txBox="1"/>
          <p:nvPr userDrawn="1"/>
        </p:nvSpPr>
        <p:spPr>
          <a:xfrm>
            <a:off x="530352" y="4645152"/>
            <a:ext cx="2596896" cy="23083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defRPr sz="900" b="0">
                <a:solidFill>
                  <a:srgbClr val="0F172A"/>
                </a:solidFill>
                <a:latin typeface="Calibri"/>
              </a:defRPr>
            </a:pPr>
            <a:r>
              <a:rPr>
                <a:solidFill>
                  <a:schemeClr val="tx1">
                    <a:lumMod val="95000"/>
                  </a:schemeClr>
                </a:solidFill>
              </a:rPr>
              <a:t>{{guideline_7}}</a:t>
            </a:r>
          </a:p>
        </p:txBody>
      </p:sp>
      <p:sp>
        <p:nvSpPr>
          <p:cNvPr id="54" name="TextBox 53">
            <a:extLst>
              <a:ext uri="{FF2B5EF4-FFF2-40B4-BE49-F238E27FC236}">
                <a16:creationId xmlns:a16="http://schemas.microsoft.com/office/drawing/2014/main" id="{B3C0DA2B-1CB5-B9E8-3D3F-9781D1AF20E4}"/>
              </a:ext>
            </a:extLst>
          </p:cNvPr>
          <p:cNvSpPr txBox="1"/>
          <p:nvPr userDrawn="1"/>
        </p:nvSpPr>
        <p:spPr>
          <a:xfrm>
            <a:off x="3273552" y="4645152"/>
            <a:ext cx="1225296" cy="23083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defRPr sz="900" b="0">
                <a:solidFill>
                  <a:srgbClr val="0F172A"/>
                </a:solidFill>
                <a:latin typeface="Calibri"/>
              </a:defRPr>
            </a:pPr>
            <a:r>
              <a:rPr>
                <a:solidFill>
                  <a:schemeClr val="tx1">
                    <a:lumMod val="95000"/>
                  </a:schemeClr>
                </a:solidFill>
              </a:rPr>
              <a:t>{{line_7}}</a:t>
            </a:r>
          </a:p>
        </p:txBody>
      </p:sp>
      <p:sp>
        <p:nvSpPr>
          <p:cNvPr id="55" name="TextBox 54">
            <a:extLst>
              <a:ext uri="{FF2B5EF4-FFF2-40B4-BE49-F238E27FC236}">
                <a16:creationId xmlns:a16="http://schemas.microsoft.com/office/drawing/2014/main" id="{EB82052B-ABD5-D483-6457-662BC566B923}"/>
              </a:ext>
            </a:extLst>
          </p:cNvPr>
          <p:cNvSpPr txBox="1"/>
          <p:nvPr userDrawn="1"/>
        </p:nvSpPr>
        <p:spPr>
          <a:xfrm>
            <a:off x="4645152" y="4645152"/>
            <a:ext cx="1225296" cy="23083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defRPr sz="900" b="0">
                <a:solidFill>
                  <a:srgbClr val="0F172A"/>
                </a:solidFill>
                <a:latin typeface="Calibri"/>
              </a:defRPr>
            </a:pPr>
            <a:r>
              <a:rPr>
                <a:solidFill>
                  <a:schemeClr val="tx1">
                    <a:lumMod val="95000"/>
                  </a:schemeClr>
                </a:solidFill>
              </a:rPr>
              <a:t>{{status_7}}</a:t>
            </a:r>
          </a:p>
        </p:txBody>
      </p:sp>
      <p:sp>
        <p:nvSpPr>
          <p:cNvPr id="56" name="TextBox 55">
            <a:extLst>
              <a:ext uri="{FF2B5EF4-FFF2-40B4-BE49-F238E27FC236}">
                <a16:creationId xmlns:a16="http://schemas.microsoft.com/office/drawing/2014/main" id="{6585F228-8C53-4080-9026-11D8AE89DC4F}"/>
              </a:ext>
            </a:extLst>
          </p:cNvPr>
          <p:cNvSpPr txBox="1"/>
          <p:nvPr userDrawn="1"/>
        </p:nvSpPr>
        <p:spPr>
          <a:xfrm>
            <a:off x="6016752" y="4645152"/>
            <a:ext cx="3054096" cy="23083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defRPr sz="900" b="0">
                <a:solidFill>
                  <a:srgbClr val="0F172A"/>
                </a:solidFill>
                <a:latin typeface="Calibri"/>
              </a:defRPr>
            </a:pPr>
            <a:r>
              <a:rPr>
                <a:solidFill>
                  <a:schemeClr val="tx1">
                    <a:lumMod val="95000"/>
                  </a:schemeClr>
                </a:solidFill>
              </a:rPr>
              <a:t>{{recommendation_7}}</a:t>
            </a:r>
          </a:p>
        </p:txBody>
      </p:sp>
      <p:sp>
        <p:nvSpPr>
          <p:cNvPr id="57" name="TextBox 56">
            <a:extLst>
              <a:ext uri="{FF2B5EF4-FFF2-40B4-BE49-F238E27FC236}">
                <a16:creationId xmlns:a16="http://schemas.microsoft.com/office/drawing/2014/main" id="{7DB8AA56-FA2F-8ECD-B2F3-7B8000360FCA}"/>
              </a:ext>
            </a:extLst>
          </p:cNvPr>
          <p:cNvSpPr txBox="1"/>
          <p:nvPr userDrawn="1"/>
        </p:nvSpPr>
        <p:spPr>
          <a:xfrm>
            <a:off x="9217152" y="4645152"/>
            <a:ext cx="2898648" cy="23083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defRPr sz="900" b="0">
                <a:solidFill>
                  <a:srgbClr val="94A3B8"/>
                </a:solidFill>
                <a:latin typeface="Calibri"/>
              </a:defRPr>
            </a:pPr>
            <a:r>
              <a:rPr>
                <a:solidFill>
                  <a:schemeClr val="tx1">
                    <a:lumMod val="95000"/>
                  </a:schemeClr>
                </a:solidFill>
              </a:rPr>
              <a:t>{{source_7}}</a:t>
            </a:r>
          </a:p>
        </p:txBody>
      </p:sp>
      <p:sp>
        <p:nvSpPr>
          <p:cNvPr id="58" name="Rectangle 57">
            <a:extLst>
              <a:ext uri="{FF2B5EF4-FFF2-40B4-BE49-F238E27FC236}">
                <a16:creationId xmlns:a16="http://schemas.microsoft.com/office/drawing/2014/main" id="{E913180E-8FE5-6AAF-3150-E4780EBD90E9}"/>
              </a:ext>
            </a:extLst>
          </p:cNvPr>
          <p:cNvSpPr/>
          <p:nvPr userDrawn="1"/>
        </p:nvSpPr>
        <p:spPr>
          <a:xfrm>
            <a:off x="457200" y="5074920"/>
            <a:ext cx="11274552" cy="502920"/>
          </a:xfrm>
          <a:prstGeom prst="rect">
            <a:avLst/>
          </a:prstGeom>
          <a:solidFill>
            <a:schemeClr val="accent4">
              <a:lumMod val="50000"/>
            </a:schemeClr>
          </a:solidFill>
          <a:ln w="6350"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59" name="TextBox 58">
            <a:extLst>
              <a:ext uri="{FF2B5EF4-FFF2-40B4-BE49-F238E27FC236}">
                <a16:creationId xmlns:a16="http://schemas.microsoft.com/office/drawing/2014/main" id="{8E312AAF-27F1-FD5C-C64C-F75C0402964F}"/>
              </a:ext>
            </a:extLst>
          </p:cNvPr>
          <p:cNvSpPr txBox="1"/>
          <p:nvPr userDrawn="1"/>
        </p:nvSpPr>
        <p:spPr>
          <a:xfrm>
            <a:off x="530352" y="5148072"/>
            <a:ext cx="2596896" cy="23083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defRPr sz="900" b="0">
                <a:solidFill>
                  <a:srgbClr val="0F172A"/>
                </a:solidFill>
                <a:latin typeface="Calibri"/>
              </a:defRPr>
            </a:pPr>
            <a:r>
              <a:rPr>
                <a:solidFill>
                  <a:schemeClr val="tx1">
                    <a:lumMod val="95000"/>
                  </a:schemeClr>
                </a:solidFill>
              </a:rPr>
              <a:t>{{guideline_8}}</a:t>
            </a:r>
          </a:p>
        </p:txBody>
      </p:sp>
      <p:sp>
        <p:nvSpPr>
          <p:cNvPr id="60" name="TextBox 59">
            <a:extLst>
              <a:ext uri="{FF2B5EF4-FFF2-40B4-BE49-F238E27FC236}">
                <a16:creationId xmlns:a16="http://schemas.microsoft.com/office/drawing/2014/main" id="{98984194-D158-550F-8B4C-19DE2418B8D8}"/>
              </a:ext>
            </a:extLst>
          </p:cNvPr>
          <p:cNvSpPr txBox="1"/>
          <p:nvPr userDrawn="1"/>
        </p:nvSpPr>
        <p:spPr>
          <a:xfrm>
            <a:off x="3273552" y="5148072"/>
            <a:ext cx="1225296" cy="23083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defRPr sz="900" b="0">
                <a:solidFill>
                  <a:srgbClr val="0F172A"/>
                </a:solidFill>
                <a:latin typeface="Calibri"/>
              </a:defRPr>
            </a:pPr>
            <a:r>
              <a:rPr>
                <a:solidFill>
                  <a:schemeClr val="tx1">
                    <a:lumMod val="95000"/>
                  </a:schemeClr>
                </a:solidFill>
              </a:rPr>
              <a:t>{{line_8}}</a:t>
            </a:r>
          </a:p>
        </p:txBody>
      </p:sp>
      <p:sp>
        <p:nvSpPr>
          <p:cNvPr id="61" name="TextBox 60">
            <a:extLst>
              <a:ext uri="{FF2B5EF4-FFF2-40B4-BE49-F238E27FC236}">
                <a16:creationId xmlns:a16="http://schemas.microsoft.com/office/drawing/2014/main" id="{E3C409E8-D530-F8E3-30D7-A6DF30654C9B}"/>
              </a:ext>
            </a:extLst>
          </p:cNvPr>
          <p:cNvSpPr txBox="1"/>
          <p:nvPr userDrawn="1"/>
        </p:nvSpPr>
        <p:spPr>
          <a:xfrm>
            <a:off x="4645152" y="5148072"/>
            <a:ext cx="1225296" cy="23083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defRPr sz="900" b="0">
                <a:solidFill>
                  <a:srgbClr val="0F172A"/>
                </a:solidFill>
                <a:latin typeface="Calibri"/>
              </a:defRPr>
            </a:pPr>
            <a:r>
              <a:rPr>
                <a:solidFill>
                  <a:schemeClr val="tx1">
                    <a:lumMod val="95000"/>
                  </a:schemeClr>
                </a:solidFill>
              </a:rPr>
              <a:t>{{status_8}}</a:t>
            </a:r>
          </a:p>
        </p:txBody>
      </p:sp>
      <p:sp>
        <p:nvSpPr>
          <p:cNvPr id="62" name="TextBox 61">
            <a:extLst>
              <a:ext uri="{FF2B5EF4-FFF2-40B4-BE49-F238E27FC236}">
                <a16:creationId xmlns:a16="http://schemas.microsoft.com/office/drawing/2014/main" id="{052803D9-05AE-FA36-54F9-37E11352D382}"/>
              </a:ext>
            </a:extLst>
          </p:cNvPr>
          <p:cNvSpPr txBox="1"/>
          <p:nvPr userDrawn="1"/>
        </p:nvSpPr>
        <p:spPr>
          <a:xfrm>
            <a:off x="6016752" y="5148072"/>
            <a:ext cx="3054096" cy="23083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defRPr sz="900" b="0">
                <a:solidFill>
                  <a:srgbClr val="0F172A"/>
                </a:solidFill>
                <a:latin typeface="Calibri"/>
              </a:defRPr>
            </a:pPr>
            <a:r>
              <a:rPr>
                <a:solidFill>
                  <a:schemeClr val="tx1">
                    <a:lumMod val="95000"/>
                  </a:schemeClr>
                </a:solidFill>
              </a:rPr>
              <a:t>{{recommendation_8}}</a:t>
            </a:r>
          </a:p>
        </p:txBody>
      </p:sp>
      <p:sp>
        <p:nvSpPr>
          <p:cNvPr id="63" name="TextBox 62">
            <a:extLst>
              <a:ext uri="{FF2B5EF4-FFF2-40B4-BE49-F238E27FC236}">
                <a16:creationId xmlns:a16="http://schemas.microsoft.com/office/drawing/2014/main" id="{57699D31-4639-6F3C-0B24-8AF59F0766C1}"/>
              </a:ext>
            </a:extLst>
          </p:cNvPr>
          <p:cNvSpPr txBox="1"/>
          <p:nvPr userDrawn="1"/>
        </p:nvSpPr>
        <p:spPr>
          <a:xfrm>
            <a:off x="9217152" y="5148072"/>
            <a:ext cx="2898648" cy="23083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defRPr sz="900" b="0">
                <a:solidFill>
                  <a:srgbClr val="94A3B8"/>
                </a:solidFill>
                <a:latin typeface="Calibri"/>
              </a:defRPr>
            </a:pPr>
            <a:r>
              <a:rPr dirty="0">
                <a:solidFill>
                  <a:schemeClr val="tx1">
                    <a:lumMod val="95000"/>
                  </a:schemeClr>
                </a:solidFill>
              </a:rPr>
              <a:t>{{source_8}}</a:t>
            </a:r>
          </a:p>
        </p:txBody>
      </p:sp>
      <p:sp>
        <p:nvSpPr>
          <p:cNvPr id="64" name="TextBox 63">
            <a:extLst>
              <a:ext uri="{FF2B5EF4-FFF2-40B4-BE49-F238E27FC236}">
                <a16:creationId xmlns:a16="http://schemas.microsoft.com/office/drawing/2014/main" id="{07D1995F-5FA4-ABFC-204D-18A6A66ABC04}"/>
              </a:ext>
            </a:extLst>
          </p:cNvPr>
          <p:cNvSpPr txBox="1"/>
          <p:nvPr userDrawn="1"/>
        </p:nvSpPr>
        <p:spPr>
          <a:xfrm>
            <a:off x="457200" y="5760720"/>
            <a:ext cx="11274552" cy="246221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defRPr sz="1000" b="0">
                <a:solidFill>
                  <a:srgbClr val="475569"/>
                </a:solidFill>
                <a:latin typeface="Calibri"/>
              </a:defRPr>
            </a:pPr>
            <a:r>
              <a:rPr dirty="0">
                <a:solidFill>
                  <a:schemeClr val="tx1">
                    <a:lumMod val="75000"/>
                  </a:schemeClr>
                </a:solidFill>
              </a:rPr>
              <a:t>{{</a:t>
            </a:r>
            <a:r>
              <a:rPr dirty="0" err="1">
                <a:solidFill>
                  <a:schemeClr val="tx1">
                    <a:lumMod val="75000"/>
                  </a:schemeClr>
                </a:solidFill>
              </a:rPr>
              <a:t>key_message</a:t>
            </a:r>
            <a:r>
              <a:rPr dirty="0">
                <a:solidFill>
                  <a:schemeClr val="tx1">
                    <a:lumMod val="75000"/>
                  </a:schemeClr>
                </a:solidFill>
              </a:rPr>
              <a:t>}}</a:t>
            </a:r>
          </a:p>
        </p:txBody>
      </p:sp>
      <p:sp>
        <p:nvSpPr>
          <p:cNvPr id="65" name="TextBox 64">
            <a:extLst>
              <a:ext uri="{FF2B5EF4-FFF2-40B4-BE49-F238E27FC236}">
                <a16:creationId xmlns:a16="http://schemas.microsoft.com/office/drawing/2014/main" id="{B2E8D4C4-1312-BD36-754E-935CEFA52116}"/>
              </a:ext>
            </a:extLst>
          </p:cNvPr>
          <p:cNvSpPr txBox="1"/>
          <p:nvPr userDrawn="1"/>
        </p:nvSpPr>
        <p:spPr>
          <a:xfrm>
            <a:off x="1600200" y="137160"/>
            <a:ext cx="1737360" cy="23083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900" b="1">
                <a:solidFill>
                  <a:srgbClr val="FFFFFF"/>
                </a:solidFill>
                <a:latin typeface="Calibri"/>
              </a:defRPr>
            </a:pPr>
            <a:r>
              <a:rPr dirty="0">
                <a:solidFill>
                  <a:schemeClr val="bg1">
                    <a:lumMod val="50000"/>
                    <a:lumOff val="50000"/>
                  </a:schemeClr>
                </a:solidFill>
              </a:rPr>
              <a:t>GUIDELINES</a:t>
            </a:r>
          </a:p>
        </p:txBody>
      </p:sp>
      <p:sp>
        <p:nvSpPr>
          <p:cNvPr id="66" name="TextBox 65">
            <a:extLst>
              <a:ext uri="{FF2B5EF4-FFF2-40B4-BE49-F238E27FC236}">
                <a16:creationId xmlns:a16="http://schemas.microsoft.com/office/drawing/2014/main" id="{0B894FBB-E974-F65B-BB59-582463105B80}"/>
              </a:ext>
            </a:extLst>
          </p:cNvPr>
          <p:cNvSpPr txBox="1"/>
          <p:nvPr userDrawn="1"/>
        </p:nvSpPr>
        <p:spPr>
          <a:xfrm>
            <a:off x="3566160" y="109728"/>
            <a:ext cx="4572000" cy="276999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defRPr sz="1200" b="0">
                <a:solidFill>
                  <a:srgbClr val="CBD5E1"/>
                </a:solidFill>
                <a:latin typeface="Calibri"/>
              </a:defRPr>
            </a:pPr>
            <a:r>
              <a:rPr>
                <a:solidFill>
                  <a:schemeClr val="bg1">
                    <a:lumMod val="50000"/>
                    <a:lumOff val="50000"/>
                  </a:schemeClr>
                </a:solidFill>
              </a:rPr>
              <a:t>{{drug_label}}</a:t>
            </a:r>
          </a:p>
        </p:txBody>
      </p:sp>
    </p:spTree>
    <p:extLst>
      <p:ext uri="{BB962C8B-B14F-4D97-AF65-F5344CB8AC3E}">
        <p14:creationId xmlns:p14="http://schemas.microsoft.com/office/powerpoint/2010/main" val="1596136303"/>
      </p:ext>
    </p:extLst>
  </p:cSld>
  <p:clrMapOvr>
    <a:masterClrMapping/>
  </p:clrMapOvr>
</p:sldLayout>
</file>

<file path=ppt/slideLayouts/slideLayout4.xml><?xml version="1.0" encoding="utf-8"?>
<p:sldLayout xmlns:a="http://schemas.openxmlformats.org/drawingml/2006/main" xmlns:r="http://schemas.openxmlformats.org/officeDocument/2006/relationships" xmlns:p="http://schemas.openxmlformats.org/presentationml/2006/main" preserve="1" userDrawn="1">
  <p:cSld name="SWOT_LINES_dark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7" name="Rounded Rectangle 13">
            <a:extLst>
              <a:ext uri="{FF2B5EF4-FFF2-40B4-BE49-F238E27FC236}">
                <a16:creationId xmlns:a16="http://schemas.microsoft.com/office/drawing/2014/main" id="{E7CA2A23-C1D6-19C9-B386-4CC57FF6DE3B}"/>
              </a:ext>
            </a:extLst>
          </p:cNvPr>
          <p:cNvSpPr/>
          <p:nvPr userDrawn="1"/>
        </p:nvSpPr>
        <p:spPr>
          <a:xfrm>
            <a:off x="166180" y="658368"/>
            <a:ext cx="11859768" cy="1405890"/>
          </a:xfrm>
          <a:prstGeom prst="roundRect">
            <a:avLst/>
          </a:prstGeom>
          <a:solidFill>
            <a:srgbClr val="ECFDF5"/>
          </a:solidFill>
          <a:ln w="12700">
            <a:solidFill>
              <a:srgbClr val="D1FAE5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9" name="Oval 8">
            <a:extLst>
              <a:ext uri="{FF2B5EF4-FFF2-40B4-BE49-F238E27FC236}">
                <a16:creationId xmlns:a16="http://schemas.microsoft.com/office/drawing/2014/main" id="{262BA00E-5CA0-8EB9-B5F7-04A28350D7F0}"/>
              </a:ext>
            </a:extLst>
          </p:cNvPr>
          <p:cNvSpPr/>
          <p:nvPr userDrawn="1"/>
        </p:nvSpPr>
        <p:spPr>
          <a:xfrm>
            <a:off x="330772" y="749808"/>
            <a:ext cx="310896" cy="310896"/>
          </a:xfrm>
          <a:prstGeom prst="ellipse">
            <a:avLst/>
          </a:prstGeom>
          <a:solidFill>
            <a:srgbClr val="10B981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10" name="TextBox 9">
            <a:extLst>
              <a:ext uri="{FF2B5EF4-FFF2-40B4-BE49-F238E27FC236}">
                <a16:creationId xmlns:a16="http://schemas.microsoft.com/office/drawing/2014/main" id="{5812EECF-C655-AC55-FA22-4669EFD50164}"/>
              </a:ext>
            </a:extLst>
          </p:cNvPr>
          <p:cNvSpPr txBox="1"/>
          <p:nvPr userDrawn="1"/>
        </p:nvSpPr>
        <p:spPr>
          <a:xfrm>
            <a:off x="330772" y="738600"/>
            <a:ext cx="310896" cy="338554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1600" b="1" i="0">
                <a:solidFill>
                  <a:srgbClr val="FFFFFF"/>
                </a:solidFill>
                <a:latin typeface="Arial"/>
              </a:defRPr>
            </a:pPr>
            <a:r>
              <a:rPr sz="1600" dirty="0"/>
              <a:t>S</a:t>
            </a:r>
          </a:p>
        </p:txBody>
      </p:sp>
      <p:sp>
        <p:nvSpPr>
          <p:cNvPr id="11" name="TextBox 10">
            <a:extLst>
              <a:ext uri="{FF2B5EF4-FFF2-40B4-BE49-F238E27FC236}">
                <a16:creationId xmlns:a16="http://schemas.microsoft.com/office/drawing/2014/main" id="{ED0B93EF-9CFA-6CB4-5ADE-0B00E7672268}"/>
              </a:ext>
            </a:extLst>
          </p:cNvPr>
          <p:cNvSpPr txBox="1"/>
          <p:nvPr userDrawn="1"/>
        </p:nvSpPr>
        <p:spPr>
          <a:xfrm>
            <a:off x="733108" y="768096"/>
            <a:ext cx="1280160" cy="26161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defRPr sz="1100" b="1" i="0">
                <a:solidFill>
                  <a:srgbClr val="10B981"/>
                </a:solidFill>
                <a:latin typeface="Arial"/>
              </a:defRPr>
            </a:pPr>
            <a:r>
              <a:rPr sz="1100"/>
              <a:t>STRENGTHS</a:t>
            </a:r>
          </a:p>
        </p:txBody>
      </p:sp>
      <p:sp>
        <p:nvSpPr>
          <p:cNvPr id="12" name="TextBox 11">
            <a:extLst>
              <a:ext uri="{FF2B5EF4-FFF2-40B4-BE49-F238E27FC236}">
                <a16:creationId xmlns:a16="http://schemas.microsoft.com/office/drawing/2014/main" id="{76607CD1-8CD7-840C-C410-EF57A9524E74}"/>
              </a:ext>
            </a:extLst>
          </p:cNvPr>
          <p:cNvSpPr txBox="1"/>
          <p:nvPr userDrawn="1"/>
        </p:nvSpPr>
        <p:spPr>
          <a:xfrm>
            <a:off x="2196148" y="749808"/>
            <a:ext cx="109728" cy="215444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defRPr sz="800" b="0" i="0">
                <a:solidFill>
                  <a:srgbClr val="10B981"/>
                </a:solidFill>
                <a:latin typeface="Arial"/>
              </a:defRPr>
            </a:pPr>
            <a:r>
              <a:rPr sz="800"/>
              <a:t>•</a:t>
            </a:r>
          </a:p>
        </p:txBody>
      </p:sp>
      <p:sp>
        <p:nvSpPr>
          <p:cNvPr id="13" name="TextBox 12">
            <a:extLst>
              <a:ext uri="{FF2B5EF4-FFF2-40B4-BE49-F238E27FC236}">
                <a16:creationId xmlns:a16="http://schemas.microsoft.com/office/drawing/2014/main" id="{F6114DBD-8B13-27F9-AD0B-0BB3400BD1A2}"/>
              </a:ext>
            </a:extLst>
          </p:cNvPr>
          <p:cNvSpPr txBox="1"/>
          <p:nvPr userDrawn="1"/>
        </p:nvSpPr>
        <p:spPr>
          <a:xfrm>
            <a:off x="2342452" y="749809"/>
            <a:ext cx="4572000" cy="246221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defRPr sz="850" b="0" i="0">
                <a:solidFill>
                  <a:srgbClr val="0F172A"/>
                </a:solidFill>
                <a:latin typeface="Arial"/>
              </a:defRPr>
            </a:pPr>
            <a:r>
              <a:rPr sz="1000"/>
              <a:t>{{strength_1}}</a:t>
            </a:r>
          </a:p>
        </p:txBody>
      </p:sp>
      <p:sp>
        <p:nvSpPr>
          <p:cNvPr id="14" name="TextBox 13">
            <a:extLst>
              <a:ext uri="{FF2B5EF4-FFF2-40B4-BE49-F238E27FC236}">
                <a16:creationId xmlns:a16="http://schemas.microsoft.com/office/drawing/2014/main" id="{295E868F-36F5-000E-EFD0-B687C9FD1283}"/>
              </a:ext>
            </a:extLst>
          </p:cNvPr>
          <p:cNvSpPr txBox="1"/>
          <p:nvPr userDrawn="1"/>
        </p:nvSpPr>
        <p:spPr>
          <a:xfrm>
            <a:off x="2196148" y="987552"/>
            <a:ext cx="109728" cy="215444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defRPr sz="800" b="0" i="0">
                <a:solidFill>
                  <a:srgbClr val="10B981"/>
                </a:solidFill>
                <a:latin typeface="Arial"/>
              </a:defRPr>
            </a:pPr>
            <a:r>
              <a:rPr sz="800"/>
              <a:t>•</a:t>
            </a:r>
          </a:p>
        </p:txBody>
      </p:sp>
      <p:sp>
        <p:nvSpPr>
          <p:cNvPr id="15" name="TextBox 14">
            <a:extLst>
              <a:ext uri="{FF2B5EF4-FFF2-40B4-BE49-F238E27FC236}">
                <a16:creationId xmlns:a16="http://schemas.microsoft.com/office/drawing/2014/main" id="{953B408D-EED7-2091-F5F4-665972739202}"/>
              </a:ext>
            </a:extLst>
          </p:cNvPr>
          <p:cNvSpPr txBox="1"/>
          <p:nvPr userDrawn="1"/>
        </p:nvSpPr>
        <p:spPr>
          <a:xfrm>
            <a:off x="2342452" y="987553"/>
            <a:ext cx="4572000" cy="246221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defRPr sz="850" b="0" i="0">
                <a:solidFill>
                  <a:srgbClr val="0F172A"/>
                </a:solidFill>
                <a:latin typeface="Arial"/>
              </a:defRPr>
            </a:pPr>
            <a:r>
              <a:rPr sz="1000"/>
              <a:t>{{strength_2}}</a:t>
            </a:r>
          </a:p>
        </p:txBody>
      </p:sp>
      <p:sp>
        <p:nvSpPr>
          <p:cNvPr id="16" name="TextBox 15">
            <a:extLst>
              <a:ext uri="{FF2B5EF4-FFF2-40B4-BE49-F238E27FC236}">
                <a16:creationId xmlns:a16="http://schemas.microsoft.com/office/drawing/2014/main" id="{66671225-4E9A-40AB-C1C2-722134B40637}"/>
              </a:ext>
            </a:extLst>
          </p:cNvPr>
          <p:cNvSpPr txBox="1"/>
          <p:nvPr userDrawn="1"/>
        </p:nvSpPr>
        <p:spPr>
          <a:xfrm>
            <a:off x="2196148" y="1225295"/>
            <a:ext cx="109728" cy="215444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defRPr sz="800" b="0" i="0">
                <a:solidFill>
                  <a:srgbClr val="10B981"/>
                </a:solidFill>
                <a:latin typeface="Arial"/>
              </a:defRPr>
            </a:pPr>
            <a:r>
              <a:rPr sz="800"/>
              <a:t>•</a:t>
            </a:r>
          </a:p>
        </p:txBody>
      </p:sp>
      <p:sp>
        <p:nvSpPr>
          <p:cNvPr id="17" name="TextBox 16">
            <a:extLst>
              <a:ext uri="{FF2B5EF4-FFF2-40B4-BE49-F238E27FC236}">
                <a16:creationId xmlns:a16="http://schemas.microsoft.com/office/drawing/2014/main" id="{6CB86951-0D85-6A53-549F-0A184E9EDF69}"/>
              </a:ext>
            </a:extLst>
          </p:cNvPr>
          <p:cNvSpPr txBox="1"/>
          <p:nvPr userDrawn="1"/>
        </p:nvSpPr>
        <p:spPr>
          <a:xfrm>
            <a:off x="2342452" y="1225296"/>
            <a:ext cx="4572000" cy="246221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defRPr sz="850" b="0" i="0">
                <a:solidFill>
                  <a:srgbClr val="0F172A"/>
                </a:solidFill>
                <a:latin typeface="Arial"/>
              </a:defRPr>
            </a:pPr>
            <a:r>
              <a:rPr sz="1000" dirty="0"/>
              <a:t>{{strength_3}}</a:t>
            </a:r>
          </a:p>
        </p:txBody>
      </p:sp>
      <p:sp>
        <p:nvSpPr>
          <p:cNvPr id="18" name="TextBox 17">
            <a:extLst>
              <a:ext uri="{FF2B5EF4-FFF2-40B4-BE49-F238E27FC236}">
                <a16:creationId xmlns:a16="http://schemas.microsoft.com/office/drawing/2014/main" id="{21593775-38F4-8147-5BAA-69C64583D725}"/>
              </a:ext>
            </a:extLst>
          </p:cNvPr>
          <p:cNvSpPr txBox="1"/>
          <p:nvPr userDrawn="1"/>
        </p:nvSpPr>
        <p:spPr>
          <a:xfrm>
            <a:off x="7133908" y="749808"/>
            <a:ext cx="109728" cy="215444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defRPr sz="800" b="0" i="0">
                <a:solidFill>
                  <a:srgbClr val="10B981"/>
                </a:solidFill>
                <a:latin typeface="Arial"/>
              </a:defRPr>
            </a:pPr>
            <a:r>
              <a:rPr sz="800"/>
              <a:t>•</a:t>
            </a:r>
          </a:p>
        </p:txBody>
      </p:sp>
      <p:sp>
        <p:nvSpPr>
          <p:cNvPr id="19" name="TextBox 18">
            <a:extLst>
              <a:ext uri="{FF2B5EF4-FFF2-40B4-BE49-F238E27FC236}">
                <a16:creationId xmlns:a16="http://schemas.microsoft.com/office/drawing/2014/main" id="{1822AA7E-68E0-14DE-1922-1467DF643D57}"/>
              </a:ext>
            </a:extLst>
          </p:cNvPr>
          <p:cNvSpPr txBox="1"/>
          <p:nvPr userDrawn="1"/>
        </p:nvSpPr>
        <p:spPr>
          <a:xfrm>
            <a:off x="7280212" y="749809"/>
            <a:ext cx="4572000" cy="246221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defRPr sz="850" b="0" i="0">
                <a:solidFill>
                  <a:srgbClr val="0F172A"/>
                </a:solidFill>
                <a:latin typeface="Arial"/>
              </a:defRPr>
            </a:pPr>
            <a:r>
              <a:rPr sz="1000"/>
              <a:t>{{strength_4}}</a:t>
            </a:r>
          </a:p>
        </p:txBody>
      </p:sp>
      <p:sp>
        <p:nvSpPr>
          <p:cNvPr id="20" name="TextBox 19">
            <a:extLst>
              <a:ext uri="{FF2B5EF4-FFF2-40B4-BE49-F238E27FC236}">
                <a16:creationId xmlns:a16="http://schemas.microsoft.com/office/drawing/2014/main" id="{04A1FAF9-120E-744C-DCC5-092D5EA788FD}"/>
              </a:ext>
            </a:extLst>
          </p:cNvPr>
          <p:cNvSpPr txBox="1"/>
          <p:nvPr userDrawn="1"/>
        </p:nvSpPr>
        <p:spPr>
          <a:xfrm>
            <a:off x="7133908" y="987552"/>
            <a:ext cx="109728" cy="215444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defRPr sz="800" b="0" i="0">
                <a:solidFill>
                  <a:srgbClr val="10B981"/>
                </a:solidFill>
                <a:latin typeface="Arial"/>
              </a:defRPr>
            </a:pPr>
            <a:r>
              <a:rPr sz="800"/>
              <a:t>•</a:t>
            </a:r>
          </a:p>
        </p:txBody>
      </p:sp>
      <p:sp>
        <p:nvSpPr>
          <p:cNvPr id="21" name="TextBox 20">
            <a:extLst>
              <a:ext uri="{FF2B5EF4-FFF2-40B4-BE49-F238E27FC236}">
                <a16:creationId xmlns:a16="http://schemas.microsoft.com/office/drawing/2014/main" id="{BB093ED4-4F25-A812-E86C-CD8D4D46C0CC}"/>
              </a:ext>
            </a:extLst>
          </p:cNvPr>
          <p:cNvSpPr txBox="1"/>
          <p:nvPr userDrawn="1"/>
        </p:nvSpPr>
        <p:spPr>
          <a:xfrm>
            <a:off x="7280212" y="987553"/>
            <a:ext cx="4572000" cy="246221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defRPr sz="850" b="0" i="0">
                <a:solidFill>
                  <a:srgbClr val="0F172A"/>
                </a:solidFill>
                <a:latin typeface="Arial"/>
              </a:defRPr>
            </a:pPr>
            <a:r>
              <a:rPr sz="1000"/>
              <a:t>{{strength_5}}</a:t>
            </a:r>
          </a:p>
        </p:txBody>
      </p:sp>
      <p:sp>
        <p:nvSpPr>
          <p:cNvPr id="22" name="Rounded Rectangle 28">
            <a:extLst>
              <a:ext uri="{FF2B5EF4-FFF2-40B4-BE49-F238E27FC236}">
                <a16:creationId xmlns:a16="http://schemas.microsoft.com/office/drawing/2014/main" id="{54C5D95F-9CA5-9E9E-ABBF-7039A7FB83EF}"/>
              </a:ext>
            </a:extLst>
          </p:cNvPr>
          <p:cNvSpPr/>
          <p:nvPr userDrawn="1"/>
        </p:nvSpPr>
        <p:spPr>
          <a:xfrm>
            <a:off x="166180" y="2155698"/>
            <a:ext cx="11859768" cy="1405890"/>
          </a:xfrm>
          <a:prstGeom prst="roundRect">
            <a:avLst/>
          </a:prstGeom>
          <a:solidFill>
            <a:srgbClr val="FEF2F2"/>
          </a:solidFill>
          <a:ln w="12700">
            <a:solidFill>
              <a:srgbClr val="FECACA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24" name="Oval 23">
            <a:extLst>
              <a:ext uri="{FF2B5EF4-FFF2-40B4-BE49-F238E27FC236}">
                <a16:creationId xmlns:a16="http://schemas.microsoft.com/office/drawing/2014/main" id="{976BCD26-7606-95EC-C8EC-9C906A9D1696}"/>
              </a:ext>
            </a:extLst>
          </p:cNvPr>
          <p:cNvSpPr/>
          <p:nvPr userDrawn="1"/>
        </p:nvSpPr>
        <p:spPr>
          <a:xfrm>
            <a:off x="330772" y="2247138"/>
            <a:ext cx="310896" cy="310896"/>
          </a:xfrm>
          <a:prstGeom prst="ellipse">
            <a:avLst/>
          </a:prstGeom>
          <a:solidFill>
            <a:srgbClr val="EF4444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25" name="TextBox 24">
            <a:extLst>
              <a:ext uri="{FF2B5EF4-FFF2-40B4-BE49-F238E27FC236}">
                <a16:creationId xmlns:a16="http://schemas.microsoft.com/office/drawing/2014/main" id="{ABD47B0B-4791-53BE-8F72-2FB3095F5A62}"/>
              </a:ext>
            </a:extLst>
          </p:cNvPr>
          <p:cNvSpPr txBox="1"/>
          <p:nvPr userDrawn="1"/>
        </p:nvSpPr>
        <p:spPr>
          <a:xfrm>
            <a:off x="330772" y="2235930"/>
            <a:ext cx="310896" cy="338554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1600" b="1" i="0">
                <a:solidFill>
                  <a:srgbClr val="FFFFFF"/>
                </a:solidFill>
                <a:latin typeface="Arial"/>
              </a:defRPr>
            </a:pPr>
            <a:r>
              <a:rPr sz="1600"/>
              <a:t>W</a:t>
            </a:r>
          </a:p>
        </p:txBody>
      </p:sp>
      <p:sp>
        <p:nvSpPr>
          <p:cNvPr id="26" name="TextBox 25">
            <a:extLst>
              <a:ext uri="{FF2B5EF4-FFF2-40B4-BE49-F238E27FC236}">
                <a16:creationId xmlns:a16="http://schemas.microsoft.com/office/drawing/2014/main" id="{F3B611FE-9132-FD6E-3430-8112ED822833}"/>
              </a:ext>
            </a:extLst>
          </p:cNvPr>
          <p:cNvSpPr txBox="1"/>
          <p:nvPr userDrawn="1"/>
        </p:nvSpPr>
        <p:spPr>
          <a:xfrm>
            <a:off x="733108" y="2265426"/>
            <a:ext cx="1280160" cy="26161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defRPr sz="1100" b="1" i="0">
                <a:solidFill>
                  <a:srgbClr val="EF4444"/>
                </a:solidFill>
                <a:latin typeface="Arial"/>
              </a:defRPr>
            </a:pPr>
            <a:r>
              <a:rPr sz="1100" dirty="0"/>
              <a:t>WEAKNESSES</a:t>
            </a:r>
          </a:p>
        </p:txBody>
      </p:sp>
      <p:sp>
        <p:nvSpPr>
          <p:cNvPr id="27" name="TextBox 26">
            <a:extLst>
              <a:ext uri="{FF2B5EF4-FFF2-40B4-BE49-F238E27FC236}">
                <a16:creationId xmlns:a16="http://schemas.microsoft.com/office/drawing/2014/main" id="{B6660024-FA66-8ACF-3FEF-25865BE541AE}"/>
              </a:ext>
            </a:extLst>
          </p:cNvPr>
          <p:cNvSpPr txBox="1"/>
          <p:nvPr userDrawn="1"/>
        </p:nvSpPr>
        <p:spPr>
          <a:xfrm>
            <a:off x="2196148" y="2247138"/>
            <a:ext cx="109728" cy="215444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defRPr sz="800" b="0" i="0">
                <a:solidFill>
                  <a:srgbClr val="EF4444"/>
                </a:solidFill>
                <a:latin typeface="Arial"/>
              </a:defRPr>
            </a:pPr>
            <a:r>
              <a:rPr sz="800"/>
              <a:t>•</a:t>
            </a:r>
          </a:p>
        </p:txBody>
      </p:sp>
      <p:sp>
        <p:nvSpPr>
          <p:cNvPr id="28" name="TextBox 27">
            <a:extLst>
              <a:ext uri="{FF2B5EF4-FFF2-40B4-BE49-F238E27FC236}">
                <a16:creationId xmlns:a16="http://schemas.microsoft.com/office/drawing/2014/main" id="{E8A08EC2-74D8-4568-B9AD-4443A29B35B7}"/>
              </a:ext>
            </a:extLst>
          </p:cNvPr>
          <p:cNvSpPr txBox="1"/>
          <p:nvPr userDrawn="1"/>
        </p:nvSpPr>
        <p:spPr>
          <a:xfrm>
            <a:off x="2342452" y="2247139"/>
            <a:ext cx="4572000" cy="246221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defRPr sz="850" b="0" i="0">
                <a:solidFill>
                  <a:srgbClr val="0F172A"/>
                </a:solidFill>
                <a:latin typeface="Arial"/>
              </a:defRPr>
            </a:pPr>
            <a:r>
              <a:rPr sz="1000"/>
              <a:t>{{weakness_1}}</a:t>
            </a:r>
          </a:p>
        </p:txBody>
      </p:sp>
      <p:sp>
        <p:nvSpPr>
          <p:cNvPr id="29" name="TextBox 28">
            <a:extLst>
              <a:ext uri="{FF2B5EF4-FFF2-40B4-BE49-F238E27FC236}">
                <a16:creationId xmlns:a16="http://schemas.microsoft.com/office/drawing/2014/main" id="{E58297C3-3BF2-4F4D-0C68-D75D3854322D}"/>
              </a:ext>
            </a:extLst>
          </p:cNvPr>
          <p:cNvSpPr txBox="1"/>
          <p:nvPr userDrawn="1"/>
        </p:nvSpPr>
        <p:spPr>
          <a:xfrm>
            <a:off x="2196148" y="2484882"/>
            <a:ext cx="109728" cy="215444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defRPr sz="800" b="0" i="0">
                <a:solidFill>
                  <a:srgbClr val="EF4444"/>
                </a:solidFill>
                <a:latin typeface="Arial"/>
              </a:defRPr>
            </a:pPr>
            <a:r>
              <a:rPr sz="800"/>
              <a:t>•</a:t>
            </a:r>
          </a:p>
        </p:txBody>
      </p:sp>
      <p:sp>
        <p:nvSpPr>
          <p:cNvPr id="30" name="TextBox 29">
            <a:extLst>
              <a:ext uri="{FF2B5EF4-FFF2-40B4-BE49-F238E27FC236}">
                <a16:creationId xmlns:a16="http://schemas.microsoft.com/office/drawing/2014/main" id="{63EFBA46-535E-699E-C133-8C47BA954746}"/>
              </a:ext>
            </a:extLst>
          </p:cNvPr>
          <p:cNvSpPr txBox="1"/>
          <p:nvPr userDrawn="1"/>
        </p:nvSpPr>
        <p:spPr>
          <a:xfrm>
            <a:off x="2342452" y="2484883"/>
            <a:ext cx="4572000" cy="246221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defRPr sz="850" b="0" i="0">
                <a:solidFill>
                  <a:srgbClr val="0F172A"/>
                </a:solidFill>
                <a:latin typeface="Arial"/>
              </a:defRPr>
            </a:pPr>
            <a:r>
              <a:rPr sz="1000"/>
              <a:t>{{weakness_2}}</a:t>
            </a:r>
          </a:p>
        </p:txBody>
      </p:sp>
      <p:sp>
        <p:nvSpPr>
          <p:cNvPr id="31" name="TextBox 30">
            <a:extLst>
              <a:ext uri="{FF2B5EF4-FFF2-40B4-BE49-F238E27FC236}">
                <a16:creationId xmlns:a16="http://schemas.microsoft.com/office/drawing/2014/main" id="{E10A752A-671B-2B9E-9C03-47CEA9BC7339}"/>
              </a:ext>
            </a:extLst>
          </p:cNvPr>
          <p:cNvSpPr txBox="1"/>
          <p:nvPr userDrawn="1"/>
        </p:nvSpPr>
        <p:spPr>
          <a:xfrm>
            <a:off x="2196148" y="2722626"/>
            <a:ext cx="109728" cy="215444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defRPr sz="800" b="0" i="0">
                <a:solidFill>
                  <a:srgbClr val="EF4444"/>
                </a:solidFill>
                <a:latin typeface="Arial"/>
              </a:defRPr>
            </a:pPr>
            <a:r>
              <a:rPr sz="800"/>
              <a:t>•</a:t>
            </a:r>
          </a:p>
        </p:txBody>
      </p:sp>
      <p:sp>
        <p:nvSpPr>
          <p:cNvPr id="32" name="TextBox 31">
            <a:extLst>
              <a:ext uri="{FF2B5EF4-FFF2-40B4-BE49-F238E27FC236}">
                <a16:creationId xmlns:a16="http://schemas.microsoft.com/office/drawing/2014/main" id="{0780A2FC-FA5D-D427-302D-3470431F7617}"/>
              </a:ext>
            </a:extLst>
          </p:cNvPr>
          <p:cNvSpPr txBox="1"/>
          <p:nvPr userDrawn="1"/>
        </p:nvSpPr>
        <p:spPr>
          <a:xfrm>
            <a:off x="2342452" y="2722627"/>
            <a:ext cx="4572000" cy="246221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defRPr sz="850" b="0" i="0">
                <a:solidFill>
                  <a:srgbClr val="0F172A"/>
                </a:solidFill>
                <a:latin typeface="Arial"/>
              </a:defRPr>
            </a:pPr>
            <a:r>
              <a:rPr sz="1000"/>
              <a:t>{{weakness_3}}</a:t>
            </a:r>
          </a:p>
        </p:txBody>
      </p:sp>
      <p:sp>
        <p:nvSpPr>
          <p:cNvPr id="33" name="TextBox 32">
            <a:extLst>
              <a:ext uri="{FF2B5EF4-FFF2-40B4-BE49-F238E27FC236}">
                <a16:creationId xmlns:a16="http://schemas.microsoft.com/office/drawing/2014/main" id="{B2B0FD63-7378-B84E-FF63-A29D78F13803}"/>
              </a:ext>
            </a:extLst>
          </p:cNvPr>
          <p:cNvSpPr txBox="1"/>
          <p:nvPr userDrawn="1"/>
        </p:nvSpPr>
        <p:spPr>
          <a:xfrm>
            <a:off x="7133908" y="2247138"/>
            <a:ext cx="109728" cy="215444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defRPr sz="800" b="0" i="0">
                <a:solidFill>
                  <a:srgbClr val="EF4444"/>
                </a:solidFill>
                <a:latin typeface="Arial"/>
              </a:defRPr>
            </a:pPr>
            <a:r>
              <a:rPr sz="800"/>
              <a:t>•</a:t>
            </a:r>
          </a:p>
        </p:txBody>
      </p:sp>
      <p:sp>
        <p:nvSpPr>
          <p:cNvPr id="34" name="TextBox 33">
            <a:extLst>
              <a:ext uri="{FF2B5EF4-FFF2-40B4-BE49-F238E27FC236}">
                <a16:creationId xmlns:a16="http://schemas.microsoft.com/office/drawing/2014/main" id="{5C9AC10F-754C-0F7C-23D5-91CB39C7422B}"/>
              </a:ext>
            </a:extLst>
          </p:cNvPr>
          <p:cNvSpPr txBox="1"/>
          <p:nvPr userDrawn="1"/>
        </p:nvSpPr>
        <p:spPr>
          <a:xfrm>
            <a:off x="7280212" y="2247139"/>
            <a:ext cx="4572000" cy="246221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defRPr sz="850" b="0" i="0">
                <a:solidFill>
                  <a:srgbClr val="0F172A"/>
                </a:solidFill>
                <a:latin typeface="Arial"/>
              </a:defRPr>
            </a:pPr>
            <a:r>
              <a:rPr sz="1000"/>
              <a:t>{{weakness_4}}</a:t>
            </a:r>
          </a:p>
        </p:txBody>
      </p:sp>
      <p:sp>
        <p:nvSpPr>
          <p:cNvPr id="35" name="TextBox 34">
            <a:extLst>
              <a:ext uri="{FF2B5EF4-FFF2-40B4-BE49-F238E27FC236}">
                <a16:creationId xmlns:a16="http://schemas.microsoft.com/office/drawing/2014/main" id="{F44CCD57-4B33-0190-5309-EFAF6A4366C5}"/>
              </a:ext>
            </a:extLst>
          </p:cNvPr>
          <p:cNvSpPr txBox="1"/>
          <p:nvPr userDrawn="1"/>
        </p:nvSpPr>
        <p:spPr>
          <a:xfrm>
            <a:off x="7133908" y="2484882"/>
            <a:ext cx="109728" cy="215444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defRPr sz="800" b="0" i="0">
                <a:solidFill>
                  <a:srgbClr val="EF4444"/>
                </a:solidFill>
                <a:latin typeface="Arial"/>
              </a:defRPr>
            </a:pPr>
            <a:r>
              <a:rPr sz="800"/>
              <a:t>•</a:t>
            </a:r>
          </a:p>
        </p:txBody>
      </p:sp>
      <p:sp>
        <p:nvSpPr>
          <p:cNvPr id="36" name="TextBox 35">
            <a:extLst>
              <a:ext uri="{FF2B5EF4-FFF2-40B4-BE49-F238E27FC236}">
                <a16:creationId xmlns:a16="http://schemas.microsoft.com/office/drawing/2014/main" id="{8E3BAB95-713A-D1E1-3BBD-C2473C9D2AF1}"/>
              </a:ext>
            </a:extLst>
          </p:cNvPr>
          <p:cNvSpPr txBox="1"/>
          <p:nvPr userDrawn="1"/>
        </p:nvSpPr>
        <p:spPr>
          <a:xfrm>
            <a:off x="7280212" y="2484883"/>
            <a:ext cx="4572000" cy="246221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defRPr sz="850" b="0" i="0">
                <a:solidFill>
                  <a:srgbClr val="0F172A"/>
                </a:solidFill>
                <a:latin typeface="Arial"/>
              </a:defRPr>
            </a:pPr>
            <a:r>
              <a:rPr sz="1000"/>
              <a:t>{{weakness_5}}</a:t>
            </a:r>
          </a:p>
        </p:txBody>
      </p:sp>
      <p:sp>
        <p:nvSpPr>
          <p:cNvPr id="37" name="Rounded Rectangle 43">
            <a:extLst>
              <a:ext uri="{FF2B5EF4-FFF2-40B4-BE49-F238E27FC236}">
                <a16:creationId xmlns:a16="http://schemas.microsoft.com/office/drawing/2014/main" id="{3985258F-3CB0-241C-262A-513618800CE1}"/>
              </a:ext>
            </a:extLst>
          </p:cNvPr>
          <p:cNvSpPr/>
          <p:nvPr userDrawn="1"/>
        </p:nvSpPr>
        <p:spPr>
          <a:xfrm>
            <a:off x="166180" y="3653028"/>
            <a:ext cx="11859768" cy="1405890"/>
          </a:xfrm>
          <a:prstGeom prst="roundRect">
            <a:avLst/>
          </a:prstGeom>
          <a:solidFill>
            <a:srgbClr val="EFF6FF"/>
          </a:solidFill>
          <a:ln w="12700">
            <a:solidFill>
              <a:srgbClr val="DBEAFE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39" name="Oval 38">
            <a:extLst>
              <a:ext uri="{FF2B5EF4-FFF2-40B4-BE49-F238E27FC236}">
                <a16:creationId xmlns:a16="http://schemas.microsoft.com/office/drawing/2014/main" id="{F65A7309-3CE4-CA9D-C272-2D912B879E63}"/>
              </a:ext>
            </a:extLst>
          </p:cNvPr>
          <p:cNvSpPr/>
          <p:nvPr userDrawn="1"/>
        </p:nvSpPr>
        <p:spPr>
          <a:xfrm>
            <a:off x="330772" y="3744468"/>
            <a:ext cx="310896" cy="310896"/>
          </a:xfrm>
          <a:prstGeom prst="ellipse">
            <a:avLst/>
          </a:prstGeom>
          <a:solidFill>
            <a:srgbClr val="3B82F6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40" name="TextBox 39">
            <a:extLst>
              <a:ext uri="{FF2B5EF4-FFF2-40B4-BE49-F238E27FC236}">
                <a16:creationId xmlns:a16="http://schemas.microsoft.com/office/drawing/2014/main" id="{C994ED3A-1E44-F1AC-A786-B454D0209F8C}"/>
              </a:ext>
            </a:extLst>
          </p:cNvPr>
          <p:cNvSpPr txBox="1"/>
          <p:nvPr userDrawn="1"/>
        </p:nvSpPr>
        <p:spPr>
          <a:xfrm>
            <a:off x="330772" y="3733260"/>
            <a:ext cx="310896" cy="338554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1600" b="1" i="0">
                <a:solidFill>
                  <a:srgbClr val="FFFFFF"/>
                </a:solidFill>
                <a:latin typeface="Arial"/>
              </a:defRPr>
            </a:pPr>
            <a:r>
              <a:rPr sz="1600"/>
              <a:t>O</a:t>
            </a:r>
          </a:p>
        </p:txBody>
      </p:sp>
      <p:sp>
        <p:nvSpPr>
          <p:cNvPr id="41" name="TextBox 40">
            <a:extLst>
              <a:ext uri="{FF2B5EF4-FFF2-40B4-BE49-F238E27FC236}">
                <a16:creationId xmlns:a16="http://schemas.microsoft.com/office/drawing/2014/main" id="{E35DD2CD-996F-953F-29AF-D155E704AB04}"/>
              </a:ext>
            </a:extLst>
          </p:cNvPr>
          <p:cNvSpPr txBox="1"/>
          <p:nvPr userDrawn="1"/>
        </p:nvSpPr>
        <p:spPr>
          <a:xfrm>
            <a:off x="733108" y="3762756"/>
            <a:ext cx="1572768" cy="26161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defRPr sz="1100" b="1" i="0">
                <a:solidFill>
                  <a:srgbClr val="3B82F6"/>
                </a:solidFill>
                <a:latin typeface="Arial"/>
              </a:defRPr>
            </a:pPr>
            <a:r>
              <a:rPr sz="1100" dirty="0"/>
              <a:t>OPPORTUNITIES</a:t>
            </a:r>
          </a:p>
        </p:txBody>
      </p:sp>
      <p:sp>
        <p:nvSpPr>
          <p:cNvPr id="42" name="TextBox 41">
            <a:extLst>
              <a:ext uri="{FF2B5EF4-FFF2-40B4-BE49-F238E27FC236}">
                <a16:creationId xmlns:a16="http://schemas.microsoft.com/office/drawing/2014/main" id="{5EEF6056-FDCF-431E-61E3-8F023B47A415}"/>
              </a:ext>
            </a:extLst>
          </p:cNvPr>
          <p:cNvSpPr txBox="1"/>
          <p:nvPr userDrawn="1"/>
        </p:nvSpPr>
        <p:spPr>
          <a:xfrm>
            <a:off x="2196148" y="3744468"/>
            <a:ext cx="109728" cy="215444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defRPr sz="800" b="0" i="0">
                <a:solidFill>
                  <a:srgbClr val="3B82F6"/>
                </a:solidFill>
                <a:latin typeface="Arial"/>
              </a:defRPr>
            </a:pPr>
            <a:r>
              <a:rPr sz="800"/>
              <a:t>•</a:t>
            </a:r>
          </a:p>
        </p:txBody>
      </p:sp>
      <p:sp>
        <p:nvSpPr>
          <p:cNvPr id="43" name="TextBox 42">
            <a:extLst>
              <a:ext uri="{FF2B5EF4-FFF2-40B4-BE49-F238E27FC236}">
                <a16:creationId xmlns:a16="http://schemas.microsoft.com/office/drawing/2014/main" id="{D2075A89-1065-8F41-9F15-B6540C8CFEA0}"/>
              </a:ext>
            </a:extLst>
          </p:cNvPr>
          <p:cNvSpPr txBox="1"/>
          <p:nvPr userDrawn="1"/>
        </p:nvSpPr>
        <p:spPr>
          <a:xfrm>
            <a:off x="2342452" y="3744469"/>
            <a:ext cx="4572000" cy="246221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defRPr sz="850" b="0" i="0">
                <a:solidFill>
                  <a:srgbClr val="0F172A"/>
                </a:solidFill>
                <a:latin typeface="Arial"/>
              </a:defRPr>
            </a:pPr>
            <a:r>
              <a:rPr sz="1000"/>
              <a:t>{{opportunity_1}}</a:t>
            </a:r>
          </a:p>
        </p:txBody>
      </p:sp>
      <p:sp>
        <p:nvSpPr>
          <p:cNvPr id="44" name="TextBox 43">
            <a:extLst>
              <a:ext uri="{FF2B5EF4-FFF2-40B4-BE49-F238E27FC236}">
                <a16:creationId xmlns:a16="http://schemas.microsoft.com/office/drawing/2014/main" id="{6440E84B-C7DF-5184-25C6-7EC5876A8C47}"/>
              </a:ext>
            </a:extLst>
          </p:cNvPr>
          <p:cNvSpPr txBox="1"/>
          <p:nvPr userDrawn="1"/>
        </p:nvSpPr>
        <p:spPr>
          <a:xfrm>
            <a:off x="2196148" y="3982211"/>
            <a:ext cx="109728" cy="215444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defRPr sz="800" b="0" i="0">
                <a:solidFill>
                  <a:srgbClr val="3B82F6"/>
                </a:solidFill>
                <a:latin typeface="Arial"/>
              </a:defRPr>
            </a:pPr>
            <a:r>
              <a:rPr sz="800"/>
              <a:t>•</a:t>
            </a:r>
          </a:p>
        </p:txBody>
      </p:sp>
      <p:sp>
        <p:nvSpPr>
          <p:cNvPr id="45" name="TextBox 44">
            <a:extLst>
              <a:ext uri="{FF2B5EF4-FFF2-40B4-BE49-F238E27FC236}">
                <a16:creationId xmlns:a16="http://schemas.microsoft.com/office/drawing/2014/main" id="{6C5374BA-0EFD-3282-1593-911709BE1129}"/>
              </a:ext>
            </a:extLst>
          </p:cNvPr>
          <p:cNvSpPr txBox="1"/>
          <p:nvPr userDrawn="1"/>
        </p:nvSpPr>
        <p:spPr>
          <a:xfrm>
            <a:off x="2342452" y="3982212"/>
            <a:ext cx="4572000" cy="246221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defRPr sz="850" b="0" i="0">
                <a:solidFill>
                  <a:srgbClr val="0F172A"/>
                </a:solidFill>
                <a:latin typeface="Arial"/>
              </a:defRPr>
            </a:pPr>
            <a:r>
              <a:rPr sz="1000"/>
              <a:t>{{opportunity_2}}</a:t>
            </a:r>
          </a:p>
        </p:txBody>
      </p:sp>
      <p:sp>
        <p:nvSpPr>
          <p:cNvPr id="46" name="TextBox 45">
            <a:extLst>
              <a:ext uri="{FF2B5EF4-FFF2-40B4-BE49-F238E27FC236}">
                <a16:creationId xmlns:a16="http://schemas.microsoft.com/office/drawing/2014/main" id="{485F67F9-4AB1-1182-6692-A0C5C46D4918}"/>
              </a:ext>
            </a:extLst>
          </p:cNvPr>
          <p:cNvSpPr txBox="1"/>
          <p:nvPr userDrawn="1"/>
        </p:nvSpPr>
        <p:spPr>
          <a:xfrm>
            <a:off x="2196148" y="4219956"/>
            <a:ext cx="109728" cy="215444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defRPr sz="800" b="0" i="0">
                <a:solidFill>
                  <a:srgbClr val="3B82F6"/>
                </a:solidFill>
                <a:latin typeface="Arial"/>
              </a:defRPr>
            </a:pPr>
            <a:r>
              <a:rPr sz="800"/>
              <a:t>•</a:t>
            </a:r>
          </a:p>
        </p:txBody>
      </p:sp>
      <p:sp>
        <p:nvSpPr>
          <p:cNvPr id="47" name="TextBox 46">
            <a:extLst>
              <a:ext uri="{FF2B5EF4-FFF2-40B4-BE49-F238E27FC236}">
                <a16:creationId xmlns:a16="http://schemas.microsoft.com/office/drawing/2014/main" id="{0906BDF5-FEBA-9C86-1AC1-D19B7321261C}"/>
              </a:ext>
            </a:extLst>
          </p:cNvPr>
          <p:cNvSpPr txBox="1"/>
          <p:nvPr userDrawn="1"/>
        </p:nvSpPr>
        <p:spPr>
          <a:xfrm>
            <a:off x="2342452" y="4219957"/>
            <a:ext cx="4572000" cy="246221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defRPr sz="850" b="0" i="0">
                <a:solidFill>
                  <a:srgbClr val="0F172A"/>
                </a:solidFill>
                <a:latin typeface="Arial"/>
              </a:defRPr>
            </a:pPr>
            <a:r>
              <a:rPr sz="1000"/>
              <a:t>{{opportunity_3}}</a:t>
            </a:r>
          </a:p>
        </p:txBody>
      </p:sp>
      <p:sp>
        <p:nvSpPr>
          <p:cNvPr id="48" name="TextBox 47">
            <a:extLst>
              <a:ext uri="{FF2B5EF4-FFF2-40B4-BE49-F238E27FC236}">
                <a16:creationId xmlns:a16="http://schemas.microsoft.com/office/drawing/2014/main" id="{78038D44-0244-EDF3-706D-D900B62A0B0A}"/>
              </a:ext>
            </a:extLst>
          </p:cNvPr>
          <p:cNvSpPr txBox="1"/>
          <p:nvPr userDrawn="1"/>
        </p:nvSpPr>
        <p:spPr>
          <a:xfrm>
            <a:off x="7133908" y="3744468"/>
            <a:ext cx="109728" cy="215444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defRPr sz="800" b="0" i="0">
                <a:solidFill>
                  <a:srgbClr val="3B82F6"/>
                </a:solidFill>
                <a:latin typeface="Arial"/>
              </a:defRPr>
            </a:pPr>
            <a:r>
              <a:rPr sz="800"/>
              <a:t>•</a:t>
            </a:r>
          </a:p>
        </p:txBody>
      </p:sp>
      <p:sp>
        <p:nvSpPr>
          <p:cNvPr id="49" name="TextBox 48">
            <a:extLst>
              <a:ext uri="{FF2B5EF4-FFF2-40B4-BE49-F238E27FC236}">
                <a16:creationId xmlns:a16="http://schemas.microsoft.com/office/drawing/2014/main" id="{9BC71871-9E0D-3A54-A975-493EA424D99F}"/>
              </a:ext>
            </a:extLst>
          </p:cNvPr>
          <p:cNvSpPr txBox="1"/>
          <p:nvPr userDrawn="1"/>
        </p:nvSpPr>
        <p:spPr>
          <a:xfrm>
            <a:off x="7280212" y="3744469"/>
            <a:ext cx="4572000" cy="246221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defRPr sz="850" b="0" i="0">
                <a:solidFill>
                  <a:srgbClr val="0F172A"/>
                </a:solidFill>
                <a:latin typeface="Arial"/>
              </a:defRPr>
            </a:pPr>
            <a:r>
              <a:rPr sz="1000"/>
              <a:t>{{opportunity_4}}</a:t>
            </a:r>
          </a:p>
        </p:txBody>
      </p:sp>
      <p:sp>
        <p:nvSpPr>
          <p:cNvPr id="50" name="TextBox 49">
            <a:extLst>
              <a:ext uri="{FF2B5EF4-FFF2-40B4-BE49-F238E27FC236}">
                <a16:creationId xmlns:a16="http://schemas.microsoft.com/office/drawing/2014/main" id="{80C9E8FB-F6D5-73FA-5F6A-6540D379A41D}"/>
              </a:ext>
            </a:extLst>
          </p:cNvPr>
          <p:cNvSpPr txBox="1"/>
          <p:nvPr userDrawn="1"/>
        </p:nvSpPr>
        <p:spPr>
          <a:xfrm>
            <a:off x="7133908" y="3982211"/>
            <a:ext cx="109728" cy="215444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defRPr sz="800" b="0" i="0">
                <a:solidFill>
                  <a:srgbClr val="3B82F6"/>
                </a:solidFill>
                <a:latin typeface="Arial"/>
              </a:defRPr>
            </a:pPr>
            <a:r>
              <a:rPr sz="800"/>
              <a:t>•</a:t>
            </a:r>
          </a:p>
        </p:txBody>
      </p:sp>
      <p:sp>
        <p:nvSpPr>
          <p:cNvPr id="51" name="TextBox 50">
            <a:extLst>
              <a:ext uri="{FF2B5EF4-FFF2-40B4-BE49-F238E27FC236}">
                <a16:creationId xmlns:a16="http://schemas.microsoft.com/office/drawing/2014/main" id="{18EE609E-E60B-773C-D28C-978C1D932914}"/>
              </a:ext>
            </a:extLst>
          </p:cNvPr>
          <p:cNvSpPr txBox="1"/>
          <p:nvPr userDrawn="1"/>
        </p:nvSpPr>
        <p:spPr>
          <a:xfrm>
            <a:off x="7280212" y="3982212"/>
            <a:ext cx="4572000" cy="246221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defRPr sz="850" b="0" i="0">
                <a:solidFill>
                  <a:srgbClr val="0F172A"/>
                </a:solidFill>
                <a:latin typeface="Arial"/>
              </a:defRPr>
            </a:pPr>
            <a:r>
              <a:rPr sz="1000"/>
              <a:t>{{opportunity_5}}</a:t>
            </a:r>
          </a:p>
        </p:txBody>
      </p:sp>
      <p:sp>
        <p:nvSpPr>
          <p:cNvPr id="52" name="Rounded Rectangle 58">
            <a:extLst>
              <a:ext uri="{FF2B5EF4-FFF2-40B4-BE49-F238E27FC236}">
                <a16:creationId xmlns:a16="http://schemas.microsoft.com/office/drawing/2014/main" id="{C0B2193F-30DC-BA85-DFA0-A287D5457D96}"/>
              </a:ext>
            </a:extLst>
          </p:cNvPr>
          <p:cNvSpPr/>
          <p:nvPr userDrawn="1"/>
        </p:nvSpPr>
        <p:spPr>
          <a:xfrm>
            <a:off x="166180" y="5150358"/>
            <a:ext cx="11859768" cy="1405890"/>
          </a:xfrm>
          <a:prstGeom prst="roundRect">
            <a:avLst/>
          </a:prstGeom>
          <a:solidFill>
            <a:srgbClr val="FFFBEB"/>
          </a:solidFill>
          <a:ln w="12700">
            <a:solidFill>
              <a:srgbClr val="FEF3C7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54" name="Oval 53">
            <a:extLst>
              <a:ext uri="{FF2B5EF4-FFF2-40B4-BE49-F238E27FC236}">
                <a16:creationId xmlns:a16="http://schemas.microsoft.com/office/drawing/2014/main" id="{9D769CE6-017B-31DF-1AA1-A15DE963225A}"/>
              </a:ext>
            </a:extLst>
          </p:cNvPr>
          <p:cNvSpPr/>
          <p:nvPr userDrawn="1"/>
        </p:nvSpPr>
        <p:spPr>
          <a:xfrm>
            <a:off x="330772" y="5241798"/>
            <a:ext cx="310896" cy="310896"/>
          </a:xfrm>
          <a:prstGeom prst="ellipse">
            <a:avLst/>
          </a:prstGeom>
          <a:solidFill>
            <a:srgbClr val="F59E0B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55" name="TextBox 54">
            <a:extLst>
              <a:ext uri="{FF2B5EF4-FFF2-40B4-BE49-F238E27FC236}">
                <a16:creationId xmlns:a16="http://schemas.microsoft.com/office/drawing/2014/main" id="{347320FF-8524-9780-07C6-2A46A5AA25B1}"/>
              </a:ext>
            </a:extLst>
          </p:cNvPr>
          <p:cNvSpPr txBox="1"/>
          <p:nvPr userDrawn="1"/>
        </p:nvSpPr>
        <p:spPr>
          <a:xfrm>
            <a:off x="320940" y="5230590"/>
            <a:ext cx="310896" cy="338554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1600" b="1" i="0">
                <a:solidFill>
                  <a:srgbClr val="FFFFFF"/>
                </a:solidFill>
                <a:latin typeface="Arial"/>
              </a:defRPr>
            </a:pPr>
            <a:r>
              <a:rPr sz="1600" dirty="0"/>
              <a:t>T</a:t>
            </a:r>
          </a:p>
        </p:txBody>
      </p:sp>
      <p:sp>
        <p:nvSpPr>
          <p:cNvPr id="56" name="TextBox 55">
            <a:extLst>
              <a:ext uri="{FF2B5EF4-FFF2-40B4-BE49-F238E27FC236}">
                <a16:creationId xmlns:a16="http://schemas.microsoft.com/office/drawing/2014/main" id="{69E936FF-91C2-7CC6-4E86-017270636F96}"/>
              </a:ext>
            </a:extLst>
          </p:cNvPr>
          <p:cNvSpPr txBox="1"/>
          <p:nvPr userDrawn="1"/>
        </p:nvSpPr>
        <p:spPr>
          <a:xfrm>
            <a:off x="733108" y="5260086"/>
            <a:ext cx="1280160" cy="26161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defRPr sz="1100" b="1" i="0">
                <a:solidFill>
                  <a:srgbClr val="F59E0B"/>
                </a:solidFill>
                <a:latin typeface="Arial"/>
              </a:defRPr>
            </a:pPr>
            <a:r>
              <a:rPr sz="1100"/>
              <a:t>THREATS</a:t>
            </a:r>
          </a:p>
        </p:txBody>
      </p:sp>
      <p:sp>
        <p:nvSpPr>
          <p:cNvPr id="57" name="TextBox 56">
            <a:extLst>
              <a:ext uri="{FF2B5EF4-FFF2-40B4-BE49-F238E27FC236}">
                <a16:creationId xmlns:a16="http://schemas.microsoft.com/office/drawing/2014/main" id="{C5B78080-6B81-04FB-B1C6-9526ACB37CEA}"/>
              </a:ext>
            </a:extLst>
          </p:cNvPr>
          <p:cNvSpPr txBox="1"/>
          <p:nvPr userDrawn="1"/>
        </p:nvSpPr>
        <p:spPr>
          <a:xfrm>
            <a:off x="2196148" y="5241798"/>
            <a:ext cx="109728" cy="215444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defRPr sz="800" b="0" i="0">
                <a:solidFill>
                  <a:srgbClr val="F59E0B"/>
                </a:solidFill>
                <a:latin typeface="Arial"/>
              </a:defRPr>
            </a:pPr>
            <a:r>
              <a:rPr sz="800"/>
              <a:t>•</a:t>
            </a:r>
          </a:p>
        </p:txBody>
      </p:sp>
      <p:sp>
        <p:nvSpPr>
          <p:cNvPr id="58" name="TextBox 57">
            <a:extLst>
              <a:ext uri="{FF2B5EF4-FFF2-40B4-BE49-F238E27FC236}">
                <a16:creationId xmlns:a16="http://schemas.microsoft.com/office/drawing/2014/main" id="{06E5BE9E-FDAB-A6E3-9736-1E6C8CAC593E}"/>
              </a:ext>
            </a:extLst>
          </p:cNvPr>
          <p:cNvSpPr txBox="1"/>
          <p:nvPr userDrawn="1"/>
        </p:nvSpPr>
        <p:spPr>
          <a:xfrm>
            <a:off x="2342452" y="5241799"/>
            <a:ext cx="4572000" cy="246221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defRPr sz="850" b="0" i="0">
                <a:solidFill>
                  <a:srgbClr val="0F172A"/>
                </a:solidFill>
                <a:latin typeface="Arial"/>
              </a:defRPr>
            </a:pPr>
            <a:r>
              <a:rPr sz="1000"/>
              <a:t>{{threat_1}}</a:t>
            </a:r>
          </a:p>
        </p:txBody>
      </p:sp>
      <p:sp>
        <p:nvSpPr>
          <p:cNvPr id="59" name="TextBox 58">
            <a:extLst>
              <a:ext uri="{FF2B5EF4-FFF2-40B4-BE49-F238E27FC236}">
                <a16:creationId xmlns:a16="http://schemas.microsoft.com/office/drawing/2014/main" id="{51E3E05A-2814-1372-3BA1-B805D6BCEEA8}"/>
              </a:ext>
            </a:extLst>
          </p:cNvPr>
          <p:cNvSpPr txBox="1"/>
          <p:nvPr userDrawn="1"/>
        </p:nvSpPr>
        <p:spPr>
          <a:xfrm>
            <a:off x="2196148" y="5479542"/>
            <a:ext cx="109728" cy="215444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defRPr sz="800" b="0" i="0">
                <a:solidFill>
                  <a:srgbClr val="F59E0B"/>
                </a:solidFill>
                <a:latin typeface="Arial"/>
              </a:defRPr>
            </a:pPr>
            <a:r>
              <a:rPr sz="800"/>
              <a:t>•</a:t>
            </a:r>
          </a:p>
        </p:txBody>
      </p:sp>
      <p:sp>
        <p:nvSpPr>
          <p:cNvPr id="60" name="TextBox 59">
            <a:extLst>
              <a:ext uri="{FF2B5EF4-FFF2-40B4-BE49-F238E27FC236}">
                <a16:creationId xmlns:a16="http://schemas.microsoft.com/office/drawing/2014/main" id="{276478C3-20FD-9C11-FC5C-7DD45E3F480B}"/>
              </a:ext>
            </a:extLst>
          </p:cNvPr>
          <p:cNvSpPr txBox="1"/>
          <p:nvPr userDrawn="1"/>
        </p:nvSpPr>
        <p:spPr>
          <a:xfrm>
            <a:off x="2342452" y="5479543"/>
            <a:ext cx="4572000" cy="246221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defRPr sz="850" b="0" i="0">
                <a:solidFill>
                  <a:srgbClr val="0F172A"/>
                </a:solidFill>
                <a:latin typeface="Arial"/>
              </a:defRPr>
            </a:pPr>
            <a:r>
              <a:rPr sz="1000"/>
              <a:t>{{threat_2}}</a:t>
            </a:r>
          </a:p>
        </p:txBody>
      </p:sp>
      <p:sp>
        <p:nvSpPr>
          <p:cNvPr id="61" name="TextBox 60">
            <a:extLst>
              <a:ext uri="{FF2B5EF4-FFF2-40B4-BE49-F238E27FC236}">
                <a16:creationId xmlns:a16="http://schemas.microsoft.com/office/drawing/2014/main" id="{B6037769-66F3-115A-63EC-A85986B0549A}"/>
              </a:ext>
            </a:extLst>
          </p:cNvPr>
          <p:cNvSpPr txBox="1"/>
          <p:nvPr userDrawn="1"/>
        </p:nvSpPr>
        <p:spPr>
          <a:xfrm>
            <a:off x="2196148" y="5717286"/>
            <a:ext cx="109728" cy="215444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defRPr sz="800" b="0" i="0">
                <a:solidFill>
                  <a:srgbClr val="F59E0B"/>
                </a:solidFill>
                <a:latin typeface="Arial"/>
              </a:defRPr>
            </a:pPr>
            <a:r>
              <a:rPr sz="800"/>
              <a:t>•</a:t>
            </a:r>
          </a:p>
        </p:txBody>
      </p:sp>
      <p:sp>
        <p:nvSpPr>
          <p:cNvPr id="62" name="TextBox 61">
            <a:extLst>
              <a:ext uri="{FF2B5EF4-FFF2-40B4-BE49-F238E27FC236}">
                <a16:creationId xmlns:a16="http://schemas.microsoft.com/office/drawing/2014/main" id="{A2EA6DFB-4E43-D9AF-E3DA-8CB4418CEA14}"/>
              </a:ext>
            </a:extLst>
          </p:cNvPr>
          <p:cNvSpPr txBox="1"/>
          <p:nvPr userDrawn="1"/>
        </p:nvSpPr>
        <p:spPr>
          <a:xfrm>
            <a:off x="2342452" y="5717287"/>
            <a:ext cx="4572000" cy="246221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defRPr sz="850" b="0" i="0">
                <a:solidFill>
                  <a:srgbClr val="0F172A"/>
                </a:solidFill>
                <a:latin typeface="Arial"/>
              </a:defRPr>
            </a:pPr>
            <a:r>
              <a:rPr sz="1000"/>
              <a:t>{{threat_3}}</a:t>
            </a:r>
          </a:p>
        </p:txBody>
      </p:sp>
      <p:sp>
        <p:nvSpPr>
          <p:cNvPr id="63" name="TextBox 62">
            <a:extLst>
              <a:ext uri="{FF2B5EF4-FFF2-40B4-BE49-F238E27FC236}">
                <a16:creationId xmlns:a16="http://schemas.microsoft.com/office/drawing/2014/main" id="{E9CFA548-EC4B-9C67-EDF4-E7C3776A5FC4}"/>
              </a:ext>
            </a:extLst>
          </p:cNvPr>
          <p:cNvSpPr txBox="1"/>
          <p:nvPr userDrawn="1"/>
        </p:nvSpPr>
        <p:spPr>
          <a:xfrm>
            <a:off x="7133908" y="5241798"/>
            <a:ext cx="109728" cy="215444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defRPr sz="800" b="0" i="0">
                <a:solidFill>
                  <a:srgbClr val="F59E0B"/>
                </a:solidFill>
                <a:latin typeface="Arial"/>
              </a:defRPr>
            </a:pPr>
            <a:r>
              <a:rPr sz="800"/>
              <a:t>•</a:t>
            </a:r>
          </a:p>
        </p:txBody>
      </p:sp>
      <p:sp>
        <p:nvSpPr>
          <p:cNvPr id="64" name="TextBox 63">
            <a:extLst>
              <a:ext uri="{FF2B5EF4-FFF2-40B4-BE49-F238E27FC236}">
                <a16:creationId xmlns:a16="http://schemas.microsoft.com/office/drawing/2014/main" id="{9A7D3F02-30AD-54D1-C5A2-53BE6C3F6E44}"/>
              </a:ext>
            </a:extLst>
          </p:cNvPr>
          <p:cNvSpPr txBox="1"/>
          <p:nvPr userDrawn="1"/>
        </p:nvSpPr>
        <p:spPr>
          <a:xfrm>
            <a:off x="7280212" y="5241799"/>
            <a:ext cx="4572000" cy="246221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defRPr sz="850" b="0" i="0">
                <a:solidFill>
                  <a:srgbClr val="0F172A"/>
                </a:solidFill>
                <a:latin typeface="Arial"/>
              </a:defRPr>
            </a:pPr>
            <a:r>
              <a:rPr sz="1000"/>
              <a:t>{{threat_4}}</a:t>
            </a:r>
          </a:p>
        </p:txBody>
      </p:sp>
      <p:sp>
        <p:nvSpPr>
          <p:cNvPr id="65" name="TextBox 64">
            <a:extLst>
              <a:ext uri="{FF2B5EF4-FFF2-40B4-BE49-F238E27FC236}">
                <a16:creationId xmlns:a16="http://schemas.microsoft.com/office/drawing/2014/main" id="{CDE47283-8521-1C2B-B475-BF623094CA3B}"/>
              </a:ext>
            </a:extLst>
          </p:cNvPr>
          <p:cNvSpPr txBox="1"/>
          <p:nvPr userDrawn="1"/>
        </p:nvSpPr>
        <p:spPr>
          <a:xfrm>
            <a:off x="7133908" y="5479542"/>
            <a:ext cx="109728" cy="215444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defRPr sz="800" b="0" i="0">
                <a:solidFill>
                  <a:srgbClr val="F59E0B"/>
                </a:solidFill>
                <a:latin typeface="Arial"/>
              </a:defRPr>
            </a:pPr>
            <a:r>
              <a:rPr sz="800"/>
              <a:t>•</a:t>
            </a:r>
          </a:p>
        </p:txBody>
      </p:sp>
      <p:sp>
        <p:nvSpPr>
          <p:cNvPr id="66" name="TextBox 65">
            <a:extLst>
              <a:ext uri="{FF2B5EF4-FFF2-40B4-BE49-F238E27FC236}">
                <a16:creationId xmlns:a16="http://schemas.microsoft.com/office/drawing/2014/main" id="{DEC77C2B-A6C2-18C2-4195-6F1831C5C665}"/>
              </a:ext>
            </a:extLst>
          </p:cNvPr>
          <p:cNvSpPr txBox="1"/>
          <p:nvPr userDrawn="1"/>
        </p:nvSpPr>
        <p:spPr>
          <a:xfrm>
            <a:off x="7280212" y="5479543"/>
            <a:ext cx="4572000" cy="246221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defRPr sz="850" b="0" i="0">
                <a:solidFill>
                  <a:srgbClr val="0F172A"/>
                </a:solidFill>
                <a:latin typeface="Arial"/>
              </a:defRPr>
            </a:pPr>
            <a:r>
              <a:rPr sz="1000"/>
              <a:t>{{threat_5}}</a:t>
            </a:r>
          </a:p>
        </p:txBody>
      </p:sp>
      <p:sp>
        <p:nvSpPr>
          <p:cNvPr id="67" name="Rectangle 66">
            <a:extLst>
              <a:ext uri="{FF2B5EF4-FFF2-40B4-BE49-F238E27FC236}">
                <a16:creationId xmlns:a16="http://schemas.microsoft.com/office/drawing/2014/main" id="{6C0E91D6-04B9-08FA-EDF6-C615B3E3F34B}"/>
              </a:ext>
            </a:extLst>
          </p:cNvPr>
          <p:cNvSpPr/>
          <p:nvPr userDrawn="1"/>
        </p:nvSpPr>
        <p:spPr>
          <a:xfrm>
            <a:off x="1588" y="6556248"/>
            <a:ext cx="12188952" cy="9144"/>
          </a:xfrm>
          <a:prstGeom prst="rect">
            <a:avLst/>
          </a:prstGeom>
          <a:solidFill>
            <a:srgbClr val="F0F0F5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68" name="TextBox 67">
            <a:extLst>
              <a:ext uri="{FF2B5EF4-FFF2-40B4-BE49-F238E27FC236}">
                <a16:creationId xmlns:a16="http://schemas.microsoft.com/office/drawing/2014/main" id="{805BBE06-B8B9-D600-BD2D-98D2D81346C7}"/>
              </a:ext>
            </a:extLst>
          </p:cNvPr>
          <p:cNvSpPr txBox="1"/>
          <p:nvPr userDrawn="1"/>
        </p:nvSpPr>
        <p:spPr>
          <a:xfrm>
            <a:off x="1464628" y="174196"/>
            <a:ext cx="1554480" cy="237744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900" b="1" i="0">
                <a:solidFill>
                  <a:srgbClr val="C4B5FD"/>
                </a:solidFill>
                <a:latin typeface="Arial"/>
              </a:defRPr>
            </a:pPr>
            <a:r>
              <a:rPr sz="900" dirty="0">
                <a:solidFill>
                  <a:srgbClr val="7030A0"/>
                </a:solidFill>
              </a:rPr>
              <a:t>SWOT ANALYSIS</a:t>
            </a:r>
          </a:p>
        </p:txBody>
      </p:sp>
      <p:sp>
        <p:nvSpPr>
          <p:cNvPr id="69" name="TextBox 68">
            <a:extLst>
              <a:ext uri="{FF2B5EF4-FFF2-40B4-BE49-F238E27FC236}">
                <a16:creationId xmlns:a16="http://schemas.microsoft.com/office/drawing/2014/main" id="{7793E6A5-2DC9-D7DE-C108-57B0FD5B7EB4}"/>
              </a:ext>
            </a:extLst>
          </p:cNvPr>
          <p:cNvSpPr txBox="1"/>
          <p:nvPr userDrawn="1"/>
        </p:nvSpPr>
        <p:spPr>
          <a:xfrm>
            <a:off x="3201988" y="155908"/>
            <a:ext cx="4572000" cy="26161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defRPr sz="1100" b="0" i="0">
                <a:solidFill>
                  <a:srgbClr val="C0C0D0"/>
                </a:solidFill>
                <a:latin typeface="Arial"/>
              </a:defRPr>
            </a:pPr>
            <a:r>
              <a:rPr sz="1100" dirty="0">
                <a:solidFill>
                  <a:schemeClr val="tx1">
                    <a:lumMod val="50000"/>
                  </a:schemeClr>
                </a:solidFill>
              </a:rPr>
              <a:t>{{</a:t>
            </a:r>
            <a:r>
              <a:rPr sz="1100" dirty="0" err="1">
                <a:solidFill>
                  <a:schemeClr val="tx1">
                    <a:lumMod val="50000"/>
                  </a:schemeClr>
                </a:solidFill>
              </a:rPr>
              <a:t>drug_label</a:t>
            </a:r>
            <a:r>
              <a:rPr sz="1100" dirty="0">
                <a:solidFill>
                  <a:schemeClr val="tx1">
                    <a:lumMod val="50000"/>
                  </a:schemeClr>
                </a:solidFill>
              </a:rPr>
              <a:t>}}</a:t>
            </a:r>
          </a:p>
        </p:txBody>
      </p:sp>
    </p:spTree>
    <p:extLst>
      <p:ext uri="{BB962C8B-B14F-4D97-AF65-F5344CB8AC3E}">
        <p14:creationId xmlns:p14="http://schemas.microsoft.com/office/powerpoint/2010/main" val="872803635"/>
      </p:ext>
    </p:extLst>
  </p:cSld>
  <p:clrMapOvr>
    <a:masterClrMapping/>
  </p:clrMapOvr>
</p:sldLayout>
</file>

<file path=ppt/slideLayouts/slideLayout5.xml><?xml version="1.0" encoding="utf-8"?>
<p:sldLayout xmlns:a="http://schemas.openxmlformats.org/drawingml/2006/main" xmlns:r="http://schemas.openxmlformats.org/officeDocument/2006/relationships" xmlns:p="http://schemas.openxmlformats.org/presentationml/2006/main" preserve="1" userDrawn="1">
  <p:cSld name="EXEC_SUMMARY_CARDS_4_dark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8" name="TextBox 7">
            <a:extLst>
              <a:ext uri="{FF2B5EF4-FFF2-40B4-BE49-F238E27FC236}">
                <a16:creationId xmlns:a16="http://schemas.microsoft.com/office/drawing/2014/main" id="{1CFF3963-7AC2-332E-CF72-A7B432FAD9D7}"/>
              </a:ext>
            </a:extLst>
          </p:cNvPr>
          <p:cNvSpPr txBox="1"/>
          <p:nvPr userDrawn="1"/>
        </p:nvSpPr>
        <p:spPr>
          <a:xfrm>
            <a:off x="1445768" y="150722"/>
            <a:ext cx="1752952" cy="26161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900" b="1" i="0">
                <a:solidFill>
                  <a:srgbClr val="C4B5FD"/>
                </a:solidFill>
                <a:latin typeface="Arial"/>
              </a:defRPr>
            </a:pPr>
            <a:r>
              <a:rPr sz="1100" dirty="0">
                <a:solidFill>
                  <a:srgbClr val="3A4961"/>
                </a:solidFill>
              </a:rPr>
              <a:t>EXECUTIVE SUMMARY</a:t>
            </a:r>
          </a:p>
        </p:txBody>
      </p:sp>
      <p:sp>
        <p:nvSpPr>
          <p:cNvPr id="9" name="TextBox 8">
            <a:extLst>
              <a:ext uri="{FF2B5EF4-FFF2-40B4-BE49-F238E27FC236}">
                <a16:creationId xmlns:a16="http://schemas.microsoft.com/office/drawing/2014/main" id="{BEC30133-76D3-EECF-2513-45C50DD57854}"/>
              </a:ext>
            </a:extLst>
          </p:cNvPr>
          <p:cNvSpPr txBox="1"/>
          <p:nvPr userDrawn="1"/>
        </p:nvSpPr>
        <p:spPr>
          <a:xfrm>
            <a:off x="3381600" y="132434"/>
            <a:ext cx="4572000" cy="26161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defRPr sz="1100" b="0" i="0">
                <a:solidFill>
                  <a:srgbClr val="C0C0D0"/>
                </a:solidFill>
                <a:latin typeface="Arial"/>
              </a:defRPr>
            </a:pPr>
            <a:r>
              <a:rPr dirty="0">
                <a:solidFill>
                  <a:srgbClr val="3A4961"/>
                </a:solidFill>
              </a:rPr>
              <a:t>{{</a:t>
            </a:r>
            <a:r>
              <a:rPr dirty="0" err="1">
                <a:solidFill>
                  <a:srgbClr val="3A4961"/>
                </a:solidFill>
              </a:rPr>
              <a:t>drug_label</a:t>
            </a:r>
            <a:r>
              <a:rPr dirty="0">
                <a:solidFill>
                  <a:srgbClr val="3A4961"/>
                </a:solidFill>
              </a:rPr>
              <a:t>}}</a:t>
            </a:r>
          </a:p>
        </p:txBody>
      </p:sp>
      <p:sp>
        <p:nvSpPr>
          <p:cNvPr id="10" name="TextBox 9">
            <a:extLst>
              <a:ext uri="{FF2B5EF4-FFF2-40B4-BE49-F238E27FC236}">
                <a16:creationId xmlns:a16="http://schemas.microsoft.com/office/drawing/2014/main" id="{17A7CD16-8FB9-683E-AD45-2DBA7DDCF9DB}"/>
              </a:ext>
            </a:extLst>
          </p:cNvPr>
          <p:cNvSpPr txBox="1"/>
          <p:nvPr userDrawn="1"/>
        </p:nvSpPr>
        <p:spPr>
          <a:xfrm>
            <a:off x="8868000" y="150722"/>
            <a:ext cx="1097280" cy="215444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800" b="1" i="0">
                <a:solidFill>
                  <a:srgbClr val="C4B5FD"/>
                </a:solidFill>
                <a:latin typeface="Arial"/>
              </a:defRPr>
            </a:pPr>
            <a:r>
              <a:rPr dirty="0">
                <a:solidFill>
                  <a:srgbClr val="3A4961"/>
                </a:solidFill>
              </a:rPr>
              <a:t>{{</a:t>
            </a:r>
            <a:r>
              <a:rPr dirty="0" err="1">
                <a:solidFill>
                  <a:srgbClr val="3A4961"/>
                </a:solidFill>
              </a:rPr>
              <a:t>phase_badge</a:t>
            </a:r>
            <a:r>
              <a:rPr dirty="0">
                <a:solidFill>
                  <a:srgbClr val="3A4961"/>
                </a:solidFill>
              </a:rPr>
              <a:t>}}</a:t>
            </a:r>
          </a:p>
        </p:txBody>
      </p:sp>
      <p:sp>
        <p:nvSpPr>
          <p:cNvPr id="11" name="TextBox 10">
            <a:extLst>
              <a:ext uri="{FF2B5EF4-FFF2-40B4-BE49-F238E27FC236}">
                <a16:creationId xmlns:a16="http://schemas.microsoft.com/office/drawing/2014/main" id="{5C815D6C-A48A-1F86-8301-713550537906}"/>
              </a:ext>
            </a:extLst>
          </p:cNvPr>
          <p:cNvSpPr txBox="1"/>
          <p:nvPr userDrawn="1"/>
        </p:nvSpPr>
        <p:spPr>
          <a:xfrm>
            <a:off x="10056720" y="150722"/>
            <a:ext cx="1188720" cy="215444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800" b="1" i="0">
                <a:solidFill>
                  <a:srgbClr val="FCD34D"/>
                </a:solidFill>
                <a:latin typeface="Arial"/>
              </a:defRPr>
            </a:pPr>
            <a:r>
              <a:rPr dirty="0">
                <a:solidFill>
                  <a:srgbClr val="3A4961"/>
                </a:solidFill>
              </a:rPr>
              <a:t>{{</a:t>
            </a:r>
            <a:r>
              <a:rPr dirty="0" err="1">
                <a:solidFill>
                  <a:srgbClr val="3A4961"/>
                </a:solidFill>
              </a:rPr>
              <a:t>scope_badge</a:t>
            </a:r>
            <a:r>
              <a:rPr dirty="0">
                <a:solidFill>
                  <a:srgbClr val="3A4961"/>
                </a:solidFill>
              </a:rPr>
              <a:t>}}</a:t>
            </a:r>
          </a:p>
        </p:txBody>
      </p:sp>
      <p:sp>
        <p:nvSpPr>
          <p:cNvPr id="12" name="Rounded Rectangle 13">
            <a:extLst>
              <a:ext uri="{FF2B5EF4-FFF2-40B4-BE49-F238E27FC236}">
                <a16:creationId xmlns:a16="http://schemas.microsoft.com/office/drawing/2014/main" id="{4A1B2F87-1402-BE14-FE52-60630C485978}"/>
              </a:ext>
            </a:extLst>
          </p:cNvPr>
          <p:cNvSpPr/>
          <p:nvPr userDrawn="1"/>
        </p:nvSpPr>
        <p:spPr>
          <a:xfrm>
            <a:off x="164592" y="658368"/>
            <a:ext cx="11859768" cy="594360"/>
          </a:xfrm>
          <a:prstGeom prst="roundRect">
            <a:avLst/>
          </a:prstGeom>
          <a:solidFill>
            <a:srgbClr val="D9D9D9"/>
          </a:solidFill>
          <a:ln w="12700"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13" name="TextBox 12">
            <a:extLst>
              <a:ext uri="{FF2B5EF4-FFF2-40B4-BE49-F238E27FC236}">
                <a16:creationId xmlns:a16="http://schemas.microsoft.com/office/drawing/2014/main" id="{8F54155F-8FF1-0F22-EC5A-5346A26AB19B}"/>
              </a:ext>
            </a:extLst>
          </p:cNvPr>
          <p:cNvSpPr txBox="1"/>
          <p:nvPr userDrawn="1"/>
        </p:nvSpPr>
        <p:spPr>
          <a:xfrm>
            <a:off x="329184" y="713232"/>
            <a:ext cx="1097280" cy="215444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defRPr sz="800" b="1" i="0">
                <a:solidFill>
                  <a:srgbClr val="94A3B8"/>
                </a:solidFill>
                <a:latin typeface="Arial"/>
              </a:defRPr>
            </a:pPr>
            <a:r>
              <a:rPr dirty="0">
                <a:solidFill>
                  <a:srgbClr val="3A4961"/>
                </a:solidFill>
              </a:rPr>
              <a:t>KEY MESSAGE</a:t>
            </a:r>
          </a:p>
        </p:txBody>
      </p:sp>
      <p:sp>
        <p:nvSpPr>
          <p:cNvPr id="14" name="TextBox 13">
            <a:extLst>
              <a:ext uri="{FF2B5EF4-FFF2-40B4-BE49-F238E27FC236}">
                <a16:creationId xmlns:a16="http://schemas.microsoft.com/office/drawing/2014/main" id="{6A1E0008-7D41-8386-1A08-F63F2EB83433}"/>
              </a:ext>
            </a:extLst>
          </p:cNvPr>
          <p:cNvSpPr txBox="1"/>
          <p:nvPr userDrawn="1"/>
        </p:nvSpPr>
        <p:spPr>
          <a:xfrm>
            <a:off x="329184" y="896112"/>
            <a:ext cx="11201400" cy="2743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defRPr sz="1200" b="0" i="0">
                <a:solidFill>
                  <a:srgbClr val="FFFFFF"/>
                </a:solidFill>
                <a:latin typeface="Arial"/>
              </a:defRPr>
            </a:pPr>
            <a:r>
              <a:rPr dirty="0">
                <a:solidFill>
                  <a:schemeClr val="bg1"/>
                </a:solidFill>
              </a:rPr>
              <a:t>{{</a:t>
            </a:r>
            <a:r>
              <a:rPr dirty="0" err="1">
                <a:solidFill>
                  <a:schemeClr val="bg1"/>
                </a:solidFill>
              </a:rPr>
              <a:t>key_message</a:t>
            </a:r>
            <a:r>
              <a:rPr dirty="0">
                <a:solidFill>
                  <a:schemeClr val="bg1"/>
                </a:solidFill>
              </a:rPr>
              <a:t>}}</a:t>
            </a:r>
          </a:p>
        </p:txBody>
      </p:sp>
      <p:sp>
        <p:nvSpPr>
          <p:cNvPr id="15" name="Rounded Rectangle 17">
            <a:extLst>
              <a:ext uri="{FF2B5EF4-FFF2-40B4-BE49-F238E27FC236}">
                <a16:creationId xmlns:a16="http://schemas.microsoft.com/office/drawing/2014/main" id="{98E466E4-1398-947D-6620-455FC1679618}"/>
              </a:ext>
            </a:extLst>
          </p:cNvPr>
          <p:cNvSpPr/>
          <p:nvPr userDrawn="1"/>
        </p:nvSpPr>
        <p:spPr>
          <a:xfrm>
            <a:off x="164592" y="1380744"/>
            <a:ext cx="2882646" cy="1005840"/>
          </a:xfrm>
          <a:prstGeom prst="roundRect">
            <a:avLst/>
          </a:prstGeom>
          <a:solidFill>
            <a:srgbClr val="3A4961"/>
          </a:solidFill>
          <a:ln w="12700">
            <a:solidFill>
              <a:srgbClr val="E5E7EB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16" name="Rectangle 15">
            <a:extLst>
              <a:ext uri="{FF2B5EF4-FFF2-40B4-BE49-F238E27FC236}">
                <a16:creationId xmlns:a16="http://schemas.microsoft.com/office/drawing/2014/main" id="{FCB9915B-38AC-2B30-9562-44A3FA4A9508}"/>
              </a:ext>
            </a:extLst>
          </p:cNvPr>
          <p:cNvSpPr/>
          <p:nvPr userDrawn="1"/>
        </p:nvSpPr>
        <p:spPr>
          <a:xfrm>
            <a:off x="155449" y="1517052"/>
            <a:ext cx="45719" cy="723228"/>
          </a:xfrm>
          <a:prstGeom prst="rect">
            <a:avLst/>
          </a:prstGeom>
          <a:solidFill>
            <a:srgbClr val="8B5CF6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17" name="TextBox 16">
            <a:extLst>
              <a:ext uri="{FF2B5EF4-FFF2-40B4-BE49-F238E27FC236}">
                <a16:creationId xmlns:a16="http://schemas.microsoft.com/office/drawing/2014/main" id="{36584641-E81E-275A-A6E4-2E96A4D5F29D}"/>
              </a:ext>
            </a:extLst>
          </p:cNvPr>
          <p:cNvSpPr txBox="1"/>
          <p:nvPr userDrawn="1"/>
        </p:nvSpPr>
        <p:spPr>
          <a:xfrm>
            <a:off x="292608" y="1472184"/>
            <a:ext cx="2626614" cy="215444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defRPr sz="800" b="1" i="0">
                <a:solidFill>
                  <a:srgbClr val="94A3B8"/>
                </a:solidFill>
                <a:latin typeface="Arial"/>
              </a:defRPr>
            </a:pPr>
            <a:r>
              <a:rPr>
                <a:solidFill>
                  <a:schemeClr val="tx1">
                    <a:lumMod val="95000"/>
                  </a:schemeClr>
                </a:solidFill>
              </a:rPr>
              <a:t>{{kpi_1_label}}</a:t>
            </a:r>
          </a:p>
        </p:txBody>
      </p:sp>
      <p:sp>
        <p:nvSpPr>
          <p:cNvPr id="18" name="TextBox 17">
            <a:extLst>
              <a:ext uri="{FF2B5EF4-FFF2-40B4-BE49-F238E27FC236}">
                <a16:creationId xmlns:a16="http://schemas.microsoft.com/office/drawing/2014/main" id="{442FBFBC-C496-B561-2379-3BB33CFBD19F}"/>
              </a:ext>
            </a:extLst>
          </p:cNvPr>
          <p:cNvSpPr txBox="1"/>
          <p:nvPr userDrawn="1"/>
        </p:nvSpPr>
        <p:spPr>
          <a:xfrm>
            <a:off x="292608" y="1590896"/>
            <a:ext cx="2626614" cy="310896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2400" b="1" i="0">
                <a:solidFill>
                  <a:srgbClr val="8B5CF6"/>
                </a:solidFill>
                <a:latin typeface="Arial"/>
              </a:defRPr>
            </a:pPr>
            <a:r>
              <a:rPr dirty="0"/>
              <a:t>{{kpi_1_value}}</a:t>
            </a:r>
          </a:p>
        </p:txBody>
      </p:sp>
      <p:sp>
        <p:nvSpPr>
          <p:cNvPr id="19" name="TextBox 18">
            <a:extLst>
              <a:ext uri="{FF2B5EF4-FFF2-40B4-BE49-F238E27FC236}">
                <a16:creationId xmlns:a16="http://schemas.microsoft.com/office/drawing/2014/main" id="{F980350A-368C-FFE2-0084-3B3432554863}"/>
              </a:ext>
            </a:extLst>
          </p:cNvPr>
          <p:cNvSpPr txBox="1"/>
          <p:nvPr userDrawn="1"/>
        </p:nvSpPr>
        <p:spPr>
          <a:xfrm>
            <a:off x="292608" y="1984248"/>
            <a:ext cx="2626614" cy="215444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800" b="0" i="0">
                <a:solidFill>
                  <a:srgbClr val="64748B"/>
                </a:solidFill>
                <a:latin typeface="Arial"/>
              </a:defRPr>
            </a:pPr>
            <a:r>
              <a:rPr>
                <a:solidFill>
                  <a:schemeClr val="tx1">
                    <a:lumMod val="95000"/>
                  </a:schemeClr>
                </a:solidFill>
              </a:rPr>
              <a:t>{{kpi_1_detail}}</a:t>
            </a:r>
          </a:p>
        </p:txBody>
      </p:sp>
      <p:sp>
        <p:nvSpPr>
          <p:cNvPr id="20" name="TextBox 19">
            <a:extLst>
              <a:ext uri="{FF2B5EF4-FFF2-40B4-BE49-F238E27FC236}">
                <a16:creationId xmlns:a16="http://schemas.microsoft.com/office/drawing/2014/main" id="{75544209-138E-64FF-37E9-FB457740D9F1}"/>
              </a:ext>
            </a:extLst>
          </p:cNvPr>
          <p:cNvSpPr txBox="1"/>
          <p:nvPr userDrawn="1"/>
        </p:nvSpPr>
        <p:spPr>
          <a:xfrm>
            <a:off x="292608" y="2148840"/>
            <a:ext cx="2626614" cy="215444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700" b="0" i="0">
                <a:solidFill>
                  <a:srgbClr val="94A3B8"/>
                </a:solidFill>
                <a:latin typeface="Arial"/>
              </a:defRPr>
            </a:pPr>
            <a:r>
              <a:rPr sz="800" dirty="0">
                <a:solidFill>
                  <a:schemeClr val="tx1">
                    <a:lumMod val="65000"/>
                    <a:lumOff val="35000"/>
                  </a:schemeClr>
                </a:solidFill>
              </a:rPr>
              <a:t>{{kpi_1_context}}</a:t>
            </a:r>
          </a:p>
        </p:txBody>
      </p:sp>
      <p:sp>
        <p:nvSpPr>
          <p:cNvPr id="21" name="Rounded Rectangle 23">
            <a:extLst>
              <a:ext uri="{FF2B5EF4-FFF2-40B4-BE49-F238E27FC236}">
                <a16:creationId xmlns:a16="http://schemas.microsoft.com/office/drawing/2014/main" id="{A87510A2-5D31-7487-B493-EED0F74C7066}"/>
              </a:ext>
            </a:extLst>
          </p:cNvPr>
          <p:cNvSpPr/>
          <p:nvPr userDrawn="1"/>
        </p:nvSpPr>
        <p:spPr>
          <a:xfrm>
            <a:off x="3156966" y="1380744"/>
            <a:ext cx="2882646" cy="1005840"/>
          </a:xfrm>
          <a:prstGeom prst="roundRect">
            <a:avLst/>
          </a:prstGeom>
          <a:solidFill>
            <a:srgbClr val="3A4961"/>
          </a:solidFill>
          <a:ln w="12700">
            <a:solidFill>
              <a:srgbClr val="E5E7EB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22" name="Rectangle 21">
            <a:extLst>
              <a:ext uri="{FF2B5EF4-FFF2-40B4-BE49-F238E27FC236}">
                <a16:creationId xmlns:a16="http://schemas.microsoft.com/office/drawing/2014/main" id="{DFA247FC-4D5E-7B58-9D02-C3642089E363}"/>
              </a:ext>
            </a:extLst>
          </p:cNvPr>
          <p:cNvSpPr/>
          <p:nvPr userDrawn="1"/>
        </p:nvSpPr>
        <p:spPr>
          <a:xfrm>
            <a:off x="3138678" y="1517052"/>
            <a:ext cx="45719" cy="723228"/>
          </a:xfrm>
          <a:prstGeom prst="rect">
            <a:avLst/>
          </a:prstGeom>
          <a:solidFill>
            <a:srgbClr val="6366F1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23" name="TextBox 22">
            <a:extLst>
              <a:ext uri="{FF2B5EF4-FFF2-40B4-BE49-F238E27FC236}">
                <a16:creationId xmlns:a16="http://schemas.microsoft.com/office/drawing/2014/main" id="{D7D8B23D-0AFB-00D8-1ABF-00AB45CCC702}"/>
              </a:ext>
            </a:extLst>
          </p:cNvPr>
          <p:cNvSpPr txBox="1"/>
          <p:nvPr userDrawn="1"/>
        </p:nvSpPr>
        <p:spPr>
          <a:xfrm>
            <a:off x="3284982" y="1472184"/>
            <a:ext cx="2626614" cy="215444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defRPr sz="800" b="1" i="0">
                <a:solidFill>
                  <a:srgbClr val="94A3B8"/>
                </a:solidFill>
                <a:latin typeface="Arial"/>
              </a:defRPr>
            </a:pPr>
            <a:r>
              <a:rPr>
                <a:solidFill>
                  <a:schemeClr val="tx1">
                    <a:lumMod val="95000"/>
                  </a:schemeClr>
                </a:solidFill>
              </a:rPr>
              <a:t>{{kpi_2_label}}</a:t>
            </a:r>
          </a:p>
        </p:txBody>
      </p:sp>
      <p:sp>
        <p:nvSpPr>
          <p:cNvPr id="24" name="TextBox 23">
            <a:extLst>
              <a:ext uri="{FF2B5EF4-FFF2-40B4-BE49-F238E27FC236}">
                <a16:creationId xmlns:a16="http://schemas.microsoft.com/office/drawing/2014/main" id="{E7239D6B-76C4-47C6-67B1-93323AB9F715}"/>
              </a:ext>
            </a:extLst>
          </p:cNvPr>
          <p:cNvSpPr txBox="1"/>
          <p:nvPr userDrawn="1"/>
        </p:nvSpPr>
        <p:spPr>
          <a:xfrm>
            <a:off x="3284982" y="1590896"/>
            <a:ext cx="2626614" cy="310896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2400" b="1" i="0">
                <a:solidFill>
                  <a:srgbClr val="6366F1"/>
                </a:solidFill>
                <a:latin typeface="Arial"/>
              </a:defRPr>
            </a:pPr>
            <a:r>
              <a:t>{{kpi_2_value}}</a:t>
            </a:r>
          </a:p>
        </p:txBody>
      </p:sp>
      <p:sp>
        <p:nvSpPr>
          <p:cNvPr id="25" name="TextBox 24">
            <a:extLst>
              <a:ext uri="{FF2B5EF4-FFF2-40B4-BE49-F238E27FC236}">
                <a16:creationId xmlns:a16="http://schemas.microsoft.com/office/drawing/2014/main" id="{6292E2CF-7FDE-FA7D-744B-57867CEE5184}"/>
              </a:ext>
            </a:extLst>
          </p:cNvPr>
          <p:cNvSpPr txBox="1"/>
          <p:nvPr userDrawn="1"/>
        </p:nvSpPr>
        <p:spPr>
          <a:xfrm>
            <a:off x="3284982" y="1984248"/>
            <a:ext cx="2626614" cy="215444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800" b="0" i="0">
                <a:solidFill>
                  <a:srgbClr val="64748B"/>
                </a:solidFill>
                <a:latin typeface="Arial"/>
              </a:defRPr>
            </a:pPr>
            <a:r>
              <a:rPr>
                <a:solidFill>
                  <a:schemeClr val="tx1">
                    <a:lumMod val="95000"/>
                  </a:schemeClr>
                </a:solidFill>
              </a:rPr>
              <a:t>{{kpi_2_detail}}</a:t>
            </a:r>
          </a:p>
        </p:txBody>
      </p:sp>
      <p:sp>
        <p:nvSpPr>
          <p:cNvPr id="26" name="TextBox 25">
            <a:extLst>
              <a:ext uri="{FF2B5EF4-FFF2-40B4-BE49-F238E27FC236}">
                <a16:creationId xmlns:a16="http://schemas.microsoft.com/office/drawing/2014/main" id="{8BF5D474-EB4A-78FF-4A7F-8CF90BB259CD}"/>
              </a:ext>
            </a:extLst>
          </p:cNvPr>
          <p:cNvSpPr txBox="1"/>
          <p:nvPr userDrawn="1"/>
        </p:nvSpPr>
        <p:spPr>
          <a:xfrm>
            <a:off x="3284982" y="2148840"/>
            <a:ext cx="2626614" cy="215444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700" b="0" i="0">
                <a:solidFill>
                  <a:srgbClr val="94A3B8"/>
                </a:solidFill>
                <a:latin typeface="Arial"/>
              </a:defRPr>
            </a:pPr>
            <a:r>
              <a:rPr sz="800">
                <a:solidFill>
                  <a:schemeClr val="tx1">
                    <a:lumMod val="65000"/>
                    <a:lumOff val="35000"/>
                  </a:schemeClr>
                </a:solidFill>
              </a:rPr>
              <a:t>{{kpi_2_context}}</a:t>
            </a:r>
          </a:p>
        </p:txBody>
      </p:sp>
      <p:sp>
        <p:nvSpPr>
          <p:cNvPr id="27" name="Rounded Rectangle 29">
            <a:extLst>
              <a:ext uri="{FF2B5EF4-FFF2-40B4-BE49-F238E27FC236}">
                <a16:creationId xmlns:a16="http://schemas.microsoft.com/office/drawing/2014/main" id="{88A0A224-9532-E56A-9E83-FF6982B1E6DC}"/>
              </a:ext>
            </a:extLst>
          </p:cNvPr>
          <p:cNvSpPr/>
          <p:nvPr userDrawn="1"/>
        </p:nvSpPr>
        <p:spPr>
          <a:xfrm>
            <a:off x="6149340" y="1380744"/>
            <a:ext cx="2882646" cy="1005840"/>
          </a:xfrm>
          <a:prstGeom prst="roundRect">
            <a:avLst/>
          </a:prstGeom>
          <a:solidFill>
            <a:srgbClr val="3A4961"/>
          </a:solidFill>
          <a:ln w="12700">
            <a:solidFill>
              <a:srgbClr val="E5E7EB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28" name="Rectangle 27">
            <a:extLst>
              <a:ext uri="{FF2B5EF4-FFF2-40B4-BE49-F238E27FC236}">
                <a16:creationId xmlns:a16="http://schemas.microsoft.com/office/drawing/2014/main" id="{B37D6FD9-90AB-D37A-A88D-760CC63714F8}"/>
              </a:ext>
            </a:extLst>
          </p:cNvPr>
          <p:cNvSpPr/>
          <p:nvPr userDrawn="1"/>
        </p:nvSpPr>
        <p:spPr>
          <a:xfrm>
            <a:off x="6140197" y="1517052"/>
            <a:ext cx="45719" cy="682640"/>
          </a:xfrm>
          <a:prstGeom prst="rect">
            <a:avLst/>
          </a:prstGeom>
          <a:solidFill>
            <a:srgbClr val="3B82F6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29" name="TextBox 28">
            <a:extLst>
              <a:ext uri="{FF2B5EF4-FFF2-40B4-BE49-F238E27FC236}">
                <a16:creationId xmlns:a16="http://schemas.microsoft.com/office/drawing/2014/main" id="{EFB1CBD9-A41D-4E75-F747-4785BD56D81D}"/>
              </a:ext>
            </a:extLst>
          </p:cNvPr>
          <p:cNvSpPr txBox="1"/>
          <p:nvPr userDrawn="1"/>
        </p:nvSpPr>
        <p:spPr>
          <a:xfrm>
            <a:off x="6277356" y="1472184"/>
            <a:ext cx="2626614" cy="215444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defRPr sz="800" b="1" i="0">
                <a:solidFill>
                  <a:srgbClr val="94A3B8"/>
                </a:solidFill>
                <a:latin typeface="Arial"/>
              </a:defRPr>
            </a:pPr>
            <a:r>
              <a:rPr>
                <a:solidFill>
                  <a:schemeClr val="tx1">
                    <a:lumMod val="95000"/>
                  </a:schemeClr>
                </a:solidFill>
              </a:rPr>
              <a:t>{{kpi_3_label}}</a:t>
            </a:r>
          </a:p>
        </p:txBody>
      </p:sp>
      <p:sp>
        <p:nvSpPr>
          <p:cNvPr id="30" name="TextBox 29">
            <a:extLst>
              <a:ext uri="{FF2B5EF4-FFF2-40B4-BE49-F238E27FC236}">
                <a16:creationId xmlns:a16="http://schemas.microsoft.com/office/drawing/2014/main" id="{B44B22D1-AFD4-9B45-A5E4-9C036FE49405}"/>
              </a:ext>
            </a:extLst>
          </p:cNvPr>
          <p:cNvSpPr txBox="1"/>
          <p:nvPr userDrawn="1"/>
        </p:nvSpPr>
        <p:spPr>
          <a:xfrm>
            <a:off x="6277356" y="1590896"/>
            <a:ext cx="2626614" cy="310896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2400" b="1" i="0">
                <a:solidFill>
                  <a:srgbClr val="3B82F6"/>
                </a:solidFill>
                <a:latin typeface="Arial"/>
              </a:defRPr>
            </a:pPr>
            <a:r>
              <a:t>{{kpi_3_value}}</a:t>
            </a:r>
          </a:p>
        </p:txBody>
      </p:sp>
      <p:sp>
        <p:nvSpPr>
          <p:cNvPr id="31" name="TextBox 30">
            <a:extLst>
              <a:ext uri="{FF2B5EF4-FFF2-40B4-BE49-F238E27FC236}">
                <a16:creationId xmlns:a16="http://schemas.microsoft.com/office/drawing/2014/main" id="{C305AEEE-778F-2197-1C2A-1BF056589C3A}"/>
              </a:ext>
            </a:extLst>
          </p:cNvPr>
          <p:cNvSpPr txBox="1"/>
          <p:nvPr userDrawn="1"/>
        </p:nvSpPr>
        <p:spPr>
          <a:xfrm>
            <a:off x="6277356" y="1984248"/>
            <a:ext cx="2626614" cy="215444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800" b="0" i="0">
                <a:solidFill>
                  <a:srgbClr val="64748B"/>
                </a:solidFill>
                <a:latin typeface="Arial"/>
              </a:defRPr>
            </a:pPr>
            <a:r>
              <a:rPr>
                <a:solidFill>
                  <a:schemeClr val="tx1">
                    <a:lumMod val="95000"/>
                  </a:schemeClr>
                </a:solidFill>
              </a:rPr>
              <a:t>{{kpi_3_detail}}</a:t>
            </a:r>
          </a:p>
        </p:txBody>
      </p:sp>
      <p:sp>
        <p:nvSpPr>
          <p:cNvPr id="32" name="TextBox 31">
            <a:extLst>
              <a:ext uri="{FF2B5EF4-FFF2-40B4-BE49-F238E27FC236}">
                <a16:creationId xmlns:a16="http://schemas.microsoft.com/office/drawing/2014/main" id="{1DC3162D-3285-191B-BD3E-2D5D3E54518B}"/>
              </a:ext>
            </a:extLst>
          </p:cNvPr>
          <p:cNvSpPr txBox="1"/>
          <p:nvPr userDrawn="1"/>
        </p:nvSpPr>
        <p:spPr>
          <a:xfrm>
            <a:off x="6277356" y="2148840"/>
            <a:ext cx="2626614" cy="215444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700" b="0" i="0">
                <a:solidFill>
                  <a:srgbClr val="94A3B8"/>
                </a:solidFill>
                <a:latin typeface="Arial"/>
              </a:defRPr>
            </a:pPr>
            <a:r>
              <a:rPr sz="800">
                <a:solidFill>
                  <a:schemeClr val="tx1">
                    <a:lumMod val="65000"/>
                    <a:lumOff val="35000"/>
                  </a:schemeClr>
                </a:solidFill>
              </a:rPr>
              <a:t>{{kpi_3_context}}</a:t>
            </a:r>
          </a:p>
        </p:txBody>
      </p:sp>
      <p:sp>
        <p:nvSpPr>
          <p:cNvPr id="33" name="Rounded Rectangle 35">
            <a:extLst>
              <a:ext uri="{FF2B5EF4-FFF2-40B4-BE49-F238E27FC236}">
                <a16:creationId xmlns:a16="http://schemas.microsoft.com/office/drawing/2014/main" id="{8F6F6D4C-322D-1661-58CD-44F079BE4212}"/>
              </a:ext>
            </a:extLst>
          </p:cNvPr>
          <p:cNvSpPr/>
          <p:nvPr userDrawn="1"/>
        </p:nvSpPr>
        <p:spPr>
          <a:xfrm>
            <a:off x="9141714" y="1380744"/>
            <a:ext cx="2882646" cy="1005840"/>
          </a:xfrm>
          <a:prstGeom prst="roundRect">
            <a:avLst/>
          </a:prstGeom>
          <a:solidFill>
            <a:srgbClr val="3A4961"/>
          </a:solidFill>
          <a:ln w="12700">
            <a:solidFill>
              <a:srgbClr val="E5E7EB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34" name="Rectangle 33">
            <a:extLst>
              <a:ext uri="{FF2B5EF4-FFF2-40B4-BE49-F238E27FC236}">
                <a16:creationId xmlns:a16="http://schemas.microsoft.com/office/drawing/2014/main" id="{0D4BC39E-F706-CF26-AE0A-3ECAEAF1262C}"/>
              </a:ext>
            </a:extLst>
          </p:cNvPr>
          <p:cNvSpPr/>
          <p:nvPr userDrawn="1"/>
        </p:nvSpPr>
        <p:spPr>
          <a:xfrm>
            <a:off x="9123426" y="1522898"/>
            <a:ext cx="45719" cy="670801"/>
          </a:xfrm>
          <a:prstGeom prst="rect">
            <a:avLst/>
          </a:prstGeom>
          <a:solidFill>
            <a:srgbClr val="06B6D4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35" name="TextBox 34">
            <a:extLst>
              <a:ext uri="{FF2B5EF4-FFF2-40B4-BE49-F238E27FC236}">
                <a16:creationId xmlns:a16="http://schemas.microsoft.com/office/drawing/2014/main" id="{66013C5E-7424-B63D-5FE5-B27AAE8EACFC}"/>
              </a:ext>
            </a:extLst>
          </p:cNvPr>
          <p:cNvSpPr txBox="1"/>
          <p:nvPr userDrawn="1"/>
        </p:nvSpPr>
        <p:spPr>
          <a:xfrm>
            <a:off x="9269730" y="1472184"/>
            <a:ext cx="2626614" cy="215444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defRPr sz="800" b="1" i="0">
                <a:solidFill>
                  <a:srgbClr val="94A3B8"/>
                </a:solidFill>
                <a:latin typeface="Arial"/>
              </a:defRPr>
            </a:pPr>
            <a:r>
              <a:rPr>
                <a:solidFill>
                  <a:schemeClr val="tx1">
                    <a:lumMod val="95000"/>
                  </a:schemeClr>
                </a:solidFill>
              </a:rPr>
              <a:t>{{kpi_4_label}}</a:t>
            </a:r>
          </a:p>
        </p:txBody>
      </p:sp>
      <p:sp>
        <p:nvSpPr>
          <p:cNvPr id="36" name="TextBox 35">
            <a:extLst>
              <a:ext uri="{FF2B5EF4-FFF2-40B4-BE49-F238E27FC236}">
                <a16:creationId xmlns:a16="http://schemas.microsoft.com/office/drawing/2014/main" id="{C547DAA4-F320-8AEF-789D-CB226EBB58C9}"/>
              </a:ext>
            </a:extLst>
          </p:cNvPr>
          <p:cNvSpPr txBox="1"/>
          <p:nvPr userDrawn="1"/>
        </p:nvSpPr>
        <p:spPr>
          <a:xfrm>
            <a:off x="9269730" y="1590896"/>
            <a:ext cx="2626614" cy="310896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2400" b="1" i="0">
                <a:solidFill>
                  <a:srgbClr val="06B6D4"/>
                </a:solidFill>
                <a:latin typeface="Arial"/>
              </a:defRPr>
            </a:pPr>
            <a:r>
              <a:t>{{kpi_4_value}}</a:t>
            </a:r>
          </a:p>
        </p:txBody>
      </p:sp>
      <p:sp>
        <p:nvSpPr>
          <p:cNvPr id="37" name="TextBox 36">
            <a:extLst>
              <a:ext uri="{FF2B5EF4-FFF2-40B4-BE49-F238E27FC236}">
                <a16:creationId xmlns:a16="http://schemas.microsoft.com/office/drawing/2014/main" id="{DA0695C7-6EDB-DEDC-B630-DCB976AC545A}"/>
              </a:ext>
            </a:extLst>
          </p:cNvPr>
          <p:cNvSpPr txBox="1"/>
          <p:nvPr userDrawn="1"/>
        </p:nvSpPr>
        <p:spPr>
          <a:xfrm>
            <a:off x="9269730" y="1984248"/>
            <a:ext cx="2626614" cy="215444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800" b="0" i="0">
                <a:solidFill>
                  <a:srgbClr val="64748B"/>
                </a:solidFill>
                <a:latin typeface="Arial"/>
              </a:defRPr>
            </a:pPr>
            <a:r>
              <a:rPr>
                <a:solidFill>
                  <a:schemeClr val="tx1">
                    <a:lumMod val="95000"/>
                  </a:schemeClr>
                </a:solidFill>
              </a:rPr>
              <a:t>{{kpi_4_detail}}</a:t>
            </a:r>
          </a:p>
        </p:txBody>
      </p:sp>
      <p:sp>
        <p:nvSpPr>
          <p:cNvPr id="38" name="TextBox 37">
            <a:extLst>
              <a:ext uri="{FF2B5EF4-FFF2-40B4-BE49-F238E27FC236}">
                <a16:creationId xmlns:a16="http://schemas.microsoft.com/office/drawing/2014/main" id="{D7B8E158-3E1D-E5F5-FDA6-580F67D1C1FC}"/>
              </a:ext>
            </a:extLst>
          </p:cNvPr>
          <p:cNvSpPr txBox="1"/>
          <p:nvPr userDrawn="1"/>
        </p:nvSpPr>
        <p:spPr>
          <a:xfrm>
            <a:off x="9269730" y="2148840"/>
            <a:ext cx="2626614" cy="215444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700" b="0" i="0">
                <a:solidFill>
                  <a:srgbClr val="94A3B8"/>
                </a:solidFill>
                <a:latin typeface="Arial"/>
              </a:defRPr>
            </a:pPr>
            <a:r>
              <a:rPr sz="800">
                <a:solidFill>
                  <a:schemeClr val="tx1">
                    <a:lumMod val="65000"/>
                    <a:lumOff val="35000"/>
                  </a:schemeClr>
                </a:solidFill>
              </a:rPr>
              <a:t>{{kpi_4_context}}</a:t>
            </a:r>
          </a:p>
        </p:txBody>
      </p:sp>
      <p:sp>
        <p:nvSpPr>
          <p:cNvPr id="39" name="Rounded Rectangle 41">
            <a:extLst>
              <a:ext uri="{FF2B5EF4-FFF2-40B4-BE49-F238E27FC236}">
                <a16:creationId xmlns:a16="http://schemas.microsoft.com/office/drawing/2014/main" id="{6B30529D-ABD5-715B-914A-F53BF8ACC07E}"/>
              </a:ext>
            </a:extLst>
          </p:cNvPr>
          <p:cNvSpPr/>
          <p:nvPr userDrawn="1"/>
        </p:nvSpPr>
        <p:spPr>
          <a:xfrm>
            <a:off x="164592" y="2857057"/>
            <a:ext cx="5865876" cy="3589462"/>
          </a:xfrm>
          <a:prstGeom prst="roundRect">
            <a:avLst/>
          </a:prstGeom>
          <a:solidFill>
            <a:srgbClr val="3A4961"/>
          </a:solidFill>
          <a:ln w="12700">
            <a:solidFill>
              <a:srgbClr val="E5E7EB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40" name="Rectangle 39">
            <a:extLst>
              <a:ext uri="{FF2B5EF4-FFF2-40B4-BE49-F238E27FC236}">
                <a16:creationId xmlns:a16="http://schemas.microsoft.com/office/drawing/2014/main" id="{232349A5-81D9-E38F-766B-71B21BEF4D84}"/>
              </a:ext>
            </a:extLst>
          </p:cNvPr>
          <p:cNvSpPr/>
          <p:nvPr userDrawn="1"/>
        </p:nvSpPr>
        <p:spPr>
          <a:xfrm>
            <a:off x="164592" y="2532888"/>
            <a:ext cx="5865876" cy="292608"/>
          </a:xfrm>
          <a:prstGeom prst="rect">
            <a:avLst/>
          </a:prstGeom>
          <a:solidFill>
            <a:srgbClr val="3A4961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42" name="Rectangle 41">
            <a:extLst>
              <a:ext uri="{FF2B5EF4-FFF2-40B4-BE49-F238E27FC236}">
                <a16:creationId xmlns:a16="http://schemas.microsoft.com/office/drawing/2014/main" id="{9BB9B3F6-3312-6E9A-48AF-96FE7D56E2F7}"/>
              </a:ext>
            </a:extLst>
          </p:cNvPr>
          <p:cNvSpPr/>
          <p:nvPr userDrawn="1"/>
        </p:nvSpPr>
        <p:spPr>
          <a:xfrm>
            <a:off x="351600" y="2683320"/>
            <a:ext cx="64008" cy="64008"/>
          </a:xfrm>
          <a:prstGeom prst="rect">
            <a:avLst/>
          </a:prstGeom>
          <a:solidFill>
            <a:srgbClr val="8B5CF6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44" name="TextBox 43">
            <a:extLst>
              <a:ext uri="{FF2B5EF4-FFF2-40B4-BE49-F238E27FC236}">
                <a16:creationId xmlns:a16="http://schemas.microsoft.com/office/drawing/2014/main" id="{E4F854E2-38CF-D954-A3CD-96DC9F2A5B23}"/>
              </a:ext>
            </a:extLst>
          </p:cNvPr>
          <p:cNvSpPr txBox="1"/>
          <p:nvPr userDrawn="1"/>
        </p:nvSpPr>
        <p:spPr>
          <a:xfrm>
            <a:off x="292608" y="3234860"/>
            <a:ext cx="128016" cy="146304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defRPr sz="800" b="0" i="0">
                <a:solidFill>
                  <a:srgbClr val="8B5CF6"/>
                </a:solidFill>
                <a:latin typeface="Arial"/>
              </a:defRPr>
            </a:pPr>
            <a:r>
              <a:t>●</a:t>
            </a:r>
          </a:p>
        </p:txBody>
      </p:sp>
      <p:sp>
        <p:nvSpPr>
          <p:cNvPr id="45" name="TextBox 44">
            <a:extLst>
              <a:ext uri="{FF2B5EF4-FFF2-40B4-BE49-F238E27FC236}">
                <a16:creationId xmlns:a16="http://schemas.microsoft.com/office/drawing/2014/main" id="{439A129C-D4B6-2CA2-95AE-4D027913C379}"/>
              </a:ext>
            </a:extLst>
          </p:cNvPr>
          <p:cNvSpPr txBox="1"/>
          <p:nvPr userDrawn="1"/>
        </p:nvSpPr>
        <p:spPr>
          <a:xfrm>
            <a:off x="457200" y="3202776"/>
            <a:ext cx="5408676" cy="26161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defRPr sz="850" b="0" i="0">
                <a:solidFill>
                  <a:srgbClr val="475569"/>
                </a:solidFill>
                <a:latin typeface="Arial"/>
              </a:defRPr>
            </a:pPr>
            <a:r>
              <a:rPr sz="1100" dirty="0">
                <a:solidFill>
                  <a:schemeClr val="tx1">
                    <a:lumMod val="95000"/>
                  </a:schemeClr>
                </a:solidFill>
              </a:rPr>
              <a:t>{{finding_1}}</a:t>
            </a:r>
          </a:p>
        </p:txBody>
      </p:sp>
      <p:sp>
        <p:nvSpPr>
          <p:cNvPr id="46" name="TextBox 45">
            <a:extLst>
              <a:ext uri="{FF2B5EF4-FFF2-40B4-BE49-F238E27FC236}">
                <a16:creationId xmlns:a16="http://schemas.microsoft.com/office/drawing/2014/main" id="{729CF7A3-A9A7-DB0C-A0E0-231BD3DA5599}"/>
              </a:ext>
            </a:extLst>
          </p:cNvPr>
          <p:cNvSpPr txBox="1"/>
          <p:nvPr userDrawn="1"/>
        </p:nvSpPr>
        <p:spPr>
          <a:xfrm>
            <a:off x="292608" y="3602866"/>
            <a:ext cx="128016" cy="146304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defRPr sz="800" b="0" i="0">
                <a:solidFill>
                  <a:srgbClr val="8B5CF6"/>
                </a:solidFill>
                <a:latin typeface="Arial"/>
              </a:defRPr>
            </a:pPr>
            <a:r>
              <a:t>●</a:t>
            </a:r>
          </a:p>
        </p:txBody>
      </p:sp>
      <p:sp>
        <p:nvSpPr>
          <p:cNvPr id="47" name="TextBox 46">
            <a:extLst>
              <a:ext uri="{FF2B5EF4-FFF2-40B4-BE49-F238E27FC236}">
                <a16:creationId xmlns:a16="http://schemas.microsoft.com/office/drawing/2014/main" id="{E92AEA86-F15D-3823-6D48-89D4FBC050D1}"/>
              </a:ext>
            </a:extLst>
          </p:cNvPr>
          <p:cNvSpPr txBox="1"/>
          <p:nvPr userDrawn="1"/>
        </p:nvSpPr>
        <p:spPr>
          <a:xfrm>
            <a:off x="457200" y="3586824"/>
            <a:ext cx="5408676" cy="26161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defRPr sz="850" b="0" i="0">
                <a:solidFill>
                  <a:srgbClr val="475569"/>
                </a:solidFill>
                <a:latin typeface="Arial"/>
              </a:defRPr>
            </a:pPr>
            <a:r>
              <a:rPr sz="1100">
                <a:solidFill>
                  <a:schemeClr val="tx1">
                    <a:lumMod val="95000"/>
                  </a:schemeClr>
                </a:solidFill>
              </a:rPr>
              <a:t>{{finding_2}}</a:t>
            </a:r>
          </a:p>
        </p:txBody>
      </p:sp>
      <p:sp>
        <p:nvSpPr>
          <p:cNvPr id="48" name="TextBox 47">
            <a:extLst>
              <a:ext uri="{FF2B5EF4-FFF2-40B4-BE49-F238E27FC236}">
                <a16:creationId xmlns:a16="http://schemas.microsoft.com/office/drawing/2014/main" id="{0CDED803-8187-4970-A973-AA06B25D0CE5}"/>
              </a:ext>
            </a:extLst>
          </p:cNvPr>
          <p:cNvSpPr txBox="1"/>
          <p:nvPr userDrawn="1"/>
        </p:nvSpPr>
        <p:spPr>
          <a:xfrm>
            <a:off x="292608" y="3986914"/>
            <a:ext cx="128016" cy="146304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defRPr sz="800" b="0" i="0">
                <a:solidFill>
                  <a:srgbClr val="8B5CF6"/>
                </a:solidFill>
                <a:latin typeface="Arial"/>
              </a:defRPr>
            </a:pPr>
            <a:r>
              <a:t>●</a:t>
            </a:r>
          </a:p>
        </p:txBody>
      </p:sp>
      <p:sp>
        <p:nvSpPr>
          <p:cNvPr id="49" name="TextBox 48">
            <a:extLst>
              <a:ext uri="{FF2B5EF4-FFF2-40B4-BE49-F238E27FC236}">
                <a16:creationId xmlns:a16="http://schemas.microsoft.com/office/drawing/2014/main" id="{FC596A49-21F1-FE40-3920-958BB4CDA300}"/>
              </a:ext>
            </a:extLst>
          </p:cNvPr>
          <p:cNvSpPr txBox="1"/>
          <p:nvPr userDrawn="1"/>
        </p:nvSpPr>
        <p:spPr>
          <a:xfrm>
            <a:off x="457200" y="3970872"/>
            <a:ext cx="5408676" cy="26161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defRPr sz="850" b="0" i="0">
                <a:solidFill>
                  <a:srgbClr val="475569"/>
                </a:solidFill>
                <a:latin typeface="Arial"/>
              </a:defRPr>
            </a:pPr>
            <a:r>
              <a:rPr sz="1100">
                <a:solidFill>
                  <a:schemeClr val="tx1">
                    <a:lumMod val="95000"/>
                  </a:schemeClr>
                </a:solidFill>
              </a:rPr>
              <a:t>{{finding_3}}</a:t>
            </a:r>
          </a:p>
        </p:txBody>
      </p:sp>
      <p:sp>
        <p:nvSpPr>
          <p:cNvPr id="50" name="TextBox 49">
            <a:extLst>
              <a:ext uri="{FF2B5EF4-FFF2-40B4-BE49-F238E27FC236}">
                <a16:creationId xmlns:a16="http://schemas.microsoft.com/office/drawing/2014/main" id="{D7E91A21-171F-DB00-0873-6BCFFAE636A6}"/>
              </a:ext>
            </a:extLst>
          </p:cNvPr>
          <p:cNvSpPr txBox="1"/>
          <p:nvPr userDrawn="1"/>
        </p:nvSpPr>
        <p:spPr>
          <a:xfrm>
            <a:off x="292608" y="4387004"/>
            <a:ext cx="128016" cy="146304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defRPr sz="800" b="0" i="0">
                <a:solidFill>
                  <a:srgbClr val="8B5CF6"/>
                </a:solidFill>
                <a:latin typeface="Arial"/>
              </a:defRPr>
            </a:pPr>
            <a:r>
              <a:t>●</a:t>
            </a:r>
          </a:p>
        </p:txBody>
      </p:sp>
      <p:sp>
        <p:nvSpPr>
          <p:cNvPr id="51" name="TextBox 50">
            <a:extLst>
              <a:ext uri="{FF2B5EF4-FFF2-40B4-BE49-F238E27FC236}">
                <a16:creationId xmlns:a16="http://schemas.microsoft.com/office/drawing/2014/main" id="{38280009-B686-9E63-497A-7FACC33C7299}"/>
              </a:ext>
            </a:extLst>
          </p:cNvPr>
          <p:cNvSpPr txBox="1"/>
          <p:nvPr userDrawn="1"/>
        </p:nvSpPr>
        <p:spPr>
          <a:xfrm>
            <a:off x="457200" y="4354920"/>
            <a:ext cx="5408676" cy="26161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defRPr sz="850" b="0" i="0">
                <a:solidFill>
                  <a:srgbClr val="475569"/>
                </a:solidFill>
                <a:latin typeface="Arial"/>
              </a:defRPr>
            </a:pPr>
            <a:r>
              <a:rPr sz="1100">
                <a:solidFill>
                  <a:schemeClr val="tx1">
                    <a:lumMod val="95000"/>
                  </a:schemeClr>
                </a:solidFill>
              </a:rPr>
              <a:t>{{finding_4}}</a:t>
            </a:r>
          </a:p>
        </p:txBody>
      </p:sp>
      <p:sp>
        <p:nvSpPr>
          <p:cNvPr id="52" name="TextBox 51">
            <a:extLst>
              <a:ext uri="{FF2B5EF4-FFF2-40B4-BE49-F238E27FC236}">
                <a16:creationId xmlns:a16="http://schemas.microsoft.com/office/drawing/2014/main" id="{30089293-600F-F580-683F-8F18937C5407}"/>
              </a:ext>
            </a:extLst>
          </p:cNvPr>
          <p:cNvSpPr txBox="1"/>
          <p:nvPr userDrawn="1"/>
        </p:nvSpPr>
        <p:spPr>
          <a:xfrm>
            <a:off x="292608" y="4771052"/>
            <a:ext cx="128016" cy="146304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defRPr sz="800" b="0" i="0">
                <a:solidFill>
                  <a:srgbClr val="8B5CF6"/>
                </a:solidFill>
                <a:latin typeface="Arial"/>
              </a:defRPr>
            </a:pPr>
            <a:r>
              <a:t>●</a:t>
            </a:r>
          </a:p>
        </p:txBody>
      </p:sp>
      <p:sp>
        <p:nvSpPr>
          <p:cNvPr id="53" name="TextBox 52">
            <a:extLst>
              <a:ext uri="{FF2B5EF4-FFF2-40B4-BE49-F238E27FC236}">
                <a16:creationId xmlns:a16="http://schemas.microsoft.com/office/drawing/2014/main" id="{264B12A7-3905-8A56-5C94-1738036EFE3D}"/>
              </a:ext>
            </a:extLst>
          </p:cNvPr>
          <p:cNvSpPr txBox="1"/>
          <p:nvPr userDrawn="1"/>
        </p:nvSpPr>
        <p:spPr>
          <a:xfrm>
            <a:off x="457200" y="4738968"/>
            <a:ext cx="5408676" cy="26161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defRPr sz="850" b="0" i="0">
                <a:solidFill>
                  <a:srgbClr val="475569"/>
                </a:solidFill>
                <a:latin typeface="Arial"/>
              </a:defRPr>
            </a:pPr>
            <a:r>
              <a:rPr sz="1100" dirty="0">
                <a:solidFill>
                  <a:schemeClr val="tx1">
                    <a:lumMod val="95000"/>
                  </a:schemeClr>
                </a:solidFill>
              </a:rPr>
              <a:t>{{finding_5}}</a:t>
            </a:r>
          </a:p>
        </p:txBody>
      </p:sp>
      <p:sp>
        <p:nvSpPr>
          <p:cNvPr id="54" name="Rounded Rectangle 56">
            <a:extLst>
              <a:ext uri="{FF2B5EF4-FFF2-40B4-BE49-F238E27FC236}">
                <a16:creationId xmlns:a16="http://schemas.microsoft.com/office/drawing/2014/main" id="{9CC46D50-7068-A229-DFA0-F0A326E8433E}"/>
              </a:ext>
            </a:extLst>
          </p:cNvPr>
          <p:cNvSpPr/>
          <p:nvPr userDrawn="1"/>
        </p:nvSpPr>
        <p:spPr>
          <a:xfrm>
            <a:off x="6158483" y="2836872"/>
            <a:ext cx="5865876" cy="3609647"/>
          </a:xfrm>
          <a:prstGeom prst="roundRect">
            <a:avLst/>
          </a:prstGeom>
          <a:solidFill>
            <a:srgbClr val="3A4961"/>
          </a:solidFill>
          <a:ln w="12700">
            <a:solidFill>
              <a:srgbClr val="E5E7EB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55" name="Rectangle 54">
            <a:extLst>
              <a:ext uri="{FF2B5EF4-FFF2-40B4-BE49-F238E27FC236}">
                <a16:creationId xmlns:a16="http://schemas.microsoft.com/office/drawing/2014/main" id="{59206875-AC39-097E-73CF-279D79B016CB}"/>
              </a:ext>
            </a:extLst>
          </p:cNvPr>
          <p:cNvSpPr/>
          <p:nvPr userDrawn="1"/>
        </p:nvSpPr>
        <p:spPr>
          <a:xfrm>
            <a:off x="6158483" y="2532888"/>
            <a:ext cx="5865876" cy="292608"/>
          </a:xfrm>
          <a:prstGeom prst="rect">
            <a:avLst/>
          </a:prstGeom>
          <a:solidFill>
            <a:srgbClr val="3A4961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57" name="Rectangle 56">
            <a:extLst>
              <a:ext uri="{FF2B5EF4-FFF2-40B4-BE49-F238E27FC236}">
                <a16:creationId xmlns:a16="http://schemas.microsoft.com/office/drawing/2014/main" id="{F224FEEB-A0EB-4706-EB53-9B85169B44B2}"/>
              </a:ext>
            </a:extLst>
          </p:cNvPr>
          <p:cNvSpPr/>
          <p:nvPr userDrawn="1"/>
        </p:nvSpPr>
        <p:spPr>
          <a:xfrm>
            <a:off x="6286499" y="2673488"/>
            <a:ext cx="64008" cy="64008"/>
          </a:xfrm>
          <a:prstGeom prst="rect">
            <a:avLst/>
          </a:prstGeom>
          <a:solidFill>
            <a:srgbClr val="F59E0B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59" name="Rectangle 58">
            <a:extLst>
              <a:ext uri="{FF2B5EF4-FFF2-40B4-BE49-F238E27FC236}">
                <a16:creationId xmlns:a16="http://schemas.microsoft.com/office/drawing/2014/main" id="{1D477F0E-AACD-717D-E331-438E618420A9}"/>
              </a:ext>
            </a:extLst>
          </p:cNvPr>
          <p:cNvSpPr/>
          <p:nvPr userDrawn="1"/>
        </p:nvSpPr>
        <p:spPr>
          <a:xfrm>
            <a:off x="6286499" y="3309088"/>
            <a:ext cx="45720" cy="45720"/>
          </a:xfrm>
          <a:prstGeom prst="rect">
            <a:avLst/>
          </a:prstGeom>
          <a:solidFill>
            <a:srgbClr val="F59E0B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60" name="TextBox 59">
            <a:extLst>
              <a:ext uri="{FF2B5EF4-FFF2-40B4-BE49-F238E27FC236}">
                <a16:creationId xmlns:a16="http://schemas.microsoft.com/office/drawing/2014/main" id="{AE221BBC-5E81-62E3-85D7-C24D8F7435D4}"/>
              </a:ext>
            </a:extLst>
          </p:cNvPr>
          <p:cNvSpPr txBox="1"/>
          <p:nvPr userDrawn="1"/>
        </p:nvSpPr>
        <p:spPr>
          <a:xfrm>
            <a:off x="6377938" y="3203688"/>
            <a:ext cx="5701224" cy="276999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defRPr sz="800" b="1" i="0">
                <a:solidFill>
                  <a:srgbClr val="F59E0B"/>
                </a:solidFill>
                <a:latin typeface="Arial"/>
              </a:defRPr>
            </a:pPr>
            <a:r>
              <a:rPr sz="1200" dirty="0"/>
              <a:t>{{impl_1_title}}</a:t>
            </a:r>
          </a:p>
        </p:txBody>
      </p:sp>
      <p:sp>
        <p:nvSpPr>
          <p:cNvPr id="61" name="TextBox 60">
            <a:extLst>
              <a:ext uri="{FF2B5EF4-FFF2-40B4-BE49-F238E27FC236}">
                <a16:creationId xmlns:a16="http://schemas.microsoft.com/office/drawing/2014/main" id="{862D694A-3884-879A-2668-03D13B1B06A3}"/>
              </a:ext>
            </a:extLst>
          </p:cNvPr>
          <p:cNvSpPr txBox="1"/>
          <p:nvPr userDrawn="1"/>
        </p:nvSpPr>
        <p:spPr>
          <a:xfrm>
            <a:off x="6377939" y="3433824"/>
            <a:ext cx="5500116" cy="246221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defRPr sz="850" b="0" i="0">
                <a:solidFill>
                  <a:srgbClr val="475569"/>
                </a:solidFill>
                <a:latin typeface="Arial"/>
              </a:defRPr>
            </a:pPr>
            <a:r>
              <a:rPr sz="1000" dirty="0">
                <a:solidFill>
                  <a:schemeClr val="tx1">
                    <a:lumMod val="85000"/>
                  </a:schemeClr>
                </a:solidFill>
              </a:rPr>
              <a:t>{{impl_1_text}}</a:t>
            </a:r>
          </a:p>
        </p:txBody>
      </p:sp>
      <p:sp>
        <p:nvSpPr>
          <p:cNvPr id="62" name="Rectangle 61">
            <a:extLst>
              <a:ext uri="{FF2B5EF4-FFF2-40B4-BE49-F238E27FC236}">
                <a16:creationId xmlns:a16="http://schemas.microsoft.com/office/drawing/2014/main" id="{7F13A1E2-A951-A8FC-5938-8664DD989754}"/>
              </a:ext>
            </a:extLst>
          </p:cNvPr>
          <p:cNvSpPr/>
          <p:nvPr userDrawn="1"/>
        </p:nvSpPr>
        <p:spPr>
          <a:xfrm>
            <a:off x="6286499" y="3844758"/>
            <a:ext cx="45720" cy="45720"/>
          </a:xfrm>
          <a:prstGeom prst="rect">
            <a:avLst/>
          </a:prstGeom>
          <a:solidFill>
            <a:srgbClr val="F59E0B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63" name="TextBox 62">
            <a:extLst>
              <a:ext uri="{FF2B5EF4-FFF2-40B4-BE49-F238E27FC236}">
                <a16:creationId xmlns:a16="http://schemas.microsoft.com/office/drawing/2014/main" id="{12EDED9C-F4C5-9B53-D95F-F9B04979FBA5}"/>
              </a:ext>
            </a:extLst>
          </p:cNvPr>
          <p:cNvSpPr txBox="1"/>
          <p:nvPr userDrawn="1"/>
        </p:nvSpPr>
        <p:spPr>
          <a:xfrm>
            <a:off x="6377937" y="3739358"/>
            <a:ext cx="5646295" cy="286831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defRPr sz="800" b="1" i="0">
                <a:solidFill>
                  <a:srgbClr val="F59E0B"/>
                </a:solidFill>
                <a:latin typeface="Arial"/>
              </a:defRPr>
            </a:pPr>
            <a:r>
              <a:rPr sz="1200" dirty="0"/>
              <a:t>{{impl_2_title}}</a:t>
            </a:r>
          </a:p>
        </p:txBody>
      </p:sp>
      <p:sp>
        <p:nvSpPr>
          <p:cNvPr id="64" name="TextBox 63">
            <a:extLst>
              <a:ext uri="{FF2B5EF4-FFF2-40B4-BE49-F238E27FC236}">
                <a16:creationId xmlns:a16="http://schemas.microsoft.com/office/drawing/2014/main" id="{13CE7416-D306-7DF1-A28A-D1BDDA570DFB}"/>
              </a:ext>
            </a:extLst>
          </p:cNvPr>
          <p:cNvSpPr txBox="1"/>
          <p:nvPr userDrawn="1"/>
        </p:nvSpPr>
        <p:spPr>
          <a:xfrm>
            <a:off x="6377939" y="3969494"/>
            <a:ext cx="5500116" cy="246221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defRPr sz="850" b="0" i="0">
                <a:solidFill>
                  <a:srgbClr val="475569"/>
                </a:solidFill>
                <a:latin typeface="Arial"/>
              </a:defRPr>
            </a:pPr>
            <a:r>
              <a:rPr sz="1000" dirty="0">
                <a:solidFill>
                  <a:schemeClr val="tx1">
                    <a:lumMod val="85000"/>
                  </a:schemeClr>
                </a:solidFill>
              </a:rPr>
              <a:t>{{impl_2_text}}</a:t>
            </a:r>
          </a:p>
        </p:txBody>
      </p:sp>
      <p:sp>
        <p:nvSpPr>
          <p:cNvPr id="65" name="Rectangle 64">
            <a:extLst>
              <a:ext uri="{FF2B5EF4-FFF2-40B4-BE49-F238E27FC236}">
                <a16:creationId xmlns:a16="http://schemas.microsoft.com/office/drawing/2014/main" id="{14AEA924-39D4-A5F4-6E21-B5474D6FE061}"/>
              </a:ext>
            </a:extLst>
          </p:cNvPr>
          <p:cNvSpPr/>
          <p:nvPr userDrawn="1"/>
        </p:nvSpPr>
        <p:spPr>
          <a:xfrm>
            <a:off x="6286499" y="4383016"/>
            <a:ext cx="45720" cy="45720"/>
          </a:xfrm>
          <a:prstGeom prst="rect">
            <a:avLst/>
          </a:prstGeom>
          <a:solidFill>
            <a:srgbClr val="F59E0B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66" name="TextBox 65">
            <a:extLst>
              <a:ext uri="{FF2B5EF4-FFF2-40B4-BE49-F238E27FC236}">
                <a16:creationId xmlns:a16="http://schemas.microsoft.com/office/drawing/2014/main" id="{A22F3E6E-05FB-4508-45A7-226809A49DC5}"/>
              </a:ext>
            </a:extLst>
          </p:cNvPr>
          <p:cNvSpPr txBox="1"/>
          <p:nvPr userDrawn="1"/>
        </p:nvSpPr>
        <p:spPr>
          <a:xfrm>
            <a:off x="6377938" y="4277616"/>
            <a:ext cx="5518406" cy="276999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defRPr sz="800" b="1" i="0">
                <a:solidFill>
                  <a:srgbClr val="F59E0B"/>
                </a:solidFill>
                <a:latin typeface="Arial"/>
              </a:defRPr>
            </a:pPr>
            <a:r>
              <a:rPr sz="1200" dirty="0"/>
              <a:t>{{impl_3_title}}</a:t>
            </a:r>
          </a:p>
        </p:txBody>
      </p:sp>
      <p:sp>
        <p:nvSpPr>
          <p:cNvPr id="67" name="TextBox 66">
            <a:extLst>
              <a:ext uri="{FF2B5EF4-FFF2-40B4-BE49-F238E27FC236}">
                <a16:creationId xmlns:a16="http://schemas.microsoft.com/office/drawing/2014/main" id="{802BEA73-2DE2-FB6B-BA50-8D0F6FC5DA06}"/>
              </a:ext>
            </a:extLst>
          </p:cNvPr>
          <p:cNvSpPr txBox="1"/>
          <p:nvPr userDrawn="1"/>
        </p:nvSpPr>
        <p:spPr>
          <a:xfrm>
            <a:off x="6377939" y="4507752"/>
            <a:ext cx="5500116" cy="246221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defRPr sz="850" b="0" i="0">
                <a:solidFill>
                  <a:srgbClr val="475569"/>
                </a:solidFill>
                <a:latin typeface="Arial"/>
              </a:defRPr>
            </a:pPr>
            <a:r>
              <a:rPr sz="1000" dirty="0">
                <a:solidFill>
                  <a:schemeClr val="tx1">
                    <a:lumMod val="85000"/>
                  </a:schemeClr>
                </a:solidFill>
              </a:rPr>
              <a:t>{{impl_3_text}}</a:t>
            </a:r>
          </a:p>
        </p:txBody>
      </p:sp>
      <p:sp>
        <p:nvSpPr>
          <p:cNvPr id="68" name="Rectangle 67">
            <a:extLst>
              <a:ext uri="{FF2B5EF4-FFF2-40B4-BE49-F238E27FC236}">
                <a16:creationId xmlns:a16="http://schemas.microsoft.com/office/drawing/2014/main" id="{9E7BCA58-2410-57E3-D68B-692A15CFC508}"/>
              </a:ext>
            </a:extLst>
          </p:cNvPr>
          <p:cNvSpPr/>
          <p:nvPr userDrawn="1"/>
        </p:nvSpPr>
        <p:spPr>
          <a:xfrm>
            <a:off x="6286499" y="4911442"/>
            <a:ext cx="45720" cy="45720"/>
          </a:xfrm>
          <a:prstGeom prst="rect">
            <a:avLst/>
          </a:prstGeom>
          <a:solidFill>
            <a:srgbClr val="F59E0B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69" name="TextBox 68">
            <a:extLst>
              <a:ext uri="{FF2B5EF4-FFF2-40B4-BE49-F238E27FC236}">
                <a16:creationId xmlns:a16="http://schemas.microsoft.com/office/drawing/2014/main" id="{52D2934E-27C5-0AC9-8C90-0B7D38EA5AAB}"/>
              </a:ext>
            </a:extLst>
          </p:cNvPr>
          <p:cNvSpPr txBox="1"/>
          <p:nvPr userDrawn="1"/>
        </p:nvSpPr>
        <p:spPr>
          <a:xfrm>
            <a:off x="6377938" y="4806042"/>
            <a:ext cx="5500116" cy="276999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defRPr sz="800" b="1" i="0">
                <a:solidFill>
                  <a:srgbClr val="F59E0B"/>
                </a:solidFill>
                <a:latin typeface="Arial"/>
              </a:defRPr>
            </a:pPr>
            <a:r>
              <a:rPr sz="1200" dirty="0"/>
              <a:t>{{impl_4_title}}</a:t>
            </a:r>
          </a:p>
        </p:txBody>
      </p:sp>
      <p:sp>
        <p:nvSpPr>
          <p:cNvPr id="70" name="TextBox 69">
            <a:extLst>
              <a:ext uri="{FF2B5EF4-FFF2-40B4-BE49-F238E27FC236}">
                <a16:creationId xmlns:a16="http://schemas.microsoft.com/office/drawing/2014/main" id="{9147D685-3200-E0E2-BA8A-50115E43587E}"/>
              </a:ext>
            </a:extLst>
          </p:cNvPr>
          <p:cNvSpPr txBox="1"/>
          <p:nvPr userDrawn="1"/>
        </p:nvSpPr>
        <p:spPr>
          <a:xfrm>
            <a:off x="6377939" y="5036178"/>
            <a:ext cx="5500116" cy="246221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defRPr sz="850" b="0" i="0">
                <a:solidFill>
                  <a:srgbClr val="475569"/>
                </a:solidFill>
                <a:latin typeface="Arial"/>
              </a:defRPr>
            </a:pPr>
            <a:r>
              <a:rPr sz="1000" dirty="0">
                <a:solidFill>
                  <a:schemeClr val="tx1">
                    <a:lumMod val="85000"/>
                  </a:schemeClr>
                </a:solidFill>
              </a:rPr>
              <a:t>{{impl_4_text}}</a:t>
            </a:r>
          </a:p>
        </p:txBody>
      </p:sp>
      <p:sp>
        <p:nvSpPr>
          <p:cNvPr id="71" name="Rectangle 70">
            <a:extLst>
              <a:ext uri="{FF2B5EF4-FFF2-40B4-BE49-F238E27FC236}">
                <a16:creationId xmlns:a16="http://schemas.microsoft.com/office/drawing/2014/main" id="{CB4E8E3B-81A7-1487-0436-885E3194E1FD}"/>
              </a:ext>
            </a:extLst>
          </p:cNvPr>
          <p:cNvSpPr/>
          <p:nvPr userDrawn="1"/>
        </p:nvSpPr>
        <p:spPr>
          <a:xfrm>
            <a:off x="6286499" y="5439868"/>
            <a:ext cx="45720" cy="45720"/>
          </a:xfrm>
          <a:prstGeom prst="rect">
            <a:avLst/>
          </a:prstGeom>
          <a:solidFill>
            <a:srgbClr val="F59E0B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72" name="TextBox 71">
            <a:extLst>
              <a:ext uri="{FF2B5EF4-FFF2-40B4-BE49-F238E27FC236}">
                <a16:creationId xmlns:a16="http://schemas.microsoft.com/office/drawing/2014/main" id="{77F14F64-B9F5-FD7E-C474-780EBF17CD85}"/>
              </a:ext>
            </a:extLst>
          </p:cNvPr>
          <p:cNvSpPr txBox="1"/>
          <p:nvPr userDrawn="1"/>
        </p:nvSpPr>
        <p:spPr>
          <a:xfrm>
            <a:off x="6377938" y="5334468"/>
            <a:ext cx="5628132" cy="276999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defRPr sz="800" b="1" i="0">
                <a:solidFill>
                  <a:srgbClr val="F59E0B"/>
                </a:solidFill>
                <a:latin typeface="Arial"/>
              </a:defRPr>
            </a:pPr>
            <a:r>
              <a:rPr sz="1200" dirty="0"/>
              <a:t>{{impl_5_title}}</a:t>
            </a:r>
          </a:p>
        </p:txBody>
      </p:sp>
      <p:sp>
        <p:nvSpPr>
          <p:cNvPr id="73" name="TextBox 72">
            <a:extLst>
              <a:ext uri="{FF2B5EF4-FFF2-40B4-BE49-F238E27FC236}">
                <a16:creationId xmlns:a16="http://schemas.microsoft.com/office/drawing/2014/main" id="{CA8CC44E-850E-4FD7-2733-D96FA948BF7D}"/>
              </a:ext>
            </a:extLst>
          </p:cNvPr>
          <p:cNvSpPr txBox="1"/>
          <p:nvPr userDrawn="1"/>
        </p:nvSpPr>
        <p:spPr>
          <a:xfrm>
            <a:off x="6377939" y="5564604"/>
            <a:ext cx="5500116" cy="246221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defRPr sz="850" b="0" i="0">
                <a:solidFill>
                  <a:srgbClr val="475569"/>
                </a:solidFill>
                <a:latin typeface="Arial"/>
              </a:defRPr>
            </a:pPr>
            <a:r>
              <a:rPr sz="1000" dirty="0">
                <a:solidFill>
                  <a:schemeClr val="tx1">
                    <a:lumMod val="85000"/>
                  </a:schemeClr>
                </a:solidFill>
              </a:rPr>
              <a:t>{{impl_5_text}}</a:t>
            </a:r>
          </a:p>
        </p:txBody>
      </p:sp>
      <p:sp>
        <p:nvSpPr>
          <p:cNvPr id="74" name="Rectangle 73">
            <a:extLst>
              <a:ext uri="{FF2B5EF4-FFF2-40B4-BE49-F238E27FC236}">
                <a16:creationId xmlns:a16="http://schemas.microsoft.com/office/drawing/2014/main" id="{58F668EC-1A87-6C5C-B4EB-0D3FD5F1B867}"/>
              </a:ext>
            </a:extLst>
          </p:cNvPr>
          <p:cNvSpPr/>
          <p:nvPr userDrawn="1"/>
        </p:nvSpPr>
        <p:spPr>
          <a:xfrm>
            <a:off x="0" y="6556248"/>
            <a:ext cx="12188952" cy="301752"/>
          </a:xfrm>
          <a:prstGeom prst="rect">
            <a:avLst/>
          </a:prstGeom>
          <a:solidFill>
            <a:srgbClr val="FAFBFF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75" name="Rectangle 74">
            <a:extLst>
              <a:ext uri="{FF2B5EF4-FFF2-40B4-BE49-F238E27FC236}">
                <a16:creationId xmlns:a16="http://schemas.microsoft.com/office/drawing/2014/main" id="{1CE36662-26B6-BAE0-05D7-D1FEDF37A74B}"/>
              </a:ext>
            </a:extLst>
          </p:cNvPr>
          <p:cNvSpPr/>
          <p:nvPr userDrawn="1"/>
        </p:nvSpPr>
        <p:spPr>
          <a:xfrm>
            <a:off x="0" y="6556248"/>
            <a:ext cx="12188952" cy="9144"/>
          </a:xfrm>
          <a:prstGeom prst="rect">
            <a:avLst/>
          </a:prstGeom>
          <a:solidFill>
            <a:srgbClr val="F0F0F5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76" name="TextBox 75">
            <a:extLst>
              <a:ext uri="{FF2B5EF4-FFF2-40B4-BE49-F238E27FC236}">
                <a16:creationId xmlns:a16="http://schemas.microsoft.com/office/drawing/2014/main" id="{1D35E5A2-8B27-D577-923D-865CB6B3548A}"/>
              </a:ext>
            </a:extLst>
          </p:cNvPr>
          <p:cNvSpPr txBox="1"/>
          <p:nvPr userDrawn="1"/>
        </p:nvSpPr>
        <p:spPr>
          <a:xfrm>
            <a:off x="329184" y="6629400"/>
            <a:ext cx="6400800" cy="16459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defRPr sz="700" b="0" i="1">
                <a:solidFill>
                  <a:srgbClr val="94A3B8"/>
                </a:solidFill>
                <a:latin typeface="Arial"/>
              </a:defRPr>
            </a:pPr>
            <a:r>
              <a:t>{{footer_refs}}</a:t>
            </a:r>
          </a:p>
        </p:txBody>
      </p:sp>
      <p:sp>
        <p:nvSpPr>
          <p:cNvPr id="77" name="TextBox 76">
            <a:extLst>
              <a:ext uri="{FF2B5EF4-FFF2-40B4-BE49-F238E27FC236}">
                <a16:creationId xmlns:a16="http://schemas.microsoft.com/office/drawing/2014/main" id="{604E25C3-14F3-FE43-3198-6B0056577E34}"/>
              </a:ext>
            </a:extLst>
          </p:cNvPr>
          <p:cNvSpPr txBox="1"/>
          <p:nvPr userDrawn="1"/>
        </p:nvSpPr>
        <p:spPr>
          <a:xfrm>
            <a:off x="8686800" y="6629400"/>
            <a:ext cx="3200400" cy="16459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700" b="1" i="0">
                <a:solidFill>
                  <a:srgbClr val="8B5CF6"/>
                </a:solidFill>
                <a:latin typeface="Arial"/>
              </a:defRPr>
            </a:pPr>
            <a:r>
              <a:t>{{confidence}}% Confidence · medaccur</a:t>
            </a:r>
          </a:p>
        </p:txBody>
      </p:sp>
      <p:sp>
        <p:nvSpPr>
          <p:cNvPr id="43" name="TextBox 42">
            <a:extLst>
              <a:ext uri="{FF2B5EF4-FFF2-40B4-BE49-F238E27FC236}">
                <a16:creationId xmlns:a16="http://schemas.microsoft.com/office/drawing/2014/main" id="{339A7CE2-B758-0041-DBDD-28555229730E}"/>
              </a:ext>
            </a:extLst>
          </p:cNvPr>
          <p:cNvSpPr txBox="1"/>
          <p:nvPr userDrawn="1"/>
        </p:nvSpPr>
        <p:spPr>
          <a:xfrm>
            <a:off x="441664" y="2606040"/>
            <a:ext cx="5408676" cy="23083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defRPr sz="900" b="1" i="0">
                <a:solidFill>
                  <a:srgbClr val="64748B"/>
                </a:solidFill>
                <a:latin typeface="Arial"/>
              </a:defRPr>
            </a:pPr>
            <a:r>
              <a:rPr dirty="0">
                <a:solidFill>
                  <a:schemeClr val="tx1">
                    <a:lumMod val="95000"/>
                  </a:schemeClr>
                </a:solidFill>
              </a:rPr>
              <a:t>Key Findings</a:t>
            </a:r>
          </a:p>
        </p:txBody>
      </p:sp>
      <p:sp>
        <p:nvSpPr>
          <p:cNvPr id="58" name="TextBox 57">
            <a:extLst>
              <a:ext uri="{FF2B5EF4-FFF2-40B4-BE49-F238E27FC236}">
                <a16:creationId xmlns:a16="http://schemas.microsoft.com/office/drawing/2014/main" id="{56AF2C70-28AC-06A4-912E-C997A68D4C43}"/>
              </a:ext>
            </a:extLst>
          </p:cNvPr>
          <p:cNvSpPr txBox="1"/>
          <p:nvPr userDrawn="1"/>
        </p:nvSpPr>
        <p:spPr>
          <a:xfrm>
            <a:off x="6396227" y="2606040"/>
            <a:ext cx="5408676" cy="23083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defRPr sz="900" b="1" i="0">
                <a:solidFill>
                  <a:srgbClr val="64748B"/>
                </a:solidFill>
                <a:latin typeface="Arial"/>
              </a:defRPr>
            </a:pPr>
            <a:r>
              <a:rPr>
                <a:solidFill>
                  <a:schemeClr val="tx1">
                    <a:lumMod val="95000"/>
                  </a:schemeClr>
                </a:solidFill>
              </a:rPr>
              <a:t>Implications &amp; Next Steps</a:t>
            </a:r>
          </a:p>
        </p:txBody>
      </p:sp>
    </p:spTree>
    <p:extLst>
      <p:ext uri="{BB962C8B-B14F-4D97-AF65-F5344CB8AC3E}">
        <p14:creationId xmlns:p14="http://schemas.microsoft.com/office/powerpoint/2010/main" val="2534263435"/>
      </p:ext>
    </p:extLst>
  </p:cSld>
  <p:clrMapOvr>
    <a:masterClrMapping/>
  </p:clrMapOvr>
</p:sldLayout>
</file>

<file path=ppt/slideLayouts/slideLayout6.xml><?xml version="1.0" encoding="utf-8"?>
<p:sldLayout xmlns:a="http://schemas.openxmlformats.org/drawingml/2006/main" xmlns:r="http://schemas.openxmlformats.org/officeDocument/2006/relationships" xmlns:p="http://schemas.openxmlformats.org/presentationml/2006/main" type="twoTxTwoObj" preserve="1">
  <p:cSld name="Comparis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4B550591-5264-4AB0-D8BD-5AD5C1815C54}"/>
              </a:ext>
            </a:extLst>
          </p:cNvPr>
          <p:cNvSpPr>
            <a:spLocks noGrp="1"/>
          </p:cNvSpPr>
          <p:nvPr>
            <p:ph type="title"/>
          </p:nvPr>
        </p:nvSpPr>
        <p:spPr>
          <a:xfrm>
            <a:off x="839788" y="365125"/>
            <a:ext cx="10512425" cy="1325563"/>
          </a:xfrm>
          <a:prstGeom prst="rect">
            <a:avLst/>
          </a:prstGeom>
        </p:spPr>
        <p:txBody>
          <a:bodyPr/>
          <a:lstStyle/>
          <a:p>
            <a:r>
              <a:rPr lang="en-US"/>
              <a:t>Click to edit Master title style</a:t>
            </a:r>
            <a:endParaRPr lang="de-DE"/>
          </a:p>
        </p:txBody>
      </p:sp>
      <p:sp>
        <p:nvSpPr>
          <p:cNvPr id="3" name="Text Placeholder 2">
            <a:extLst>
              <a:ext uri="{FF2B5EF4-FFF2-40B4-BE49-F238E27FC236}">
                <a16:creationId xmlns:a16="http://schemas.microsoft.com/office/drawing/2014/main" id="{EC44180C-7B1B-D59C-51D4-FD633FFC6132}"/>
              </a:ext>
            </a:extLst>
          </p:cNvPr>
          <p:cNvSpPr>
            <a:spLocks noGrp="1"/>
          </p:cNvSpPr>
          <p:nvPr>
            <p:ph type="body" idx="1"/>
          </p:nvPr>
        </p:nvSpPr>
        <p:spPr>
          <a:xfrm>
            <a:off x="839788" y="1681163"/>
            <a:ext cx="5156200" cy="823912"/>
          </a:xfrm>
          <a:prstGeom prst="rect">
            <a:avLst/>
          </a:prstGeom>
        </p:spPr>
        <p:txBody>
          <a:bodyPr anchor="b"/>
          <a:lstStyle>
            <a:lvl1pPr marL="0" indent="0">
              <a:buNone/>
              <a:defRPr sz="2400" b="1"/>
            </a:lvl1pPr>
            <a:lvl2pPr marL="457200" indent="0">
              <a:buNone/>
              <a:defRPr sz="2000" b="1"/>
            </a:lvl2pPr>
            <a:lvl3pPr marL="914400" indent="0">
              <a:buNone/>
              <a:defRPr sz="1800" b="1"/>
            </a:lvl3pPr>
            <a:lvl4pPr marL="1371600" indent="0">
              <a:buNone/>
              <a:defRPr sz="1600" b="1"/>
            </a:lvl4pPr>
            <a:lvl5pPr marL="1828800" indent="0">
              <a:buNone/>
              <a:defRPr sz="1600" b="1"/>
            </a:lvl5pPr>
            <a:lvl6pPr marL="2286000" indent="0">
              <a:buNone/>
              <a:defRPr sz="1600" b="1"/>
            </a:lvl6pPr>
            <a:lvl7pPr marL="2743200" indent="0">
              <a:buNone/>
              <a:defRPr sz="1600" b="1"/>
            </a:lvl7pPr>
            <a:lvl8pPr marL="3200400" indent="0">
              <a:buNone/>
              <a:defRPr sz="1600" b="1"/>
            </a:lvl8pPr>
            <a:lvl9pPr marL="3657600" indent="0">
              <a:buNone/>
              <a:defRPr sz="1600" b="1"/>
            </a:lvl9pPr>
          </a:lstStyle>
          <a:p>
            <a:pPr lvl="0"/>
            <a:r>
              <a:rPr lang="en-US"/>
              <a:t>Click to edit Master text styles</a:t>
            </a:r>
          </a:p>
        </p:txBody>
      </p:sp>
      <p:sp>
        <p:nvSpPr>
          <p:cNvPr id="4" name="Content Placeholder 3">
            <a:extLst>
              <a:ext uri="{FF2B5EF4-FFF2-40B4-BE49-F238E27FC236}">
                <a16:creationId xmlns:a16="http://schemas.microsoft.com/office/drawing/2014/main" id="{7D2CE833-01AE-4263-75B8-C11B272DE902}"/>
              </a:ext>
            </a:extLst>
          </p:cNvPr>
          <p:cNvSpPr>
            <a:spLocks noGrp="1"/>
          </p:cNvSpPr>
          <p:nvPr>
            <p:ph sz="half" idx="2"/>
          </p:nvPr>
        </p:nvSpPr>
        <p:spPr>
          <a:xfrm>
            <a:off x="839788" y="2505075"/>
            <a:ext cx="5156200" cy="3684588"/>
          </a:xfrm>
          <a:prstGeom prst="rect">
            <a:avLst/>
          </a:prstGeom>
        </p:spPr>
        <p:txBody>
          <a:bodyPr/>
          <a:lstStyle/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  <a:endParaRPr lang="de-DE"/>
          </a:p>
        </p:txBody>
      </p:sp>
      <p:sp>
        <p:nvSpPr>
          <p:cNvPr id="5" name="Text Placeholder 4">
            <a:extLst>
              <a:ext uri="{FF2B5EF4-FFF2-40B4-BE49-F238E27FC236}">
                <a16:creationId xmlns:a16="http://schemas.microsoft.com/office/drawing/2014/main" id="{78C2942D-54B8-8939-F9A8-FF6522D7FCEB}"/>
              </a:ext>
            </a:extLst>
          </p:cNvPr>
          <p:cNvSpPr>
            <a:spLocks noGrp="1"/>
          </p:cNvSpPr>
          <p:nvPr>
            <p:ph type="body" sz="quarter" idx="3"/>
          </p:nvPr>
        </p:nvSpPr>
        <p:spPr>
          <a:xfrm>
            <a:off x="6170613" y="1681163"/>
            <a:ext cx="5181600" cy="823912"/>
          </a:xfrm>
          <a:prstGeom prst="rect">
            <a:avLst/>
          </a:prstGeom>
        </p:spPr>
        <p:txBody>
          <a:bodyPr anchor="b"/>
          <a:lstStyle>
            <a:lvl1pPr marL="0" indent="0">
              <a:buNone/>
              <a:defRPr sz="2400" b="1"/>
            </a:lvl1pPr>
            <a:lvl2pPr marL="457200" indent="0">
              <a:buNone/>
              <a:defRPr sz="2000" b="1"/>
            </a:lvl2pPr>
            <a:lvl3pPr marL="914400" indent="0">
              <a:buNone/>
              <a:defRPr sz="1800" b="1"/>
            </a:lvl3pPr>
            <a:lvl4pPr marL="1371600" indent="0">
              <a:buNone/>
              <a:defRPr sz="1600" b="1"/>
            </a:lvl4pPr>
            <a:lvl5pPr marL="1828800" indent="0">
              <a:buNone/>
              <a:defRPr sz="1600" b="1"/>
            </a:lvl5pPr>
            <a:lvl6pPr marL="2286000" indent="0">
              <a:buNone/>
              <a:defRPr sz="1600" b="1"/>
            </a:lvl6pPr>
            <a:lvl7pPr marL="2743200" indent="0">
              <a:buNone/>
              <a:defRPr sz="1600" b="1"/>
            </a:lvl7pPr>
            <a:lvl8pPr marL="3200400" indent="0">
              <a:buNone/>
              <a:defRPr sz="1600" b="1"/>
            </a:lvl8pPr>
            <a:lvl9pPr marL="3657600" indent="0">
              <a:buNone/>
              <a:defRPr sz="1600" b="1"/>
            </a:lvl9pPr>
          </a:lstStyle>
          <a:p>
            <a:pPr lvl="0"/>
            <a:r>
              <a:rPr lang="en-US"/>
              <a:t>Click to edit Master text styles</a:t>
            </a:r>
          </a:p>
        </p:txBody>
      </p:sp>
      <p:sp>
        <p:nvSpPr>
          <p:cNvPr id="6" name="Content Placeholder 5">
            <a:extLst>
              <a:ext uri="{FF2B5EF4-FFF2-40B4-BE49-F238E27FC236}">
                <a16:creationId xmlns:a16="http://schemas.microsoft.com/office/drawing/2014/main" id="{25E6DC9B-0E0F-B2AE-C955-FE56A0813071}"/>
              </a:ext>
            </a:extLst>
          </p:cNvPr>
          <p:cNvSpPr>
            <a:spLocks noGrp="1"/>
          </p:cNvSpPr>
          <p:nvPr>
            <p:ph sz="quarter" idx="4"/>
          </p:nvPr>
        </p:nvSpPr>
        <p:spPr>
          <a:xfrm>
            <a:off x="6170613" y="2505075"/>
            <a:ext cx="5181600" cy="3684588"/>
          </a:xfrm>
          <a:prstGeom prst="rect">
            <a:avLst/>
          </a:prstGeom>
        </p:spPr>
        <p:txBody>
          <a:bodyPr/>
          <a:lstStyle/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  <a:endParaRPr lang="de-DE"/>
          </a:p>
        </p:txBody>
      </p:sp>
      <p:sp>
        <p:nvSpPr>
          <p:cNvPr id="7" name="Date Placeholder 6">
            <a:extLst>
              <a:ext uri="{FF2B5EF4-FFF2-40B4-BE49-F238E27FC236}">
                <a16:creationId xmlns:a16="http://schemas.microsoft.com/office/drawing/2014/main" id="{17B7C202-2E08-1146-F7B0-BEDB808CDA39}"/>
              </a:ext>
            </a:extLst>
          </p:cNvPr>
          <p:cNvSpPr>
            <a:spLocks noGrp="1"/>
          </p:cNvSpPr>
          <p:nvPr>
            <p:ph type="dt" sz="half" idx="10"/>
          </p:nvPr>
        </p:nvSpPr>
        <p:spPr>
          <a:xfrm>
            <a:off x="838200" y="6356350"/>
            <a:ext cx="2741613" cy="365125"/>
          </a:xfrm>
          <a:prstGeom prst="rect">
            <a:avLst/>
          </a:prstGeom>
        </p:spPr>
        <p:txBody>
          <a:bodyPr/>
          <a:lstStyle/>
          <a:p>
            <a:fld id="{36A0D25F-69DC-4BF5-9F5D-7D1CC5F42172}" type="datetimeFigureOut">
              <a:rPr lang="de-DE" smtClean="0"/>
              <a:t>09.04.2026</a:t>
            </a:fld>
            <a:endParaRPr lang="de-DE"/>
          </a:p>
        </p:txBody>
      </p:sp>
      <p:sp>
        <p:nvSpPr>
          <p:cNvPr id="8" name="Footer Placeholder 7">
            <a:extLst>
              <a:ext uri="{FF2B5EF4-FFF2-40B4-BE49-F238E27FC236}">
                <a16:creationId xmlns:a16="http://schemas.microsoft.com/office/drawing/2014/main" id="{0014EA79-784F-0B29-698A-4D5044F9B0C2}"/>
              </a:ext>
            </a:extLst>
          </p:cNvPr>
          <p:cNvSpPr>
            <a:spLocks noGrp="1"/>
          </p:cNvSpPr>
          <p:nvPr>
            <p:ph type="ftr" sz="quarter" idx="11"/>
          </p:nvPr>
        </p:nvSpPr>
        <p:spPr>
          <a:xfrm>
            <a:off x="4037013" y="6356350"/>
            <a:ext cx="4114800" cy="365125"/>
          </a:xfrm>
          <a:prstGeom prst="rect">
            <a:avLst/>
          </a:prstGeom>
        </p:spPr>
        <p:txBody>
          <a:bodyPr/>
          <a:lstStyle/>
          <a:p>
            <a:endParaRPr lang="de-DE"/>
          </a:p>
        </p:txBody>
      </p:sp>
      <p:sp>
        <p:nvSpPr>
          <p:cNvPr id="9" name="Slide Number Placeholder 8">
            <a:extLst>
              <a:ext uri="{FF2B5EF4-FFF2-40B4-BE49-F238E27FC236}">
                <a16:creationId xmlns:a16="http://schemas.microsoft.com/office/drawing/2014/main" id="{37488194-35FF-9929-9DD4-B7C44607C269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>
          <a:xfrm>
            <a:off x="8609013" y="6356350"/>
            <a:ext cx="2741612" cy="365125"/>
          </a:xfrm>
          <a:prstGeom prst="rect">
            <a:avLst/>
          </a:prstGeom>
        </p:spPr>
        <p:txBody>
          <a:bodyPr/>
          <a:lstStyle/>
          <a:p>
            <a:fld id="{C341423E-1D05-4350-9D21-3EB43913DEB5}" type="slidenum">
              <a:rPr lang="de-DE" smtClean="0"/>
              <a:t>‹#›</a:t>
            </a:fld>
            <a:endParaRPr lang="de-DE"/>
          </a:p>
        </p:txBody>
      </p:sp>
    </p:spTree>
    <p:extLst>
      <p:ext uri="{BB962C8B-B14F-4D97-AF65-F5344CB8AC3E}">
        <p14:creationId xmlns:p14="http://schemas.microsoft.com/office/powerpoint/2010/main" val="2037010706"/>
      </p:ext>
    </p:extLst>
  </p:cSld>
  <p:clrMapOvr>
    <a:masterClrMapping/>
  </p:clrMapOvr>
</p:sldLayout>
</file>

<file path=ppt/slideLayouts/slideLayout7.xml><?xml version="1.0" encoding="utf-8"?>
<p:sldLayout xmlns:a="http://schemas.openxmlformats.org/drawingml/2006/main" xmlns:r="http://schemas.openxmlformats.org/officeDocument/2006/relationships" xmlns:p="http://schemas.openxmlformats.org/presentationml/2006/main" type="titleOnly" preserve="1">
  <p:cSld name="Title Only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8D3254C1-6BE0-D381-AA25-4E77EFDE6B9B}"/>
              </a:ext>
            </a:extLst>
          </p:cNvPr>
          <p:cNvSpPr>
            <a:spLocks noGrp="1"/>
          </p:cNvSpPr>
          <p:nvPr>
            <p:ph type="title"/>
          </p:nvPr>
        </p:nvSpPr>
        <p:spPr>
          <a:xfrm>
            <a:off x="838200" y="365125"/>
            <a:ext cx="10512425" cy="1325563"/>
          </a:xfrm>
          <a:prstGeom prst="rect">
            <a:avLst/>
          </a:prstGeom>
        </p:spPr>
        <p:txBody>
          <a:bodyPr/>
          <a:lstStyle/>
          <a:p>
            <a:r>
              <a:rPr lang="en-US"/>
              <a:t>Click to edit Master title style</a:t>
            </a:r>
            <a:endParaRPr lang="de-DE"/>
          </a:p>
        </p:txBody>
      </p:sp>
      <p:sp>
        <p:nvSpPr>
          <p:cNvPr id="3" name="Date Placeholder 2">
            <a:extLst>
              <a:ext uri="{FF2B5EF4-FFF2-40B4-BE49-F238E27FC236}">
                <a16:creationId xmlns:a16="http://schemas.microsoft.com/office/drawing/2014/main" id="{AA5A2E88-2CDC-2615-82C0-71EC29129E86}"/>
              </a:ext>
            </a:extLst>
          </p:cNvPr>
          <p:cNvSpPr>
            <a:spLocks noGrp="1"/>
          </p:cNvSpPr>
          <p:nvPr>
            <p:ph type="dt" sz="half" idx="10"/>
          </p:nvPr>
        </p:nvSpPr>
        <p:spPr>
          <a:xfrm>
            <a:off x="838200" y="6356350"/>
            <a:ext cx="2741613" cy="365125"/>
          </a:xfrm>
          <a:prstGeom prst="rect">
            <a:avLst/>
          </a:prstGeom>
        </p:spPr>
        <p:txBody>
          <a:bodyPr/>
          <a:lstStyle/>
          <a:p>
            <a:fld id="{36A0D25F-69DC-4BF5-9F5D-7D1CC5F42172}" type="datetimeFigureOut">
              <a:rPr lang="de-DE" smtClean="0"/>
              <a:t>09.04.2026</a:t>
            </a:fld>
            <a:endParaRPr lang="de-DE"/>
          </a:p>
        </p:txBody>
      </p:sp>
      <p:sp>
        <p:nvSpPr>
          <p:cNvPr id="4" name="Footer Placeholder 3">
            <a:extLst>
              <a:ext uri="{FF2B5EF4-FFF2-40B4-BE49-F238E27FC236}">
                <a16:creationId xmlns:a16="http://schemas.microsoft.com/office/drawing/2014/main" id="{54304FD4-2332-315B-CFC2-5E24A5B6AD81}"/>
              </a:ext>
            </a:extLst>
          </p:cNvPr>
          <p:cNvSpPr>
            <a:spLocks noGrp="1"/>
          </p:cNvSpPr>
          <p:nvPr>
            <p:ph type="ftr" sz="quarter" idx="11"/>
          </p:nvPr>
        </p:nvSpPr>
        <p:spPr>
          <a:xfrm>
            <a:off x="4037013" y="6356350"/>
            <a:ext cx="4114800" cy="365125"/>
          </a:xfrm>
          <a:prstGeom prst="rect">
            <a:avLst/>
          </a:prstGeom>
        </p:spPr>
        <p:txBody>
          <a:bodyPr/>
          <a:lstStyle/>
          <a:p>
            <a:endParaRPr lang="de-DE"/>
          </a:p>
        </p:txBody>
      </p:sp>
      <p:sp>
        <p:nvSpPr>
          <p:cNvPr id="5" name="Slide Number Placeholder 4">
            <a:extLst>
              <a:ext uri="{FF2B5EF4-FFF2-40B4-BE49-F238E27FC236}">
                <a16:creationId xmlns:a16="http://schemas.microsoft.com/office/drawing/2014/main" id="{44A72652-6CE6-61F1-D930-B3522EC3D3A5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>
          <a:xfrm>
            <a:off x="8609013" y="6356350"/>
            <a:ext cx="2741612" cy="365125"/>
          </a:xfrm>
          <a:prstGeom prst="rect">
            <a:avLst/>
          </a:prstGeom>
        </p:spPr>
        <p:txBody>
          <a:bodyPr/>
          <a:lstStyle/>
          <a:p>
            <a:fld id="{C341423E-1D05-4350-9D21-3EB43913DEB5}" type="slidenum">
              <a:rPr lang="de-DE" smtClean="0"/>
              <a:t>‹#›</a:t>
            </a:fld>
            <a:endParaRPr lang="de-DE"/>
          </a:p>
        </p:txBody>
      </p:sp>
    </p:spTree>
    <p:extLst>
      <p:ext uri="{BB962C8B-B14F-4D97-AF65-F5344CB8AC3E}">
        <p14:creationId xmlns:p14="http://schemas.microsoft.com/office/powerpoint/2010/main" val="882270974"/>
      </p:ext>
    </p:extLst>
  </p:cSld>
  <p:clrMapOvr>
    <a:masterClrMapping/>
  </p:clrMapOvr>
</p:sldLayout>
</file>

<file path=ppt/slideLayouts/slideLayout8.xml><?xml version="1.0" encoding="utf-8"?>
<p:sldLayout xmlns:a="http://schemas.openxmlformats.org/drawingml/2006/main" xmlns:r="http://schemas.openxmlformats.org/officeDocument/2006/relationships" xmlns:p="http://schemas.openxmlformats.org/presentationml/2006/main" type="blank" preserve="1">
  <p:cSld name="Blank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Date Placeholder 1">
            <a:extLst>
              <a:ext uri="{FF2B5EF4-FFF2-40B4-BE49-F238E27FC236}">
                <a16:creationId xmlns:a16="http://schemas.microsoft.com/office/drawing/2014/main" id="{2F42A2B3-C831-4204-7E4A-10516D2A1B08}"/>
              </a:ext>
            </a:extLst>
          </p:cNvPr>
          <p:cNvSpPr>
            <a:spLocks noGrp="1"/>
          </p:cNvSpPr>
          <p:nvPr>
            <p:ph type="dt" sz="half" idx="10"/>
          </p:nvPr>
        </p:nvSpPr>
        <p:spPr>
          <a:xfrm>
            <a:off x="838200" y="6356350"/>
            <a:ext cx="2741613" cy="365125"/>
          </a:xfrm>
          <a:prstGeom prst="rect">
            <a:avLst/>
          </a:prstGeom>
        </p:spPr>
        <p:txBody>
          <a:bodyPr/>
          <a:lstStyle/>
          <a:p>
            <a:fld id="{36A0D25F-69DC-4BF5-9F5D-7D1CC5F42172}" type="datetimeFigureOut">
              <a:rPr lang="de-DE" smtClean="0"/>
              <a:t>09.04.2026</a:t>
            </a:fld>
            <a:endParaRPr lang="de-DE"/>
          </a:p>
        </p:txBody>
      </p:sp>
      <p:sp>
        <p:nvSpPr>
          <p:cNvPr id="3" name="Footer Placeholder 2">
            <a:extLst>
              <a:ext uri="{FF2B5EF4-FFF2-40B4-BE49-F238E27FC236}">
                <a16:creationId xmlns:a16="http://schemas.microsoft.com/office/drawing/2014/main" id="{1435451E-0D93-9100-34EF-F025E3EC75E9}"/>
              </a:ext>
            </a:extLst>
          </p:cNvPr>
          <p:cNvSpPr>
            <a:spLocks noGrp="1"/>
          </p:cNvSpPr>
          <p:nvPr>
            <p:ph type="ftr" sz="quarter" idx="11"/>
          </p:nvPr>
        </p:nvSpPr>
        <p:spPr>
          <a:xfrm>
            <a:off x="4037013" y="6356350"/>
            <a:ext cx="4114800" cy="365125"/>
          </a:xfrm>
          <a:prstGeom prst="rect">
            <a:avLst/>
          </a:prstGeom>
        </p:spPr>
        <p:txBody>
          <a:bodyPr/>
          <a:lstStyle/>
          <a:p>
            <a:endParaRPr lang="de-DE"/>
          </a:p>
        </p:txBody>
      </p:sp>
      <p:sp>
        <p:nvSpPr>
          <p:cNvPr id="4" name="Slide Number Placeholder 3">
            <a:extLst>
              <a:ext uri="{FF2B5EF4-FFF2-40B4-BE49-F238E27FC236}">
                <a16:creationId xmlns:a16="http://schemas.microsoft.com/office/drawing/2014/main" id="{46AB21EA-2989-7AA1-33C1-BC99EA6825F8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>
          <a:xfrm>
            <a:off x="8609013" y="6356350"/>
            <a:ext cx="2741612" cy="365125"/>
          </a:xfrm>
          <a:prstGeom prst="rect">
            <a:avLst/>
          </a:prstGeom>
        </p:spPr>
        <p:txBody>
          <a:bodyPr/>
          <a:lstStyle/>
          <a:p>
            <a:fld id="{C341423E-1D05-4350-9D21-3EB43913DEB5}" type="slidenum">
              <a:rPr lang="de-DE" smtClean="0"/>
              <a:t>‹#›</a:t>
            </a:fld>
            <a:endParaRPr lang="de-DE"/>
          </a:p>
        </p:txBody>
      </p:sp>
    </p:spTree>
    <p:extLst>
      <p:ext uri="{BB962C8B-B14F-4D97-AF65-F5344CB8AC3E}">
        <p14:creationId xmlns:p14="http://schemas.microsoft.com/office/powerpoint/2010/main" val="361221815"/>
      </p:ext>
    </p:extLst>
  </p:cSld>
  <p:clrMapOvr>
    <a:masterClrMapping/>
  </p:clrMapOvr>
</p:sldLayout>
</file>

<file path=ppt/slideLayouts/slideLayout9.xml><?xml version="1.0" encoding="utf-8"?>
<p:sldLayout xmlns:a="http://schemas.openxmlformats.org/drawingml/2006/main" xmlns:r="http://schemas.openxmlformats.org/officeDocument/2006/relationships" xmlns:p="http://schemas.openxmlformats.org/presentationml/2006/main" type="objTx" preserve="1">
  <p:cSld name="Content with Capti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916C269B-BEEE-CFCA-95CB-08563894EF2A}"/>
              </a:ext>
            </a:extLst>
          </p:cNvPr>
          <p:cNvSpPr>
            <a:spLocks noGrp="1"/>
          </p:cNvSpPr>
          <p:nvPr>
            <p:ph type="title"/>
          </p:nvPr>
        </p:nvSpPr>
        <p:spPr>
          <a:xfrm>
            <a:off x="839788" y="457200"/>
            <a:ext cx="3930650" cy="1600200"/>
          </a:xfrm>
          <a:prstGeom prst="rect">
            <a:avLst/>
          </a:prstGeom>
        </p:spPr>
        <p:txBody>
          <a:bodyPr anchor="b"/>
          <a:lstStyle>
            <a:lvl1pPr>
              <a:defRPr sz="3200"/>
            </a:lvl1pPr>
          </a:lstStyle>
          <a:p>
            <a:r>
              <a:rPr lang="en-US"/>
              <a:t>Click to edit Master title style</a:t>
            </a:r>
            <a:endParaRPr lang="de-DE"/>
          </a:p>
        </p:txBody>
      </p:sp>
      <p:sp>
        <p:nvSpPr>
          <p:cNvPr id="3" name="Content Placeholder 2">
            <a:extLst>
              <a:ext uri="{FF2B5EF4-FFF2-40B4-BE49-F238E27FC236}">
                <a16:creationId xmlns:a16="http://schemas.microsoft.com/office/drawing/2014/main" id="{2781BD96-57DA-60C5-DDC3-62927F75705D}"/>
              </a:ext>
            </a:extLst>
          </p:cNvPr>
          <p:cNvSpPr>
            <a:spLocks noGrp="1"/>
          </p:cNvSpPr>
          <p:nvPr>
            <p:ph idx="1"/>
          </p:nvPr>
        </p:nvSpPr>
        <p:spPr>
          <a:xfrm>
            <a:off x="5181600" y="987425"/>
            <a:ext cx="6170613" cy="4873625"/>
          </a:xfrm>
          <a:prstGeom prst="rect">
            <a:avLst/>
          </a:prstGeom>
        </p:spPr>
        <p:txBody>
          <a:bodyPr/>
          <a:lstStyle>
            <a:lvl1pPr>
              <a:defRPr sz="3200"/>
            </a:lvl1pPr>
            <a:lvl2pPr>
              <a:defRPr sz="2800"/>
            </a:lvl2pPr>
            <a:lvl3pPr>
              <a:defRPr sz="2400"/>
            </a:lvl3pPr>
            <a:lvl4pPr>
              <a:defRPr sz="2000"/>
            </a:lvl4pPr>
            <a:lvl5pPr>
              <a:defRPr sz="2000"/>
            </a:lvl5pPr>
            <a:lvl6pPr>
              <a:defRPr sz="2000"/>
            </a:lvl6pPr>
            <a:lvl7pPr>
              <a:defRPr sz="2000"/>
            </a:lvl7pPr>
            <a:lvl8pPr>
              <a:defRPr sz="2000"/>
            </a:lvl8pPr>
            <a:lvl9pPr>
              <a:defRPr sz="2000"/>
            </a:lvl9pPr>
          </a:lstStyle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  <a:endParaRPr lang="de-DE"/>
          </a:p>
        </p:txBody>
      </p:sp>
      <p:sp>
        <p:nvSpPr>
          <p:cNvPr id="4" name="Text Placeholder 3">
            <a:extLst>
              <a:ext uri="{FF2B5EF4-FFF2-40B4-BE49-F238E27FC236}">
                <a16:creationId xmlns:a16="http://schemas.microsoft.com/office/drawing/2014/main" id="{72B67D93-6256-767A-BEF2-CC085B7513B4}"/>
              </a:ext>
            </a:extLst>
          </p:cNvPr>
          <p:cNvSpPr>
            <a:spLocks noGrp="1"/>
          </p:cNvSpPr>
          <p:nvPr>
            <p:ph type="body" sz="half" idx="2"/>
          </p:nvPr>
        </p:nvSpPr>
        <p:spPr>
          <a:xfrm>
            <a:off x="839788" y="2057400"/>
            <a:ext cx="3930650" cy="3811588"/>
          </a:xfrm>
          <a:prstGeom prst="rect">
            <a:avLst/>
          </a:prstGeom>
        </p:spPr>
        <p:txBody>
          <a:bodyPr/>
          <a:lstStyle>
            <a:lvl1pPr marL="0" indent="0">
              <a:buNone/>
              <a:defRPr sz="1600"/>
            </a:lvl1pPr>
            <a:lvl2pPr marL="457200" indent="0">
              <a:buNone/>
              <a:defRPr sz="1400"/>
            </a:lvl2pPr>
            <a:lvl3pPr marL="914400" indent="0">
              <a:buNone/>
              <a:defRPr sz="1200"/>
            </a:lvl3pPr>
            <a:lvl4pPr marL="1371600" indent="0">
              <a:buNone/>
              <a:defRPr sz="1000"/>
            </a:lvl4pPr>
            <a:lvl5pPr marL="1828800" indent="0">
              <a:buNone/>
              <a:defRPr sz="1000"/>
            </a:lvl5pPr>
            <a:lvl6pPr marL="2286000" indent="0">
              <a:buNone/>
              <a:defRPr sz="1000"/>
            </a:lvl6pPr>
            <a:lvl7pPr marL="2743200" indent="0">
              <a:buNone/>
              <a:defRPr sz="1000"/>
            </a:lvl7pPr>
            <a:lvl8pPr marL="3200400" indent="0">
              <a:buNone/>
              <a:defRPr sz="1000"/>
            </a:lvl8pPr>
            <a:lvl9pPr marL="3657600" indent="0">
              <a:buNone/>
              <a:defRPr sz="1000"/>
            </a:lvl9pPr>
          </a:lstStyle>
          <a:p>
            <a:pPr lvl="0"/>
            <a:r>
              <a:rPr lang="en-US"/>
              <a:t>Click to edit Master text styles</a:t>
            </a:r>
          </a:p>
        </p:txBody>
      </p:sp>
      <p:sp>
        <p:nvSpPr>
          <p:cNvPr id="5" name="Date Placeholder 4">
            <a:extLst>
              <a:ext uri="{FF2B5EF4-FFF2-40B4-BE49-F238E27FC236}">
                <a16:creationId xmlns:a16="http://schemas.microsoft.com/office/drawing/2014/main" id="{3057F1F3-4EC4-B487-752F-B18D87C4D1B8}"/>
              </a:ext>
            </a:extLst>
          </p:cNvPr>
          <p:cNvSpPr>
            <a:spLocks noGrp="1"/>
          </p:cNvSpPr>
          <p:nvPr>
            <p:ph type="dt" sz="half" idx="10"/>
          </p:nvPr>
        </p:nvSpPr>
        <p:spPr>
          <a:xfrm>
            <a:off x="838200" y="6356350"/>
            <a:ext cx="2741613" cy="365125"/>
          </a:xfrm>
          <a:prstGeom prst="rect">
            <a:avLst/>
          </a:prstGeom>
        </p:spPr>
        <p:txBody>
          <a:bodyPr/>
          <a:lstStyle/>
          <a:p>
            <a:fld id="{36A0D25F-69DC-4BF5-9F5D-7D1CC5F42172}" type="datetimeFigureOut">
              <a:rPr lang="de-DE" smtClean="0"/>
              <a:t>09.04.2026</a:t>
            </a:fld>
            <a:endParaRPr lang="de-DE"/>
          </a:p>
        </p:txBody>
      </p:sp>
      <p:sp>
        <p:nvSpPr>
          <p:cNvPr id="6" name="Footer Placeholder 5">
            <a:extLst>
              <a:ext uri="{FF2B5EF4-FFF2-40B4-BE49-F238E27FC236}">
                <a16:creationId xmlns:a16="http://schemas.microsoft.com/office/drawing/2014/main" id="{47E27484-90FF-718F-9E6E-1ACBA2E803DD}"/>
              </a:ext>
            </a:extLst>
          </p:cNvPr>
          <p:cNvSpPr>
            <a:spLocks noGrp="1"/>
          </p:cNvSpPr>
          <p:nvPr>
            <p:ph type="ftr" sz="quarter" idx="11"/>
          </p:nvPr>
        </p:nvSpPr>
        <p:spPr>
          <a:xfrm>
            <a:off x="4037013" y="6356350"/>
            <a:ext cx="4114800" cy="365125"/>
          </a:xfrm>
          <a:prstGeom prst="rect">
            <a:avLst/>
          </a:prstGeom>
        </p:spPr>
        <p:txBody>
          <a:bodyPr/>
          <a:lstStyle/>
          <a:p>
            <a:endParaRPr lang="de-DE"/>
          </a:p>
        </p:txBody>
      </p:sp>
      <p:sp>
        <p:nvSpPr>
          <p:cNvPr id="7" name="Slide Number Placeholder 6">
            <a:extLst>
              <a:ext uri="{FF2B5EF4-FFF2-40B4-BE49-F238E27FC236}">
                <a16:creationId xmlns:a16="http://schemas.microsoft.com/office/drawing/2014/main" id="{5E6EDC47-CC30-9F03-79CF-3E6E3EC5266D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>
          <a:xfrm>
            <a:off x="8609013" y="6356350"/>
            <a:ext cx="2741612" cy="365125"/>
          </a:xfrm>
          <a:prstGeom prst="rect">
            <a:avLst/>
          </a:prstGeom>
        </p:spPr>
        <p:txBody>
          <a:bodyPr/>
          <a:lstStyle/>
          <a:p>
            <a:fld id="{C341423E-1D05-4350-9D21-3EB43913DEB5}" type="slidenum">
              <a:rPr lang="de-DE" smtClean="0"/>
              <a:t>‹#›</a:t>
            </a:fld>
            <a:endParaRPr lang="de-DE"/>
          </a:p>
        </p:txBody>
      </p:sp>
    </p:spTree>
    <p:extLst>
      <p:ext uri="{BB962C8B-B14F-4D97-AF65-F5344CB8AC3E}">
        <p14:creationId xmlns:p14="http://schemas.microsoft.com/office/powerpoint/2010/main" val="1337302245"/>
      </p:ext>
    </p:extLst>
  </p:cSld>
  <p:clrMapOvr>
    <a:masterClrMapping/>
  </p:clrMapOvr>
</p:sldLayout>
</file>

<file path=ppt/slideLayouts/slideLayout10.xml><?xml version="1.0" encoding="utf-8"?>
<p:sldLayout xmlns:a="http://schemas.openxmlformats.org/drawingml/2006/main" xmlns:r="http://schemas.openxmlformats.org/officeDocument/2006/relationships" xmlns:p="http://schemas.openxmlformats.org/presentationml/2006/main" type="picTx" preserve="1">
  <p:cSld name="Picture with Capti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F98A17BB-843A-5B9C-E7A9-DBE0B0CE678B}"/>
              </a:ext>
            </a:extLst>
          </p:cNvPr>
          <p:cNvSpPr>
            <a:spLocks noGrp="1"/>
          </p:cNvSpPr>
          <p:nvPr>
            <p:ph type="title"/>
          </p:nvPr>
        </p:nvSpPr>
        <p:spPr>
          <a:xfrm>
            <a:off x="839788" y="457200"/>
            <a:ext cx="3930650" cy="1600200"/>
          </a:xfrm>
          <a:prstGeom prst="rect">
            <a:avLst/>
          </a:prstGeom>
        </p:spPr>
        <p:txBody>
          <a:bodyPr anchor="b"/>
          <a:lstStyle>
            <a:lvl1pPr>
              <a:defRPr sz="3200"/>
            </a:lvl1pPr>
          </a:lstStyle>
          <a:p>
            <a:r>
              <a:rPr lang="en-US"/>
              <a:t>Click to edit Master title style</a:t>
            </a:r>
            <a:endParaRPr lang="de-DE"/>
          </a:p>
        </p:txBody>
      </p:sp>
      <p:sp>
        <p:nvSpPr>
          <p:cNvPr id="3" name="Picture Placeholder 2">
            <a:extLst>
              <a:ext uri="{FF2B5EF4-FFF2-40B4-BE49-F238E27FC236}">
                <a16:creationId xmlns:a16="http://schemas.microsoft.com/office/drawing/2014/main" id="{25070E78-9EE0-60D7-EC37-573DA4026B02}"/>
              </a:ext>
            </a:extLst>
          </p:cNvPr>
          <p:cNvSpPr>
            <a:spLocks noGrp="1"/>
          </p:cNvSpPr>
          <p:nvPr>
            <p:ph type="pic" idx="1"/>
          </p:nvPr>
        </p:nvSpPr>
        <p:spPr>
          <a:xfrm>
            <a:off x="5181600" y="987425"/>
            <a:ext cx="6170613" cy="4873625"/>
          </a:xfrm>
          <a:prstGeom prst="rect">
            <a:avLst/>
          </a:prstGeom>
        </p:spPr>
        <p:txBody>
          <a:bodyPr/>
          <a:lstStyle>
            <a:lvl1pPr marL="0" indent="0">
              <a:buNone/>
              <a:defRPr sz="3200"/>
            </a:lvl1pPr>
            <a:lvl2pPr marL="457200" indent="0">
              <a:buNone/>
              <a:defRPr sz="2800"/>
            </a:lvl2pPr>
            <a:lvl3pPr marL="914400" indent="0">
              <a:buNone/>
              <a:defRPr sz="2400"/>
            </a:lvl3pPr>
            <a:lvl4pPr marL="1371600" indent="0">
              <a:buNone/>
              <a:defRPr sz="2000"/>
            </a:lvl4pPr>
            <a:lvl5pPr marL="1828800" indent="0">
              <a:buNone/>
              <a:defRPr sz="2000"/>
            </a:lvl5pPr>
            <a:lvl6pPr marL="2286000" indent="0">
              <a:buNone/>
              <a:defRPr sz="2000"/>
            </a:lvl6pPr>
            <a:lvl7pPr marL="2743200" indent="0">
              <a:buNone/>
              <a:defRPr sz="2000"/>
            </a:lvl7pPr>
            <a:lvl8pPr marL="3200400" indent="0">
              <a:buNone/>
              <a:defRPr sz="2000"/>
            </a:lvl8pPr>
            <a:lvl9pPr marL="3657600" indent="0">
              <a:buNone/>
              <a:defRPr sz="2000"/>
            </a:lvl9pPr>
          </a:lstStyle>
          <a:p>
            <a:endParaRPr lang="de-DE"/>
          </a:p>
        </p:txBody>
      </p:sp>
      <p:sp>
        <p:nvSpPr>
          <p:cNvPr id="4" name="Text Placeholder 3">
            <a:extLst>
              <a:ext uri="{FF2B5EF4-FFF2-40B4-BE49-F238E27FC236}">
                <a16:creationId xmlns:a16="http://schemas.microsoft.com/office/drawing/2014/main" id="{188F609B-018F-3E78-5DC6-CE878D19D0D3}"/>
              </a:ext>
            </a:extLst>
          </p:cNvPr>
          <p:cNvSpPr>
            <a:spLocks noGrp="1"/>
          </p:cNvSpPr>
          <p:nvPr>
            <p:ph type="body" sz="half" idx="2"/>
          </p:nvPr>
        </p:nvSpPr>
        <p:spPr>
          <a:xfrm>
            <a:off x="839788" y="2057400"/>
            <a:ext cx="3930650" cy="3811588"/>
          </a:xfrm>
          <a:prstGeom prst="rect">
            <a:avLst/>
          </a:prstGeom>
        </p:spPr>
        <p:txBody>
          <a:bodyPr/>
          <a:lstStyle>
            <a:lvl1pPr marL="0" indent="0">
              <a:buNone/>
              <a:defRPr sz="1600"/>
            </a:lvl1pPr>
            <a:lvl2pPr marL="457200" indent="0">
              <a:buNone/>
              <a:defRPr sz="1400"/>
            </a:lvl2pPr>
            <a:lvl3pPr marL="914400" indent="0">
              <a:buNone/>
              <a:defRPr sz="1200"/>
            </a:lvl3pPr>
            <a:lvl4pPr marL="1371600" indent="0">
              <a:buNone/>
              <a:defRPr sz="1000"/>
            </a:lvl4pPr>
            <a:lvl5pPr marL="1828800" indent="0">
              <a:buNone/>
              <a:defRPr sz="1000"/>
            </a:lvl5pPr>
            <a:lvl6pPr marL="2286000" indent="0">
              <a:buNone/>
              <a:defRPr sz="1000"/>
            </a:lvl6pPr>
            <a:lvl7pPr marL="2743200" indent="0">
              <a:buNone/>
              <a:defRPr sz="1000"/>
            </a:lvl7pPr>
            <a:lvl8pPr marL="3200400" indent="0">
              <a:buNone/>
              <a:defRPr sz="1000"/>
            </a:lvl8pPr>
            <a:lvl9pPr marL="3657600" indent="0">
              <a:buNone/>
              <a:defRPr sz="1000"/>
            </a:lvl9pPr>
          </a:lstStyle>
          <a:p>
            <a:pPr lvl="0"/>
            <a:r>
              <a:rPr lang="en-US"/>
              <a:t>Click to edit Master text styles</a:t>
            </a:r>
          </a:p>
        </p:txBody>
      </p:sp>
      <p:sp>
        <p:nvSpPr>
          <p:cNvPr id="5" name="Date Placeholder 4">
            <a:extLst>
              <a:ext uri="{FF2B5EF4-FFF2-40B4-BE49-F238E27FC236}">
                <a16:creationId xmlns:a16="http://schemas.microsoft.com/office/drawing/2014/main" id="{678A6E59-E2DB-29D4-2D08-4C9A3BE2154F}"/>
              </a:ext>
            </a:extLst>
          </p:cNvPr>
          <p:cNvSpPr>
            <a:spLocks noGrp="1"/>
          </p:cNvSpPr>
          <p:nvPr>
            <p:ph type="dt" sz="half" idx="10"/>
          </p:nvPr>
        </p:nvSpPr>
        <p:spPr>
          <a:xfrm>
            <a:off x="838200" y="6356350"/>
            <a:ext cx="2741613" cy="365125"/>
          </a:xfrm>
          <a:prstGeom prst="rect">
            <a:avLst/>
          </a:prstGeom>
        </p:spPr>
        <p:txBody>
          <a:bodyPr/>
          <a:lstStyle/>
          <a:p>
            <a:fld id="{36A0D25F-69DC-4BF5-9F5D-7D1CC5F42172}" type="datetimeFigureOut">
              <a:rPr lang="de-DE" smtClean="0"/>
              <a:t>09.04.2026</a:t>
            </a:fld>
            <a:endParaRPr lang="de-DE"/>
          </a:p>
        </p:txBody>
      </p:sp>
      <p:sp>
        <p:nvSpPr>
          <p:cNvPr id="6" name="Footer Placeholder 5">
            <a:extLst>
              <a:ext uri="{FF2B5EF4-FFF2-40B4-BE49-F238E27FC236}">
                <a16:creationId xmlns:a16="http://schemas.microsoft.com/office/drawing/2014/main" id="{DD6EA6DB-EED7-CA08-C48B-1EAC25516362}"/>
              </a:ext>
            </a:extLst>
          </p:cNvPr>
          <p:cNvSpPr>
            <a:spLocks noGrp="1"/>
          </p:cNvSpPr>
          <p:nvPr>
            <p:ph type="ftr" sz="quarter" idx="11"/>
          </p:nvPr>
        </p:nvSpPr>
        <p:spPr>
          <a:xfrm>
            <a:off x="4037013" y="6356350"/>
            <a:ext cx="4114800" cy="365125"/>
          </a:xfrm>
          <a:prstGeom prst="rect">
            <a:avLst/>
          </a:prstGeom>
        </p:spPr>
        <p:txBody>
          <a:bodyPr/>
          <a:lstStyle/>
          <a:p>
            <a:endParaRPr lang="de-DE"/>
          </a:p>
        </p:txBody>
      </p:sp>
      <p:sp>
        <p:nvSpPr>
          <p:cNvPr id="7" name="Slide Number Placeholder 6">
            <a:extLst>
              <a:ext uri="{FF2B5EF4-FFF2-40B4-BE49-F238E27FC236}">
                <a16:creationId xmlns:a16="http://schemas.microsoft.com/office/drawing/2014/main" id="{E3BBFD3F-52E0-7D12-1C31-CAAD551E73C9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>
          <a:xfrm>
            <a:off x="8609013" y="6356350"/>
            <a:ext cx="2741612" cy="365125"/>
          </a:xfrm>
          <a:prstGeom prst="rect">
            <a:avLst/>
          </a:prstGeom>
        </p:spPr>
        <p:txBody>
          <a:bodyPr/>
          <a:lstStyle/>
          <a:p>
            <a:fld id="{C341423E-1D05-4350-9D21-3EB43913DEB5}" type="slidenum">
              <a:rPr lang="de-DE" smtClean="0"/>
              <a:t>‹#›</a:t>
            </a:fld>
            <a:endParaRPr lang="de-DE"/>
          </a:p>
        </p:txBody>
      </p:sp>
    </p:spTree>
    <p:extLst>
      <p:ext uri="{BB962C8B-B14F-4D97-AF65-F5344CB8AC3E}">
        <p14:creationId xmlns:p14="http://schemas.microsoft.com/office/powerpoint/2010/main" val="2619843001"/>
      </p:ext>
    </p:extLst>
  </p:cSld>
  <p:clrMapOvr>
    <a:masterClrMapping/>
  </p:clrMapOvr>
</p:sldLayout>
</file>

<file path=ppt/slideLayouts/slideLayout11.xml><?xml version="1.0" encoding="utf-8"?>
<p:sldLayout xmlns:a="http://schemas.openxmlformats.org/drawingml/2006/main" xmlns:r="http://schemas.openxmlformats.org/officeDocument/2006/relationships" xmlns:p="http://schemas.openxmlformats.org/presentationml/2006/main" type="vertTx" preserve="1">
  <p:cSld name="Title and Vertical Tex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F00F2E37-31E0-E7E4-5FC1-4470EC2EAE96}"/>
              </a:ext>
            </a:extLst>
          </p:cNvPr>
          <p:cNvSpPr>
            <a:spLocks noGrp="1"/>
          </p:cNvSpPr>
          <p:nvPr>
            <p:ph type="title"/>
          </p:nvPr>
        </p:nvSpPr>
        <p:spPr>
          <a:xfrm>
            <a:off x="838200" y="365125"/>
            <a:ext cx="10512425" cy="1325563"/>
          </a:xfrm>
          <a:prstGeom prst="rect">
            <a:avLst/>
          </a:prstGeom>
        </p:spPr>
        <p:txBody>
          <a:bodyPr/>
          <a:lstStyle/>
          <a:p>
            <a:r>
              <a:rPr lang="en-US"/>
              <a:t>Click to edit Master title style</a:t>
            </a:r>
            <a:endParaRPr lang="de-DE"/>
          </a:p>
        </p:txBody>
      </p:sp>
      <p:sp>
        <p:nvSpPr>
          <p:cNvPr id="3" name="Vertical Text Placeholder 2">
            <a:extLst>
              <a:ext uri="{FF2B5EF4-FFF2-40B4-BE49-F238E27FC236}">
                <a16:creationId xmlns:a16="http://schemas.microsoft.com/office/drawing/2014/main" id="{45F42D32-AB77-25CB-811A-40DA79737B00}"/>
              </a:ext>
            </a:extLst>
          </p:cNvPr>
          <p:cNvSpPr>
            <a:spLocks noGrp="1"/>
          </p:cNvSpPr>
          <p:nvPr>
            <p:ph type="body" orient="vert" idx="1"/>
          </p:nvPr>
        </p:nvSpPr>
        <p:spPr>
          <a:xfrm>
            <a:off x="838200" y="1825625"/>
            <a:ext cx="10512425" cy="4351338"/>
          </a:xfrm>
          <a:prstGeom prst="rect">
            <a:avLst/>
          </a:prstGeom>
        </p:spPr>
        <p:txBody>
          <a:bodyPr vert="eaVert"/>
          <a:lstStyle/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  <a:endParaRPr lang="de-DE"/>
          </a:p>
        </p:txBody>
      </p:sp>
      <p:sp>
        <p:nvSpPr>
          <p:cNvPr id="4" name="Date Placeholder 3">
            <a:extLst>
              <a:ext uri="{FF2B5EF4-FFF2-40B4-BE49-F238E27FC236}">
                <a16:creationId xmlns:a16="http://schemas.microsoft.com/office/drawing/2014/main" id="{B14B9A7E-E7ED-C00C-F847-E058C9A0C9EB}"/>
              </a:ext>
            </a:extLst>
          </p:cNvPr>
          <p:cNvSpPr>
            <a:spLocks noGrp="1"/>
          </p:cNvSpPr>
          <p:nvPr>
            <p:ph type="dt" sz="half" idx="10"/>
          </p:nvPr>
        </p:nvSpPr>
        <p:spPr>
          <a:xfrm>
            <a:off x="838200" y="6356350"/>
            <a:ext cx="2741613" cy="365125"/>
          </a:xfrm>
          <a:prstGeom prst="rect">
            <a:avLst/>
          </a:prstGeom>
        </p:spPr>
        <p:txBody>
          <a:bodyPr/>
          <a:lstStyle/>
          <a:p>
            <a:fld id="{36A0D25F-69DC-4BF5-9F5D-7D1CC5F42172}" type="datetimeFigureOut">
              <a:rPr lang="de-DE" smtClean="0"/>
              <a:t>09.04.2026</a:t>
            </a:fld>
            <a:endParaRPr lang="de-DE"/>
          </a:p>
        </p:txBody>
      </p:sp>
      <p:sp>
        <p:nvSpPr>
          <p:cNvPr id="5" name="Footer Placeholder 4">
            <a:extLst>
              <a:ext uri="{FF2B5EF4-FFF2-40B4-BE49-F238E27FC236}">
                <a16:creationId xmlns:a16="http://schemas.microsoft.com/office/drawing/2014/main" id="{BDF0A379-8F21-6D6D-FA46-08620E976DC8}"/>
              </a:ext>
            </a:extLst>
          </p:cNvPr>
          <p:cNvSpPr>
            <a:spLocks noGrp="1"/>
          </p:cNvSpPr>
          <p:nvPr>
            <p:ph type="ftr" sz="quarter" idx="11"/>
          </p:nvPr>
        </p:nvSpPr>
        <p:spPr>
          <a:xfrm>
            <a:off x="4037013" y="6356350"/>
            <a:ext cx="4114800" cy="365125"/>
          </a:xfrm>
          <a:prstGeom prst="rect">
            <a:avLst/>
          </a:prstGeom>
        </p:spPr>
        <p:txBody>
          <a:bodyPr/>
          <a:lstStyle/>
          <a:p>
            <a:endParaRPr lang="de-DE"/>
          </a:p>
        </p:txBody>
      </p:sp>
      <p:sp>
        <p:nvSpPr>
          <p:cNvPr id="6" name="Slide Number Placeholder 5">
            <a:extLst>
              <a:ext uri="{FF2B5EF4-FFF2-40B4-BE49-F238E27FC236}">
                <a16:creationId xmlns:a16="http://schemas.microsoft.com/office/drawing/2014/main" id="{A7208F57-0D9D-83CD-3904-BA0E126CE04F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>
          <a:xfrm>
            <a:off x="8609013" y="6356350"/>
            <a:ext cx="2741612" cy="365125"/>
          </a:xfrm>
          <a:prstGeom prst="rect">
            <a:avLst/>
          </a:prstGeom>
        </p:spPr>
        <p:txBody>
          <a:bodyPr/>
          <a:lstStyle/>
          <a:p>
            <a:fld id="{C341423E-1D05-4350-9D21-3EB43913DEB5}" type="slidenum">
              <a:rPr lang="de-DE" smtClean="0"/>
              <a:t>‹#›</a:t>
            </a:fld>
            <a:endParaRPr lang="de-DE"/>
          </a:p>
        </p:txBody>
      </p:sp>
    </p:spTree>
    <p:extLst>
      <p:ext uri="{BB962C8B-B14F-4D97-AF65-F5344CB8AC3E}">
        <p14:creationId xmlns:p14="http://schemas.microsoft.com/office/powerpoint/2010/main" val="4152654672"/>
      </p:ext>
    </p:extLst>
  </p:cSld>
  <p:clrMapOvr>
    <a:masterClrMapping/>
  </p:clrMapOvr>
</p:sldLayout>
</file>

<file path=ppt/slideLayouts/slideLayout12.xml><?xml version="1.0" encoding="utf-8"?>
<p:sldLayout xmlns:a="http://schemas.openxmlformats.org/drawingml/2006/main" xmlns:r="http://schemas.openxmlformats.org/officeDocument/2006/relationships" xmlns:p="http://schemas.openxmlformats.org/presentationml/2006/main" type="vertTitleAndTx" preserve="1">
  <p:cSld name="Vertical Title and Tex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Vertical Title 1">
            <a:extLst>
              <a:ext uri="{FF2B5EF4-FFF2-40B4-BE49-F238E27FC236}">
                <a16:creationId xmlns:a16="http://schemas.microsoft.com/office/drawing/2014/main" id="{F8B3DBFD-8B44-E09E-5631-989F9FE3F713}"/>
              </a:ext>
            </a:extLst>
          </p:cNvPr>
          <p:cNvSpPr>
            <a:spLocks noGrp="1"/>
          </p:cNvSpPr>
          <p:nvPr>
            <p:ph type="title" orient="vert"/>
          </p:nvPr>
        </p:nvSpPr>
        <p:spPr>
          <a:xfrm>
            <a:off x="8723313" y="365125"/>
            <a:ext cx="2627312" cy="5811838"/>
          </a:xfrm>
          <a:prstGeom prst="rect">
            <a:avLst/>
          </a:prstGeom>
        </p:spPr>
        <p:txBody>
          <a:bodyPr vert="eaVert"/>
          <a:lstStyle/>
          <a:p>
            <a:r>
              <a:rPr lang="en-US"/>
              <a:t>Click to edit Master title style</a:t>
            </a:r>
            <a:endParaRPr lang="de-DE"/>
          </a:p>
        </p:txBody>
      </p:sp>
      <p:sp>
        <p:nvSpPr>
          <p:cNvPr id="3" name="Vertical Text Placeholder 2">
            <a:extLst>
              <a:ext uri="{FF2B5EF4-FFF2-40B4-BE49-F238E27FC236}">
                <a16:creationId xmlns:a16="http://schemas.microsoft.com/office/drawing/2014/main" id="{4228E3A4-24C1-5604-2C63-F817C9EBED87}"/>
              </a:ext>
            </a:extLst>
          </p:cNvPr>
          <p:cNvSpPr>
            <a:spLocks noGrp="1"/>
          </p:cNvSpPr>
          <p:nvPr>
            <p:ph type="body" orient="vert" idx="1"/>
          </p:nvPr>
        </p:nvSpPr>
        <p:spPr>
          <a:xfrm>
            <a:off x="838200" y="365125"/>
            <a:ext cx="7732713" cy="5811838"/>
          </a:xfrm>
          <a:prstGeom prst="rect">
            <a:avLst/>
          </a:prstGeom>
        </p:spPr>
        <p:txBody>
          <a:bodyPr vert="eaVert"/>
          <a:lstStyle/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  <a:endParaRPr lang="de-DE"/>
          </a:p>
        </p:txBody>
      </p:sp>
      <p:sp>
        <p:nvSpPr>
          <p:cNvPr id="4" name="Date Placeholder 3">
            <a:extLst>
              <a:ext uri="{FF2B5EF4-FFF2-40B4-BE49-F238E27FC236}">
                <a16:creationId xmlns:a16="http://schemas.microsoft.com/office/drawing/2014/main" id="{A9689983-2152-F1DC-2A21-F59D84F760AB}"/>
              </a:ext>
            </a:extLst>
          </p:cNvPr>
          <p:cNvSpPr>
            <a:spLocks noGrp="1"/>
          </p:cNvSpPr>
          <p:nvPr>
            <p:ph type="dt" sz="half" idx="10"/>
          </p:nvPr>
        </p:nvSpPr>
        <p:spPr>
          <a:xfrm>
            <a:off x="838200" y="6356350"/>
            <a:ext cx="2741613" cy="365125"/>
          </a:xfrm>
          <a:prstGeom prst="rect">
            <a:avLst/>
          </a:prstGeom>
        </p:spPr>
        <p:txBody>
          <a:bodyPr/>
          <a:lstStyle/>
          <a:p>
            <a:fld id="{36A0D25F-69DC-4BF5-9F5D-7D1CC5F42172}" type="datetimeFigureOut">
              <a:rPr lang="de-DE" smtClean="0"/>
              <a:t>09.04.2026</a:t>
            </a:fld>
            <a:endParaRPr lang="de-DE"/>
          </a:p>
        </p:txBody>
      </p:sp>
      <p:sp>
        <p:nvSpPr>
          <p:cNvPr id="5" name="Footer Placeholder 4">
            <a:extLst>
              <a:ext uri="{FF2B5EF4-FFF2-40B4-BE49-F238E27FC236}">
                <a16:creationId xmlns:a16="http://schemas.microsoft.com/office/drawing/2014/main" id="{115878AB-8726-5F92-26C3-11D20B815BFB}"/>
              </a:ext>
            </a:extLst>
          </p:cNvPr>
          <p:cNvSpPr>
            <a:spLocks noGrp="1"/>
          </p:cNvSpPr>
          <p:nvPr>
            <p:ph type="ftr" sz="quarter" idx="11"/>
          </p:nvPr>
        </p:nvSpPr>
        <p:spPr>
          <a:xfrm>
            <a:off x="4037013" y="6356350"/>
            <a:ext cx="4114800" cy="365125"/>
          </a:xfrm>
          <a:prstGeom prst="rect">
            <a:avLst/>
          </a:prstGeom>
        </p:spPr>
        <p:txBody>
          <a:bodyPr/>
          <a:lstStyle/>
          <a:p>
            <a:endParaRPr lang="de-DE"/>
          </a:p>
        </p:txBody>
      </p:sp>
      <p:sp>
        <p:nvSpPr>
          <p:cNvPr id="6" name="Slide Number Placeholder 5">
            <a:extLst>
              <a:ext uri="{FF2B5EF4-FFF2-40B4-BE49-F238E27FC236}">
                <a16:creationId xmlns:a16="http://schemas.microsoft.com/office/drawing/2014/main" id="{D05ACA67-C460-B387-C501-7F10619BC5CE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>
          <a:xfrm>
            <a:off x="8609013" y="6356350"/>
            <a:ext cx="2741612" cy="365125"/>
          </a:xfrm>
          <a:prstGeom prst="rect">
            <a:avLst/>
          </a:prstGeom>
        </p:spPr>
        <p:txBody>
          <a:bodyPr/>
          <a:lstStyle/>
          <a:p>
            <a:fld id="{C341423E-1D05-4350-9D21-3EB43913DEB5}" type="slidenum">
              <a:rPr lang="de-DE" smtClean="0"/>
              <a:t>‹#›</a:t>
            </a:fld>
            <a:endParaRPr lang="de-DE"/>
          </a:p>
        </p:txBody>
      </p:sp>
    </p:spTree>
    <p:extLst>
      <p:ext uri="{BB962C8B-B14F-4D97-AF65-F5344CB8AC3E}">
        <p14:creationId xmlns:p14="http://schemas.microsoft.com/office/powerpoint/2010/main" val="2256112776"/>
      </p:ext>
    </p:extLst>
  </p:cSld>
  <p:clrMapOvr>
    <a:masterClrMapping/>
  </p:clrMapOvr>
</p:sldLayout>
</file>

<file path=ppt/slideLayouts/slideLayout13.xml><?xml version="1.0" encoding="utf-8"?>
<p:sldLayout xmlns:a="http://schemas.openxmlformats.org/drawingml/2006/main" xmlns:r="http://schemas.openxmlformats.org/officeDocument/2006/relationships" xmlns:p="http://schemas.openxmlformats.org/presentationml/2006/main" preserve="1" userDrawn="1">
  <p:cSld name="TITLE_ligh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7" name="TextBox 11">
            <a:extLst>
              <a:ext uri="{FF2B5EF4-FFF2-40B4-BE49-F238E27FC236}">
                <a16:creationId xmlns:a16="http://schemas.microsoft.com/office/drawing/2014/main" id="{309CE864-51AC-3E95-713D-C36205143FD3}"/>
              </a:ext>
            </a:extLst>
          </p:cNvPr>
          <p:cNvSpPr txBox="1"/>
          <p:nvPr userDrawn="1"/>
        </p:nvSpPr>
        <p:spPr>
          <a:xfrm>
            <a:off x="1522412" y="2263140"/>
            <a:ext cx="9144000" cy="677108"/>
          </a:xfrm>
          <a:prstGeom prst="rect">
            <a:avLst/>
          </a:prstGeom>
          <a:noFill/>
        </p:spPr>
        <p:txBody>
          <a:bodyPr wrap="square">
            <a:spAutoFit/>
          </a:bodyPr>
          <a:lstStyle>
            <a:defPPr>
              <a:defRPr lang="en-US"/>
            </a:defPPr>
            <a:lvl1pPr marL="0" algn="l" defTabSz="457200" rtl="0" eaLnBrk="1" latinLnBrk="0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1pPr>
            <a:lvl2pPr marL="457200" algn="l" defTabSz="457200" rtl="0" eaLnBrk="1" latinLnBrk="0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2pPr>
            <a:lvl3pPr marL="914400" algn="l" defTabSz="457200" rtl="0" eaLnBrk="1" latinLnBrk="0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3pPr>
            <a:lvl4pPr marL="1371600" algn="l" defTabSz="457200" rtl="0" eaLnBrk="1" latinLnBrk="0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4pPr>
            <a:lvl5pPr marL="1828800" algn="l" defTabSz="457200" rtl="0" eaLnBrk="1" latinLnBrk="0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5pPr>
            <a:lvl6pPr marL="2286000" algn="l" defTabSz="457200" rtl="0" eaLnBrk="1" latinLnBrk="0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6pPr>
            <a:lvl7pPr marL="2743200" algn="l" defTabSz="457200" rtl="0" eaLnBrk="1" latinLnBrk="0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7pPr>
            <a:lvl8pPr marL="3200400" algn="l" defTabSz="457200" rtl="0" eaLnBrk="1" latinLnBrk="0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8pPr>
            <a:lvl9pPr marL="3657600" algn="l" defTabSz="457200" rtl="0" eaLnBrk="1" latinLnBrk="0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9pPr>
          </a:lstStyle>
          <a:p>
            <a:pPr>
              <a:defRPr sz="3800" b="1" i="0">
                <a:solidFill>
                  <a:srgbClr val="FFFFFF"/>
                </a:solidFill>
                <a:latin typeface="Arial"/>
              </a:defRPr>
            </a:pPr>
            <a:r>
              <a:rPr dirty="0">
                <a:solidFill>
                  <a:schemeClr val="tx1">
                    <a:lumMod val="75000"/>
                    <a:lumOff val="25000"/>
                  </a:schemeClr>
                </a:solidFill>
              </a:rPr>
              <a:t>{{</a:t>
            </a:r>
            <a:r>
              <a:rPr dirty="0" err="1">
                <a:solidFill>
                  <a:schemeClr val="tx1">
                    <a:lumMod val="75000"/>
                    <a:lumOff val="25000"/>
                  </a:schemeClr>
                </a:solidFill>
              </a:rPr>
              <a:t>drug_name</a:t>
            </a:r>
            <a:r>
              <a:rPr dirty="0">
                <a:solidFill>
                  <a:schemeClr val="tx1">
                    <a:lumMod val="75000"/>
                    <a:lumOff val="25000"/>
                  </a:schemeClr>
                </a:solidFill>
              </a:rPr>
              <a:t>}}</a:t>
            </a:r>
          </a:p>
        </p:txBody>
      </p:sp>
      <p:sp>
        <p:nvSpPr>
          <p:cNvPr id="8" name="TextBox 12">
            <a:extLst>
              <a:ext uri="{FF2B5EF4-FFF2-40B4-BE49-F238E27FC236}">
                <a16:creationId xmlns:a16="http://schemas.microsoft.com/office/drawing/2014/main" id="{F10D05E5-BF04-627E-E0D9-EC9C7B0349B8}"/>
              </a:ext>
            </a:extLst>
          </p:cNvPr>
          <p:cNvSpPr txBox="1"/>
          <p:nvPr userDrawn="1"/>
        </p:nvSpPr>
        <p:spPr>
          <a:xfrm>
            <a:off x="1522412" y="2994660"/>
            <a:ext cx="9144000" cy="457200"/>
          </a:xfrm>
          <a:prstGeom prst="rect">
            <a:avLst/>
          </a:prstGeom>
          <a:noFill/>
        </p:spPr>
        <p:txBody>
          <a:bodyPr wrap="square">
            <a:spAutoFit/>
          </a:bodyPr>
          <a:lstStyle>
            <a:defPPr>
              <a:defRPr lang="en-US"/>
            </a:defPPr>
            <a:lvl1pPr marL="0" algn="l" defTabSz="457200" rtl="0" eaLnBrk="1" latinLnBrk="0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1pPr>
            <a:lvl2pPr marL="457200" algn="l" defTabSz="457200" rtl="0" eaLnBrk="1" latinLnBrk="0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2pPr>
            <a:lvl3pPr marL="914400" algn="l" defTabSz="457200" rtl="0" eaLnBrk="1" latinLnBrk="0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3pPr>
            <a:lvl4pPr marL="1371600" algn="l" defTabSz="457200" rtl="0" eaLnBrk="1" latinLnBrk="0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4pPr>
            <a:lvl5pPr marL="1828800" algn="l" defTabSz="457200" rtl="0" eaLnBrk="1" latinLnBrk="0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5pPr>
            <a:lvl6pPr marL="2286000" algn="l" defTabSz="457200" rtl="0" eaLnBrk="1" latinLnBrk="0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6pPr>
            <a:lvl7pPr marL="2743200" algn="l" defTabSz="457200" rtl="0" eaLnBrk="1" latinLnBrk="0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7pPr>
            <a:lvl8pPr marL="3200400" algn="l" defTabSz="457200" rtl="0" eaLnBrk="1" latinLnBrk="0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8pPr>
            <a:lvl9pPr marL="3657600" algn="l" defTabSz="457200" rtl="0" eaLnBrk="1" latinLnBrk="0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9pPr>
          </a:lstStyle>
          <a:p>
            <a:pPr>
              <a:defRPr sz="2400" b="0" i="0">
                <a:solidFill>
                  <a:srgbClr val="C4B5FD"/>
                </a:solidFill>
                <a:latin typeface="Arial"/>
              </a:defRPr>
            </a:pPr>
            <a:r>
              <a:rPr dirty="0">
                <a:solidFill>
                  <a:schemeClr val="accent4"/>
                </a:solidFill>
              </a:rPr>
              <a:t>({{</a:t>
            </a:r>
            <a:r>
              <a:rPr dirty="0" err="1">
                <a:solidFill>
                  <a:schemeClr val="accent4"/>
                </a:solidFill>
              </a:rPr>
              <a:t>drug_brand</a:t>
            </a:r>
            <a:r>
              <a:rPr dirty="0">
                <a:solidFill>
                  <a:schemeClr val="accent4"/>
                </a:solidFill>
              </a:rPr>
              <a:t>}})</a:t>
            </a:r>
          </a:p>
        </p:txBody>
      </p:sp>
      <p:sp>
        <p:nvSpPr>
          <p:cNvPr id="9" name="TextBox 13">
            <a:extLst>
              <a:ext uri="{FF2B5EF4-FFF2-40B4-BE49-F238E27FC236}">
                <a16:creationId xmlns:a16="http://schemas.microsoft.com/office/drawing/2014/main" id="{0FAC5957-CA1D-6056-8A38-A638A29703AF}"/>
              </a:ext>
            </a:extLst>
          </p:cNvPr>
          <p:cNvSpPr txBox="1"/>
          <p:nvPr userDrawn="1"/>
        </p:nvSpPr>
        <p:spPr>
          <a:xfrm>
            <a:off x="1522412" y="3634740"/>
            <a:ext cx="9144000" cy="365760"/>
          </a:xfrm>
          <a:prstGeom prst="rect">
            <a:avLst/>
          </a:prstGeom>
          <a:noFill/>
        </p:spPr>
        <p:txBody>
          <a:bodyPr wrap="square">
            <a:spAutoFit/>
          </a:bodyPr>
          <a:lstStyle>
            <a:defPPr>
              <a:defRPr lang="en-US"/>
            </a:defPPr>
            <a:lvl1pPr marL="0" algn="l" defTabSz="457200" rtl="0" eaLnBrk="1" latinLnBrk="0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1pPr>
            <a:lvl2pPr marL="457200" algn="l" defTabSz="457200" rtl="0" eaLnBrk="1" latinLnBrk="0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2pPr>
            <a:lvl3pPr marL="914400" algn="l" defTabSz="457200" rtl="0" eaLnBrk="1" latinLnBrk="0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3pPr>
            <a:lvl4pPr marL="1371600" algn="l" defTabSz="457200" rtl="0" eaLnBrk="1" latinLnBrk="0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4pPr>
            <a:lvl5pPr marL="1828800" algn="l" defTabSz="457200" rtl="0" eaLnBrk="1" latinLnBrk="0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5pPr>
            <a:lvl6pPr marL="2286000" algn="l" defTabSz="457200" rtl="0" eaLnBrk="1" latinLnBrk="0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6pPr>
            <a:lvl7pPr marL="2743200" algn="l" defTabSz="457200" rtl="0" eaLnBrk="1" latinLnBrk="0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7pPr>
            <a:lvl8pPr marL="3200400" algn="l" defTabSz="457200" rtl="0" eaLnBrk="1" latinLnBrk="0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8pPr>
            <a:lvl9pPr marL="3657600" algn="l" defTabSz="457200" rtl="0" eaLnBrk="1" latinLnBrk="0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9pPr>
          </a:lstStyle>
          <a:p>
            <a:pPr>
              <a:defRPr sz="1600" b="0" i="0">
                <a:solidFill>
                  <a:srgbClr val="94A3B8"/>
                </a:solidFill>
                <a:latin typeface="Arial"/>
              </a:defRPr>
            </a:pPr>
            <a:r>
              <a:t>{{indication_full}}</a:t>
            </a:r>
          </a:p>
        </p:txBody>
      </p:sp>
      <p:sp>
        <p:nvSpPr>
          <p:cNvPr id="10" name="TextBox 15">
            <a:extLst>
              <a:ext uri="{FF2B5EF4-FFF2-40B4-BE49-F238E27FC236}">
                <a16:creationId xmlns:a16="http://schemas.microsoft.com/office/drawing/2014/main" id="{220CCBE6-59EC-0F72-2C84-9F4F63F0C7FC}"/>
              </a:ext>
            </a:extLst>
          </p:cNvPr>
          <p:cNvSpPr txBox="1"/>
          <p:nvPr userDrawn="1"/>
        </p:nvSpPr>
        <p:spPr>
          <a:xfrm>
            <a:off x="1522412" y="4320539"/>
            <a:ext cx="9144000" cy="292388"/>
          </a:xfrm>
          <a:prstGeom prst="rect">
            <a:avLst/>
          </a:prstGeom>
          <a:noFill/>
        </p:spPr>
        <p:txBody>
          <a:bodyPr wrap="square">
            <a:spAutoFit/>
          </a:bodyPr>
          <a:lstStyle>
            <a:defPPr>
              <a:defRPr lang="en-US"/>
            </a:defPPr>
            <a:lvl1pPr marL="0" algn="l" defTabSz="457200" rtl="0" eaLnBrk="1" latinLnBrk="0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1pPr>
            <a:lvl2pPr marL="457200" algn="l" defTabSz="457200" rtl="0" eaLnBrk="1" latinLnBrk="0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2pPr>
            <a:lvl3pPr marL="914400" algn="l" defTabSz="457200" rtl="0" eaLnBrk="1" latinLnBrk="0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3pPr>
            <a:lvl4pPr marL="1371600" algn="l" defTabSz="457200" rtl="0" eaLnBrk="1" latinLnBrk="0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4pPr>
            <a:lvl5pPr marL="1828800" algn="l" defTabSz="457200" rtl="0" eaLnBrk="1" latinLnBrk="0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5pPr>
            <a:lvl6pPr marL="2286000" algn="l" defTabSz="457200" rtl="0" eaLnBrk="1" latinLnBrk="0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6pPr>
            <a:lvl7pPr marL="2743200" algn="l" defTabSz="457200" rtl="0" eaLnBrk="1" latinLnBrk="0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7pPr>
            <a:lvl8pPr marL="3200400" algn="l" defTabSz="457200" rtl="0" eaLnBrk="1" latinLnBrk="0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8pPr>
            <a:lvl9pPr marL="3657600" algn="l" defTabSz="457200" rtl="0" eaLnBrk="1" latinLnBrk="0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9pPr>
          </a:lstStyle>
          <a:p>
            <a:pPr>
              <a:defRPr sz="1300" b="0" i="0">
                <a:solidFill>
                  <a:srgbClr val="64748B"/>
                </a:solidFill>
                <a:latin typeface="Arial"/>
              </a:defRPr>
            </a:pPr>
            <a:r>
              <a:rPr dirty="0">
                <a:solidFill>
                  <a:schemeClr val="tx1">
                    <a:lumMod val="75000"/>
                  </a:schemeClr>
                </a:solidFill>
              </a:rPr>
              <a:t>{{scope}}</a:t>
            </a:r>
          </a:p>
        </p:txBody>
      </p:sp>
    </p:spTree>
    <p:extLst>
      <p:ext uri="{BB962C8B-B14F-4D97-AF65-F5344CB8AC3E}">
        <p14:creationId xmlns:p14="http://schemas.microsoft.com/office/powerpoint/2010/main" val="1545639796"/>
      </p:ext>
    </p:extLst>
  </p:cSld>
  <p:clrMapOvr>
    <a:masterClrMapping/>
  </p:clrMapOvr>
</p:sldLayout>
</file>

<file path=ppt/slideLayouts/slideLayout14.xml><?xml version="1.0" encoding="utf-8"?>
<p:sldLayout xmlns:a="http://schemas.openxmlformats.org/drawingml/2006/main" xmlns:r="http://schemas.openxmlformats.org/officeDocument/2006/relationships" xmlns:p="http://schemas.openxmlformats.org/presentationml/2006/main" preserve="1" userDrawn="1">
  <p:cSld name="DISEASE_OVERVIEW_ligh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Rounded Rectangle 9">
            <a:extLst>
              <a:ext uri="{FF2B5EF4-FFF2-40B4-BE49-F238E27FC236}">
                <a16:creationId xmlns:a16="http://schemas.microsoft.com/office/drawing/2014/main" id="{48866153-5516-2800-3D2F-87539A3808B0}"/>
              </a:ext>
            </a:extLst>
          </p:cNvPr>
          <p:cNvSpPr/>
          <p:nvPr userDrawn="1"/>
        </p:nvSpPr>
        <p:spPr>
          <a:xfrm>
            <a:off x="164592" y="658368"/>
            <a:ext cx="3880104" cy="5596128"/>
          </a:xfrm>
          <a:prstGeom prst="roundRect">
            <a:avLst/>
          </a:prstGeom>
          <a:solidFill>
            <a:srgbClr val="FFFFFF"/>
          </a:solidFill>
          <a:ln w="12700">
            <a:solidFill>
              <a:srgbClr val="E5E7EB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3" name="Rectangle 2">
            <a:extLst>
              <a:ext uri="{FF2B5EF4-FFF2-40B4-BE49-F238E27FC236}">
                <a16:creationId xmlns:a16="http://schemas.microsoft.com/office/drawing/2014/main" id="{D901A3DE-9A57-71AF-11D1-5F78D4881AD0}"/>
              </a:ext>
            </a:extLst>
          </p:cNvPr>
          <p:cNvSpPr/>
          <p:nvPr userDrawn="1"/>
        </p:nvSpPr>
        <p:spPr>
          <a:xfrm>
            <a:off x="164592" y="658368"/>
            <a:ext cx="3880104" cy="329184"/>
          </a:xfrm>
          <a:prstGeom prst="rect">
            <a:avLst/>
          </a:prstGeom>
          <a:solidFill>
            <a:srgbClr val="FAFBFF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4" name="Rectangle 3">
            <a:extLst>
              <a:ext uri="{FF2B5EF4-FFF2-40B4-BE49-F238E27FC236}">
                <a16:creationId xmlns:a16="http://schemas.microsoft.com/office/drawing/2014/main" id="{5B169F00-C677-36A3-7B06-63ACCA751C45}"/>
              </a:ext>
            </a:extLst>
          </p:cNvPr>
          <p:cNvSpPr/>
          <p:nvPr userDrawn="1"/>
        </p:nvSpPr>
        <p:spPr>
          <a:xfrm>
            <a:off x="164592" y="987552"/>
            <a:ext cx="3880104" cy="9144"/>
          </a:xfrm>
          <a:prstGeom prst="rect">
            <a:avLst/>
          </a:prstGeom>
          <a:solidFill>
            <a:srgbClr val="F1F5F9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5" name="Oval 4">
            <a:extLst>
              <a:ext uri="{FF2B5EF4-FFF2-40B4-BE49-F238E27FC236}">
                <a16:creationId xmlns:a16="http://schemas.microsoft.com/office/drawing/2014/main" id="{441F28AF-237E-4E1B-ACB2-4A48BD8BD1D3}"/>
              </a:ext>
            </a:extLst>
          </p:cNvPr>
          <p:cNvSpPr/>
          <p:nvPr userDrawn="1"/>
        </p:nvSpPr>
        <p:spPr>
          <a:xfrm>
            <a:off x="292608" y="808800"/>
            <a:ext cx="64008" cy="64008"/>
          </a:xfrm>
          <a:prstGeom prst="ellipse">
            <a:avLst/>
          </a:prstGeom>
          <a:solidFill>
            <a:srgbClr val="8B5CF6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6" name="TextBox 5">
            <a:extLst>
              <a:ext uri="{FF2B5EF4-FFF2-40B4-BE49-F238E27FC236}">
                <a16:creationId xmlns:a16="http://schemas.microsoft.com/office/drawing/2014/main" id="{62825AC2-CE25-AF5C-0BA5-88635341AD6F}"/>
              </a:ext>
            </a:extLst>
          </p:cNvPr>
          <p:cNvSpPr txBox="1"/>
          <p:nvPr userDrawn="1"/>
        </p:nvSpPr>
        <p:spPr>
          <a:xfrm>
            <a:off x="402336" y="731519"/>
            <a:ext cx="3514344" cy="1828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defRPr sz="900" b="1" i="0">
                <a:solidFill>
                  <a:srgbClr val="64748B"/>
                </a:solidFill>
                <a:latin typeface="Arial"/>
              </a:defRPr>
            </a:pPr>
            <a:r>
              <a:t>{{disease_subtitle}}</a:t>
            </a:r>
          </a:p>
        </p:txBody>
      </p:sp>
      <p:sp>
        <p:nvSpPr>
          <p:cNvPr id="11" name="Rounded Rectangle 14">
            <a:extLst>
              <a:ext uri="{FF2B5EF4-FFF2-40B4-BE49-F238E27FC236}">
                <a16:creationId xmlns:a16="http://schemas.microsoft.com/office/drawing/2014/main" id="{B8FC3C85-DCCF-9633-D117-6431AF2825A2}"/>
              </a:ext>
            </a:extLst>
          </p:cNvPr>
          <p:cNvSpPr/>
          <p:nvPr userDrawn="1"/>
        </p:nvSpPr>
        <p:spPr>
          <a:xfrm>
            <a:off x="292608" y="1097280"/>
            <a:ext cx="1153159" cy="640080"/>
          </a:xfrm>
          <a:prstGeom prst="roundRect">
            <a:avLst/>
          </a:prstGeom>
          <a:solidFill>
            <a:srgbClr val="FAFBFF"/>
          </a:solidFill>
          <a:ln w="12700">
            <a:solidFill>
              <a:srgbClr val="F1F5F9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12" name="Rectangle 11">
            <a:extLst>
              <a:ext uri="{FF2B5EF4-FFF2-40B4-BE49-F238E27FC236}">
                <a16:creationId xmlns:a16="http://schemas.microsoft.com/office/drawing/2014/main" id="{017ABF28-66E7-35D5-51CB-4A5E065D2CFE}"/>
              </a:ext>
            </a:extLst>
          </p:cNvPr>
          <p:cNvSpPr/>
          <p:nvPr userDrawn="1"/>
        </p:nvSpPr>
        <p:spPr>
          <a:xfrm>
            <a:off x="292608" y="1097280"/>
            <a:ext cx="27432" cy="640080"/>
          </a:xfrm>
          <a:prstGeom prst="rect">
            <a:avLst/>
          </a:prstGeom>
          <a:solidFill>
            <a:srgbClr val="8B5CF6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13" name="TextBox 12">
            <a:extLst>
              <a:ext uri="{FF2B5EF4-FFF2-40B4-BE49-F238E27FC236}">
                <a16:creationId xmlns:a16="http://schemas.microsoft.com/office/drawing/2014/main" id="{27C1CFCC-8A86-0543-0E43-B6F218F434E6}"/>
              </a:ext>
            </a:extLst>
          </p:cNvPr>
          <p:cNvSpPr txBox="1"/>
          <p:nvPr userDrawn="1"/>
        </p:nvSpPr>
        <p:spPr>
          <a:xfrm>
            <a:off x="365760" y="1152144"/>
            <a:ext cx="1043431" cy="10972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defRPr sz="700" b="1" i="0">
                <a:solidFill>
                  <a:srgbClr val="94A3B8"/>
                </a:solidFill>
                <a:latin typeface="Arial"/>
              </a:defRPr>
            </a:pPr>
            <a:r>
              <a:t>{{epi_kpi_1_label}}</a:t>
            </a:r>
          </a:p>
        </p:txBody>
      </p:sp>
      <p:sp>
        <p:nvSpPr>
          <p:cNvPr id="14" name="TextBox 13">
            <a:extLst>
              <a:ext uri="{FF2B5EF4-FFF2-40B4-BE49-F238E27FC236}">
                <a16:creationId xmlns:a16="http://schemas.microsoft.com/office/drawing/2014/main" id="{00CECA4F-C0C2-36F2-6E93-0BC6FE7225A3}"/>
              </a:ext>
            </a:extLst>
          </p:cNvPr>
          <p:cNvSpPr txBox="1"/>
          <p:nvPr userDrawn="1"/>
        </p:nvSpPr>
        <p:spPr>
          <a:xfrm>
            <a:off x="292608" y="1298448"/>
            <a:ext cx="1116583" cy="461665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1400" b="1" i="0">
                <a:solidFill>
                  <a:srgbClr val="8B5CF6"/>
                </a:solidFill>
                <a:latin typeface="Arial"/>
              </a:defRPr>
            </a:pPr>
            <a:r>
              <a:rPr sz="1200" dirty="0"/>
              <a:t>{{epi_kpi_1_value}}</a:t>
            </a:r>
          </a:p>
        </p:txBody>
      </p:sp>
      <p:sp>
        <p:nvSpPr>
          <p:cNvPr id="15" name="TextBox 14">
            <a:extLst>
              <a:ext uri="{FF2B5EF4-FFF2-40B4-BE49-F238E27FC236}">
                <a16:creationId xmlns:a16="http://schemas.microsoft.com/office/drawing/2014/main" id="{39D84E13-95BF-1129-ED26-5B02D8B3561E}"/>
              </a:ext>
            </a:extLst>
          </p:cNvPr>
          <p:cNvSpPr txBox="1"/>
          <p:nvPr userDrawn="1"/>
        </p:nvSpPr>
        <p:spPr>
          <a:xfrm>
            <a:off x="365760" y="1554480"/>
            <a:ext cx="1043431" cy="128016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700" b="0" i="0">
                <a:solidFill>
                  <a:srgbClr val="94A3B8"/>
                </a:solidFill>
                <a:latin typeface="Arial"/>
              </a:defRPr>
            </a:pPr>
            <a:r>
              <a:t>{{epi_kpi_1_context}}</a:t>
            </a:r>
          </a:p>
        </p:txBody>
      </p:sp>
      <p:sp>
        <p:nvSpPr>
          <p:cNvPr id="16" name="Rounded Rectangle 19">
            <a:extLst>
              <a:ext uri="{FF2B5EF4-FFF2-40B4-BE49-F238E27FC236}">
                <a16:creationId xmlns:a16="http://schemas.microsoft.com/office/drawing/2014/main" id="{D4785542-9093-72BC-0A1B-4B38C3FF4821}"/>
              </a:ext>
            </a:extLst>
          </p:cNvPr>
          <p:cNvSpPr/>
          <p:nvPr userDrawn="1"/>
        </p:nvSpPr>
        <p:spPr>
          <a:xfrm>
            <a:off x="1500631" y="1097280"/>
            <a:ext cx="1153159" cy="640080"/>
          </a:xfrm>
          <a:prstGeom prst="roundRect">
            <a:avLst/>
          </a:prstGeom>
          <a:solidFill>
            <a:srgbClr val="FAFBFF"/>
          </a:solidFill>
          <a:ln w="12700">
            <a:solidFill>
              <a:srgbClr val="F1F5F9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17" name="Rectangle 16">
            <a:extLst>
              <a:ext uri="{FF2B5EF4-FFF2-40B4-BE49-F238E27FC236}">
                <a16:creationId xmlns:a16="http://schemas.microsoft.com/office/drawing/2014/main" id="{50D7B822-65FD-99D6-00CF-94BF80BA4AEC}"/>
              </a:ext>
            </a:extLst>
          </p:cNvPr>
          <p:cNvSpPr/>
          <p:nvPr userDrawn="1"/>
        </p:nvSpPr>
        <p:spPr>
          <a:xfrm>
            <a:off x="1500631" y="1097280"/>
            <a:ext cx="27432" cy="640080"/>
          </a:xfrm>
          <a:prstGeom prst="rect">
            <a:avLst/>
          </a:prstGeom>
          <a:solidFill>
            <a:srgbClr val="8B5CF6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18" name="TextBox 17">
            <a:extLst>
              <a:ext uri="{FF2B5EF4-FFF2-40B4-BE49-F238E27FC236}">
                <a16:creationId xmlns:a16="http://schemas.microsoft.com/office/drawing/2014/main" id="{292CFCE4-7975-7A6D-95D5-852C05BCD92C}"/>
              </a:ext>
            </a:extLst>
          </p:cNvPr>
          <p:cNvSpPr txBox="1"/>
          <p:nvPr userDrawn="1"/>
        </p:nvSpPr>
        <p:spPr>
          <a:xfrm>
            <a:off x="1573784" y="1152144"/>
            <a:ext cx="1043431" cy="10972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defRPr sz="700" b="1" i="0">
                <a:solidFill>
                  <a:srgbClr val="94A3B8"/>
                </a:solidFill>
                <a:latin typeface="Arial"/>
              </a:defRPr>
            </a:pPr>
            <a:r>
              <a:t>{{epi_kpi_2_label}}</a:t>
            </a:r>
          </a:p>
        </p:txBody>
      </p:sp>
      <p:sp>
        <p:nvSpPr>
          <p:cNvPr id="19" name="TextBox 18">
            <a:extLst>
              <a:ext uri="{FF2B5EF4-FFF2-40B4-BE49-F238E27FC236}">
                <a16:creationId xmlns:a16="http://schemas.microsoft.com/office/drawing/2014/main" id="{9961E853-CB6A-C2A9-FB7E-B2B0D699DC14}"/>
              </a:ext>
            </a:extLst>
          </p:cNvPr>
          <p:cNvSpPr txBox="1"/>
          <p:nvPr userDrawn="1"/>
        </p:nvSpPr>
        <p:spPr>
          <a:xfrm>
            <a:off x="1500632" y="1298448"/>
            <a:ext cx="1116583" cy="461665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1400" b="1" i="0">
                <a:solidFill>
                  <a:srgbClr val="8B5CF6"/>
                </a:solidFill>
                <a:latin typeface="Arial"/>
              </a:defRPr>
            </a:pPr>
            <a:r>
              <a:rPr sz="1200"/>
              <a:t>{{epi_kpi_2_value}}</a:t>
            </a:r>
          </a:p>
        </p:txBody>
      </p:sp>
      <p:sp>
        <p:nvSpPr>
          <p:cNvPr id="20" name="TextBox 19">
            <a:extLst>
              <a:ext uri="{FF2B5EF4-FFF2-40B4-BE49-F238E27FC236}">
                <a16:creationId xmlns:a16="http://schemas.microsoft.com/office/drawing/2014/main" id="{08143549-94D7-3B4E-1754-8786BA2729DE}"/>
              </a:ext>
            </a:extLst>
          </p:cNvPr>
          <p:cNvSpPr txBox="1"/>
          <p:nvPr userDrawn="1"/>
        </p:nvSpPr>
        <p:spPr>
          <a:xfrm>
            <a:off x="1573784" y="1554480"/>
            <a:ext cx="1043431" cy="128016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700" b="0" i="0">
                <a:solidFill>
                  <a:srgbClr val="94A3B8"/>
                </a:solidFill>
                <a:latin typeface="Arial"/>
              </a:defRPr>
            </a:pPr>
            <a:r>
              <a:t>{{epi_kpi_2_context}}</a:t>
            </a:r>
          </a:p>
        </p:txBody>
      </p:sp>
      <p:sp>
        <p:nvSpPr>
          <p:cNvPr id="21" name="Rounded Rectangle 24">
            <a:extLst>
              <a:ext uri="{FF2B5EF4-FFF2-40B4-BE49-F238E27FC236}">
                <a16:creationId xmlns:a16="http://schemas.microsoft.com/office/drawing/2014/main" id="{5A43CA69-D7D1-2025-67BB-28BFAF404F0E}"/>
              </a:ext>
            </a:extLst>
          </p:cNvPr>
          <p:cNvSpPr/>
          <p:nvPr userDrawn="1"/>
        </p:nvSpPr>
        <p:spPr>
          <a:xfrm>
            <a:off x="2708655" y="1097280"/>
            <a:ext cx="1153159" cy="640080"/>
          </a:xfrm>
          <a:prstGeom prst="roundRect">
            <a:avLst/>
          </a:prstGeom>
          <a:solidFill>
            <a:srgbClr val="FAFBFF"/>
          </a:solidFill>
          <a:ln w="12700">
            <a:solidFill>
              <a:srgbClr val="F1F5F9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22" name="Rectangle 21">
            <a:extLst>
              <a:ext uri="{FF2B5EF4-FFF2-40B4-BE49-F238E27FC236}">
                <a16:creationId xmlns:a16="http://schemas.microsoft.com/office/drawing/2014/main" id="{A9415A47-5703-FC59-736F-F1A7719F72B4}"/>
              </a:ext>
            </a:extLst>
          </p:cNvPr>
          <p:cNvSpPr/>
          <p:nvPr userDrawn="1"/>
        </p:nvSpPr>
        <p:spPr>
          <a:xfrm>
            <a:off x="2708655" y="1097280"/>
            <a:ext cx="27432" cy="640080"/>
          </a:xfrm>
          <a:prstGeom prst="rect">
            <a:avLst/>
          </a:prstGeom>
          <a:solidFill>
            <a:srgbClr val="8B5CF6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23" name="TextBox 22">
            <a:extLst>
              <a:ext uri="{FF2B5EF4-FFF2-40B4-BE49-F238E27FC236}">
                <a16:creationId xmlns:a16="http://schemas.microsoft.com/office/drawing/2014/main" id="{4EF78FE7-9DA2-2785-3D8F-275A48011A60}"/>
              </a:ext>
            </a:extLst>
          </p:cNvPr>
          <p:cNvSpPr txBox="1"/>
          <p:nvPr userDrawn="1"/>
        </p:nvSpPr>
        <p:spPr>
          <a:xfrm>
            <a:off x="2781807" y="1152144"/>
            <a:ext cx="1043431" cy="10972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defRPr sz="700" b="1" i="0">
                <a:solidFill>
                  <a:srgbClr val="94A3B8"/>
                </a:solidFill>
                <a:latin typeface="Arial"/>
              </a:defRPr>
            </a:pPr>
            <a:r>
              <a:t>{{epi_kpi_3_label}}</a:t>
            </a:r>
          </a:p>
        </p:txBody>
      </p:sp>
      <p:sp>
        <p:nvSpPr>
          <p:cNvPr id="24" name="TextBox 23">
            <a:extLst>
              <a:ext uri="{FF2B5EF4-FFF2-40B4-BE49-F238E27FC236}">
                <a16:creationId xmlns:a16="http://schemas.microsoft.com/office/drawing/2014/main" id="{14FE22A2-9811-CB69-8788-743D5A1D8EB0}"/>
              </a:ext>
            </a:extLst>
          </p:cNvPr>
          <p:cNvSpPr txBox="1"/>
          <p:nvPr userDrawn="1"/>
        </p:nvSpPr>
        <p:spPr>
          <a:xfrm>
            <a:off x="2708655" y="1298448"/>
            <a:ext cx="1116583" cy="461665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1400" b="1" i="0">
                <a:solidFill>
                  <a:srgbClr val="8B5CF6"/>
                </a:solidFill>
                <a:latin typeface="Arial"/>
              </a:defRPr>
            </a:pPr>
            <a:r>
              <a:rPr sz="1200"/>
              <a:t>{{epi_kpi_3_value}}</a:t>
            </a:r>
          </a:p>
        </p:txBody>
      </p:sp>
      <p:sp>
        <p:nvSpPr>
          <p:cNvPr id="25" name="TextBox 24">
            <a:extLst>
              <a:ext uri="{FF2B5EF4-FFF2-40B4-BE49-F238E27FC236}">
                <a16:creationId xmlns:a16="http://schemas.microsoft.com/office/drawing/2014/main" id="{7E0D8C5D-DD94-8B73-1CBF-F4416037CD98}"/>
              </a:ext>
            </a:extLst>
          </p:cNvPr>
          <p:cNvSpPr txBox="1"/>
          <p:nvPr userDrawn="1"/>
        </p:nvSpPr>
        <p:spPr>
          <a:xfrm>
            <a:off x="2781807" y="1554480"/>
            <a:ext cx="1043431" cy="128016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700" b="0" i="0">
                <a:solidFill>
                  <a:srgbClr val="94A3B8"/>
                </a:solidFill>
                <a:latin typeface="Arial"/>
              </a:defRPr>
            </a:pPr>
            <a:r>
              <a:t>{{epi_kpi_3_context}}</a:t>
            </a:r>
          </a:p>
        </p:txBody>
      </p:sp>
      <p:sp>
        <p:nvSpPr>
          <p:cNvPr id="26" name="TextBox 25">
            <a:extLst>
              <a:ext uri="{FF2B5EF4-FFF2-40B4-BE49-F238E27FC236}">
                <a16:creationId xmlns:a16="http://schemas.microsoft.com/office/drawing/2014/main" id="{7A232A92-D480-7E2B-1C7F-00086F744EED}"/>
              </a:ext>
            </a:extLst>
          </p:cNvPr>
          <p:cNvSpPr txBox="1"/>
          <p:nvPr userDrawn="1"/>
        </p:nvSpPr>
        <p:spPr>
          <a:xfrm>
            <a:off x="292608" y="1847088"/>
            <a:ext cx="3624071" cy="146304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defRPr sz="700" b="1" i="0">
                <a:solidFill>
                  <a:srgbClr val="94A3B8"/>
                </a:solidFill>
                <a:latin typeface="Arial"/>
              </a:defRPr>
            </a:pPr>
            <a:r>
              <a:t>KEY EPIDEMIOLOGICAL FACTS</a:t>
            </a:r>
          </a:p>
        </p:txBody>
      </p:sp>
      <p:sp>
        <p:nvSpPr>
          <p:cNvPr id="27" name="TextBox 26">
            <a:extLst>
              <a:ext uri="{FF2B5EF4-FFF2-40B4-BE49-F238E27FC236}">
                <a16:creationId xmlns:a16="http://schemas.microsoft.com/office/drawing/2014/main" id="{718C96E6-B97F-9A31-A761-C803006572A9}"/>
              </a:ext>
            </a:extLst>
          </p:cNvPr>
          <p:cNvSpPr txBox="1"/>
          <p:nvPr userDrawn="1"/>
        </p:nvSpPr>
        <p:spPr>
          <a:xfrm>
            <a:off x="292608" y="2048256"/>
            <a:ext cx="128016" cy="146304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defRPr sz="800" b="0" i="0">
                <a:solidFill>
                  <a:srgbClr val="8B5CF6"/>
                </a:solidFill>
                <a:latin typeface="Arial"/>
              </a:defRPr>
            </a:pPr>
            <a:r>
              <a:t>•</a:t>
            </a:r>
          </a:p>
        </p:txBody>
      </p:sp>
      <p:sp>
        <p:nvSpPr>
          <p:cNvPr id="28" name="TextBox 27">
            <a:extLst>
              <a:ext uri="{FF2B5EF4-FFF2-40B4-BE49-F238E27FC236}">
                <a16:creationId xmlns:a16="http://schemas.microsoft.com/office/drawing/2014/main" id="{AA29C38F-8295-8097-E9A7-39A4B1979B3A}"/>
              </a:ext>
            </a:extLst>
          </p:cNvPr>
          <p:cNvSpPr txBox="1"/>
          <p:nvPr userDrawn="1"/>
        </p:nvSpPr>
        <p:spPr>
          <a:xfrm>
            <a:off x="438912" y="2048256"/>
            <a:ext cx="3477768" cy="23083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defRPr sz="850" b="0" i="0">
                <a:solidFill>
                  <a:srgbClr val="475569"/>
                </a:solidFill>
                <a:latin typeface="Arial"/>
              </a:defRPr>
            </a:pPr>
            <a:r>
              <a:rPr sz="900" dirty="0"/>
              <a:t>{{fact_1}}</a:t>
            </a:r>
          </a:p>
        </p:txBody>
      </p:sp>
      <p:sp>
        <p:nvSpPr>
          <p:cNvPr id="29" name="TextBox 28">
            <a:extLst>
              <a:ext uri="{FF2B5EF4-FFF2-40B4-BE49-F238E27FC236}">
                <a16:creationId xmlns:a16="http://schemas.microsoft.com/office/drawing/2014/main" id="{0F003F04-B772-5D19-F7F1-43E277A88D75}"/>
              </a:ext>
            </a:extLst>
          </p:cNvPr>
          <p:cNvSpPr txBox="1"/>
          <p:nvPr userDrawn="1"/>
        </p:nvSpPr>
        <p:spPr>
          <a:xfrm>
            <a:off x="292608" y="2359152"/>
            <a:ext cx="128016" cy="146304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defRPr sz="800" b="0" i="0">
                <a:solidFill>
                  <a:srgbClr val="8B5CF6"/>
                </a:solidFill>
                <a:latin typeface="Arial"/>
              </a:defRPr>
            </a:pPr>
            <a:r>
              <a:t>•</a:t>
            </a:r>
          </a:p>
        </p:txBody>
      </p:sp>
      <p:sp>
        <p:nvSpPr>
          <p:cNvPr id="30" name="TextBox 29">
            <a:extLst>
              <a:ext uri="{FF2B5EF4-FFF2-40B4-BE49-F238E27FC236}">
                <a16:creationId xmlns:a16="http://schemas.microsoft.com/office/drawing/2014/main" id="{9EA2C451-D0B9-02C3-F014-B555D752E722}"/>
              </a:ext>
            </a:extLst>
          </p:cNvPr>
          <p:cNvSpPr txBox="1"/>
          <p:nvPr userDrawn="1"/>
        </p:nvSpPr>
        <p:spPr>
          <a:xfrm>
            <a:off x="438912" y="2359152"/>
            <a:ext cx="3477768" cy="23083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defRPr sz="850" b="0" i="0">
                <a:solidFill>
                  <a:srgbClr val="475569"/>
                </a:solidFill>
                <a:latin typeface="Arial"/>
              </a:defRPr>
            </a:pPr>
            <a:r>
              <a:rPr sz="900"/>
              <a:t>{{fact_2}}</a:t>
            </a:r>
          </a:p>
        </p:txBody>
      </p:sp>
      <p:sp>
        <p:nvSpPr>
          <p:cNvPr id="31" name="TextBox 30">
            <a:extLst>
              <a:ext uri="{FF2B5EF4-FFF2-40B4-BE49-F238E27FC236}">
                <a16:creationId xmlns:a16="http://schemas.microsoft.com/office/drawing/2014/main" id="{3AF1A32C-0158-2846-98CB-43C79A832BD7}"/>
              </a:ext>
            </a:extLst>
          </p:cNvPr>
          <p:cNvSpPr txBox="1"/>
          <p:nvPr userDrawn="1"/>
        </p:nvSpPr>
        <p:spPr>
          <a:xfrm>
            <a:off x="292608" y="2670048"/>
            <a:ext cx="128016" cy="146304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defRPr sz="800" b="0" i="0">
                <a:solidFill>
                  <a:srgbClr val="8B5CF6"/>
                </a:solidFill>
                <a:latin typeface="Arial"/>
              </a:defRPr>
            </a:pPr>
            <a:r>
              <a:t>•</a:t>
            </a:r>
          </a:p>
        </p:txBody>
      </p:sp>
      <p:sp>
        <p:nvSpPr>
          <p:cNvPr id="32" name="TextBox 31">
            <a:extLst>
              <a:ext uri="{FF2B5EF4-FFF2-40B4-BE49-F238E27FC236}">
                <a16:creationId xmlns:a16="http://schemas.microsoft.com/office/drawing/2014/main" id="{F3ACF049-B3D7-2BAE-4474-E3F1705F3F48}"/>
              </a:ext>
            </a:extLst>
          </p:cNvPr>
          <p:cNvSpPr txBox="1"/>
          <p:nvPr userDrawn="1"/>
        </p:nvSpPr>
        <p:spPr>
          <a:xfrm>
            <a:off x="438912" y="2670048"/>
            <a:ext cx="3477768" cy="23083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defRPr sz="850" b="0" i="0">
                <a:solidFill>
                  <a:srgbClr val="475569"/>
                </a:solidFill>
                <a:latin typeface="Arial"/>
              </a:defRPr>
            </a:pPr>
            <a:r>
              <a:rPr sz="900"/>
              <a:t>{{fact_3}}</a:t>
            </a:r>
          </a:p>
        </p:txBody>
      </p:sp>
      <p:sp>
        <p:nvSpPr>
          <p:cNvPr id="33" name="TextBox 32">
            <a:extLst>
              <a:ext uri="{FF2B5EF4-FFF2-40B4-BE49-F238E27FC236}">
                <a16:creationId xmlns:a16="http://schemas.microsoft.com/office/drawing/2014/main" id="{20FBA1DA-94F1-56E0-BE7C-3FBCDEA0F3CC}"/>
              </a:ext>
            </a:extLst>
          </p:cNvPr>
          <p:cNvSpPr txBox="1"/>
          <p:nvPr userDrawn="1"/>
        </p:nvSpPr>
        <p:spPr>
          <a:xfrm>
            <a:off x="292608" y="2980944"/>
            <a:ext cx="128016" cy="146304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defRPr sz="800" b="0" i="0">
                <a:solidFill>
                  <a:srgbClr val="8B5CF6"/>
                </a:solidFill>
                <a:latin typeface="Arial"/>
              </a:defRPr>
            </a:pPr>
            <a:r>
              <a:t>•</a:t>
            </a:r>
          </a:p>
        </p:txBody>
      </p:sp>
      <p:sp>
        <p:nvSpPr>
          <p:cNvPr id="34" name="TextBox 33">
            <a:extLst>
              <a:ext uri="{FF2B5EF4-FFF2-40B4-BE49-F238E27FC236}">
                <a16:creationId xmlns:a16="http://schemas.microsoft.com/office/drawing/2014/main" id="{03F29FF0-681E-5FA1-FFFC-1C321D622A7E}"/>
              </a:ext>
            </a:extLst>
          </p:cNvPr>
          <p:cNvSpPr txBox="1"/>
          <p:nvPr userDrawn="1"/>
        </p:nvSpPr>
        <p:spPr>
          <a:xfrm>
            <a:off x="438912" y="2980944"/>
            <a:ext cx="3477768" cy="23083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defRPr sz="850" b="0" i="0">
                <a:solidFill>
                  <a:srgbClr val="475569"/>
                </a:solidFill>
                <a:latin typeface="Arial"/>
              </a:defRPr>
            </a:pPr>
            <a:r>
              <a:rPr sz="900"/>
              <a:t>{{fact_4}}</a:t>
            </a:r>
          </a:p>
        </p:txBody>
      </p:sp>
      <p:sp>
        <p:nvSpPr>
          <p:cNvPr id="35" name="TextBox 34">
            <a:extLst>
              <a:ext uri="{FF2B5EF4-FFF2-40B4-BE49-F238E27FC236}">
                <a16:creationId xmlns:a16="http://schemas.microsoft.com/office/drawing/2014/main" id="{B5C15ACC-CCF7-D452-E4CB-D34ED995BECC}"/>
              </a:ext>
            </a:extLst>
          </p:cNvPr>
          <p:cNvSpPr txBox="1"/>
          <p:nvPr userDrawn="1"/>
        </p:nvSpPr>
        <p:spPr>
          <a:xfrm>
            <a:off x="292608" y="3291839"/>
            <a:ext cx="128016" cy="146304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defRPr sz="800" b="0" i="0">
                <a:solidFill>
                  <a:srgbClr val="8B5CF6"/>
                </a:solidFill>
                <a:latin typeface="Arial"/>
              </a:defRPr>
            </a:pPr>
            <a:r>
              <a:t>•</a:t>
            </a:r>
          </a:p>
        </p:txBody>
      </p:sp>
      <p:sp>
        <p:nvSpPr>
          <p:cNvPr id="36" name="TextBox 35">
            <a:extLst>
              <a:ext uri="{FF2B5EF4-FFF2-40B4-BE49-F238E27FC236}">
                <a16:creationId xmlns:a16="http://schemas.microsoft.com/office/drawing/2014/main" id="{2F6AF914-373B-B2EB-759A-F7E1B7398E53}"/>
              </a:ext>
            </a:extLst>
          </p:cNvPr>
          <p:cNvSpPr txBox="1"/>
          <p:nvPr userDrawn="1"/>
        </p:nvSpPr>
        <p:spPr>
          <a:xfrm>
            <a:off x="438912" y="3291839"/>
            <a:ext cx="3477768" cy="23083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defRPr sz="850" b="0" i="0">
                <a:solidFill>
                  <a:srgbClr val="475569"/>
                </a:solidFill>
                <a:latin typeface="Arial"/>
              </a:defRPr>
            </a:pPr>
            <a:r>
              <a:rPr sz="900"/>
              <a:t>{{fact_5}}</a:t>
            </a:r>
          </a:p>
        </p:txBody>
      </p:sp>
      <p:sp>
        <p:nvSpPr>
          <p:cNvPr id="37" name="TextBox 36">
            <a:extLst>
              <a:ext uri="{FF2B5EF4-FFF2-40B4-BE49-F238E27FC236}">
                <a16:creationId xmlns:a16="http://schemas.microsoft.com/office/drawing/2014/main" id="{65FD7D86-5C3A-B9AD-53C2-CF38FB3342D3}"/>
              </a:ext>
            </a:extLst>
          </p:cNvPr>
          <p:cNvSpPr txBox="1"/>
          <p:nvPr userDrawn="1"/>
        </p:nvSpPr>
        <p:spPr>
          <a:xfrm>
            <a:off x="292608" y="3602735"/>
            <a:ext cx="128016" cy="146304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defRPr sz="800" b="0" i="0">
                <a:solidFill>
                  <a:srgbClr val="8B5CF6"/>
                </a:solidFill>
                <a:latin typeface="Arial"/>
              </a:defRPr>
            </a:pPr>
            <a:r>
              <a:t>•</a:t>
            </a:r>
          </a:p>
        </p:txBody>
      </p:sp>
      <p:sp>
        <p:nvSpPr>
          <p:cNvPr id="38" name="TextBox 37">
            <a:extLst>
              <a:ext uri="{FF2B5EF4-FFF2-40B4-BE49-F238E27FC236}">
                <a16:creationId xmlns:a16="http://schemas.microsoft.com/office/drawing/2014/main" id="{9FB00688-093A-A34B-9FA4-68AB16D3A5C9}"/>
              </a:ext>
            </a:extLst>
          </p:cNvPr>
          <p:cNvSpPr txBox="1"/>
          <p:nvPr userDrawn="1"/>
        </p:nvSpPr>
        <p:spPr>
          <a:xfrm>
            <a:off x="438912" y="3602735"/>
            <a:ext cx="3477768" cy="23083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defRPr sz="850" b="0" i="0">
                <a:solidFill>
                  <a:srgbClr val="475569"/>
                </a:solidFill>
                <a:latin typeface="Arial"/>
              </a:defRPr>
            </a:pPr>
            <a:r>
              <a:rPr sz="900"/>
              <a:t>{{fact_6}}</a:t>
            </a:r>
          </a:p>
        </p:txBody>
      </p:sp>
      <p:sp>
        <p:nvSpPr>
          <p:cNvPr id="39" name="Rounded Rectangle 42">
            <a:extLst>
              <a:ext uri="{FF2B5EF4-FFF2-40B4-BE49-F238E27FC236}">
                <a16:creationId xmlns:a16="http://schemas.microsoft.com/office/drawing/2014/main" id="{004F2D57-B5E9-570B-F0F8-11D493858F0F}"/>
              </a:ext>
            </a:extLst>
          </p:cNvPr>
          <p:cNvSpPr/>
          <p:nvPr userDrawn="1"/>
        </p:nvSpPr>
        <p:spPr>
          <a:xfrm>
            <a:off x="4154423" y="658368"/>
            <a:ext cx="3880104" cy="5596128"/>
          </a:xfrm>
          <a:prstGeom prst="roundRect">
            <a:avLst/>
          </a:prstGeom>
          <a:solidFill>
            <a:srgbClr val="FFFFFF"/>
          </a:solidFill>
          <a:ln w="12700">
            <a:solidFill>
              <a:srgbClr val="E5E7EB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40" name="Rectangle 39">
            <a:extLst>
              <a:ext uri="{FF2B5EF4-FFF2-40B4-BE49-F238E27FC236}">
                <a16:creationId xmlns:a16="http://schemas.microsoft.com/office/drawing/2014/main" id="{5DD33B5C-83DF-30A5-C11A-CD6814C937D6}"/>
              </a:ext>
            </a:extLst>
          </p:cNvPr>
          <p:cNvSpPr/>
          <p:nvPr userDrawn="1"/>
        </p:nvSpPr>
        <p:spPr>
          <a:xfrm>
            <a:off x="4154423" y="658368"/>
            <a:ext cx="3880104" cy="329184"/>
          </a:xfrm>
          <a:prstGeom prst="rect">
            <a:avLst/>
          </a:prstGeom>
          <a:solidFill>
            <a:srgbClr val="FAFBFF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41" name="Rectangle 40">
            <a:extLst>
              <a:ext uri="{FF2B5EF4-FFF2-40B4-BE49-F238E27FC236}">
                <a16:creationId xmlns:a16="http://schemas.microsoft.com/office/drawing/2014/main" id="{A8ABFC3D-542B-4353-128C-E3A9F4260E03}"/>
              </a:ext>
            </a:extLst>
          </p:cNvPr>
          <p:cNvSpPr/>
          <p:nvPr userDrawn="1"/>
        </p:nvSpPr>
        <p:spPr>
          <a:xfrm>
            <a:off x="4154423" y="987552"/>
            <a:ext cx="3880104" cy="9144"/>
          </a:xfrm>
          <a:prstGeom prst="rect">
            <a:avLst/>
          </a:prstGeom>
          <a:solidFill>
            <a:srgbClr val="F1F5F9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42" name="Oval 41">
            <a:extLst>
              <a:ext uri="{FF2B5EF4-FFF2-40B4-BE49-F238E27FC236}">
                <a16:creationId xmlns:a16="http://schemas.microsoft.com/office/drawing/2014/main" id="{D2EC5973-9866-9B51-62B5-D9B4F0211F34}"/>
              </a:ext>
            </a:extLst>
          </p:cNvPr>
          <p:cNvSpPr/>
          <p:nvPr userDrawn="1"/>
        </p:nvSpPr>
        <p:spPr>
          <a:xfrm>
            <a:off x="4282439" y="808800"/>
            <a:ext cx="64008" cy="64008"/>
          </a:xfrm>
          <a:prstGeom prst="ellipse">
            <a:avLst/>
          </a:prstGeom>
          <a:solidFill>
            <a:srgbClr val="6366F1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43" name="TextBox 42">
            <a:extLst>
              <a:ext uri="{FF2B5EF4-FFF2-40B4-BE49-F238E27FC236}">
                <a16:creationId xmlns:a16="http://schemas.microsoft.com/office/drawing/2014/main" id="{2401FAA9-3925-F692-E0F8-4B7704E7C5B1}"/>
              </a:ext>
            </a:extLst>
          </p:cNvPr>
          <p:cNvSpPr txBox="1"/>
          <p:nvPr userDrawn="1"/>
        </p:nvSpPr>
        <p:spPr>
          <a:xfrm>
            <a:off x="4392167" y="731519"/>
            <a:ext cx="3514344" cy="1828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defRPr sz="900" b="1" i="0">
                <a:solidFill>
                  <a:srgbClr val="64748B"/>
                </a:solidFill>
                <a:latin typeface="Arial"/>
              </a:defRPr>
            </a:pPr>
            <a:r>
              <a:t>Pathophysiology &amp; Targets</a:t>
            </a:r>
          </a:p>
        </p:txBody>
      </p:sp>
      <p:sp>
        <p:nvSpPr>
          <p:cNvPr id="44" name="Rounded Rectangle 47">
            <a:extLst>
              <a:ext uri="{FF2B5EF4-FFF2-40B4-BE49-F238E27FC236}">
                <a16:creationId xmlns:a16="http://schemas.microsoft.com/office/drawing/2014/main" id="{5CF50F60-F320-37C1-74E9-BB85425E818F}"/>
              </a:ext>
            </a:extLst>
          </p:cNvPr>
          <p:cNvSpPr/>
          <p:nvPr userDrawn="1"/>
        </p:nvSpPr>
        <p:spPr>
          <a:xfrm>
            <a:off x="4282439" y="1097280"/>
            <a:ext cx="3624071" cy="585216"/>
          </a:xfrm>
          <a:prstGeom prst="roundRect">
            <a:avLst/>
          </a:prstGeom>
          <a:solidFill>
            <a:srgbClr val="FAFBFF"/>
          </a:solidFill>
          <a:ln w="12700">
            <a:solidFill>
              <a:srgbClr val="F1F5F9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45" name="Rectangle 44">
            <a:extLst>
              <a:ext uri="{FF2B5EF4-FFF2-40B4-BE49-F238E27FC236}">
                <a16:creationId xmlns:a16="http://schemas.microsoft.com/office/drawing/2014/main" id="{C83D9360-9BA6-8AF4-04D2-9D9E388E260E}"/>
              </a:ext>
            </a:extLst>
          </p:cNvPr>
          <p:cNvSpPr/>
          <p:nvPr userDrawn="1"/>
        </p:nvSpPr>
        <p:spPr>
          <a:xfrm>
            <a:off x="4282439" y="1097280"/>
            <a:ext cx="36576" cy="585216"/>
          </a:xfrm>
          <a:prstGeom prst="rect">
            <a:avLst/>
          </a:prstGeom>
          <a:solidFill>
            <a:srgbClr val="8B5CF6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46" name="TextBox 45">
            <a:extLst>
              <a:ext uri="{FF2B5EF4-FFF2-40B4-BE49-F238E27FC236}">
                <a16:creationId xmlns:a16="http://schemas.microsoft.com/office/drawing/2014/main" id="{80A32BC0-DE05-7D96-362E-57B18BFC1943}"/>
              </a:ext>
            </a:extLst>
          </p:cNvPr>
          <p:cNvSpPr txBox="1"/>
          <p:nvPr userDrawn="1"/>
        </p:nvSpPr>
        <p:spPr>
          <a:xfrm>
            <a:off x="4392167" y="1152144"/>
            <a:ext cx="887756" cy="256031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defRPr sz="1000" b="1" i="0">
                <a:solidFill>
                  <a:srgbClr val="8B5CF6"/>
                </a:solidFill>
                <a:latin typeface="Arial"/>
              </a:defRPr>
            </a:pPr>
            <a:r>
              <a:rPr dirty="0"/>
              <a:t>{{target_1_name}}</a:t>
            </a:r>
          </a:p>
        </p:txBody>
      </p:sp>
      <p:sp>
        <p:nvSpPr>
          <p:cNvPr id="47" name="TextBox 46">
            <a:extLst>
              <a:ext uri="{FF2B5EF4-FFF2-40B4-BE49-F238E27FC236}">
                <a16:creationId xmlns:a16="http://schemas.microsoft.com/office/drawing/2014/main" id="{D432E8B1-3E96-9D15-53D8-72DBF52B1CC3}"/>
              </a:ext>
            </a:extLst>
          </p:cNvPr>
          <p:cNvSpPr txBox="1"/>
          <p:nvPr userDrawn="1"/>
        </p:nvSpPr>
        <p:spPr>
          <a:xfrm>
            <a:off x="4392167" y="1316736"/>
            <a:ext cx="3404616" cy="16459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defRPr sz="800" b="0" i="0">
                <a:solidFill>
                  <a:srgbClr val="475569"/>
                </a:solidFill>
                <a:latin typeface="Arial"/>
              </a:defRPr>
            </a:pPr>
            <a:r>
              <a:t>{{target_1_desc}}</a:t>
            </a:r>
          </a:p>
        </p:txBody>
      </p:sp>
      <p:sp>
        <p:nvSpPr>
          <p:cNvPr id="48" name="TextBox 47">
            <a:extLst>
              <a:ext uri="{FF2B5EF4-FFF2-40B4-BE49-F238E27FC236}">
                <a16:creationId xmlns:a16="http://schemas.microsoft.com/office/drawing/2014/main" id="{CEC961DE-B457-DB40-080A-652322C75040}"/>
              </a:ext>
            </a:extLst>
          </p:cNvPr>
          <p:cNvSpPr txBox="1"/>
          <p:nvPr userDrawn="1"/>
        </p:nvSpPr>
        <p:spPr>
          <a:xfrm>
            <a:off x="4392167" y="1481328"/>
            <a:ext cx="3404616" cy="146304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defRPr sz="700" b="0" i="1">
                <a:solidFill>
                  <a:srgbClr val="94A3B8"/>
                </a:solidFill>
                <a:latin typeface="Arial"/>
              </a:defRPr>
            </a:pPr>
            <a:r>
              <a:t>{{target_1_detail}}</a:t>
            </a:r>
          </a:p>
        </p:txBody>
      </p:sp>
      <p:sp>
        <p:nvSpPr>
          <p:cNvPr id="49" name="Rounded Rectangle 52">
            <a:extLst>
              <a:ext uri="{FF2B5EF4-FFF2-40B4-BE49-F238E27FC236}">
                <a16:creationId xmlns:a16="http://schemas.microsoft.com/office/drawing/2014/main" id="{50880DAB-A249-17BC-1A0B-71B63FCE48A0}"/>
              </a:ext>
            </a:extLst>
          </p:cNvPr>
          <p:cNvSpPr/>
          <p:nvPr userDrawn="1"/>
        </p:nvSpPr>
        <p:spPr>
          <a:xfrm>
            <a:off x="4282439" y="1755648"/>
            <a:ext cx="3624071" cy="585216"/>
          </a:xfrm>
          <a:prstGeom prst="roundRect">
            <a:avLst/>
          </a:prstGeom>
          <a:solidFill>
            <a:srgbClr val="FAFBFF"/>
          </a:solidFill>
          <a:ln w="12700">
            <a:solidFill>
              <a:srgbClr val="F1F5F9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50" name="Rectangle 49">
            <a:extLst>
              <a:ext uri="{FF2B5EF4-FFF2-40B4-BE49-F238E27FC236}">
                <a16:creationId xmlns:a16="http://schemas.microsoft.com/office/drawing/2014/main" id="{3CBC60F7-F0DB-AD5A-BEDB-C2340825223A}"/>
              </a:ext>
            </a:extLst>
          </p:cNvPr>
          <p:cNvSpPr/>
          <p:nvPr userDrawn="1"/>
        </p:nvSpPr>
        <p:spPr>
          <a:xfrm>
            <a:off x="4282439" y="1755648"/>
            <a:ext cx="36576" cy="585216"/>
          </a:xfrm>
          <a:prstGeom prst="rect">
            <a:avLst/>
          </a:prstGeom>
          <a:solidFill>
            <a:srgbClr val="6366F1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51" name="TextBox 50">
            <a:extLst>
              <a:ext uri="{FF2B5EF4-FFF2-40B4-BE49-F238E27FC236}">
                <a16:creationId xmlns:a16="http://schemas.microsoft.com/office/drawing/2014/main" id="{01715A92-03C4-FF2F-A478-51FF83CA4345}"/>
              </a:ext>
            </a:extLst>
          </p:cNvPr>
          <p:cNvSpPr txBox="1"/>
          <p:nvPr userDrawn="1"/>
        </p:nvSpPr>
        <p:spPr>
          <a:xfrm>
            <a:off x="4392167" y="1810512"/>
            <a:ext cx="887756" cy="246221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defRPr sz="1000" b="1" i="0">
                <a:solidFill>
                  <a:srgbClr val="6366F1"/>
                </a:solidFill>
                <a:latin typeface="Arial"/>
              </a:defRPr>
            </a:pPr>
            <a:r>
              <a:rPr dirty="0"/>
              <a:t>{{target_2_name}}</a:t>
            </a:r>
          </a:p>
        </p:txBody>
      </p:sp>
      <p:sp>
        <p:nvSpPr>
          <p:cNvPr id="52" name="TextBox 51">
            <a:extLst>
              <a:ext uri="{FF2B5EF4-FFF2-40B4-BE49-F238E27FC236}">
                <a16:creationId xmlns:a16="http://schemas.microsoft.com/office/drawing/2014/main" id="{1E928093-2C79-AE9C-696D-65FD118BB7AC}"/>
              </a:ext>
            </a:extLst>
          </p:cNvPr>
          <p:cNvSpPr txBox="1"/>
          <p:nvPr userDrawn="1"/>
        </p:nvSpPr>
        <p:spPr>
          <a:xfrm>
            <a:off x="4392167" y="1975104"/>
            <a:ext cx="3404616" cy="16459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defRPr sz="800" b="0" i="0">
                <a:solidFill>
                  <a:srgbClr val="475569"/>
                </a:solidFill>
                <a:latin typeface="Arial"/>
              </a:defRPr>
            </a:pPr>
            <a:r>
              <a:t>{{target_2_desc}}</a:t>
            </a:r>
          </a:p>
        </p:txBody>
      </p:sp>
      <p:sp>
        <p:nvSpPr>
          <p:cNvPr id="53" name="TextBox 52">
            <a:extLst>
              <a:ext uri="{FF2B5EF4-FFF2-40B4-BE49-F238E27FC236}">
                <a16:creationId xmlns:a16="http://schemas.microsoft.com/office/drawing/2014/main" id="{EF69F524-205F-345C-ED81-A93257DEBA22}"/>
              </a:ext>
            </a:extLst>
          </p:cNvPr>
          <p:cNvSpPr txBox="1"/>
          <p:nvPr userDrawn="1"/>
        </p:nvSpPr>
        <p:spPr>
          <a:xfrm>
            <a:off x="4392167" y="2139696"/>
            <a:ext cx="3404616" cy="146304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defRPr sz="700" b="0" i="1">
                <a:solidFill>
                  <a:srgbClr val="94A3B8"/>
                </a:solidFill>
                <a:latin typeface="Arial"/>
              </a:defRPr>
            </a:pPr>
            <a:r>
              <a:t>{{target_2_detail}}</a:t>
            </a:r>
          </a:p>
        </p:txBody>
      </p:sp>
      <p:sp>
        <p:nvSpPr>
          <p:cNvPr id="54" name="Rounded Rectangle 57">
            <a:extLst>
              <a:ext uri="{FF2B5EF4-FFF2-40B4-BE49-F238E27FC236}">
                <a16:creationId xmlns:a16="http://schemas.microsoft.com/office/drawing/2014/main" id="{72135119-21E3-8692-B92E-6EF5FE79A27F}"/>
              </a:ext>
            </a:extLst>
          </p:cNvPr>
          <p:cNvSpPr/>
          <p:nvPr userDrawn="1"/>
        </p:nvSpPr>
        <p:spPr>
          <a:xfrm>
            <a:off x="4282439" y="2414015"/>
            <a:ext cx="3624071" cy="585216"/>
          </a:xfrm>
          <a:prstGeom prst="roundRect">
            <a:avLst/>
          </a:prstGeom>
          <a:solidFill>
            <a:srgbClr val="FAFBFF"/>
          </a:solidFill>
          <a:ln w="12700">
            <a:solidFill>
              <a:srgbClr val="F1F5F9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55" name="Rectangle 54">
            <a:extLst>
              <a:ext uri="{FF2B5EF4-FFF2-40B4-BE49-F238E27FC236}">
                <a16:creationId xmlns:a16="http://schemas.microsoft.com/office/drawing/2014/main" id="{B10D4529-5334-7185-B617-6707BF1385F1}"/>
              </a:ext>
            </a:extLst>
          </p:cNvPr>
          <p:cNvSpPr/>
          <p:nvPr userDrawn="1"/>
        </p:nvSpPr>
        <p:spPr>
          <a:xfrm>
            <a:off x="4282439" y="2414015"/>
            <a:ext cx="36576" cy="585216"/>
          </a:xfrm>
          <a:prstGeom prst="rect">
            <a:avLst/>
          </a:prstGeom>
          <a:solidFill>
            <a:srgbClr val="3B82F6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56" name="TextBox 55">
            <a:extLst>
              <a:ext uri="{FF2B5EF4-FFF2-40B4-BE49-F238E27FC236}">
                <a16:creationId xmlns:a16="http://schemas.microsoft.com/office/drawing/2014/main" id="{B6DCFA7E-56D5-D389-892F-F41C5DFDF24B}"/>
              </a:ext>
            </a:extLst>
          </p:cNvPr>
          <p:cNvSpPr txBox="1"/>
          <p:nvPr userDrawn="1"/>
        </p:nvSpPr>
        <p:spPr>
          <a:xfrm>
            <a:off x="4392167" y="2468879"/>
            <a:ext cx="887756" cy="246221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defRPr sz="1000" b="1" i="0">
                <a:solidFill>
                  <a:srgbClr val="3B82F6"/>
                </a:solidFill>
                <a:latin typeface="Arial"/>
              </a:defRPr>
            </a:pPr>
            <a:r>
              <a:rPr dirty="0"/>
              <a:t>{{target_3_name}}</a:t>
            </a:r>
          </a:p>
        </p:txBody>
      </p:sp>
      <p:sp>
        <p:nvSpPr>
          <p:cNvPr id="57" name="TextBox 56">
            <a:extLst>
              <a:ext uri="{FF2B5EF4-FFF2-40B4-BE49-F238E27FC236}">
                <a16:creationId xmlns:a16="http://schemas.microsoft.com/office/drawing/2014/main" id="{15AE594E-A476-2228-8C11-AB1CF51A86B0}"/>
              </a:ext>
            </a:extLst>
          </p:cNvPr>
          <p:cNvSpPr txBox="1"/>
          <p:nvPr userDrawn="1"/>
        </p:nvSpPr>
        <p:spPr>
          <a:xfrm>
            <a:off x="4392167" y="2633472"/>
            <a:ext cx="3404616" cy="16459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defRPr sz="800" b="0" i="0">
                <a:solidFill>
                  <a:srgbClr val="475569"/>
                </a:solidFill>
                <a:latin typeface="Arial"/>
              </a:defRPr>
            </a:pPr>
            <a:r>
              <a:t>{{target_3_desc}}</a:t>
            </a:r>
          </a:p>
        </p:txBody>
      </p:sp>
      <p:sp>
        <p:nvSpPr>
          <p:cNvPr id="58" name="TextBox 57">
            <a:extLst>
              <a:ext uri="{FF2B5EF4-FFF2-40B4-BE49-F238E27FC236}">
                <a16:creationId xmlns:a16="http://schemas.microsoft.com/office/drawing/2014/main" id="{431DB259-630D-DEC0-BE12-7481B37EA629}"/>
              </a:ext>
            </a:extLst>
          </p:cNvPr>
          <p:cNvSpPr txBox="1"/>
          <p:nvPr userDrawn="1"/>
        </p:nvSpPr>
        <p:spPr>
          <a:xfrm>
            <a:off x="4392167" y="2798063"/>
            <a:ext cx="3404616" cy="146304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defRPr sz="700" b="0" i="1">
                <a:solidFill>
                  <a:srgbClr val="94A3B8"/>
                </a:solidFill>
                <a:latin typeface="Arial"/>
              </a:defRPr>
            </a:pPr>
            <a:r>
              <a:t>{{target_3_detail}}</a:t>
            </a:r>
          </a:p>
        </p:txBody>
      </p:sp>
      <p:sp>
        <p:nvSpPr>
          <p:cNvPr id="59" name="Rounded Rectangle 62">
            <a:extLst>
              <a:ext uri="{FF2B5EF4-FFF2-40B4-BE49-F238E27FC236}">
                <a16:creationId xmlns:a16="http://schemas.microsoft.com/office/drawing/2014/main" id="{4B34C5BB-40B4-EE6D-056F-DF75586D9B5D}"/>
              </a:ext>
            </a:extLst>
          </p:cNvPr>
          <p:cNvSpPr/>
          <p:nvPr userDrawn="1"/>
        </p:nvSpPr>
        <p:spPr>
          <a:xfrm>
            <a:off x="4282439" y="3072384"/>
            <a:ext cx="3624071" cy="585216"/>
          </a:xfrm>
          <a:prstGeom prst="roundRect">
            <a:avLst/>
          </a:prstGeom>
          <a:solidFill>
            <a:srgbClr val="FAFBFF"/>
          </a:solidFill>
          <a:ln w="12700">
            <a:solidFill>
              <a:srgbClr val="F1F5F9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60" name="Rectangle 59">
            <a:extLst>
              <a:ext uri="{FF2B5EF4-FFF2-40B4-BE49-F238E27FC236}">
                <a16:creationId xmlns:a16="http://schemas.microsoft.com/office/drawing/2014/main" id="{02F518FE-59BB-B374-0E05-14D74565FBCB}"/>
              </a:ext>
            </a:extLst>
          </p:cNvPr>
          <p:cNvSpPr/>
          <p:nvPr userDrawn="1"/>
        </p:nvSpPr>
        <p:spPr>
          <a:xfrm>
            <a:off x="4282439" y="3072384"/>
            <a:ext cx="36576" cy="585216"/>
          </a:xfrm>
          <a:prstGeom prst="rect">
            <a:avLst/>
          </a:prstGeom>
          <a:solidFill>
            <a:srgbClr val="06B6D4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61" name="TextBox 60">
            <a:extLst>
              <a:ext uri="{FF2B5EF4-FFF2-40B4-BE49-F238E27FC236}">
                <a16:creationId xmlns:a16="http://schemas.microsoft.com/office/drawing/2014/main" id="{8EE9D6D5-B8E4-A599-90E4-E31FB9D58767}"/>
              </a:ext>
            </a:extLst>
          </p:cNvPr>
          <p:cNvSpPr txBox="1"/>
          <p:nvPr userDrawn="1"/>
        </p:nvSpPr>
        <p:spPr>
          <a:xfrm>
            <a:off x="4392167" y="3127248"/>
            <a:ext cx="792186" cy="246221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defRPr sz="1000" b="1" i="0">
                <a:solidFill>
                  <a:srgbClr val="06B6D4"/>
                </a:solidFill>
                <a:latin typeface="Arial"/>
              </a:defRPr>
            </a:pPr>
            <a:r>
              <a:rPr dirty="0"/>
              <a:t>{{target_4_name}}</a:t>
            </a:r>
          </a:p>
        </p:txBody>
      </p:sp>
      <p:sp>
        <p:nvSpPr>
          <p:cNvPr id="62" name="TextBox 61">
            <a:extLst>
              <a:ext uri="{FF2B5EF4-FFF2-40B4-BE49-F238E27FC236}">
                <a16:creationId xmlns:a16="http://schemas.microsoft.com/office/drawing/2014/main" id="{924CBA37-7A4B-2084-CF64-C43DEAC494C4}"/>
              </a:ext>
            </a:extLst>
          </p:cNvPr>
          <p:cNvSpPr txBox="1"/>
          <p:nvPr userDrawn="1"/>
        </p:nvSpPr>
        <p:spPr>
          <a:xfrm>
            <a:off x="4392167" y="3291840"/>
            <a:ext cx="3404616" cy="16459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defRPr sz="800" b="0" i="0">
                <a:solidFill>
                  <a:srgbClr val="475569"/>
                </a:solidFill>
                <a:latin typeface="Arial"/>
              </a:defRPr>
            </a:pPr>
            <a:r>
              <a:t>{{target_4_desc}}</a:t>
            </a:r>
          </a:p>
        </p:txBody>
      </p:sp>
      <p:sp>
        <p:nvSpPr>
          <p:cNvPr id="63" name="TextBox 62">
            <a:extLst>
              <a:ext uri="{FF2B5EF4-FFF2-40B4-BE49-F238E27FC236}">
                <a16:creationId xmlns:a16="http://schemas.microsoft.com/office/drawing/2014/main" id="{86A91AE3-4284-2627-0391-AAB192223E6E}"/>
              </a:ext>
            </a:extLst>
          </p:cNvPr>
          <p:cNvSpPr txBox="1"/>
          <p:nvPr userDrawn="1"/>
        </p:nvSpPr>
        <p:spPr>
          <a:xfrm>
            <a:off x="4392167" y="3456432"/>
            <a:ext cx="3404616" cy="146304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defRPr sz="700" b="0" i="1">
                <a:solidFill>
                  <a:srgbClr val="94A3B8"/>
                </a:solidFill>
                <a:latin typeface="Arial"/>
              </a:defRPr>
            </a:pPr>
            <a:r>
              <a:t>{{target_4_detail}}</a:t>
            </a:r>
          </a:p>
        </p:txBody>
      </p:sp>
      <p:sp>
        <p:nvSpPr>
          <p:cNvPr id="64" name="TextBox 63">
            <a:extLst>
              <a:ext uri="{FF2B5EF4-FFF2-40B4-BE49-F238E27FC236}">
                <a16:creationId xmlns:a16="http://schemas.microsoft.com/office/drawing/2014/main" id="{F8A4D4CB-FF09-1CFD-7356-D4EE190723CD}"/>
              </a:ext>
            </a:extLst>
          </p:cNvPr>
          <p:cNvSpPr txBox="1"/>
          <p:nvPr userDrawn="1"/>
        </p:nvSpPr>
        <p:spPr>
          <a:xfrm>
            <a:off x="4282439" y="3822191"/>
            <a:ext cx="3624071" cy="146304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defRPr sz="700" b="1" i="0">
                <a:solidFill>
                  <a:srgbClr val="94A3B8"/>
                </a:solidFill>
                <a:latin typeface="Arial"/>
              </a:defRPr>
            </a:pPr>
            <a:r>
              <a:t>DISEASE BIOLOGY</a:t>
            </a:r>
          </a:p>
        </p:txBody>
      </p:sp>
      <p:sp>
        <p:nvSpPr>
          <p:cNvPr id="65" name="TextBox 64">
            <a:extLst>
              <a:ext uri="{FF2B5EF4-FFF2-40B4-BE49-F238E27FC236}">
                <a16:creationId xmlns:a16="http://schemas.microsoft.com/office/drawing/2014/main" id="{FA92CAB8-65CA-A783-AEF0-67CDBF05D587}"/>
              </a:ext>
            </a:extLst>
          </p:cNvPr>
          <p:cNvSpPr txBox="1"/>
          <p:nvPr userDrawn="1"/>
        </p:nvSpPr>
        <p:spPr>
          <a:xfrm>
            <a:off x="4282439" y="4005072"/>
            <a:ext cx="109728" cy="128016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defRPr sz="700" b="0" i="0">
                <a:solidFill>
                  <a:srgbClr val="6366F1"/>
                </a:solidFill>
                <a:latin typeface="Arial"/>
              </a:defRPr>
            </a:pPr>
            <a:r>
              <a:t>→</a:t>
            </a:r>
          </a:p>
        </p:txBody>
      </p:sp>
      <p:sp>
        <p:nvSpPr>
          <p:cNvPr id="66" name="TextBox 65">
            <a:extLst>
              <a:ext uri="{FF2B5EF4-FFF2-40B4-BE49-F238E27FC236}">
                <a16:creationId xmlns:a16="http://schemas.microsoft.com/office/drawing/2014/main" id="{D808337F-9073-EBC1-D691-A416454EA654}"/>
              </a:ext>
            </a:extLst>
          </p:cNvPr>
          <p:cNvSpPr txBox="1"/>
          <p:nvPr userDrawn="1"/>
        </p:nvSpPr>
        <p:spPr>
          <a:xfrm>
            <a:off x="4410456" y="4005072"/>
            <a:ext cx="3496056" cy="23083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defRPr sz="800" b="0" i="0">
                <a:solidFill>
                  <a:srgbClr val="475569"/>
                </a:solidFill>
                <a:latin typeface="Arial"/>
              </a:defRPr>
            </a:pPr>
            <a:r>
              <a:rPr sz="900"/>
              <a:t>{{biology_1}}</a:t>
            </a:r>
          </a:p>
        </p:txBody>
      </p:sp>
      <p:sp>
        <p:nvSpPr>
          <p:cNvPr id="67" name="TextBox 66">
            <a:extLst>
              <a:ext uri="{FF2B5EF4-FFF2-40B4-BE49-F238E27FC236}">
                <a16:creationId xmlns:a16="http://schemas.microsoft.com/office/drawing/2014/main" id="{56D24E49-540F-EFD7-26D6-3359CC105B93}"/>
              </a:ext>
            </a:extLst>
          </p:cNvPr>
          <p:cNvSpPr txBox="1"/>
          <p:nvPr userDrawn="1"/>
        </p:nvSpPr>
        <p:spPr>
          <a:xfrm>
            <a:off x="4282439" y="4261104"/>
            <a:ext cx="109728" cy="128016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defRPr sz="700" b="0" i="0">
                <a:solidFill>
                  <a:srgbClr val="6366F1"/>
                </a:solidFill>
                <a:latin typeface="Arial"/>
              </a:defRPr>
            </a:pPr>
            <a:r>
              <a:t>→</a:t>
            </a:r>
          </a:p>
        </p:txBody>
      </p:sp>
      <p:sp>
        <p:nvSpPr>
          <p:cNvPr id="68" name="TextBox 67">
            <a:extLst>
              <a:ext uri="{FF2B5EF4-FFF2-40B4-BE49-F238E27FC236}">
                <a16:creationId xmlns:a16="http://schemas.microsoft.com/office/drawing/2014/main" id="{5149C62E-1A82-8FD1-D4AB-3E5DC2213052}"/>
              </a:ext>
            </a:extLst>
          </p:cNvPr>
          <p:cNvSpPr txBox="1"/>
          <p:nvPr userDrawn="1"/>
        </p:nvSpPr>
        <p:spPr>
          <a:xfrm>
            <a:off x="4410456" y="4261104"/>
            <a:ext cx="3496056" cy="23083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defRPr sz="800" b="0" i="0">
                <a:solidFill>
                  <a:srgbClr val="475569"/>
                </a:solidFill>
                <a:latin typeface="Arial"/>
              </a:defRPr>
            </a:pPr>
            <a:r>
              <a:rPr sz="900"/>
              <a:t>{{biology_2}}</a:t>
            </a:r>
          </a:p>
        </p:txBody>
      </p:sp>
      <p:sp>
        <p:nvSpPr>
          <p:cNvPr id="69" name="TextBox 68">
            <a:extLst>
              <a:ext uri="{FF2B5EF4-FFF2-40B4-BE49-F238E27FC236}">
                <a16:creationId xmlns:a16="http://schemas.microsoft.com/office/drawing/2014/main" id="{780AD1F8-44F6-77B1-60B7-E07B6FFF9C3A}"/>
              </a:ext>
            </a:extLst>
          </p:cNvPr>
          <p:cNvSpPr txBox="1"/>
          <p:nvPr userDrawn="1"/>
        </p:nvSpPr>
        <p:spPr>
          <a:xfrm>
            <a:off x="4282439" y="4517136"/>
            <a:ext cx="109728" cy="128016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defRPr sz="700" b="0" i="0">
                <a:solidFill>
                  <a:srgbClr val="6366F1"/>
                </a:solidFill>
                <a:latin typeface="Arial"/>
              </a:defRPr>
            </a:pPr>
            <a:r>
              <a:t>→</a:t>
            </a:r>
          </a:p>
        </p:txBody>
      </p:sp>
      <p:sp>
        <p:nvSpPr>
          <p:cNvPr id="70" name="TextBox 69">
            <a:extLst>
              <a:ext uri="{FF2B5EF4-FFF2-40B4-BE49-F238E27FC236}">
                <a16:creationId xmlns:a16="http://schemas.microsoft.com/office/drawing/2014/main" id="{1B2CBA71-32F4-BB95-F1C8-95E5CE882893}"/>
              </a:ext>
            </a:extLst>
          </p:cNvPr>
          <p:cNvSpPr txBox="1"/>
          <p:nvPr userDrawn="1"/>
        </p:nvSpPr>
        <p:spPr>
          <a:xfrm>
            <a:off x="4410456" y="4517136"/>
            <a:ext cx="3496056" cy="23083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defRPr sz="800" b="0" i="0">
                <a:solidFill>
                  <a:srgbClr val="475569"/>
                </a:solidFill>
                <a:latin typeface="Arial"/>
              </a:defRPr>
            </a:pPr>
            <a:r>
              <a:rPr sz="900"/>
              <a:t>{{biology_3}}</a:t>
            </a:r>
          </a:p>
        </p:txBody>
      </p:sp>
      <p:sp>
        <p:nvSpPr>
          <p:cNvPr id="71" name="TextBox 70">
            <a:extLst>
              <a:ext uri="{FF2B5EF4-FFF2-40B4-BE49-F238E27FC236}">
                <a16:creationId xmlns:a16="http://schemas.microsoft.com/office/drawing/2014/main" id="{8D32494A-2AD8-5151-1C26-3C4261E0A3B0}"/>
              </a:ext>
            </a:extLst>
          </p:cNvPr>
          <p:cNvSpPr txBox="1"/>
          <p:nvPr userDrawn="1"/>
        </p:nvSpPr>
        <p:spPr>
          <a:xfrm>
            <a:off x="4282439" y="4773168"/>
            <a:ext cx="109728" cy="128016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defRPr sz="700" b="0" i="0">
                <a:solidFill>
                  <a:srgbClr val="6366F1"/>
                </a:solidFill>
                <a:latin typeface="Arial"/>
              </a:defRPr>
            </a:pPr>
            <a:r>
              <a:t>→</a:t>
            </a:r>
          </a:p>
        </p:txBody>
      </p:sp>
      <p:sp>
        <p:nvSpPr>
          <p:cNvPr id="72" name="TextBox 71">
            <a:extLst>
              <a:ext uri="{FF2B5EF4-FFF2-40B4-BE49-F238E27FC236}">
                <a16:creationId xmlns:a16="http://schemas.microsoft.com/office/drawing/2014/main" id="{1B47A25F-7E07-F3A4-D835-EAF28C92393F}"/>
              </a:ext>
            </a:extLst>
          </p:cNvPr>
          <p:cNvSpPr txBox="1"/>
          <p:nvPr userDrawn="1"/>
        </p:nvSpPr>
        <p:spPr>
          <a:xfrm>
            <a:off x="4410456" y="4773168"/>
            <a:ext cx="3496056" cy="23083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defRPr sz="800" b="0" i="0">
                <a:solidFill>
                  <a:srgbClr val="475569"/>
                </a:solidFill>
                <a:latin typeface="Arial"/>
              </a:defRPr>
            </a:pPr>
            <a:r>
              <a:rPr sz="900"/>
              <a:t>{{biology_4}}</a:t>
            </a:r>
          </a:p>
        </p:txBody>
      </p:sp>
      <p:sp>
        <p:nvSpPr>
          <p:cNvPr id="73" name="Rounded Rectangle 76">
            <a:extLst>
              <a:ext uri="{FF2B5EF4-FFF2-40B4-BE49-F238E27FC236}">
                <a16:creationId xmlns:a16="http://schemas.microsoft.com/office/drawing/2014/main" id="{AFD376E6-01EF-6F41-0D43-03CE419BF00B}"/>
              </a:ext>
            </a:extLst>
          </p:cNvPr>
          <p:cNvSpPr/>
          <p:nvPr userDrawn="1"/>
        </p:nvSpPr>
        <p:spPr>
          <a:xfrm>
            <a:off x="8144255" y="658368"/>
            <a:ext cx="3880104" cy="5596128"/>
          </a:xfrm>
          <a:prstGeom prst="roundRect">
            <a:avLst/>
          </a:prstGeom>
          <a:solidFill>
            <a:srgbClr val="FFFFFF"/>
          </a:solidFill>
          <a:ln w="12700">
            <a:solidFill>
              <a:srgbClr val="E5E7EB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74" name="Rectangle 73">
            <a:extLst>
              <a:ext uri="{FF2B5EF4-FFF2-40B4-BE49-F238E27FC236}">
                <a16:creationId xmlns:a16="http://schemas.microsoft.com/office/drawing/2014/main" id="{EEC928E6-FD25-BAC9-D0BB-AA49C3F31933}"/>
              </a:ext>
            </a:extLst>
          </p:cNvPr>
          <p:cNvSpPr/>
          <p:nvPr userDrawn="1"/>
        </p:nvSpPr>
        <p:spPr>
          <a:xfrm>
            <a:off x="8144255" y="658368"/>
            <a:ext cx="3880104" cy="329184"/>
          </a:xfrm>
          <a:prstGeom prst="rect">
            <a:avLst/>
          </a:prstGeom>
          <a:solidFill>
            <a:srgbClr val="FAFBFF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75" name="Rectangle 74">
            <a:extLst>
              <a:ext uri="{FF2B5EF4-FFF2-40B4-BE49-F238E27FC236}">
                <a16:creationId xmlns:a16="http://schemas.microsoft.com/office/drawing/2014/main" id="{4399E179-3217-6114-A536-287BA63EFE0E}"/>
              </a:ext>
            </a:extLst>
          </p:cNvPr>
          <p:cNvSpPr/>
          <p:nvPr userDrawn="1"/>
        </p:nvSpPr>
        <p:spPr>
          <a:xfrm>
            <a:off x="8144255" y="987552"/>
            <a:ext cx="3880104" cy="9144"/>
          </a:xfrm>
          <a:prstGeom prst="rect">
            <a:avLst/>
          </a:prstGeom>
          <a:solidFill>
            <a:srgbClr val="F1F5F9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76" name="Oval 75">
            <a:extLst>
              <a:ext uri="{FF2B5EF4-FFF2-40B4-BE49-F238E27FC236}">
                <a16:creationId xmlns:a16="http://schemas.microsoft.com/office/drawing/2014/main" id="{B9A0971F-FD9F-65CD-1205-0B498FC02FBC}"/>
              </a:ext>
            </a:extLst>
          </p:cNvPr>
          <p:cNvSpPr/>
          <p:nvPr userDrawn="1"/>
        </p:nvSpPr>
        <p:spPr>
          <a:xfrm>
            <a:off x="8272271" y="808800"/>
            <a:ext cx="64008" cy="64008"/>
          </a:xfrm>
          <a:prstGeom prst="ellipse">
            <a:avLst/>
          </a:prstGeom>
          <a:solidFill>
            <a:srgbClr val="3B82F6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77" name="TextBox 76">
            <a:extLst>
              <a:ext uri="{FF2B5EF4-FFF2-40B4-BE49-F238E27FC236}">
                <a16:creationId xmlns:a16="http://schemas.microsoft.com/office/drawing/2014/main" id="{24254102-CB7B-1815-4959-BF4C7BE4407A}"/>
              </a:ext>
            </a:extLst>
          </p:cNvPr>
          <p:cNvSpPr txBox="1"/>
          <p:nvPr userDrawn="1"/>
        </p:nvSpPr>
        <p:spPr>
          <a:xfrm>
            <a:off x="8381999" y="731519"/>
            <a:ext cx="3514344" cy="1828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defRPr sz="900" b="1" i="0">
                <a:solidFill>
                  <a:srgbClr val="64748B"/>
                </a:solidFill>
                <a:latin typeface="Arial"/>
              </a:defRPr>
            </a:pPr>
            <a:r>
              <a:t>Current Treatment Landscape</a:t>
            </a:r>
          </a:p>
        </p:txBody>
      </p:sp>
      <p:sp>
        <p:nvSpPr>
          <p:cNvPr id="78" name="Rounded Rectangle 81">
            <a:extLst>
              <a:ext uri="{FF2B5EF4-FFF2-40B4-BE49-F238E27FC236}">
                <a16:creationId xmlns:a16="http://schemas.microsoft.com/office/drawing/2014/main" id="{9B4B72AE-2532-2CF4-66DF-3DF58609CA30}"/>
              </a:ext>
            </a:extLst>
          </p:cNvPr>
          <p:cNvSpPr/>
          <p:nvPr userDrawn="1"/>
        </p:nvSpPr>
        <p:spPr>
          <a:xfrm>
            <a:off x="8272271" y="1097280"/>
            <a:ext cx="3624071" cy="768096"/>
          </a:xfrm>
          <a:prstGeom prst="roundRect">
            <a:avLst/>
          </a:prstGeom>
          <a:solidFill>
            <a:srgbClr val="FAFBFF"/>
          </a:solidFill>
          <a:ln w="12700">
            <a:solidFill>
              <a:srgbClr val="F1F5F9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81" name="TextBox 80">
            <a:extLst>
              <a:ext uri="{FF2B5EF4-FFF2-40B4-BE49-F238E27FC236}">
                <a16:creationId xmlns:a16="http://schemas.microsoft.com/office/drawing/2014/main" id="{F45D740B-AC6D-820F-55C9-2CF215026F3D}"/>
              </a:ext>
            </a:extLst>
          </p:cNvPr>
          <p:cNvSpPr txBox="1"/>
          <p:nvPr userDrawn="1"/>
        </p:nvSpPr>
        <p:spPr>
          <a:xfrm>
            <a:off x="8812623" y="1170432"/>
            <a:ext cx="3148584" cy="1828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defRPr sz="900" b="1" i="0">
                <a:solidFill>
                  <a:srgbClr val="10B981"/>
                </a:solidFill>
                <a:latin typeface="Arial"/>
              </a:defRPr>
            </a:pPr>
            <a:r>
              <a:rPr dirty="0"/>
              <a:t>{{tx_1l_label}}</a:t>
            </a:r>
          </a:p>
        </p:txBody>
      </p:sp>
      <p:sp>
        <p:nvSpPr>
          <p:cNvPr id="82" name="TextBox 81">
            <a:extLst>
              <a:ext uri="{FF2B5EF4-FFF2-40B4-BE49-F238E27FC236}">
                <a16:creationId xmlns:a16="http://schemas.microsoft.com/office/drawing/2014/main" id="{8BE595C4-E66B-791E-8F41-E3C3A439F59E}"/>
              </a:ext>
            </a:extLst>
          </p:cNvPr>
          <p:cNvSpPr txBox="1"/>
          <p:nvPr userDrawn="1"/>
        </p:nvSpPr>
        <p:spPr>
          <a:xfrm>
            <a:off x="8812623" y="1371600"/>
            <a:ext cx="3148584" cy="420624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defRPr sz="800" b="0" i="0">
                <a:solidFill>
                  <a:srgbClr val="475569"/>
                </a:solidFill>
                <a:latin typeface="Arial"/>
              </a:defRPr>
            </a:pPr>
            <a:r>
              <a:t>{{tx_1l_detail}}</a:t>
            </a:r>
            <a:br/>
            <a:endParaRPr/>
          </a:p>
        </p:txBody>
      </p:sp>
      <p:sp>
        <p:nvSpPr>
          <p:cNvPr id="83" name="Rectangle 82">
            <a:extLst>
              <a:ext uri="{FF2B5EF4-FFF2-40B4-BE49-F238E27FC236}">
                <a16:creationId xmlns:a16="http://schemas.microsoft.com/office/drawing/2014/main" id="{CD85F2AD-1EE1-DA61-BE94-EC5C48017177}"/>
              </a:ext>
            </a:extLst>
          </p:cNvPr>
          <p:cNvSpPr/>
          <p:nvPr userDrawn="1"/>
        </p:nvSpPr>
        <p:spPr>
          <a:xfrm>
            <a:off x="8473439" y="1865376"/>
            <a:ext cx="9144" cy="164592"/>
          </a:xfrm>
          <a:prstGeom prst="rect">
            <a:avLst/>
          </a:prstGeom>
          <a:solidFill>
            <a:srgbClr val="E5E7EB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84" name="Rounded Rectangle 87">
            <a:extLst>
              <a:ext uri="{FF2B5EF4-FFF2-40B4-BE49-F238E27FC236}">
                <a16:creationId xmlns:a16="http://schemas.microsoft.com/office/drawing/2014/main" id="{67D3BD97-B8D8-0501-D49D-A323E783FA29}"/>
              </a:ext>
            </a:extLst>
          </p:cNvPr>
          <p:cNvSpPr/>
          <p:nvPr userDrawn="1"/>
        </p:nvSpPr>
        <p:spPr>
          <a:xfrm>
            <a:off x="8272271" y="2029967"/>
            <a:ext cx="3624071" cy="768096"/>
          </a:xfrm>
          <a:prstGeom prst="roundRect">
            <a:avLst/>
          </a:prstGeom>
          <a:solidFill>
            <a:srgbClr val="FAFBFF"/>
          </a:solidFill>
          <a:ln w="12700">
            <a:solidFill>
              <a:srgbClr val="F1F5F9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87" name="TextBox 86">
            <a:extLst>
              <a:ext uri="{FF2B5EF4-FFF2-40B4-BE49-F238E27FC236}">
                <a16:creationId xmlns:a16="http://schemas.microsoft.com/office/drawing/2014/main" id="{E3E90121-55EC-1651-DFED-5748C84B8F1C}"/>
              </a:ext>
            </a:extLst>
          </p:cNvPr>
          <p:cNvSpPr txBox="1"/>
          <p:nvPr userDrawn="1"/>
        </p:nvSpPr>
        <p:spPr>
          <a:xfrm>
            <a:off x="8812623" y="2103120"/>
            <a:ext cx="3148584" cy="1828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defRPr sz="900" b="1" i="0">
                <a:solidFill>
                  <a:srgbClr val="3B82F6"/>
                </a:solidFill>
                <a:latin typeface="Arial"/>
              </a:defRPr>
            </a:pPr>
            <a:r>
              <a:t>{{tx_2l_label}}</a:t>
            </a:r>
          </a:p>
        </p:txBody>
      </p:sp>
      <p:sp>
        <p:nvSpPr>
          <p:cNvPr id="88" name="TextBox 87">
            <a:extLst>
              <a:ext uri="{FF2B5EF4-FFF2-40B4-BE49-F238E27FC236}">
                <a16:creationId xmlns:a16="http://schemas.microsoft.com/office/drawing/2014/main" id="{9351EA45-540B-5CDE-DAC1-8A6EC1C0A63A}"/>
              </a:ext>
            </a:extLst>
          </p:cNvPr>
          <p:cNvSpPr txBox="1"/>
          <p:nvPr userDrawn="1"/>
        </p:nvSpPr>
        <p:spPr>
          <a:xfrm>
            <a:off x="8812623" y="2304287"/>
            <a:ext cx="3148584" cy="420624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defRPr sz="800" b="0" i="0">
                <a:solidFill>
                  <a:srgbClr val="475569"/>
                </a:solidFill>
                <a:latin typeface="Arial"/>
              </a:defRPr>
            </a:pPr>
            <a:r>
              <a:t>{{tx_2l_detail}}</a:t>
            </a:r>
            <a:br/>
            <a:endParaRPr/>
          </a:p>
        </p:txBody>
      </p:sp>
      <p:sp>
        <p:nvSpPr>
          <p:cNvPr id="89" name="Rectangle 88">
            <a:extLst>
              <a:ext uri="{FF2B5EF4-FFF2-40B4-BE49-F238E27FC236}">
                <a16:creationId xmlns:a16="http://schemas.microsoft.com/office/drawing/2014/main" id="{422A9A20-18F7-C6DD-B17A-3C0769391D48}"/>
              </a:ext>
            </a:extLst>
          </p:cNvPr>
          <p:cNvSpPr/>
          <p:nvPr userDrawn="1"/>
        </p:nvSpPr>
        <p:spPr>
          <a:xfrm>
            <a:off x="8473439" y="2798063"/>
            <a:ext cx="9144" cy="164592"/>
          </a:xfrm>
          <a:prstGeom prst="rect">
            <a:avLst/>
          </a:prstGeom>
          <a:solidFill>
            <a:srgbClr val="E5E7EB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90" name="Rounded Rectangle 93">
            <a:extLst>
              <a:ext uri="{FF2B5EF4-FFF2-40B4-BE49-F238E27FC236}">
                <a16:creationId xmlns:a16="http://schemas.microsoft.com/office/drawing/2014/main" id="{8B8570F6-DAE4-E7BA-4596-D89BB8B71ED7}"/>
              </a:ext>
            </a:extLst>
          </p:cNvPr>
          <p:cNvSpPr/>
          <p:nvPr userDrawn="1"/>
        </p:nvSpPr>
        <p:spPr>
          <a:xfrm>
            <a:off x="8272271" y="2962656"/>
            <a:ext cx="3624071" cy="768096"/>
          </a:xfrm>
          <a:prstGeom prst="roundRect">
            <a:avLst/>
          </a:prstGeom>
          <a:solidFill>
            <a:srgbClr val="FAFBFF"/>
          </a:solidFill>
          <a:ln w="12700">
            <a:solidFill>
              <a:srgbClr val="F1F5F9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93" name="TextBox 92">
            <a:extLst>
              <a:ext uri="{FF2B5EF4-FFF2-40B4-BE49-F238E27FC236}">
                <a16:creationId xmlns:a16="http://schemas.microsoft.com/office/drawing/2014/main" id="{C592B86B-93BD-FED5-7544-FD2A84B8A222}"/>
              </a:ext>
            </a:extLst>
          </p:cNvPr>
          <p:cNvSpPr txBox="1"/>
          <p:nvPr userDrawn="1"/>
        </p:nvSpPr>
        <p:spPr>
          <a:xfrm>
            <a:off x="8812623" y="3035808"/>
            <a:ext cx="3148584" cy="1828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defRPr sz="900" b="1" i="0">
                <a:solidFill>
                  <a:srgbClr val="8B5CF6"/>
                </a:solidFill>
                <a:latin typeface="Arial"/>
              </a:defRPr>
            </a:pPr>
            <a:r>
              <a:t>{{tx_3l_label}}</a:t>
            </a:r>
          </a:p>
        </p:txBody>
      </p:sp>
      <p:sp>
        <p:nvSpPr>
          <p:cNvPr id="94" name="TextBox 93">
            <a:extLst>
              <a:ext uri="{FF2B5EF4-FFF2-40B4-BE49-F238E27FC236}">
                <a16:creationId xmlns:a16="http://schemas.microsoft.com/office/drawing/2014/main" id="{B36C8ACB-6A0E-B259-1F31-C193D5293F77}"/>
              </a:ext>
            </a:extLst>
          </p:cNvPr>
          <p:cNvSpPr txBox="1"/>
          <p:nvPr userDrawn="1"/>
        </p:nvSpPr>
        <p:spPr>
          <a:xfrm>
            <a:off x="8812623" y="3236975"/>
            <a:ext cx="3148584" cy="420624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defRPr sz="800" b="0" i="0">
                <a:solidFill>
                  <a:srgbClr val="475569"/>
                </a:solidFill>
                <a:latin typeface="Arial"/>
              </a:defRPr>
            </a:pPr>
            <a:r>
              <a:t>{{tx_3l_detail}}</a:t>
            </a:r>
            <a:br/>
            <a:br/>
            <a:endParaRPr/>
          </a:p>
        </p:txBody>
      </p:sp>
      <p:sp>
        <p:nvSpPr>
          <p:cNvPr id="95" name="Rectangle 94">
            <a:extLst>
              <a:ext uri="{FF2B5EF4-FFF2-40B4-BE49-F238E27FC236}">
                <a16:creationId xmlns:a16="http://schemas.microsoft.com/office/drawing/2014/main" id="{957572C9-CAD6-3E63-0845-53BAEEC2F504}"/>
              </a:ext>
            </a:extLst>
          </p:cNvPr>
          <p:cNvSpPr/>
          <p:nvPr userDrawn="1"/>
        </p:nvSpPr>
        <p:spPr>
          <a:xfrm>
            <a:off x="8473439" y="3730752"/>
            <a:ext cx="9144" cy="164592"/>
          </a:xfrm>
          <a:prstGeom prst="rect">
            <a:avLst/>
          </a:prstGeom>
          <a:solidFill>
            <a:srgbClr val="E5E7EB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96" name="Rounded Rectangle 99">
            <a:extLst>
              <a:ext uri="{FF2B5EF4-FFF2-40B4-BE49-F238E27FC236}">
                <a16:creationId xmlns:a16="http://schemas.microsoft.com/office/drawing/2014/main" id="{3798337B-87B9-B802-7015-4DD5CD31E3D9}"/>
              </a:ext>
            </a:extLst>
          </p:cNvPr>
          <p:cNvSpPr/>
          <p:nvPr userDrawn="1"/>
        </p:nvSpPr>
        <p:spPr>
          <a:xfrm>
            <a:off x="8272271" y="3895344"/>
            <a:ext cx="3624071" cy="768096"/>
          </a:xfrm>
          <a:prstGeom prst="roundRect">
            <a:avLst/>
          </a:prstGeom>
          <a:solidFill>
            <a:srgbClr val="FAFBFF"/>
          </a:solidFill>
          <a:ln w="12700">
            <a:solidFill>
              <a:srgbClr val="F1F5F9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99" name="TextBox 98">
            <a:extLst>
              <a:ext uri="{FF2B5EF4-FFF2-40B4-BE49-F238E27FC236}">
                <a16:creationId xmlns:a16="http://schemas.microsoft.com/office/drawing/2014/main" id="{DFDA90DF-DCFB-C7B3-B297-39BC8F502149}"/>
              </a:ext>
            </a:extLst>
          </p:cNvPr>
          <p:cNvSpPr txBox="1"/>
          <p:nvPr userDrawn="1"/>
        </p:nvSpPr>
        <p:spPr>
          <a:xfrm>
            <a:off x="8812623" y="3968496"/>
            <a:ext cx="3148584" cy="1828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defRPr sz="900" b="1" i="0">
                <a:solidFill>
                  <a:srgbClr val="EF4444"/>
                </a:solidFill>
                <a:latin typeface="Arial"/>
              </a:defRPr>
            </a:pPr>
            <a:r>
              <a:t>{{tx_rrmm_label}}</a:t>
            </a:r>
          </a:p>
        </p:txBody>
      </p:sp>
      <p:sp>
        <p:nvSpPr>
          <p:cNvPr id="100" name="TextBox 99">
            <a:extLst>
              <a:ext uri="{FF2B5EF4-FFF2-40B4-BE49-F238E27FC236}">
                <a16:creationId xmlns:a16="http://schemas.microsoft.com/office/drawing/2014/main" id="{D4968DD8-A2F0-7B41-A052-77B89975AB96}"/>
              </a:ext>
            </a:extLst>
          </p:cNvPr>
          <p:cNvSpPr txBox="1"/>
          <p:nvPr userDrawn="1"/>
        </p:nvSpPr>
        <p:spPr>
          <a:xfrm>
            <a:off x="8812623" y="4169663"/>
            <a:ext cx="3148584" cy="420624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defRPr sz="800" b="0" i="0">
                <a:solidFill>
                  <a:srgbClr val="475569"/>
                </a:solidFill>
                <a:latin typeface="Arial"/>
              </a:defRPr>
            </a:pPr>
            <a:r>
              <a:rPr dirty="0"/>
              <a:t>{{</a:t>
            </a:r>
            <a:r>
              <a:rPr dirty="0" err="1"/>
              <a:t>tx_rrmm_detail</a:t>
            </a:r>
            <a:r>
              <a:rPr dirty="0"/>
              <a:t>}}</a:t>
            </a:r>
            <a:br>
              <a:rPr dirty="0"/>
            </a:br>
            <a:br>
              <a:rPr dirty="0"/>
            </a:br>
            <a:endParaRPr dirty="0"/>
          </a:p>
        </p:txBody>
      </p:sp>
      <p:sp>
        <p:nvSpPr>
          <p:cNvPr id="101" name="Rounded Rectangle 104">
            <a:extLst>
              <a:ext uri="{FF2B5EF4-FFF2-40B4-BE49-F238E27FC236}">
                <a16:creationId xmlns:a16="http://schemas.microsoft.com/office/drawing/2014/main" id="{6294FB06-B582-72EF-B257-2772FA7C127F}"/>
              </a:ext>
            </a:extLst>
          </p:cNvPr>
          <p:cNvSpPr/>
          <p:nvPr userDrawn="1"/>
        </p:nvSpPr>
        <p:spPr>
          <a:xfrm>
            <a:off x="8272271" y="4919470"/>
            <a:ext cx="3624071" cy="655419"/>
          </a:xfrm>
          <a:prstGeom prst="roundRect">
            <a:avLst/>
          </a:prstGeom>
          <a:solidFill>
            <a:srgbClr val="FEF2F2"/>
          </a:solidFill>
          <a:ln w="12700">
            <a:solidFill>
              <a:srgbClr val="FECACA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102" name="Rectangle 101">
            <a:extLst>
              <a:ext uri="{FF2B5EF4-FFF2-40B4-BE49-F238E27FC236}">
                <a16:creationId xmlns:a16="http://schemas.microsoft.com/office/drawing/2014/main" id="{F740B0C3-5736-63AB-98F5-99040AE95925}"/>
              </a:ext>
            </a:extLst>
          </p:cNvPr>
          <p:cNvSpPr/>
          <p:nvPr userDrawn="1"/>
        </p:nvSpPr>
        <p:spPr>
          <a:xfrm>
            <a:off x="8272270" y="4919471"/>
            <a:ext cx="45719" cy="655418"/>
          </a:xfrm>
          <a:prstGeom prst="rect">
            <a:avLst/>
          </a:prstGeom>
          <a:solidFill>
            <a:srgbClr val="EF4444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103" name="TextBox 102">
            <a:extLst>
              <a:ext uri="{FF2B5EF4-FFF2-40B4-BE49-F238E27FC236}">
                <a16:creationId xmlns:a16="http://schemas.microsoft.com/office/drawing/2014/main" id="{55310323-0FCD-BC7E-FBA3-406EC9F735E4}"/>
              </a:ext>
            </a:extLst>
          </p:cNvPr>
          <p:cNvSpPr txBox="1"/>
          <p:nvPr userDrawn="1"/>
        </p:nvSpPr>
        <p:spPr>
          <a:xfrm>
            <a:off x="8381999" y="4974335"/>
            <a:ext cx="3514344" cy="128016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defRPr sz="700" b="1" i="0">
                <a:solidFill>
                  <a:srgbClr val="EF4444"/>
                </a:solidFill>
                <a:latin typeface="Arial"/>
              </a:defRPr>
            </a:pPr>
            <a:r>
              <a:t>UNMET NEED</a:t>
            </a:r>
          </a:p>
        </p:txBody>
      </p:sp>
      <p:sp>
        <p:nvSpPr>
          <p:cNvPr id="104" name="TextBox 103">
            <a:extLst>
              <a:ext uri="{FF2B5EF4-FFF2-40B4-BE49-F238E27FC236}">
                <a16:creationId xmlns:a16="http://schemas.microsoft.com/office/drawing/2014/main" id="{C3E46BBC-1BA9-E4A4-19DA-7599540BB7C2}"/>
              </a:ext>
            </a:extLst>
          </p:cNvPr>
          <p:cNvSpPr txBox="1"/>
          <p:nvPr userDrawn="1"/>
        </p:nvSpPr>
        <p:spPr>
          <a:xfrm>
            <a:off x="8381999" y="5120639"/>
            <a:ext cx="3514344" cy="219456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defRPr sz="850" b="0" i="0">
                <a:solidFill>
                  <a:srgbClr val="475569"/>
                </a:solidFill>
                <a:latin typeface="Arial"/>
              </a:defRPr>
            </a:pPr>
            <a:r>
              <a:rPr dirty="0"/>
              <a:t>{{unmet_need_statement}}</a:t>
            </a:r>
          </a:p>
        </p:txBody>
      </p:sp>
      <p:sp>
        <p:nvSpPr>
          <p:cNvPr id="105" name="Rectangle: Rounded Corners 104">
            <a:extLst>
              <a:ext uri="{FF2B5EF4-FFF2-40B4-BE49-F238E27FC236}">
                <a16:creationId xmlns:a16="http://schemas.microsoft.com/office/drawing/2014/main" id="{B47C2C66-96A1-BCC3-3F04-F1EA842FE624}"/>
              </a:ext>
            </a:extLst>
          </p:cNvPr>
          <p:cNvSpPr/>
          <p:nvPr userDrawn="1"/>
        </p:nvSpPr>
        <p:spPr>
          <a:xfrm>
            <a:off x="8272271" y="1106516"/>
            <a:ext cx="621564" cy="768096"/>
          </a:xfrm>
          <a:prstGeom prst="roundRect">
            <a:avLst/>
          </a:prstGeom>
          <a:solidFill>
            <a:srgbClr val="10B981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de-DE"/>
          </a:p>
        </p:txBody>
      </p:sp>
      <p:sp>
        <p:nvSpPr>
          <p:cNvPr id="106" name="Rectangle: Rounded Corners 105">
            <a:extLst>
              <a:ext uri="{FF2B5EF4-FFF2-40B4-BE49-F238E27FC236}">
                <a16:creationId xmlns:a16="http://schemas.microsoft.com/office/drawing/2014/main" id="{793CDB2B-1F53-840B-0ED5-6570E1B91AF5}"/>
              </a:ext>
            </a:extLst>
          </p:cNvPr>
          <p:cNvSpPr/>
          <p:nvPr userDrawn="1"/>
        </p:nvSpPr>
        <p:spPr>
          <a:xfrm>
            <a:off x="8272271" y="2041605"/>
            <a:ext cx="621564" cy="768096"/>
          </a:xfrm>
          <a:prstGeom prst="roundRect">
            <a:avLst/>
          </a:prstGeom>
          <a:solidFill>
            <a:srgbClr val="3B82F6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de-DE"/>
          </a:p>
        </p:txBody>
      </p:sp>
      <p:sp>
        <p:nvSpPr>
          <p:cNvPr id="107" name="Rectangle: Rounded Corners 106">
            <a:extLst>
              <a:ext uri="{FF2B5EF4-FFF2-40B4-BE49-F238E27FC236}">
                <a16:creationId xmlns:a16="http://schemas.microsoft.com/office/drawing/2014/main" id="{6435F1A2-7330-CBB7-9744-7467F62028D7}"/>
              </a:ext>
            </a:extLst>
          </p:cNvPr>
          <p:cNvSpPr/>
          <p:nvPr userDrawn="1"/>
        </p:nvSpPr>
        <p:spPr>
          <a:xfrm>
            <a:off x="8272270" y="2962839"/>
            <a:ext cx="621564" cy="768096"/>
          </a:xfrm>
          <a:prstGeom prst="roundRect">
            <a:avLst/>
          </a:prstGeom>
          <a:solidFill>
            <a:srgbClr val="8B5CF6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de-DE"/>
          </a:p>
        </p:txBody>
      </p:sp>
      <p:sp>
        <p:nvSpPr>
          <p:cNvPr id="108" name="Rectangle: Rounded Corners 107">
            <a:extLst>
              <a:ext uri="{FF2B5EF4-FFF2-40B4-BE49-F238E27FC236}">
                <a16:creationId xmlns:a16="http://schemas.microsoft.com/office/drawing/2014/main" id="{4D4BCB7E-37F5-A074-9562-09338B59948E}"/>
              </a:ext>
            </a:extLst>
          </p:cNvPr>
          <p:cNvSpPr/>
          <p:nvPr userDrawn="1"/>
        </p:nvSpPr>
        <p:spPr>
          <a:xfrm>
            <a:off x="8272270" y="3904580"/>
            <a:ext cx="621564" cy="768096"/>
          </a:xfrm>
          <a:prstGeom prst="roundRect">
            <a:avLst/>
          </a:prstGeom>
          <a:solidFill>
            <a:srgbClr val="EF4444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de-DE"/>
          </a:p>
        </p:txBody>
      </p:sp>
      <p:sp>
        <p:nvSpPr>
          <p:cNvPr id="80" name="TextBox 79">
            <a:extLst>
              <a:ext uri="{FF2B5EF4-FFF2-40B4-BE49-F238E27FC236}">
                <a16:creationId xmlns:a16="http://schemas.microsoft.com/office/drawing/2014/main" id="{784D847E-38CC-5F6C-5110-0372F60DFDD4}"/>
              </a:ext>
            </a:extLst>
          </p:cNvPr>
          <p:cNvSpPr txBox="1"/>
          <p:nvPr userDrawn="1"/>
        </p:nvSpPr>
        <p:spPr>
          <a:xfrm>
            <a:off x="8219379" y="1098110"/>
            <a:ext cx="518313" cy="507831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900" b="1" i="0">
                <a:solidFill>
                  <a:srgbClr val="FFFFFF"/>
                </a:solidFill>
                <a:latin typeface="Arial"/>
              </a:defRPr>
            </a:pPr>
            <a:r>
              <a:rPr dirty="0">
                <a:solidFill>
                  <a:schemeClr val="tx1"/>
                </a:solidFill>
              </a:rPr>
              <a:t>{{tx_1l_badge}}</a:t>
            </a:r>
          </a:p>
        </p:txBody>
      </p:sp>
      <p:sp>
        <p:nvSpPr>
          <p:cNvPr id="92" name="TextBox 91">
            <a:extLst>
              <a:ext uri="{FF2B5EF4-FFF2-40B4-BE49-F238E27FC236}">
                <a16:creationId xmlns:a16="http://schemas.microsoft.com/office/drawing/2014/main" id="{9FA4FAC1-B9B2-8E0C-7F71-13DDF13576B9}"/>
              </a:ext>
            </a:extLst>
          </p:cNvPr>
          <p:cNvSpPr txBox="1"/>
          <p:nvPr userDrawn="1"/>
        </p:nvSpPr>
        <p:spPr>
          <a:xfrm>
            <a:off x="8189884" y="2963486"/>
            <a:ext cx="600152" cy="507831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900" b="1" i="0">
                <a:solidFill>
                  <a:srgbClr val="FFFFFF"/>
                </a:solidFill>
                <a:latin typeface="Arial"/>
              </a:defRPr>
            </a:pPr>
            <a:r>
              <a:rPr dirty="0">
                <a:solidFill>
                  <a:schemeClr val="tx1"/>
                </a:solidFill>
              </a:rPr>
              <a:t>{{tx_3l_badge}}</a:t>
            </a:r>
          </a:p>
        </p:txBody>
      </p:sp>
      <p:sp>
        <p:nvSpPr>
          <p:cNvPr id="98" name="TextBox 97">
            <a:extLst>
              <a:ext uri="{FF2B5EF4-FFF2-40B4-BE49-F238E27FC236}">
                <a16:creationId xmlns:a16="http://schemas.microsoft.com/office/drawing/2014/main" id="{BC8E489D-982E-732B-01AE-A2274972F5C4}"/>
              </a:ext>
            </a:extLst>
          </p:cNvPr>
          <p:cNvSpPr txBox="1"/>
          <p:nvPr userDrawn="1"/>
        </p:nvSpPr>
        <p:spPr>
          <a:xfrm>
            <a:off x="8199119" y="3893193"/>
            <a:ext cx="618340" cy="507831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900" b="1" i="0">
                <a:solidFill>
                  <a:srgbClr val="FFFFFF"/>
                </a:solidFill>
                <a:latin typeface="Arial"/>
              </a:defRPr>
            </a:pPr>
            <a:r>
              <a:rPr dirty="0">
                <a:solidFill>
                  <a:schemeClr val="tx1"/>
                </a:solidFill>
              </a:rPr>
              <a:t>{{tx_rrmm_badge}}</a:t>
            </a:r>
          </a:p>
        </p:txBody>
      </p:sp>
      <p:sp>
        <p:nvSpPr>
          <p:cNvPr id="86" name="TextBox 85">
            <a:extLst>
              <a:ext uri="{FF2B5EF4-FFF2-40B4-BE49-F238E27FC236}">
                <a16:creationId xmlns:a16="http://schemas.microsoft.com/office/drawing/2014/main" id="{E5C66626-CBE1-1FD9-7DD0-562C2B3A7218}"/>
              </a:ext>
            </a:extLst>
          </p:cNvPr>
          <p:cNvSpPr txBox="1"/>
          <p:nvPr userDrawn="1"/>
        </p:nvSpPr>
        <p:spPr>
          <a:xfrm>
            <a:off x="8219379" y="2030442"/>
            <a:ext cx="518313" cy="507831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900" b="1" i="0">
                <a:solidFill>
                  <a:srgbClr val="FFFFFF"/>
                </a:solidFill>
                <a:latin typeface="Arial"/>
              </a:defRPr>
            </a:pPr>
            <a:r>
              <a:rPr dirty="0">
                <a:solidFill>
                  <a:schemeClr val="tx1"/>
                </a:solidFill>
              </a:rPr>
              <a:t>{{tx_2l_badge}}</a:t>
            </a:r>
          </a:p>
        </p:txBody>
      </p:sp>
      <p:sp>
        <p:nvSpPr>
          <p:cNvPr id="109" name="TextBox 108">
            <a:extLst>
              <a:ext uri="{FF2B5EF4-FFF2-40B4-BE49-F238E27FC236}">
                <a16:creationId xmlns:a16="http://schemas.microsoft.com/office/drawing/2014/main" id="{20E4547A-73D4-91C8-3821-E7105DA6BDD1}"/>
              </a:ext>
            </a:extLst>
          </p:cNvPr>
          <p:cNvSpPr txBox="1"/>
          <p:nvPr userDrawn="1"/>
        </p:nvSpPr>
        <p:spPr>
          <a:xfrm>
            <a:off x="1463040" y="155724"/>
            <a:ext cx="1554480" cy="237744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900" b="1" i="0">
                <a:solidFill>
                  <a:srgbClr val="C4B5FD"/>
                </a:solidFill>
                <a:latin typeface="Arial"/>
              </a:defRPr>
            </a:pPr>
            <a:r>
              <a:rPr dirty="0"/>
              <a:t>DISEASE OVERVIEW</a:t>
            </a:r>
          </a:p>
        </p:txBody>
      </p:sp>
      <p:sp>
        <p:nvSpPr>
          <p:cNvPr id="110" name="TextBox 109">
            <a:extLst>
              <a:ext uri="{FF2B5EF4-FFF2-40B4-BE49-F238E27FC236}">
                <a16:creationId xmlns:a16="http://schemas.microsoft.com/office/drawing/2014/main" id="{86B17ACA-6A9E-FCD9-AD33-C2D24F74CBBC}"/>
              </a:ext>
            </a:extLst>
          </p:cNvPr>
          <p:cNvSpPr txBox="1"/>
          <p:nvPr userDrawn="1"/>
        </p:nvSpPr>
        <p:spPr>
          <a:xfrm>
            <a:off x="3200400" y="137436"/>
            <a:ext cx="4572000" cy="2743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defRPr sz="1100" b="0" i="0">
                <a:solidFill>
                  <a:srgbClr val="C0C0D0"/>
                </a:solidFill>
                <a:latin typeface="Arial"/>
              </a:defRPr>
            </a:pPr>
            <a:r>
              <a:t>{{disease_name}}</a:t>
            </a:r>
          </a:p>
        </p:txBody>
      </p:sp>
    </p:spTree>
    <p:extLst>
      <p:ext uri="{BB962C8B-B14F-4D97-AF65-F5344CB8AC3E}">
        <p14:creationId xmlns:p14="http://schemas.microsoft.com/office/powerpoint/2010/main" val="2264970501"/>
      </p:ext>
    </p:extLst>
  </p:cSld>
  <p:clrMapOvr>
    <a:masterClrMapping/>
  </p:clrMapOvr>
</p:sldLayout>
</file>

<file path=ppt/slideLayouts/slideLayout15.xml><?xml version="1.0" encoding="utf-8"?>
<p:sldLayout xmlns:a="http://schemas.openxmlformats.org/drawingml/2006/main" xmlns:r="http://schemas.openxmlformats.org/officeDocument/2006/relationships" xmlns:p="http://schemas.openxmlformats.org/presentationml/2006/main" preserve="1" userDrawn="1">
  <p:cSld name="MARKET_ACCESS_ligh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Rectangle 1">
            <a:extLst>
              <a:ext uri="{FF2B5EF4-FFF2-40B4-BE49-F238E27FC236}">
                <a16:creationId xmlns:a16="http://schemas.microsoft.com/office/drawing/2014/main" id="{6358FCB9-9AF3-749C-C3E3-C6D95ADC2FD0}"/>
              </a:ext>
            </a:extLst>
          </p:cNvPr>
          <p:cNvSpPr/>
          <p:nvPr userDrawn="1"/>
        </p:nvSpPr>
        <p:spPr>
          <a:xfrm>
            <a:off x="0" y="566928"/>
            <a:ext cx="12188952" cy="502920"/>
          </a:xfrm>
          <a:prstGeom prst="rect">
            <a:avLst/>
          </a:prstGeom>
          <a:solidFill>
            <a:srgbClr val="F5F3FF"/>
          </a:solidFill>
          <a:ln w="6350">
            <a:solidFill>
              <a:srgbClr val="E5E7EB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3" name="TextBox 2">
            <a:extLst>
              <a:ext uri="{FF2B5EF4-FFF2-40B4-BE49-F238E27FC236}">
                <a16:creationId xmlns:a16="http://schemas.microsoft.com/office/drawing/2014/main" id="{A75AFB7E-6256-9AAC-9583-E94DB12E73F0}"/>
              </a:ext>
            </a:extLst>
          </p:cNvPr>
          <p:cNvSpPr txBox="1"/>
          <p:nvPr userDrawn="1"/>
        </p:nvSpPr>
        <p:spPr>
          <a:xfrm>
            <a:off x="475488" y="640080"/>
            <a:ext cx="4572000" cy="36576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defRPr sz="1300" b="1">
                <a:solidFill>
                  <a:srgbClr val="0F172A"/>
                </a:solidFill>
                <a:latin typeface="Calibri"/>
              </a:defRPr>
            </a:pPr>
            <a:r>
              <a:t>{{market_access_title}}</a:t>
            </a:r>
          </a:p>
        </p:txBody>
      </p:sp>
      <p:sp>
        <p:nvSpPr>
          <p:cNvPr id="4" name="TextBox 3">
            <a:extLst>
              <a:ext uri="{FF2B5EF4-FFF2-40B4-BE49-F238E27FC236}">
                <a16:creationId xmlns:a16="http://schemas.microsoft.com/office/drawing/2014/main" id="{390E8ACF-197E-06A5-03B5-5D8B04CB5B9B}"/>
              </a:ext>
            </a:extLst>
          </p:cNvPr>
          <p:cNvSpPr txBox="1"/>
          <p:nvPr userDrawn="1"/>
        </p:nvSpPr>
        <p:spPr>
          <a:xfrm>
            <a:off x="5486400" y="676656"/>
            <a:ext cx="4572000" cy="32004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defRPr sz="900" b="0">
                <a:solidFill>
                  <a:srgbClr val="475569"/>
                </a:solidFill>
                <a:latin typeface="Calibri"/>
              </a:defRPr>
            </a:pPr>
            <a:r>
              <a:t>{{market_access_subtitle}}</a:t>
            </a:r>
          </a:p>
        </p:txBody>
      </p:sp>
      <p:sp>
        <p:nvSpPr>
          <p:cNvPr id="5" name="Rounded Rectangle 18">
            <a:extLst>
              <a:ext uri="{FF2B5EF4-FFF2-40B4-BE49-F238E27FC236}">
                <a16:creationId xmlns:a16="http://schemas.microsoft.com/office/drawing/2014/main" id="{F8251A8E-AB49-ED67-0EFE-B0ADC57798CB}"/>
              </a:ext>
            </a:extLst>
          </p:cNvPr>
          <p:cNvSpPr/>
          <p:nvPr userDrawn="1"/>
        </p:nvSpPr>
        <p:spPr>
          <a:xfrm>
            <a:off x="457200" y="1188720"/>
            <a:ext cx="3666744" cy="1645920"/>
          </a:xfrm>
          <a:prstGeom prst="roundRect">
            <a:avLst/>
          </a:prstGeom>
          <a:solidFill>
            <a:srgbClr val="FFFFFF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6" name="Rectangle 5">
            <a:extLst>
              <a:ext uri="{FF2B5EF4-FFF2-40B4-BE49-F238E27FC236}">
                <a16:creationId xmlns:a16="http://schemas.microsoft.com/office/drawing/2014/main" id="{8E1FC89B-7C21-48D9-23C0-A16503790098}"/>
              </a:ext>
            </a:extLst>
          </p:cNvPr>
          <p:cNvSpPr/>
          <p:nvPr userDrawn="1"/>
        </p:nvSpPr>
        <p:spPr>
          <a:xfrm>
            <a:off x="457200" y="1188720"/>
            <a:ext cx="3666744" cy="36576"/>
          </a:xfrm>
          <a:prstGeom prst="rect">
            <a:avLst/>
          </a:prstGeom>
          <a:solidFill>
            <a:srgbClr val="8B5CF6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7" name="TextBox 6">
            <a:extLst>
              <a:ext uri="{FF2B5EF4-FFF2-40B4-BE49-F238E27FC236}">
                <a16:creationId xmlns:a16="http://schemas.microsoft.com/office/drawing/2014/main" id="{AE5309A1-4CFE-5238-059B-E83911E0E274}"/>
              </a:ext>
            </a:extLst>
          </p:cNvPr>
          <p:cNvSpPr txBox="1"/>
          <p:nvPr userDrawn="1"/>
        </p:nvSpPr>
        <p:spPr>
          <a:xfrm>
            <a:off x="594360" y="1325880"/>
            <a:ext cx="3392424" cy="2286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defRPr sz="900" b="1">
                <a:solidFill>
                  <a:srgbClr val="8B5CF6"/>
                </a:solidFill>
                <a:latin typeface="Calibri"/>
              </a:defRPr>
            </a:pPr>
            <a:r>
              <a:t>EMA Status</a:t>
            </a:r>
          </a:p>
        </p:txBody>
      </p:sp>
      <p:sp>
        <p:nvSpPr>
          <p:cNvPr id="8" name="TextBox 7">
            <a:extLst>
              <a:ext uri="{FF2B5EF4-FFF2-40B4-BE49-F238E27FC236}">
                <a16:creationId xmlns:a16="http://schemas.microsoft.com/office/drawing/2014/main" id="{E2ABEB48-A76D-CE28-81BA-AE331252E9C8}"/>
              </a:ext>
            </a:extLst>
          </p:cNvPr>
          <p:cNvSpPr txBox="1"/>
          <p:nvPr userDrawn="1"/>
        </p:nvSpPr>
        <p:spPr>
          <a:xfrm>
            <a:off x="594360" y="1600200"/>
            <a:ext cx="3392424" cy="10972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defRPr sz="1000" b="0">
                <a:solidFill>
                  <a:srgbClr val="0F172A"/>
                </a:solidFill>
                <a:latin typeface="Calibri"/>
              </a:defRPr>
            </a:pPr>
            <a:r>
              <a:t>{{approval_1_detail}}</a:t>
            </a:r>
          </a:p>
        </p:txBody>
      </p:sp>
      <p:sp>
        <p:nvSpPr>
          <p:cNvPr id="9" name="Rounded Rectangle 22">
            <a:extLst>
              <a:ext uri="{FF2B5EF4-FFF2-40B4-BE49-F238E27FC236}">
                <a16:creationId xmlns:a16="http://schemas.microsoft.com/office/drawing/2014/main" id="{74DF635D-8D9C-A613-550A-179CAB5E033A}"/>
              </a:ext>
            </a:extLst>
          </p:cNvPr>
          <p:cNvSpPr/>
          <p:nvPr userDrawn="1"/>
        </p:nvSpPr>
        <p:spPr>
          <a:xfrm>
            <a:off x="4261104" y="1188720"/>
            <a:ext cx="3666744" cy="1645920"/>
          </a:xfrm>
          <a:prstGeom prst="roundRect">
            <a:avLst/>
          </a:prstGeom>
          <a:solidFill>
            <a:srgbClr val="FFFFFF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10" name="Rectangle 9">
            <a:extLst>
              <a:ext uri="{FF2B5EF4-FFF2-40B4-BE49-F238E27FC236}">
                <a16:creationId xmlns:a16="http://schemas.microsoft.com/office/drawing/2014/main" id="{CE0750EE-103B-D400-9E77-0EE6AD29A670}"/>
              </a:ext>
            </a:extLst>
          </p:cNvPr>
          <p:cNvSpPr/>
          <p:nvPr userDrawn="1"/>
        </p:nvSpPr>
        <p:spPr>
          <a:xfrm>
            <a:off x="4261104" y="1188720"/>
            <a:ext cx="3666744" cy="36576"/>
          </a:xfrm>
          <a:prstGeom prst="rect">
            <a:avLst/>
          </a:prstGeom>
          <a:solidFill>
            <a:srgbClr val="6366F1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11" name="TextBox 10">
            <a:extLst>
              <a:ext uri="{FF2B5EF4-FFF2-40B4-BE49-F238E27FC236}">
                <a16:creationId xmlns:a16="http://schemas.microsoft.com/office/drawing/2014/main" id="{380F3C82-F149-0065-2BDD-4EDDC40C1AEA}"/>
              </a:ext>
            </a:extLst>
          </p:cNvPr>
          <p:cNvSpPr txBox="1"/>
          <p:nvPr userDrawn="1"/>
        </p:nvSpPr>
        <p:spPr>
          <a:xfrm>
            <a:off x="4398264" y="1325880"/>
            <a:ext cx="3392424" cy="2286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defRPr sz="900" b="1">
                <a:solidFill>
                  <a:srgbClr val="6366F1"/>
                </a:solidFill>
                <a:latin typeface="Calibri"/>
              </a:defRPr>
            </a:pPr>
            <a:r>
              <a:t>FDA Status</a:t>
            </a:r>
          </a:p>
        </p:txBody>
      </p:sp>
      <p:sp>
        <p:nvSpPr>
          <p:cNvPr id="12" name="TextBox 11">
            <a:extLst>
              <a:ext uri="{FF2B5EF4-FFF2-40B4-BE49-F238E27FC236}">
                <a16:creationId xmlns:a16="http://schemas.microsoft.com/office/drawing/2014/main" id="{38FD576E-A400-EA39-ACB7-E5A90F9A7798}"/>
              </a:ext>
            </a:extLst>
          </p:cNvPr>
          <p:cNvSpPr txBox="1"/>
          <p:nvPr userDrawn="1"/>
        </p:nvSpPr>
        <p:spPr>
          <a:xfrm>
            <a:off x="4398264" y="1600200"/>
            <a:ext cx="3392424" cy="10972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defRPr sz="1000" b="0">
                <a:solidFill>
                  <a:srgbClr val="0F172A"/>
                </a:solidFill>
                <a:latin typeface="Calibri"/>
              </a:defRPr>
            </a:pPr>
            <a:r>
              <a:t>{{approval_2_detail}}</a:t>
            </a:r>
          </a:p>
        </p:txBody>
      </p:sp>
      <p:sp>
        <p:nvSpPr>
          <p:cNvPr id="13" name="Rounded Rectangle 26">
            <a:extLst>
              <a:ext uri="{FF2B5EF4-FFF2-40B4-BE49-F238E27FC236}">
                <a16:creationId xmlns:a16="http://schemas.microsoft.com/office/drawing/2014/main" id="{4C58F7BE-F9A5-0463-A605-369777F6772A}"/>
              </a:ext>
            </a:extLst>
          </p:cNvPr>
          <p:cNvSpPr/>
          <p:nvPr userDrawn="1"/>
        </p:nvSpPr>
        <p:spPr>
          <a:xfrm>
            <a:off x="8065008" y="1188720"/>
            <a:ext cx="3666744" cy="1645920"/>
          </a:xfrm>
          <a:prstGeom prst="roundRect">
            <a:avLst/>
          </a:prstGeom>
          <a:solidFill>
            <a:srgbClr val="FFFFFF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14" name="Rectangle 13">
            <a:extLst>
              <a:ext uri="{FF2B5EF4-FFF2-40B4-BE49-F238E27FC236}">
                <a16:creationId xmlns:a16="http://schemas.microsoft.com/office/drawing/2014/main" id="{7DBB2A90-5F9D-184A-626D-70238F67ED9B}"/>
              </a:ext>
            </a:extLst>
          </p:cNvPr>
          <p:cNvSpPr/>
          <p:nvPr userDrawn="1"/>
        </p:nvSpPr>
        <p:spPr>
          <a:xfrm>
            <a:off x="8065008" y="1188720"/>
            <a:ext cx="3666744" cy="36576"/>
          </a:xfrm>
          <a:prstGeom prst="rect">
            <a:avLst/>
          </a:prstGeom>
          <a:solidFill>
            <a:srgbClr val="10B981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15" name="TextBox 14">
            <a:extLst>
              <a:ext uri="{FF2B5EF4-FFF2-40B4-BE49-F238E27FC236}">
                <a16:creationId xmlns:a16="http://schemas.microsoft.com/office/drawing/2014/main" id="{62D15C98-8647-337D-E1A8-3AB940CBC965}"/>
              </a:ext>
            </a:extLst>
          </p:cNvPr>
          <p:cNvSpPr txBox="1"/>
          <p:nvPr userDrawn="1"/>
        </p:nvSpPr>
        <p:spPr>
          <a:xfrm>
            <a:off x="8202168" y="1325880"/>
            <a:ext cx="3392424" cy="2286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defRPr sz="900" b="1">
                <a:solidFill>
                  <a:srgbClr val="10B981"/>
                </a:solidFill>
                <a:latin typeface="Calibri"/>
              </a:defRPr>
            </a:pPr>
            <a:r>
              <a:t>{{country}} Status</a:t>
            </a:r>
          </a:p>
        </p:txBody>
      </p:sp>
      <p:sp>
        <p:nvSpPr>
          <p:cNvPr id="16" name="TextBox 15">
            <a:extLst>
              <a:ext uri="{FF2B5EF4-FFF2-40B4-BE49-F238E27FC236}">
                <a16:creationId xmlns:a16="http://schemas.microsoft.com/office/drawing/2014/main" id="{D44DD8CD-B826-894C-0734-AFC5F8D77478}"/>
              </a:ext>
            </a:extLst>
          </p:cNvPr>
          <p:cNvSpPr txBox="1"/>
          <p:nvPr userDrawn="1"/>
        </p:nvSpPr>
        <p:spPr>
          <a:xfrm>
            <a:off x="8202168" y="1600200"/>
            <a:ext cx="3392424" cy="10972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defRPr sz="1000" b="0">
                <a:solidFill>
                  <a:srgbClr val="0F172A"/>
                </a:solidFill>
                <a:latin typeface="Calibri"/>
              </a:defRPr>
            </a:pPr>
            <a:r>
              <a:t>{{approval_3_detail}}</a:t>
            </a:r>
          </a:p>
        </p:txBody>
      </p:sp>
      <p:sp>
        <p:nvSpPr>
          <p:cNvPr id="17" name="Rounded Rectangle 30">
            <a:extLst>
              <a:ext uri="{FF2B5EF4-FFF2-40B4-BE49-F238E27FC236}">
                <a16:creationId xmlns:a16="http://schemas.microsoft.com/office/drawing/2014/main" id="{609E3A8D-72BC-3C41-02E4-DE91466D5941}"/>
              </a:ext>
            </a:extLst>
          </p:cNvPr>
          <p:cNvSpPr/>
          <p:nvPr userDrawn="1"/>
        </p:nvSpPr>
        <p:spPr>
          <a:xfrm>
            <a:off x="457200" y="3017520"/>
            <a:ext cx="11274552" cy="2286000"/>
          </a:xfrm>
          <a:prstGeom prst="roundRect">
            <a:avLst/>
          </a:prstGeom>
          <a:solidFill>
            <a:srgbClr val="FFFFFF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18" name="TextBox 17">
            <a:extLst>
              <a:ext uri="{FF2B5EF4-FFF2-40B4-BE49-F238E27FC236}">
                <a16:creationId xmlns:a16="http://schemas.microsoft.com/office/drawing/2014/main" id="{C09292CF-1216-6E66-0611-1FD41E4F3FFB}"/>
              </a:ext>
            </a:extLst>
          </p:cNvPr>
          <p:cNvSpPr txBox="1"/>
          <p:nvPr userDrawn="1"/>
        </p:nvSpPr>
        <p:spPr>
          <a:xfrm>
            <a:off x="640080" y="3127248"/>
            <a:ext cx="3657600" cy="2286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defRPr sz="900" b="1">
                <a:solidFill>
                  <a:srgbClr val="8B5CF6"/>
                </a:solidFill>
                <a:latin typeface="Calibri"/>
              </a:defRPr>
            </a:pPr>
            <a:r>
              <a:t>REIMBURSEMENT STATUS</a:t>
            </a:r>
          </a:p>
        </p:txBody>
      </p:sp>
      <p:sp>
        <p:nvSpPr>
          <p:cNvPr id="19" name="TextBox 18">
            <a:extLst>
              <a:ext uri="{FF2B5EF4-FFF2-40B4-BE49-F238E27FC236}">
                <a16:creationId xmlns:a16="http://schemas.microsoft.com/office/drawing/2014/main" id="{D178F42C-4949-0595-EE8D-FF281EC543F4}"/>
              </a:ext>
            </a:extLst>
          </p:cNvPr>
          <p:cNvSpPr txBox="1"/>
          <p:nvPr userDrawn="1"/>
        </p:nvSpPr>
        <p:spPr>
          <a:xfrm>
            <a:off x="640080" y="3429000"/>
            <a:ext cx="2560320" cy="2286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defRPr sz="800" b="1">
                <a:solidFill>
                  <a:srgbClr val="94A3B8"/>
                </a:solidFill>
                <a:latin typeface="Calibri"/>
              </a:defRPr>
            </a:pPr>
            <a:r>
              <a:t>Combination</a:t>
            </a:r>
          </a:p>
        </p:txBody>
      </p:sp>
      <p:sp>
        <p:nvSpPr>
          <p:cNvPr id="20" name="TextBox 19">
            <a:extLst>
              <a:ext uri="{FF2B5EF4-FFF2-40B4-BE49-F238E27FC236}">
                <a16:creationId xmlns:a16="http://schemas.microsoft.com/office/drawing/2014/main" id="{F525F962-35A0-2B57-0988-3037D8EF24E3}"/>
              </a:ext>
            </a:extLst>
          </p:cNvPr>
          <p:cNvSpPr txBox="1"/>
          <p:nvPr userDrawn="1"/>
        </p:nvSpPr>
        <p:spPr>
          <a:xfrm>
            <a:off x="3383280" y="3429000"/>
            <a:ext cx="2560320" cy="2286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defRPr sz="800" b="1">
                <a:solidFill>
                  <a:srgbClr val="94A3B8"/>
                </a:solidFill>
                <a:latin typeface="Calibri"/>
              </a:defRPr>
            </a:pPr>
            <a:r>
              <a:t>Status</a:t>
            </a:r>
          </a:p>
        </p:txBody>
      </p:sp>
      <p:sp>
        <p:nvSpPr>
          <p:cNvPr id="21" name="TextBox 20">
            <a:extLst>
              <a:ext uri="{FF2B5EF4-FFF2-40B4-BE49-F238E27FC236}">
                <a16:creationId xmlns:a16="http://schemas.microsoft.com/office/drawing/2014/main" id="{BAF87675-287E-4460-7281-5106FB7FE2C8}"/>
              </a:ext>
            </a:extLst>
          </p:cNvPr>
          <p:cNvSpPr txBox="1"/>
          <p:nvPr userDrawn="1"/>
        </p:nvSpPr>
        <p:spPr>
          <a:xfrm>
            <a:off x="6126480" y="3429000"/>
            <a:ext cx="2560320" cy="2286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defRPr sz="800" b="1">
                <a:solidFill>
                  <a:srgbClr val="94A3B8"/>
                </a:solidFill>
                <a:latin typeface="Calibri"/>
              </a:defRPr>
            </a:pPr>
            <a:r>
              <a:t>HTA Decision</a:t>
            </a:r>
          </a:p>
        </p:txBody>
      </p:sp>
      <p:sp>
        <p:nvSpPr>
          <p:cNvPr id="22" name="TextBox 21">
            <a:extLst>
              <a:ext uri="{FF2B5EF4-FFF2-40B4-BE49-F238E27FC236}">
                <a16:creationId xmlns:a16="http://schemas.microsoft.com/office/drawing/2014/main" id="{63B9524C-AB88-2314-3AC4-6F1B7E633116}"/>
              </a:ext>
            </a:extLst>
          </p:cNvPr>
          <p:cNvSpPr txBox="1"/>
          <p:nvPr userDrawn="1"/>
        </p:nvSpPr>
        <p:spPr>
          <a:xfrm>
            <a:off x="8869680" y="3429000"/>
            <a:ext cx="2560320" cy="2286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defRPr sz="800" b="1">
                <a:solidFill>
                  <a:srgbClr val="94A3B8"/>
                </a:solidFill>
                <a:latin typeface="Calibri"/>
              </a:defRPr>
            </a:pPr>
            <a:r>
              <a:t>Conditions</a:t>
            </a:r>
          </a:p>
        </p:txBody>
      </p:sp>
      <p:sp>
        <p:nvSpPr>
          <p:cNvPr id="23" name="TextBox 22">
            <a:extLst>
              <a:ext uri="{FF2B5EF4-FFF2-40B4-BE49-F238E27FC236}">
                <a16:creationId xmlns:a16="http://schemas.microsoft.com/office/drawing/2014/main" id="{ECF24681-3321-27AA-829F-0942BAC70739}"/>
              </a:ext>
            </a:extLst>
          </p:cNvPr>
          <p:cNvSpPr txBox="1"/>
          <p:nvPr userDrawn="1"/>
        </p:nvSpPr>
        <p:spPr>
          <a:xfrm>
            <a:off x="640080" y="3749039"/>
            <a:ext cx="2560320" cy="36576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defRPr sz="900" b="0">
                <a:solidFill>
                  <a:srgbClr val="0F172A"/>
                </a:solidFill>
                <a:latin typeface="Calibri"/>
              </a:defRPr>
            </a:pPr>
            <a:r>
              <a:t>{{reimb_1_combo}}</a:t>
            </a:r>
          </a:p>
        </p:txBody>
      </p:sp>
      <p:sp>
        <p:nvSpPr>
          <p:cNvPr id="24" name="TextBox 23">
            <a:extLst>
              <a:ext uri="{FF2B5EF4-FFF2-40B4-BE49-F238E27FC236}">
                <a16:creationId xmlns:a16="http://schemas.microsoft.com/office/drawing/2014/main" id="{8BB1A5A7-7AB3-E988-AB93-6DE6A06B4536}"/>
              </a:ext>
            </a:extLst>
          </p:cNvPr>
          <p:cNvSpPr txBox="1"/>
          <p:nvPr userDrawn="1"/>
        </p:nvSpPr>
        <p:spPr>
          <a:xfrm>
            <a:off x="3383280" y="3749039"/>
            <a:ext cx="2560320" cy="36576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defRPr sz="900" b="0">
                <a:solidFill>
                  <a:srgbClr val="0F172A"/>
                </a:solidFill>
                <a:latin typeface="Calibri"/>
              </a:defRPr>
            </a:pPr>
            <a:r>
              <a:t>{{reimb_1_status}}</a:t>
            </a:r>
          </a:p>
        </p:txBody>
      </p:sp>
      <p:sp>
        <p:nvSpPr>
          <p:cNvPr id="25" name="TextBox 24">
            <a:extLst>
              <a:ext uri="{FF2B5EF4-FFF2-40B4-BE49-F238E27FC236}">
                <a16:creationId xmlns:a16="http://schemas.microsoft.com/office/drawing/2014/main" id="{9EAA055E-5373-EF5E-A21F-CE95481F8A39}"/>
              </a:ext>
            </a:extLst>
          </p:cNvPr>
          <p:cNvSpPr txBox="1"/>
          <p:nvPr userDrawn="1"/>
        </p:nvSpPr>
        <p:spPr>
          <a:xfrm>
            <a:off x="6126480" y="3749039"/>
            <a:ext cx="2560320" cy="36576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defRPr sz="900" b="0">
                <a:solidFill>
                  <a:srgbClr val="0F172A"/>
                </a:solidFill>
                <a:latin typeface="Calibri"/>
              </a:defRPr>
            </a:pPr>
            <a:r>
              <a:t>{{reimb_1_hta}}</a:t>
            </a:r>
          </a:p>
        </p:txBody>
      </p:sp>
      <p:sp>
        <p:nvSpPr>
          <p:cNvPr id="26" name="TextBox 25">
            <a:extLst>
              <a:ext uri="{FF2B5EF4-FFF2-40B4-BE49-F238E27FC236}">
                <a16:creationId xmlns:a16="http://schemas.microsoft.com/office/drawing/2014/main" id="{6E7318A8-C0D0-11D5-FD5A-F0FF698EC61C}"/>
              </a:ext>
            </a:extLst>
          </p:cNvPr>
          <p:cNvSpPr txBox="1"/>
          <p:nvPr userDrawn="1"/>
        </p:nvSpPr>
        <p:spPr>
          <a:xfrm>
            <a:off x="8869680" y="3749039"/>
            <a:ext cx="2560320" cy="36576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defRPr sz="900" b="0">
                <a:solidFill>
                  <a:srgbClr val="0F172A"/>
                </a:solidFill>
                <a:latin typeface="Calibri"/>
              </a:defRPr>
            </a:pPr>
            <a:r>
              <a:t>{{reimb_1_conditions}}</a:t>
            </a:r>
          </a:p>
        </p:txBody>
      </p:sp>
      <p:sp>
        <p:nvSpPr>
          <p:cNvPr id="27" name="TextBox 26">
            <a:extLst>
              <a:ext uri="{FF2B5EF4-FFF2-40B4-BE49-F238E27FC236}">
                <a16:creationId xmlns:a16="http://schemas.microsoft.com/office/drawing/2014/main" id="{3C397AF6-F94C-EAB0-2B65-2DCB903E2621}"/>
              </a:ext>
            </a:extLst>
          </p:cNvPr>
          <p:cNvSpPr txBox="1"/>
          <p:nvPr userDrawn="1"/>
        </p:nvSpPr>
        <p:spPr>
          <a:xfrm>
            <a:off x="640080" y="4206240"/>
            <a:ext cx="2560320" cy="36576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defRPr sz="900" b="0">
                <a:solidFill>
                  <a:srgbClr val="0F172A"/>
                </a:solidFill>
                <a:latin typeface="Calibri"/>
              </a:defRPr>
            </a:pPr>
            <a:r>
              <a:t>{{reimb_2_combo}}</a:t>
            </a:r>
          </a:p>
        </p:txBody>
      </p:sp>
      <p:sp>
        <p:nvSpPr>
          <p:cNvPr id="28" name="TextBox 27">
            <a:extLst>
              <a:ext uri="{FF2B5EF4-FFF2-40B4-BE49-F238E27FC236}">
                <a16:creationId xmlns:a16="http://schemas.microsoft.com/office/drawing/2014/main" id="{D2C75B0C-037B-6910-E04D-30059C7C9DA9}"/>
              </a:ext>
            </a:extLst>
          </p:cNvPr>
          <p:cNvSpPr txBox="1"/>
          <p:nvPr userDrawn="1"/>
        </p:nvSpPr>
        <p:spPr>
          <a:xfrm>
            <a:off x="3383280" y="4206240"/>
            <a:ext cx="2560320" cy="36576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defRPr sz="900" b="0">
                <a:solidFill>
                  <a:srgbClr val="0F172A"/>
                </a:solidFill>
                <a:latin typeface="Calibri"/>
              </a:defRPr>
            </a:pPr>
            <a:r>
              <a:t>{{reimb_2_status}}</a:t>
            </a:r>
          </a:p>
        </p:txBody>
      </p:sp>
      <p:sp>
        <p:nvSpPr>
          <p:cNvPr id="29" name="TextBox 28">
            <a:extLst>
              <a:ext uri="{FF2B5EF4-FFF2-40B4-BE49-F238E27FC236}">
                <a16:creationId xmlns:a16="http://schemas.microsoft.com/office/drawing/2014/main" id="{68017019-361C-4F76-5F1F-1BDB5430354C}"/>
              </a:ext>
            </a:extLst>
          </p:cNvPr>
          <p:cNvSpPr txBox="1"/>
          <p:nvPr userDrawn="1"/>
        </p:nvSpPr>
        <p:spPr>
          <a:xfrm>
            <a:off x="6126480" y="4206240"/>
            <a:ext cx="2560320" cy="36576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defRPr sz="900" b="0">
                <a:solidFill>
                  <a:srgbClr val="0F172A"/>
                </a:solidFill>
                <a:latin typeface="Calibri"/>
              </a:defRPr>
            </a:pPr>
            <a:r>
              <a:t>{{reimb_2_hta}}</a:t>
            </a:r>
          </a:p>
        </p:txBody>
      </p:sp>
      <p:sp>
        <p:nvSpPr>
          <p:cNvPr id="30" name="TextBox 29">
            <a:extLst>
              <a:ext uri="{FF2B5EF4-FFF2-40B4-BE49-F238E27FC236}">
                <a16:creationId xmlns:a16="http://schemas.microsoft.com/office/drawing/2014/main" id="{9DC81081-40F9-2A3E-BBA9-071636A0F592}"/>
              </a:ext>
            </a:extLst>
          </p:cNvPr>
          <p:cNvSpPr txBox="1"/>
          <p:nvPr userDrawn="1"/>
        </p:nvSpPr>
        <p:spPr>
          <a:xfrm>
            <a:off x="8869680" y="4206240"/>
            <a:ext cx="2560320" cy="36576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defRPr sz="900" b="0">
                <a:solidFill>
                  <a:srgbClr val="0F172A"/>
                </a:solidFill>
                <a:latin typeface="Calibri"/>
              </a:defRPr>
            </a:pPr>
            <a:r>
              <a:t>{{reimb_2_conditions}}</a:t>
            </a:r>
          </a:p>
        </p:txBody>
      </p:sp>
      <p:sp>
        <p:nvSpPr>
          <p:cNvPr id="31" name="TextBox 30">
            <a:extLst>
              <a:ext uri="{FF2B5EF4-FFF2-40B4-BE49-F238E27FC236}">
                <a16:creationId xmlns:a16="http://schemas.microsoft.com/office/drawing/2014/main" id="{D6871F62-EBE3-18F6-7B41-15CE654AB55B}"/>
              </a:ext>
            </a:extLst>
          </p:cNvPr>
          <p:cNvSpPr txBox="1"/>
          <p:nvPr userDrawn="1"/>
        </p:nvSpPr>
        <p:spPr>
          <a:xfrm>
            <a:off x="640080" y="4663440"/>
            <a:ext cx="2560320" cy="36576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defRPr sz="900" b="0">
                <a:solidFill>
                  <a:srgbClr val="0F172A"/>
                </a:solidFill>
                <a:latin typeface="Calibri"/>
              </a:defRPr>
            </a:pPr>
            <a:r>
              <a:t>{{reimb_3_combo}}</a:t>
            </a:r>
          </a:p>
        </p:txBody>
      </p:sp>
      <p:sp>
        <p:nvSpPr>
          <p:cNvPr id="32" name="TextBox 31">
            <a:extLst>
              <a:ext uri="{FF2B5EF4-FFF2-40B4-BE49-F238E27FC236}">
                <a16:creationId xmlns:a16="http://schemas.microsoft.com/office/drawing/2014/main" id="{A9C54377-4A02-8CF5-3F9E-6426E59A1E14}"/>
              </a:ext>
            </a:extLst>
          </p:cNvPr>
          <p:cNvSpPr txBox="1"/>
          <p:nvPr userDrawn="1"/>
        </p:nvSpPr>
        <p:spPr>
          <a:xfrm>
            <a:off x="3383280" y="4663440"/>
            <a:ext cx="2560320" cy="36576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defRPr sz="900" b="0">
                <a:solidFill>
                  <a:srgbClr val="0F172A"/>
                </a:solidFill>
                <a:latin typeface="Calibri"/>
              </a:defRPr>
            </a:pPr>
            <a:r>
              <a:t>{{reimb_3_status}}</a:t>
            </a:r>
          </a:p>
        </p:txBody>
      </p:sp>
      <p:sp>
        <p:nvSpPr>
          <p:cNvPr id="33" name="TextBox 32">
            <a:extLst>
              <a:ext uri="{FF2B5EF4-FFF2-40B4-BE49-F238E27FC236}">
                <a16:creationId xmlns:a16="http://schemas.microsoft.com/office/drawing/2014/main" id="{DCA775C2-E5A0-0F76-8256-039A0ABB39EE}"/>
              </a:ext>
            </a:extLst>
          </p:cNvPr>
          <p:cNvSpPr txBox="1"/>
          <p:nvPr userDrawn="1"/>
        </p:nvSpPr>
        <p:spPr>
          <a:xfrm>
            <a:off x="6126480" y="4663440"/>
            <a:ext cx="2560320" cy="36576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defRPr sz="900" b="0">
                <a:solidFill>
                  <a:srgbClr val="0F172A"/>
                </a:solidFill>
                <a:latin typeface="Calibri"/>
              </a:defRPr>
            </a:pPr>
            <a:r>
              <a:t>{{reimb_3_hta}}</a:t>
            </a:r>
          </a:p>
        </p:txBody>
      </p:sp>
      <p:sp>
        <p:nvSpPr>
          <p:cNvPr id="34" name="TextBox 33">
            <a:extLst>
              <a:ext uri="{FF2B5EF4-FFF2-40B4-BE49-F238E27FC236}">
                <a16:creationId xmlns:a16="http://schemas.microsoft.com/office/drawing/2014/main" id="{B9D78331-74A6-FF11-38EF-CD097A7D0C77}"/>
              </a:ext>
            </a:extLst>
          </p:cNvPr>
          <p:cNvSpPr txBox="1"/>
          <p:nvPr userDrawn="1"/>
        </p:nvSpPr>
        <p:spPr>
          <a:xfrm>
            <a:off x="8869680" y="4663440"/>
            <a:ext cx="2560320" cy="36576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defRPr sz="900" b="0">
                <a:solidFill>
                  <a:srgbClr val="0F172A"/>
                </a:solidFill>
                <a:latin typeface="Calibri"/>
              </a:defRPr>
            </a:pPr>
            <a:r>
              <a:t>{{reimb_3_conditions}}</a:t>
            </a:r>
          </a:p>
        </p:txBody>
      </p:sp>
      <p:sp>
        <p:nvSpPr>
          <p:cNvPr id="35" name="TextBox 34">
            <a:extLst>
              <a:ext uri="{FF2B5EF4-FFF2-40B4-BE49-F238E27FC236}">
                <a16:creationId xmlns:a16="http://schemas.microsoft.com/office/drawing/2014/main" id="{C9106AC2-831D-DB47-E5BD-97D0B1AD2F65}"/>
              </a:ext>
            </a:extLst>
          </p:cNvPr>
          <p:cNvSpPr txBox="1"/>
          <p:nvPr userDrawn="1"/>
        </p:nvSpPr>
        <p:spPr>
          <a:xfrm>
            <a:off x="457200" y="5486400"/>
            <a:ext cx="5486400" cy="4572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defRPr sz="900" b="0">
                <a:solidFill>
                  <a:srgbClr val="475569"/>
                </a:solidFill>
                <a:latin typeface="Calibri"/>
              </a:defRPr>
            </a:pPr>
            <a:r>
              <a:t>{{access_barriers}}</a:t>
            </a:r>
          </a:p>
        </p:txBody>
      </p:sp>
      <p:sp>
        <p:nvSpPr>
          <p:cNvPr id="36" name="TextBox 35">
            <a:extLst>
              <a:ext uri="{FF2B5EF4-FFF2-40B4-BE49-F238E27FC236}">
                <a16:creationId xmlns:a16="http://schemas.microsoft.com/office/drawing/2014/main" id="{AE1FFCE2-A98A-56F8-6C3A-D55794BDF648}"/>
              </a:ext>
            </a:extLst>
          </p:cNvPr>
          <p:cNvSpPr txBox="1"/>
          <p:nvPr userDrawn="1"/>
        </p:nvSpPr>
        <p:spPr>
          <a:xfrm>
            <a:off x="6400800" y="5486400"/>
            <a:ext cx="5303520" cy="4572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defRPr sz="900" b="0">
                <a:solidFill>
                  <a:srgbClr val="10B981"/>
                </a:solidFill>
                <a:latin typeface="Calibri"/>
              </a:defRPr>
            </a:pPr>
            <a:r>
              <a:t>{{upcoming_changes}}</a:t>
            </a:r>
          </a:p>
        </p:txBody>
      </p:sp>
      <p:sp>
        <p:nvSpPr>
          <p:cNvPr id="37" name="TextBox 36">
            <a:extLst>
              <a:ext uri="{FF2B5EF4-FFF2-40B4-BE49-F238E27FC236}">
                <a16:creationId xmlns:a16="http://schemas.microsoft.com/office/drawing/2014/main" id="{CF3B7C8F-C0BF-BDDC-1537-6F8977FD65E3}"/>
              </a:ext>
            </a:extLst>
          </p:cNvPr>
          <p:cNvSpPr txBox="1"/>
          <p:nvPr userDrawn="1"/>
        </p:nvSpPr>
        <p:spPr>
          <a:xfrm>
            <a:off x="1489368" y="146396"/>
            <a:ext cx="1737360" cy="23083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900" b="1">
                <a:solidFill>
                  <a:srgbClr val="FFFFFF"/>
                </a:solidFill>
                <a:latin typeface="Calibri"/>
              </a:defRPr>
            </a:pPr>
            <a:r>
              <a:rPr dirty="0">
                <a:solidFill>
                  <a:srgbClr val="C4B5FD"/>
                </a:solidFill>
                <a:latin typeface="Arial" panose="020B0604020202020204" pitchFamily="34" charset="0"/>
                <a:cs typeface="Arial" panose="020B0604020202020204" pitchFamily="34" charset="0"/>
              </a:rPr>
              <a:t>MARKET ACCESS</a:t>
            </a:r>
          </a:p>
        </p:txBody>
      </p:sp>
      <p:sp>
        <p:nvSpPr>
          <p:cNvPr id="38" name="TextBox 37">
            <a:extLst>
              <a:ext uri="{FF2B5EF4-FFF2-40B4-BE49-F238E27FC236}">
                <a16:creationId xmlns:a16="http://schemas.microsoft.com/office/drawing/2014/main" id="{FF1C1036-202C-20D0-2599-6A1B4E883085}"/>
              </a:ext>
            </a:extLst>
          </p:cNvPr>
          <p:cNvSpPr txBox="1"/>
          <p:nvPr userDrawn="1"/>
        </p:nvSpPr>
        <p:spPr>
          <a:xfrm>
            <a:off x="3473800" y="128200"/>
            <a:ext cx="4572000" cy="34747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defRPr sz="1200" b="0">
                <a:solidFill>
                  <a:srgbClr val="CBD5E1"/>
                </a:solidFill>
                <a:latin typeface="Calibri"/>
              </a:defRPr>
            </a:pPr>
            <a:r>
              <a:rPr dirty="0"/>
              <a:t>{{</a:t>
            </a:r>
            <a:r>
              <a:rPr dirty="0" err="1"/>
              <a:t>drug_label</a:t>
            </a:r>
            <a:r>
              <a:rPr dirty="0"/>
              <a:t>}}</a:t>
            </a:r>
          </a:p>
        </p:txBody>
      </p:sp>
    </p:spTree>
    <p:extLst>
      <p:ext uri="{BB962C8B-B14F-4D97-AF65-F5344CB8AC3E}">
        <p14:creationId xmlns:p14="http://schemas.microsoft.com/office/powerpoint/2010/main" val="3813332185"/>
      </p:ext>
    </p:extLst>
  </p:cSld>
  <p:clrMapOvr>
    <a:masterClrMapping/>
  </p:clrMapOvr>
</p:sldLayout>
</file>

<file path=ppt/slideLayouts/slideLayout16.xml><?xml version="1.0" encoding="utf-8"?>
<p:sldLayout xmlns:a="http://schemas.openxmlformats.org/drawingml/2006/main" xmlns:r="http://schemas.openxmlformats.org/officeDocument/2006/relationships" xmlns:p="http://schemas.openxmlformats.org/presentationml/2006/main" preserve="1" userDrawn="1">
  <p:cSld name="SCIENTIFIC_NARRATIVE_ligh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Rounded Rectangle 9">
            <a:extLst>
              <a:ext uri="{FF2B5EF4-FFF2-40B4-BE49-F238E27FC236}">
                <a16:creationId xmlns:a16="http://schemas.microsoft.com/office/drawing/2014/main" id="{3868F7B8-ACB4-7097-EDC1-EA24048E2916}"/>
              </a:ext>
            </a:extLst>
          </p:cNvPr>
          <p:cNvSpPr/>
          <p:nvPr userDrawn="1"/>
        </p:nvSpPr>
        <p:spPr>
          <a:xfrm>
            <a:off x="166180" y="658368"/>
            <a:ext cx="11859768" cy="502920"/>
          </a:xfrm>
          <a:prstGeom prst="roundRect">
            <a:avLst/>
          </a:prstGeom>
          <a:solidFill>
            <a:srgbClr val="684F85"/>
          </a:solidFill>
          <a:ln w="12700"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 defTabSz="457200"/>
            <a:endParaRPr>
              <a:solidFill>
                <a:prstClr val="white"/>
              </a:solidFill>
              <a:latin typeface="Calibri"/>
            </a:endParaRPr>
          </a:p>
        </p:txBody>
      </p:sp>
      <p:sp>
        <p:nvSpPr>
          <p:cNvPr id="4" name="TextBox 3">
            <a:extLst>
              <a:ext uri="{FF2B5EF4-FFF2-40B4-BE49-F238E27FC236}">
                <a16:creationId xmlns:a16="http://schemas.microsoft.com/office/drawing/2014/main" id="{465844DD-96C0-FCDC-80A0-5D989D04ECF8}"/>
              </a:ext>
            </a:extLst>
          </p:cNvPr>
          <p:cNvSpPr txBox="1"/>
          <p:nvPr userDrawn="1"/>
        </p:nvSpPr>
        <p:spPr>
          <a:xfrm>
            <a:off x="330772" y="713232"/>
            <a:ext cx="11201400" cy="215444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defTabSz="457200">
              <a:defRPr sz="800" b="1" i="0">
                <a:solidFill>
                  <a:srgbClr val="94A3B8"/>
                </a:solidFill>
                <a:latin typeface="Arial"/>
              </a:defRPr>
            </a:pPr>
            <a:r>
              <a:rPr sz="800" b="1">
                <a:solidFill>
                  <a:srgbClr val="94A3B8"/>
                </a:solidFill>
                <a:latin typeface="Arial"/>
              </a:rPr>
              <a:t>CORE SCIENTIFIC MESSAGE</a:t>
            </a:r>
          </a:p>
        </p:txBody>
      </p:sp>
      <p:sp>
        <p:nvSpPr>
          <p:cNvPr id="5" name="TextBox 4">
            <a:extLst>
              <a:ext uri="{FF2B5EF4-FFF2-40B4-BE49-F238E27FC236}">
                <a16:creationId xmlns:a16="http://schemas.microsoft.com/office/drawing/2014/main" id="{E21D51AC-36A5-C784-EF53-FE6FEA924336}"/>
              </a:ext>
            </a:extLst>
          </p:cNvPr>
          <p:cNvSpPr txBox="1"/>
          <p:nvPr userDrawn="1"/>
        </p:nvSpPr>
        <p:spPr>
          <a:xfrm>
            <a:off x="330772" y="877824"/>
            <a:ext cx="11201400" cy="26161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defTabSz="457200">
              <a:defRPr sz="1100" b="0" i="0">
                <a:solidFill>
                  <a:srgbClr val="FFFFFF"/>
                </a:solidFill>
                <a:latin typeface="Arial"/>
              </a:defRPr>
            </a:pPr>
            <a:r>
              <a:rPr lang="de-DE" sz="1100" dirty="0"/>
              <a:t>{{core_message}}</a:t>
            </a:r>
            <a:endParaRPr sz="1100" dirty="0">
              <a:solidFill>
                <a:srgbClr val="FFFFFF"/>
              </a:solidFill>
              <a:latin typeface="Arial"/>
            </a:endParaRPr>
          </a:p>
        </p:txBody>
      </p:sp>
      <p:sp>
        <p:nvSpPr>
          <p:cNvPr id="6" name="Rounded Rectangle 13">
            <a:extLst>
              <a:ext uri="{FF2B5EF4-FFF2-40B4-BE49-F238E27FC236}">
                <a16:creationId xmlns:a16="http://schemas.microsoft.com/office/drawing/2014/main" id="{1961736B-D3BE-24F8-EC10-D37EE81A414E}"/>
              </a:ext>
            </a:extLst>
          </p:cNvPr>
          <p:cNvSpPr/>
          <p:nvPr userDrawn="1"/>
        </p:nvSpPr>
        <p:spPr>
          <a:xfrm>
            <a:off x="166180" y="1426464"/>
            <a:ext cx="2882646" cy="2103120"/>
          </a:xfrm>
          <a:prstGeom prst="roundRect">
            <a:avLst/>
          </a:prstGeom>
          <a:solidFill>
            <a:srgbClr val="FFFFFF"/>
          </a:solidFill>
          <a:ln w="12700">
            <a:solidFill>
              <a:srgbClr val="E5E7EB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 defTabSz="457200"/>
            <a:endParaRPr>
              <a:solidFill>
                <a:prstClr val="white"/>
              </a:solidFill>
              <a:latin typeface="Calibri"/>
            </a:endParaRPr>
          </a:p>
        </p:txBody>
      </p:sp>
      <p:sp>
        <p:nvSpPr>
          <p:cNvPr id="7" name="Rectangle 6">
            <a:extLst>
              <a:ext uri="{FF2B5EF4-FFF2-40B4-BE49-F238E27FC236}">
                <a16:creationId xmlns:a16="http://schemas.microsoft.com/office/drawing/2014/main" id="{BCCCD500-335A-3ECF-1612-BD6B7E497A98}"/>
              </a:ext>
            </a:extLst>
          </p:cNvPr>
          <p:cNvSpPr/>
          <p:nvPr userDrawn="1"/>
        </p:nvSpPr>
        <p:spPr>
          <a:xfrm>
            <a:off x="166180" y="1426464"/>
            <a:ext cx="2882646" cy="438912"/>
          </a:xfrm>
          <a:prstGeom prst="rect">
            <a:avLst/>
          </a:prstGeom>
          <a:solidFill>
            <a:srgbClr val="8B5CF6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 defTabSz="457200"/>
            <a:endParaRPr>
              <a:solidFill>
                <a:prstClr val="white"/>
              </a:solidFill>
              <a:latin typeface="Calibri"/>
            </a:endParaRPr>
          </a:p>
        </p:txBody>
      </p:sp>
      <p:sp>
        <p:nvSpPr>
          <p:cNvPr id="8" name="TextBox 7">
            <a:extLst>
              <a:ext uri="{FF2B5EF4-FFF2-40B4-BE49-F238E27FC236}">
                <a16:creationId xmlns:a16="http://schemas.microsoft.com/office/drawing/2014/main" id="{5D6D9CE4-F230-5D26-E4D8-3D880EC5A52E}"/>
              </a:ext>
            </a:extLst>
          </p:cNvPr>
          <p:cNvSpPr txBox="1"/>
          <p:nvPr userDrawn="1"/>
        </p:nvSpPr>
        <p:spPr>
          <a:xfrm>
            <a:off x="257620" y="1481328"/>
            <a:ext cx="2699766" cy="215444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defTabSz="457200">
              <a:defRPr sz="800" b="1" i="0">
                <a:solidFill>
                  <a:srgbClr val="FFFFFF"/>
                </a:solidFill>
                <a:latin typeface="Arial"/>
              </a:defRPr>
            </a:pPr>
            <a:r>
              <a:rPr sz="800" b="1">
                <a:solidFill>
                  <a:srgbClr val="FFFFFF"/>
                </a:solidFill>
                <a:latin typeface="Arial"/>
              </a:rPr>
              <a:t>PHASE 3 EFFICACY</a:t>
            </a:r>
          </a:p>
        </p:txBody>
      </p:sp>
      <p:sp>
        <p:nvSpPr>
          <p:cNvPr id="9" name="TextBox 8">
            <a:extLst>
              <a:ext uri="{FF2B5EF4-FFF2-40B4-BE49-F238E27FC236}">
                <a16:creationId xmlns:a16="http://schemas.microsoft.com/office/drawing/2014/main" id="{DB189805-4C0A-EF74-E5CE-951E6D592868}"/>
              </a:ext>
            </a:extLst>
          </p:cNvPr>
          <p:cNvSpPr txBox="1"/>
          <p:nvPr userDrawn="1"/>
        </p:nvSpPr>
        <p:spPr>
          <a:xfrm>
            <a:off x="257620" y="1627633"/>
            <a:ext cx="2699766" cy="246221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defTabSz="457200">
              <a:defRPr sz="1000" b="1" i="0">
                <a:solidFill>
                  <a:srgbClr val="FFFFFF"/>
                </a:solidFill>
                <a:latin typeface="Arial"/>
              </a:defRPr>
            </a:pPr>
            <a:r>
              <a:rPr lang="de-DE" sz="1000" b="1" dirty="0"/>
              <a:t>{{nar_col_1_trial}}</a:t>
            </a:r>
            <a:endParaRPr sz="1000" b="1" dirty="0">
              <a:solidFill>
                <a:srgbClr val="FFFFFF"/>
              </a:solidFill>
              <a:latin typeface="Arial"/>
            </a:endParaRPr>
          </a:p>
        </p:txBody>
      </p:sp>
      <p:sp>
        <p:nvSpPr>
          <p:cNvPr id="10" name="TextBox 9">
            <a:extLst>
              <a:ext uri="{FF2B5EF4-FFF2-40B4-BE49-F238E27FC236}">
                <a16:creationId xmlns:a16="http://schemas.microsoft.com/office/drawing/2014/main" id="{75DBD010-88C2-0552-B863-A46DDC2051D1}"/>
              </a:ext>
            </a:extLst>
          </p:cNvPr>
          <p:cNvSpPr txBox="1"/>
          <p:nvPr userDrawn="1"/>
        </p:nvSpPr>
        <p:spPr>
          <a:xfrm>
            <a:off x="275908" y="1901953"/>
            <a:ext cx="91440" cy="200055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defTabSz="457200">
              <a:defRPr sz="700" b="0" i="0">
                <a:solidFill>
                  <a:srgbClr val="8B5CF6"/>
                </a:solidFill>
                <a:latin typeface="Arial"/>
              </a:defRPr>
            </a:pPr>
            <a:r>
              <a:rPr sz="700">
                <a:solidFill>
                  <a:srgbClr val="8B5CF6"/>
                </a:solidFill>
                <a:latin typeface="Arial"/>
              </a:rPr>
              <a:t>•</a:t>
            </a:r>
          </a:p>
        </p:txBody>
      </p:sp>
      <p:sp>
        <p:nvSpPr>
          <p:cNvPr id="11" name="TextBox 10">
            <a:extLst>
              <a:ext uri="{FF2B5EF4-FFF2-40B4-BE49-F238E27FC236}">
                <a16:creationId xmlns:a16="http://schemas.microsoft.com/office/drawing/2014/main" id="{C0607CAC-9204-67B2-FA93-CFF35B7682C4}"/>
              </a:ext>
            </a:extLst>
          </p:cNvPr>
          <p:cNvSpPr txBox="1"/>
          <p:nvPr userDrawn="1"/>
        </p:nvSpPr>
        <p:spPr>
          <a:xfrm>
            <a:off x="385636" y="1901952"/>
            <a:ext cx="2553462" cy="22313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defTabSz="457200">
              <a:defRPr sz="850" b="0" i="0">
                <a:solidFill>
                  <a:srgbClr val="475569"/>
                </a:solidFill>
                <a:latin typeface="Arial"/>
              </a:defRPr>
            </a:pPr>
            <a:r>
              <a:rPr lang="en-US" sz="850" dirty="0"/>
              <a:t>{{nar_col_1_item_1}}</a:t>
            </a:r>
            <a:endParaRPr sz="850" dirty="0">
              <a:solidFill>
                <a:srgbClr val="475569"/>
              </a:solidFill>
              <a:latin typeface="Arial"/>
            </a:endParaRPr>
          </a:p>
        </p:txBody>
      </p:sp>
      <p:sp>
        <p:nvSpPr>
          <p:cNvPr id="12" name="TextBox 11">
            <a:extLst>
              <a:ext uri="{FF2B5EF4-FFF2-40B4-BE49-F238E27FC236}">
                <a16:creationId xmlns:a16="http://schemas.microsoft.com/office/drawing/2014/main" id="{B2878390-0289-A592-1979-C22036CD1F49}"/>
              </a:ext>
            </a:extLst>
          </p:cNvPr>
          <p:cNvSpPr txBox="1"/>
          <p:nvPr userDrawn="1"/>
        </p:nvSpPr>
        <p:spPr>
          <a:xfrm>
            <a:off x="275908" y="2157985"/>
            <a:ext cx="91440" cy="200055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defTabSz="457200">
              <a:defRPr sz="700" b="0" i="0">
                <a:solidFill>
                  <a:srgbClr val="8B5CF6"/>
                </a:solidFill>
                <a:latin typeface="Arial"/>
              </a:defRPr>
            </a:pPr>
            <a:r>
              <a:rPr sz="700">
                <a:solidFill>
                  <a:srgbClr val="8B5CF6"/>
                </a:solidFill>
                <a:latin typeface="Arial"/>
              </a:rPr>
              <a:t>•</a:t>
            </a:r>
          </a:p>
        </p:txBody>
      </p:sp>
      <p:sp>
        <p:nvSpPr>
          <p:cNvPr id="13" name="TextBox 12">
            <a:extLst>
              <a:ext uri="{FF2B5EF4-FFF2-40B4-BE49-F238E27FC236}">
                <a16:creationId xmlns:a16="http://schemas.microsoft.com/office/drawing/2014/main" id="{B3D5EAA0-A564-3539-65D4-E3E40995AE3C}"/>
              </a:ext>
            </a:extLst>
          </p:cNvPr>
          <p:cNvSpPr txBox="1"/>
          <p:nvPr userDrawn="1"/>
        </p:nvSpPr>
        <p:spPr>
          <a:xfrm>
            <a:off x="385636" y="2157984"/>
            <a:ext cx="2553462" cy="22313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defTabSz="457200">
              <a:defRPr sz="850" b="0" i="0">
                <a:solidFill>
                  <a:srgbClr val="475569"/>
                </a:solidFill>
                <a:latin typeface="Arial"/>
              </a:defRPr>
            </a:pPr>
            <a:r>
              <a:rPr lang="en-US" sz="850" dirty="0"/>
              <a:t>{{nar_col_1_item_2}}</a:t>
            </a:r>
            <a:endParaRPr sz="850" dirty="0">
              <a:solidFill>
                <a:srgbClr val="475569"/>
              </a:solidFill>
              <a:latin typeface="Arial"/>
            </a:endParaRPr>
          </a:p>
        </p:txBody>
      </p:sp>
      <p:sp>
        <p:nvSpPr>
          <p:cNvPr id="14" name="TextBox 13">
            <a:extLst>
              <a:ext uri="{FF2B5EF4-FFF2-40B4-BE49-F238E27FC236}">
                <a16:creationId xmlns:a16="http://schemas.microsoft.com/office/drawing/2014/main" id="{8367169B-F097-1D11-9C51-F4AF6DAA0274}"/>
              </a:ext>
            </a:extLst>
          </p:cNvPr>
          <p:cNvSpPr txBox="1"/>
          <p:nvPr userDrawn="1"/>
        </p:nvSpPr>
        <p:spPr>
          <a:xfrm>
            <a:off x="275908" y="2414017"/>
            <a:ext cx="91440" cy="200055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defTabSz="457200">
              <a:defRPr sz="700" b="0" i="0">
                <a:solidFill>
                  <a:srgbClr val="8B5CF6"/>
                </a:solidFill>
                <a:latin typeface="Arial"/>
              </a:defRPr>
            </a:pPr>
            <a:r>
              <a:rPr sz="700">
                <a:solidFill>
                  <a:srgbClr val="8B5CF6"/>
                </a:solidFill>
                <a:latin typeface="Arial"/>
              </a:rPr>
              <a:t>•</a:t>
            </a:r>
          </a:p>
        </p:txBody>
      </p:sp>
      <p:sp>
        <p:nvSpPr>
          <p:cNvPr id="15" name="TextBox 14">
            <a:extLst>
              <a:ext uri="{FF2B5EF4-FFF2-40B4-BE49-F238E27FC236}">
                <a16:creationId xmlns:a16="http://schemas.microsoft.com/office/drawing/2014/main" id="{0F3CC8B3-ECDD-E7C6-4ABA-DB1EF436C3FE}"/>
              </a:ext>
            </a:extLst>
          </p:cNvPr>
          <p:cNvSpPr txBox="1"/>
          <p:nvPr userDrawn="1"/>
        </p:nvSpPr>
        <p:spPr>
          <a:xfrm>
            <a:off x="385636" y="2414016"/>
            <a:ext cx="2553462" cy="22313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defTabSz="457200">
              <a:defRPr sz="850" b="0" i="0">
                <a:solidFill>
                  <a:srgbClr val="475569"/>
                </a:solidFill>
                <a:latin typeface="Arial"/>
              </a:defRPr>
            </a:pPr>
            <a:r>
              <a:rPr lang="en-US" sz="850" dirty="0"/>
              <a:t>{{nar_col_1_item_3}}</a:t>
            </a:r>
            <a:endParaRPr sz="850" dirty="0">
              <a:solidFill>
                <a:srgbClr val="475569"/>
              </a:solidFill>
              <a:latin typeface="Arial"/>
            </a:endParaRPr>
          </a:p>
        </p:txBody>
      </p:sp>
      <p:sp>
        <p:nvSpPr>
          <p:cNvPr id="16" name="TextBox 15">
            <a:extLst>
              <a:ext uri="{FF2B5EF4-FFF2-40B4-BE49-F238E27FC236}">
                <a16:creationId xmlns:a16="http://schemas.microsoft.com/office/drawing/2014/main" id="{B20B1FB6-A690-9DEC-BDB7-5A3EDE191BC5}"/>
              </a:ext>
            </a:extLst>
          </p:cNvPr>
          <p:cNvSpPr txBox="1"/>
          <p:nvPr userDrawn="1"/>
        </p:nvSpPr>
        <p:spPr>
          <a:xfrm>
            <a:off x="275908" y="2670049"/>
            <a:ext cx="91440" cy="200055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defTabSz="457200">
              <a:defRPr sz="700" b="0" i="0">
                <a:solidFill>
                  <a:srgbClr val="8B5CF6"/>
                </a:solidFill>
                <a:latin typeface="Arial"/>
              </a:defRPr>
            </a:pPr>
            <a:r>
              <a:rPr sz="700">
                <a:solidFill>
                  <a:srgbClr val="8B5CF6"/>
                </a:solidFill>
                <a:latin typeface="Arial"/>
              </a:rPr>
              <a:t>•</a:t>
            </a:r>
          </a:p>
        </p:txBody>
      </p:sp>
      <p:sp>
        <p:nvSpPr>
          <p:cNvPr id="17" name="TextBox 16">
            <a:extLst>
              <a:ext uri="{FF2B5EF4-FFF2-40B4-BE49-F238E27FC236}">
                <a16:creationId xmlns:a16="http://schemas.microsoft.com/office/drawing/2014/main" id="{4024A53B-F5AE-8975-6B05-D4EA5E4151D4}"/>
              </a:ext>
            </a:extLst>
          </p:cNvPr>
          <p:cNvSpPr txBox="1"/>
          <p:nvPr userDrawn="1"/>
        </p:nvSpPr>
        <p:spPr>
          <a:xfrm>
            <a:off x="385636" y="2670048"/>
            <a:ext cx="2553462" cy="22313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defTabSz="457200">
              <a:defRPr sz="850" b="0" i="0">
                <a:solidFill>
                  <a:srgbClr val="475569"/>
                </a:solidFill>
                <a:latin typeface="Arial"/>
              </a:defRPr>
            </a:pPr>
            <a:r>
              <a:rPr lang="en-US" sz="850" dirty="0"/>
              <a:t>{{nar_col_1_item_4}}</a:t>
            </a:r>
            <a:endParaRPr sz="850" dirty="0">
              <a:solidFill>
                <a:srgbClr val="475569"/>
              </a:solidFill>
              <a:latin typeface="Arial"/>
            </a:endParaRPr>
          </a:p>
        </p:txBody>
      </p:sp>
      <p:sp>
        <p:nvSpPr>
          <p:cNvPr id="18" name="TextBox 17">
            <a:extLst>
              <a:ext uri="{FF2B5EF4-FFF2-40B4-BE49-F238E27FC236}">
                <a16:creationId xmlns:a16="http://schemas.microsoft.com/office/drawing/2014/main" id="{63D3E16B-9831-6F17-4F93-0ADED55EA9CA}"/>
              </a:ext>
            </a:extLst>
          </p:cNvPr>
          <p:cNvSpPr txBox="1"/>
          <p:nvPr userDrawn="1"/>
        </p:nvSpPr>
        <p:spPr>
          <a:xfrm>
            <a:off x="275908" y="2926081"/>
            <a:ext cx="91440" cy="200055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defTabSz="457200">
              <a:defRPr sz="700" b="0" i="0">
                <a:solidFill>
                  <a:srgbClr val="8B5CF6"/>
                </a:solidFill>
                <a:latin typeface="Arial"/>
              </a:defRPr>
            </a:pPr>
            <a:r>
              <a:rPr sz="700">
                <a:solidFill>
                  <a:srgbClr val="8B5CF6"/>
                </a:solidFill>
                <a:latin typeface="Arial"/>
              </a:rPr>
              <a:t>•</a:t>
            </a:r>
          </a:p>
        </p:txBody>
      </p:sp>
      <p:sp>
        <p:nvSpPr>
          <p:cNvPr id="19" name="TextBox 18">
            <a:extLst>
              <a:ext uri="{FF2B5EF4-FFF2-40B4-BE49-F238E27FC236}">
                <a16:creationId xmlns:a16="http://schemas.microsoft.com/office/drawing/2014/main" id="{A844F903-1A9D-A132-B23C-80A5C6D1EC36}"/>
              </a:ext>
            </a:extLst>
          </p:cNvPr>
          <p:cNvSpPr txBox="1"/>
          <p:nvPr userDrawn="1"/>
        </p:nvSpPr>
        <p:spPr>
          <a:xfrm>
            <a:off x="385636" y="2926080"/>
            <a:ext cx="2553462" cy="22313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defTabSz="457200">
              <a:defRPr sz="850" b="0" i="0">
                <a:solidFill>
                  <a:srgbClr val="475569"/>
                </a:solidFill>
                <a:latin typeface="Arial"/>
              </a:defRPr>
            </a:pPr>
            <a:r>
              <a:rPr lang="en-US" sz="850" dirty="0"/>
              <a:t>{{nar_col_1_item_5}}</a:t>
            </a:r>
            <a:endParaRPr sz="850" dirty="0">
              <a:solidFill>
                <a:srgbClr val="475569"/>
              </a:solidFill>
              <a:latin typeface="Arial"/>
            </a:endParaRPr>
          </a:p>
        </p:txBody>
      </p:sp>
      <p:sp>
        <p:nvSpPr>
          <p:cNvPr id="20" name="TextBox 19">
            <a:extLst>
              <a:ext uri="{FF2B5EF4-FFF2-40B4-BE49-F238E27FC236}">
                <a16:creationId xmlns:a16="http://schemas.microsoft.com/office/drawing/2014/main" id="{E5C34B7C-D940-4064-2824-C7E0B89EEBFF}"/>
              </a:ext>
            </a:extLst>
          </p:cNvPr>
          <p:cNvSpPr txBox="1"/>
          <p:nvPr userDrawn="1"/>
        </p:nvSpPr>
        <p:spPr>
          <a:xfrm>
            <a:off x="275908" y="3310129"/>
            <a:ext cx="2663190" cy="200055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defTabSz="457200">
              <a:defRPr sz="700" b="0" i="1">
                <a:solidFill>
                  <a:srgbClr val="94A3B8"/>
                </a:solidFill>
                <a:latin typeface="Arial"/>
              </a:defRPr>
            </a:pPr>
            <a:r>
              <a:rPr sz="700" i="1">
                <a:solidFill>
                  <a:srgbClr val="94A3B8"/>
                </a:solidFill>
                <a:latin typeface="Arial"/>
              </a:rPr>
              <a:t>{{nar_col_1_source}}</a:t>
            </a:r>
          </a:p>
        </p:txBody>
      </p:sp>
      <p:sp>
        <p:nvSpPr>
          <p:cNvPr id="21" name="Rounded Rectangle 28">
            <a:extLst>
              <a:ext uri="{FF2B5EF4-FFF2-40B4-BE49-F238E27FC236}">
                <a16:creationId xmlns:a16="http://schemas.microsoft.com/office/drawing/2014/main" id="{BED21711-68D3-287B-2B21-34F832D58930}"/>
              </a:ext>
            </a:extLst>
          </p:cNvPr>
          <p:cNvSpPr/>
          <p:nvPr userDrawn="1"/>
        </p:nvSpPr>
        <p:spPr>
          <a:xfrm>
            <a:off x="3158554" y="1426464"/>
            <a:ext cx="2882646" cy="2103120"/>
          </a:xfrm>
          <a:prstGeom prst="roundRect">
            <a:avLst/>
          </a:prstGeom>
          <a:solidFill>
            <a:srgbClr val="FFFFFF"/>
          </a:solidFill>
          <a:ln w="12700">
            <a:solidFill>
              <a:srgbClr val="E5E7EB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 defTabSz="457200"/>
            <a:endParaRPr>
              <a:solidFill>
                <a:prstClr val="white"/>
              </a:solidFill>
              <a:latin typeface="Calibri"/>
            </a:endParaRPr>
          </a:p>
        </p:txBody>
      </p:sp>
      <p:sp>
        <p:nvSpPr>
          <p:cNvPr id="22" name="Rectangle 21">
            <a:extLst>
              <a:ext uri="{FF2B5EF4-FFF2-40B4-BE49-F238E27FC236}">
                <a16:creationId xmlns:a16="http://schemas.microsoft.com/office/drawing/2014/main" id="{03C7842C-32CD-9237-3393-3C5FC0F0026E}"/>
              </a:ext>
            </a:extLst>
          </p:cNvPr>
          <p:cNvSpPr/>
          <p:nvPr userDrawn="1"/>
        </p:nvSpPr>
        <p:spPr>
          <a:xfrm>
            <a:off x="3158554" y="1426464"/>
            <a:ext cx="2882646" cy="438912"/>
          </a:xfrm>
          <a:prstGeom prst="rect">
            <a:avLst/>
          </a:prstGeom>
          <a:solidFill>
            <a:srgbClr val="6366F1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 defTabSz="457200"/>
            <a:endParaRPr>
              <a:solidFill>
                <a:prstClr val="white"/>
              </a:solidFill>
              <a:latin typeface="Calibri"/>
            </a:endParaRPr>
          </a:p>
        </p:txBody>
      </p:sp>
      <p:sp>
        <p:nvSpPr>
          <p:cNvPr id="23" name="TextBox 22">
            <a:extLst>
              <a:ext uri="{FF2B5EF4-FFF2-40B4-BE49-F238E27FC236}">
                <a16:creationId xmlns:a16="http://schemas.microsoft.com/office/drawing/2014/main" id="{8852230B-E6E8-5734-3590-249AFFBAB722}"/>
              </a:ext>
            </a:extLst>
          </p:cNvPr>
          <p:cNvSpPr txBox="1"/>
          <p:nvPr userDrawn="1"/>
        </p:nvSpPr>
        <p:spPr>
          <a:xfrm>
            <a:off x="3249994" y="1481328"/>
            <a:ext cx="2699766" cy="215444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defTabSz="457200">
              <a:defRPr sz="800" b="1" i="0">
                <a:solidFill>
                  <a:srgbClr val="FFFFFF"/>
                </a:solidFill>
                <a:latin typeface="Arial"/>
              </a:defRPr>
            </a:pPr>
            <a:r>
              <a:rPr sz="800" b="1">
                <a:solidFill>
                  <a:srgbClr val="FFFFFF"/>
                </a:solidFill>
                <a:latin typeface="Arial"/>
              </a:rPr>
              <a:t>SAFETY PROFILE</a:t>
            </a:r>
          </a:p>
        </p:txBody>
      </p:sp>
      <p:sp>
        <p:nvSpPr>
          <p:cNvPr id="24" name="TextBox 23">
            <a:extLst>
              <a:ext uri="{FF2B5EF4-FFF2-40B4-BE49-F238E27FC236}">
                <a16:creationId xmlns:a16="http://schemas.microsoft.com/office/drawing/2014/main" id="{A334AD64-111B-550D-7E9E-D5CBBAC203AA}"/>
              </a:ext>
            </a:extLst>
          </p:cNvPr>
          <p:cNvSpPr txBox="1"/>
          <p:nvPr userDrawn="1"/>
        </p:nvSpPr>
        <p:spPr>
          <a:xfrm>
            <a:off x="3249994" y="1627633"/>
            <a:ext cx="2699766" cy="246221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defTabSz="457200">
              <a:defRPr sz="1000" b="1" i="0">
                <a:solidFill>
                  <a:srgbClr val="FFFFFF"/>
                </a:solidFill>
                <a:latin typeface="Arial"/>
              </a:defRPr>
            </a:pPr>
            <a:r>
              <a:rPr lang="de-DE" sz="1000" b="1" dirty="0"/>
              <a:t>{{nar_col_2_trial}}</a:t>
            </a:r>
            <a:endParaRPr sz="1000" b="1" dirty="0">
              <a:solidFill>
                <a:srgbClr val="FFFFFF"/>
              </a:solidFill>
              <a:latin typeface="Arial"/>
            </a:endParaRPr>
          </a:p>
        </p:txBody>
      </p:sp>
      <p:sp>
        <p:nvSpPr>
          <p:cNvPr id="25" name="TextBox 24">
            <a:extLst>
              <a:ext uri="{FF2B5EF4-FFF2-40B4-BE49-F238E27FC236}">
                <a16:creationId xmlns:a16="http://schemas.microsoft.com/office/drawing/2014/main" id="{4EB6852A-AAED-0749-75F5-5A3F287366C5}"/>
              </a:ext>
            </a:extLst>
          </p:cNvPr>
          <p:cNvSpPr txBox="1"/>
          <p:nvPr userDrawn="1"/>
        </p:nvSpPr>
        <p:spPr>
          <a:xfrm>
            <a:off x="3268282" y="1901953"/>
            <a:ext cx="91440" cy="200055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defTabSz="457200">
              <a:defRPr sz="700" b="0" i="0">
                <a:solidFill>
                  <a:srgbClr val="6366F1"/>
                </a:solidFill>
                <a:latin typeface="Arial"/>
              </a:defRPr>
            </a:pPr>
            <a:r>
              <a:rPr sz="700">
                <a:solidFill>
                  <a:srgbClr val="6366F1"/>
                </a:solidFill>
                <a:latin typeface="Arial"/>
              </a:rPr>
              <a:t>•</a:t>
            </a:r>
          </a:p>
        </p:txBody>
      </p:sp>
      <p:sp>
        <p:nvSpPr>
          <p:cNvPr id="26" name="TextBox 25">
            <a:extLst>
              <a:ext uri="{FF2B5EF4-FFF2-40B4-BE49-F238E27FC236}">
                <a16:creationId xmlns:a16="http://schemas.microsoft.com/office/drawing/2014/main" id="{3606F33A-5FBF-E372-FB7A-330051F58EA5}"/>
              </a:ext>
            </a:extLst>
          </p:cNvPr>
          <p:cNvSpPr txBox="1"/>
          <p:nvPr userDrawn="1"/>
        </p:nvSpPr>
        <p:spPr>
          <a:xfrm>
            <a:off x="3268282" y="2157985"/>
            <a:ext cx="91440" cy="200055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defTabSz="457200">
              <a:defRPr sz="700" b="0" i="0">
                <a:solidFill>
                  <a:srgbClr val="6366F1"/>
                </a:solidFill>
                <a:latin typeface="Arial"/>
              </a:defRPr>
            </a:pPr>
            <a:r>
              <a:rPr sz="700">
                <a:solidFill>
                  <a:srgbClr val="6366F1"/>
                </a:solidFill>
                <a:latin typeface="Arial"/>
              </a:rPr>
              <a:t>•</a:t>
            </a:r>
          </a:p>
        </p:txBody>
      </p:sp>
      <p:sp>
        <p:nvSpPr>
          <p:cNvPr id="27" name="TextBox 26">
            <a:extLst>
              <a:ext uri="{FF2B5EF4-FFF2-40B4-BE49-F238E27FC236}">
                <a16:creationId xmlns:a16="http://schemas.microsoft.com/office/drawing/2014/main" id="{33951039-8BE6-1C71-8A2A-F390B40C4F43}"/>
              </a:ext>
            </a:extLst>
          </p:cNvPr>
          <p:cNvSpPr txBox="1"/>
          <p:nvPr userDrawn="1"/>
        </p:nvSpPr>
        <p:spPr>
          <a:xfrm>
            <a:off x="3268282" y="2414017"/>
            <a:ext cx="91440" cy="200055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defTabSz="457200">
              <a:defRPr sz="700" b="0" i="0">
                <a:solidFill>
                  <a:srgbClr val="6366F1"/>
                </a:solidFill>
                <a:latin typeface="Arial"/>
              </a:defRPr>
            </a:pPr>
            <a:r>
              <a:rPr sz="700">
                <a:solidFill>
                  <a:srgbClr val="6366F1"/>
                </a:solidFill>
                <a:latin typeface="Arial"/>
              </a:rPr>
              <a:t>•</a:t>
            </a:r>
          </a:p>
        </p:txBody>
      </p:sp>
      <p:sp>
        <p:nvSpPr>
          <p:cNvPr id="28" name="TextBox 27">
            <a:extLst>
              <a:ext uri="{FF2B5EF4-FFF2-40B4-BE49-F238E27FC236}">
                <a16:creationId xmlns:a16="http://schemas.microsoft.com/office/drawing/2014/main" id="{200106CF-36DE-2675-863B-B10771CCF6EF}"/>
              </a:ext>
            </a:extLst>
          </p:cNvPr>
          <p:cNvSpPr txBox="1"/>
          <p:nvPr userDrawn="1"/>
        </p:nvSpPr>
        <p:spPr>
          <a:xfrm>
            <a:off x="3268282" y="2670049"/>
            <a:ext cx="91440" cy="200055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defTabSz="457200">
              <a:defRPr sz="700" b="0" i="0">
                <a:solidFill>
                  <a:srgbClr val="6366F1"/>
                </a:solidFill>
                <a:latin typeface="Arial"/>
              </a:defRPr>
            </a:pPr>
            <a:r>
              <a:rPr sz="700">
                <a:solidFill>
                  <a:srgbClr val="6366F1"/>
                </a:solidFill>
                <a:latin typeface="Arial"/>
              </a:rPr>
              <a:t>•</a:t>
            </a:r>
          </a:p>
        </p:txBody>
      </p:sp>
      <p:sp>
        <p:nvSpPr>
          <p:cNvPr id="29" name="TextBox 28">
            <a:extLst>
              <a:ext uri="{FF2B5EF4-FFF2-40B4-BE49-F238E27FC236}">
                <a16:creationId xmlns:a16="http://schemas.microsoft.com/office/drawing/2014/main" id="{546CFD00-9926-8C0D-BBF4-D69F617A31E6}"/>
              </a:ext>
            </a:extLst>
          </p:cNvPr>
          <p:cNvSpPr txBox="1"/>
          <p:nvPr userDrawn="1"/>
        </p:nvSpPr>
        <p:spPr>
          <a:xfrm>
            <a:off x="3268282" y="2926081"/>
            <a:ext cx="91440" cy="200055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defTabSz="457200">
              <a:defRPr sz="700" b="0" i="0">
                <a:solidFill>
                  <a:srgbClr val="6366F1"/>
                </a:solidFill>
                <a:latin typeface="Arial"/>
              </a:defRPr>
            </a:pPr>
            <a:r>
              <a:rPr sz="700">
                <a:solidFill>
                  <a:srgbClr val="6366F1"/>
                </a:solidFill>
                <a:latin typeface="Arial"/>
              </a:rPr>
              <a:t>•</a:t>
            </a:r>
          </a:p>
        </p:txBody>
      </p:sp>
      <p:sp>
        <p:nvSpPr>
          <p:cNvPr id="30" name="TextBox 29">
            <a:extLst>
              <a:ext uri="{FF2B5EF4-FFF2-40B4-BE49-F238E27FC236}">
                <a16:creationId xmlns:a16="http://schemas.microsoft.com/office/drawing/2014/main" id="{0FE0CD55-A11D-AE6B-EC32-EA05AACB4ACC}"/>
              </a:ext>
            </a:extLst>
          </p:cNvPr>
          <p:cNvSpPr txBox="1"/>
          <p:nvPr userDrawn="1"/>
        </p:nvSpPr>
        <p:spPr>
          <a:xfrm>
            <a:off x="3268282" y="3310129"/>
            <a:ext cx="2663190" cy="200055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defTabSz="457200">
              <a:defRPr sz="700" b="0" i="1">
                <a:solidFill>
                  <a:srgbClr val="94A3B8"/>
                </a:solidFill>
                <a:latin typeface="Arial"/>
              </a:defRPr>
            </a:pPr>
            <a:r>
              <a:rPr sz="700" i="1">
                <a:solidFill>
                  <a:srgbClr val="94A3B8"/>
                </a:solidFill>
                <a:latin typeface="Arial"/>
              </a:rPr>
              <a:t>{{nar_col_2_source}}</a:t>
            </a:r>
          </a:p>
        </p:txBody>
      </p:sp>
      <p:sp>
        <p:nvSpPr>
          <p:cNvPr id="31" name="Rounded Rectangle 43">
            <a:extLst>
              <a:ext uri="{FF2B5EF4-FFF2-40B4-BE49-F238E27FC236}">
                <a16:creationId xmlns:a16="http://schemas.microsoft.com/office/drawing/2014/main" id="{948333EB-7774-30B8-A671-0311FA3DEFC1}"/>
              </a:ext>
            </a:extLst>
          </p:cNvPr>
          <p:cNvSpPr/>
          <p:nvPr userDrawn="1"/>
        </p:nvSpPr>
        <p:spPr>
          <a:xfrm>
            <a:off x="6150928" y="1426464"/>
            <a:ext cx="2882646" cy="2103120"/>
          </a:xfrm>
          <a:prstGeom prst="roundRect">
            <a:avLst/>
          </a:prstGeom>
          <a:solidFill>
            <a:srgbClr val="FFFFFF"/>
          </a:solidFill>
          <a:ln w="12700">
            <a:solidFill>
              <a:srgbClr val="E5E7EB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 defTabSz="457200"/>
            <a:endParaRPr>
              <a:solidFill>
                <a:prstClr val="white"/>
              </a:solidFill>
              <a:latin typeface="Calibri"/>
            </a:endParaRPr>
          </a:p>
        </p:txBody>
      </p:sp>
      <p:sp>
        <p:nvSpPr>
          <p:cNvPr id="32" name="Rectangle 31">
            <a:extLst>
              <a:ext uri="{FF2B5EF4-FFF2-40B4-BE49-F238E27FC236}">
                <a16:creationId xmlns:a16="http://schemas.microsoft.com/office/drawing/2014/main" id="{8B1C5650-10AF-9739-C94E-4E5B6A8BD120}"/>
              </a:ext>
            </a:extLst>
          </p:cNvPr>
          <p:cNvSpPr/>
          <p:nvPr userDrawn="1"/>
        </p:nvSpPr>
        <p:spPr>
          <a:xfrm>
            <a:off x="6150928" y="1426464"/>
            <a:ext cx="2882646" cy="438912"/>
          </a:xfrm>
          <a:prstGeom prst="rect">
            <a:avLst/>
          </a:prstGeom>
          <a:solidFill>
            <a:srgbClr val="3B82F6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 defTabSz="457200"/>
            <a:endParaRPr>
              <a:solidFill>
                <a:prstClr val="white"/>
              </a:solidFill>
              <a:latin typeface="Calibri"/>
            </a:endParaRPr>
          </a:p>
        </p:txBody>
      </p:sp>
      <p:sp>
        <p:nvSpPr>
          <p:cNvPr id="33" name="TextBox 32">
            <a:extLst>
              <a:ext uri="{FF2B5EF4-FFF2-40B4-BE49-F238E27FC236}">
                <a16:creationId xmlns:a16="http://schemas.microsoft.com/office/drawing/2014/main" id="{70130F0C-0E7D-1A81-AA71-D38645AA11DC}"/>
              </a:ext>
            </a:extLst>
          </p:cNvPr>
          <p:cNvSpPr txBox="1"/>
          <p:nvPr userDrawn="1"/>
        </p:nvSpPr>
        <p:spPr>
          <a:xfrm>
            <a:off x="6242368" y="1481328"/>
            <a:ext cx="2699766" cy="215444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defTabSz="457200">
              <a:defRPr sz="800" b="1" i="0">
                <a:solidFill>
                  <a:srgbClr val="FFFFFF"/>
                </a:solidFill>
                <a:latin typeface="Arial"/>
              </a:defRPr>
            </a:pPr>
            <a:r>
              <a:rPr sz="800" b="1">
                <a:solidFill>
                  <a:srgbClr val="FFFFFF"/>
                </a:solidFill>
                <a:latin typeface="Arial"/>
              </a:rPr>
              <a:t>SUBGROUP BENEFIT</a:t>
            </a:r>
          </a:p>
        </p:txBody>
      </p:sp>
      <p:sp>
        <p:nvSpPr>
          <p:cNvPr id="34" name="TextBox 33">
            <a:extLst>
              <a:ext uri="{FF2B5EF4-FFF2-40B4-BE49-F238E27FC236}">
                <a16:creationId xmlns:a16="http://schemas.microsoft.com/office/drawing/2014/main" id="{D3B71706-F58C-815D-8FEF-D14578E93EDC}"/>
              </a:ext>
            </a:extLst>
          </p:cNvPr>
          <p:cNvSpPr txBox="1"/>
          <p:nvPr userDrawn="1"/>
        </p:nvSpPr>
        <p:spPr>
          <a:xfrm>
            <a:off x="6260656" y="1901953"/>
            <a:ext cx="91440" cy="200055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defTabSz="457200">
              <a:defRPr sz="700" b="0" i="0">
                <a:solidFill>
                  <a:srgbClr val="3B82F6"/>
                </a:solidFill>
                <a:latin typeface="Arial"/>
              </a:defRPr>
            </a:pPr>
            <a:r>
              <a:rPr sz="700">
                <a:solidFill>
                  <a:srgbClr val="3B82F6"/>
                </a:solidFill>
                <a:latin typeface="Arial"/>
              </a:rPr>
              <a:t>•</a:t>
            </a:r>
          </a:p>
        </p:txBody>
      </p:sp>
      <p:sp>
        <p:nvSpPr>
          <p:cNvPr id="35" name="TextBox 34">
            <a:extLst>
              <a:ext uri="{FF2B5EF4-FFF2-40B4-BE49-F238E27FC236}">
                <a16:creationId xmlns:a16="http://schemas.microsoft.com/office/drawing/2014/main" id="{9393C938-352B-0756-EED6-481E4B9FBF68}"/>
              </a:ext>
            </a:extLst>
          </p:cNvPr>
          <p:cNvSpPr txBox="1"/>
          <p:nvPr userDrawn="1"/>
        </p:nvSpPr>
        <p:spPr>
          <a:xfrm>
            <a:off x="6260656" y="2157985"/>
            <a:ext cx="91440" cy="200055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defTabSz="457200">
              <a:defRPr sz="700" b="0" i="0">
                <a:solidFill>
                  <a:srgbClr val="3B82F6"/>
                </a:solidFill>
                <a:latin typeface="Arial"/>
              </a:defRPr>
            </a:pPr>
            <a:r>
              <a:rPr sz="700">
                <a:solidFill>
                  <a:srgbClr val="3B82F6"/>
                </a:solidFill>
                <a:latin typeface="Arial"/>
              </a:rPr>
              <a:t>•</a:t>
            </a:r>
          </a:p>
        </p:txBody>
      </p:sp>
      <p:sp>
        <p:nvSpPr>
          <p:cNvPr id="36" name="TextBox 35">
            <a:extLst>
              <a:ext uri="{FF2B5EF4-FFF2-40B4-BE49-F238E27FC236}">
                <a16:creationId xmlns:a16="http://schemas.microsoft.com/office/drawing/2014/main" id="{78B761F9-349B-64BB-499D-7B131BF6252D}"/>
              </a:ext>
            </a:extLst>
          </p:cNvPr>
          <p:cNvSpPr txBox="1"/>
          <p:nvPr userDrawn="1"/>
        </p:nvSpPr>
        <p:spPr>
          <a:xfrm>
            <a:off x="6260656" y="2414017"/>
            <a:ext cx="91440" cy="200055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defTabSz="457200">
              <a:defRPr sz="700" b="0" i="0">
                <a:solidFill>
                  <a:srgbClr val="3B82F6"/>
                </a:solidFill>
                <a:latin typeface="Arial"/>
              </a:defRPr>
            </a:pPr>
            <a:r>
              <a:rPr sz="700">
                <a:solidFill>
                  <a:srgbClr val="3B82F6"/>
                </a:solidFill>
                <a:latin typeface="Arial"/>
              </a:rPr>
              <a:t>•</a:t>
            </a:r>
          </a:p>
        </p:txBody>
      </p:sp>
      <p:sp>
        <p:nvSpPr>
          <p:cNvPr id="37" name="TextBox 36">
            <a:extLst>
              <a:ext uri="{FF2B5EF4-FFF2-40B4-BE49-F238E27FC236}">
                <a16:creationId xmlns:a16="http://schemas.microsoft.com/office/drawing/2014/main" id="{A605EA2B-CA25-75E4-3D6D-F2B053230B28}"/>
              </a:ext>
            </a:extLst>
          </p:cNvPr>
          <p:cNvSpPr txBox="1"/>
          <p:nvPr userDrawn="1"/>
        </p:nvSpPr>
        <p:spPr>
          <a:xfrm>
            <a:off x="6260656" y="2670049"/>
            <a:ext cx="91440" cy="200055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defTabSz="457200">
              <a:defRPr sz="700" b="0" i="0">
                <a:solidFill>
                  <a:srgbClr val="3B82F6"/>
                </a:solidFill>
                <a:latin typeface="Arial"/>
              </a:defRPr>
            </a:pPr>
            <a:r>
              <a:rPr sz="700">
                <a:solidFill>
                  <a:srgbClr val="3B82F6"/>
                </a:solidFill>
                <a:latin typeface="Arial"/>
              </a:rPr>
              <a:t>•</a:t>
            </a:r>
          </a:p>
        </p:txBody>
      </p:sp>
      <p:sp>
        <p:nvSpPr>
          <p:cNvPr id="38" name="TextBox 37">
            <a:extLst>
              <a:ext uri="{FF2B5EF4-FFF2-40B4-BE49-F238E27FC236}">
                <a16:creationId xmlns:a16="http://schemas.microsoft.com/office/drawing/2014/main" id="{CB12D3F6-2EEA-B19C-715C-0D37DB2B2839}"/>
              </a:ext>
            </a:extLst>
          </p:cNvPr>
          <p:cNvSpPr txBox="1"/>
          <p:nvPr userDrawn="1"/>
        </p:nvSpPr>
        <p:spPr>
          <a:xfrm>
            <a:off x="6260656" y="2926081"/>
            <a:ext cx="91440" cy="200055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defTabSz="457200">
              <a:defRPr sz="700" b="0" i="0">
                <a:solidFill>
                  <a:srgbClr val="3B82F6"/>
                </a:solidFill>
                <a:latin typeface="Arial"/>
              </a:defRPr>
            </a:pPr>
            <a:r>
              <a:rPr sz="700">
                <a:solidFill>
                  <a:srgbClr val="3B82F6"/>
                </a:solidFill>
                <a:latin typeface="Arial"/>
              </a:rPr>
              <a:t>•</a:t>
            </a:r>
          </a:p>
        </p:txBody>
      </p:sp>
      <p:sp>
        <p:nvSpPr>
          <p:cNvPr id="39" name="TextBox 38">
            <a:extLst>
              <a:ext uri="{FF2B5EF4-FFF2-40B4-BE49-F238E27FC236}">
                <a16:creationId xmlns:a16="http://schemas.microsoft.com/office/drawing/2014/main" id="{A78E04D9-2B72-C0CE-AF39-58592D3DCF2B}"/>
              </a:ext>
            </a:extLst>
          </p:cNvPr>
          <p:cNvSpPr txBox="1"/>
          <p:nvPr userDrawn="1"/>
        </p:nvSpPr>
        <p:spPr>
          <a:xfrm>
            <a:off x="6260656" y="3310129"/>
            <a:ext cx="2663190" cy="200055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defTabSz="457200">
              <a:defRPr sz="700" b="0" i="1">
                <a:solidFill>
                  <a:srgbClr val="94A3B8"/>
                </a:solidFill>
                <a:latin typeface="Arial"/>
              </a:defRPr>
            </a:pPr>
            <a:r>
              <a:rPr sz="700" i="1">
                <a:solidFill>
                  <a:srgbClr val="94A3B8"/>
                </a:solidFill>
                <a:latin typeface="Arial"/>
              </a:rPr>
              <a:t>{{nar_col_3_source}}</a:t>
            </a:r>
          </a:p>
        </p:txBody>
      </p:sp>
      <p:sp>
        <p:nvSpPr>
          <p:cNvPr id="40" name="Rounded Rectangle 58">
            <a:extLst>
              <a:ext uri="{FF2B5EF4-FFF2-40B4-BE49-F238E27FC236}">
                <a16:creationId xmlns:a16="http://schemas.microsoft.com/office/drawing/2014/main" id="{16A88346-6251-60A5-6333-B56F220EF604}"/>
              </a:ext>
            </a:extLst>
          </p:cNvPr>
          <p:cNvSpPr/>
          <p:nvPr userDrawn="1"/>
        </p:nvSpPr>
        <p:spPr>
          <a:xfrm>
            <a:off x="9143302" y="1426464"/>
            <a:ext cx="2882646" cy="2103120"/>
          </a:xfrm>
          <a:prstGeom prst="roundRect">
            <a:avLst/>
          </a:prstGeom>
          <a:solidFill>
            <a:srgbClr val="FFFFFF"/>
          </a:solidFill>
          <a:ln w="12700">
            <a:solidFill>
              <a:srgbClr val="E5E7EB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 defTabSz="457200"/>
            <a:endParaRPr>
              <a:solidFill>
                <a:prstClr val="white"/>
              </a:solidFill>
              <a:latin typeface="Calibri"/>
            </a:endParaRPr>
          </a:p>
        </p:txBody>
      </p:sp>
      <p:sp>
        <p:nvSpPr>
          <p:cNvPr id="41" name="Rectangle 40">
            <a:extLst>
              <a:ext uri="{FF2B5EF4-FFF2-40B4-BE49-F238E27FC236}">
                <a16:creationId xmlns:a16="http://schemas.microsoft.com/office/drawing/2014/main" id="{F937C4FA-72F2-452A-C320-B207005E5228}"/>
              </a:ext>
            </a:extLst>
          </p:cNvPr>
          <p:cNvSpPr/>
          <p:nvPr userDrawn="1"/>
        </p:nvSpPr>
        <p:spPr>
          <a:xfrm>
            <a:off x="9143302" y="1426464"/>
            <a:ext cx="2882646" cy="438912"/>
          </a:xfrm>
          <a:prstGeom prst="rect">
            <a:avLst/>
          </a:prstGeom>
          <a:solidFill>
            <a:srgbClr val="06B6D4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 defTabSz="457200"/>
            <a:endParaRPr>
              <a:solidFill>
                <a:prstClr val="white"/>
              </a:solidFill>
              <a:latin typeface="Calibri"/>
            </a:endParaRPr>
          </a:p>
        </p:txBody>
      </p:sp>
      <p:sp>
        <p:nvSpPr>
          <p:cNvPr id="42" name="TextBox 41">
            <a:extLst>
              <a:ext uri="{FF2B5EF4-FFF2-40B4-BE49-F238E27FC236}">
                <a16:creationId xmlns:a16="http://schemas.microsoft.com/office/drawing/2014/main" id="{F0F187AE-FB32-74A5-D98C-36B2F9A1E4B6}"/>
              </a:ext>
            </a:extLst>
          </p:cNvPr>
          <p:cNvSpPr txBox="1"/>
          <p:nvPr userDrawn="1"/>
        </p:nvSpPr>
        <p:spPr>
          <a:xfrm>
            <a:off x="9234742" y="1481328"/>
            <a:ext cx="2699766" cy="215444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defTabSz="457200">
              <a:defRPr sz="800" b="1" i="0">
                <a:solidFill>
                  <a:srgbClr val="FFFFFF"/>
                </a:solidFill>
                <a:latin typeface="Arial"/>
              </a:defRPr>
            </a:pPr>
            <a:r>
              <a:rPr sz="800" b="1">
                <a:solidFill>
                  <a:srgbClr val="FFFFFF"/>
                </a:solidFill>
                <a:latin typeface="Arial"/>
              </a:rPr>
              <a:t>PATIENT OUTCOMES</a:t>
            </a:r>
          </a:p>
        </p:txBody>
      </p:sp>
      <p:sp>
        <p:nvSpPr>
          <p:cNvPr id="43" name="TextBox 42">
            <a:extLst>
              <a:ext uri="{FF2B5EF4-FFF2-40B4-BE49-F238E27FC236}">
                <a16:creationId xmlns:a16="http://schemas.microsoft.com/office/drawing/2014/main" id="{991DFD2C-8021-1FF6-D219-65197F7D5AF1}"/>
              </a:ext>
            </a:extLst>
          </p:cNvPr>
          <p:cNvSpPr txBox="1"/>
          <p:nvPr userDrawn="1"/>
        </p:nvSpPr>
        <p:spPr>
          <a:xfrm>
            <a:off x="9253030" y="1901953"/>
            <a:ext cx="91440" cy="200055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defTabSz="457200">
              <a:defRPr sz="700" b="0" i="0">
                <a:solidFill>
                  <a:srgbClr val="06B6D4"/>
                </a:solidFill>
                <a:latin typeface="Arial"/>
              </a:defRPr>
            </a:pPr>
            <a:r>
              <a:rPr sz="700">
                <a:solidFill>
                  <a:srgbClr val="06B6D4"/>
                </a:solidFill>
                <a:latin typeface="Arial"/>
              </a:rPr>
              <a:t>•</a:t>
            </a:r>
          </a:p>
        </p:txBody>
      </p:sp>
      <p:sp>
        <p:nvSpPr>
          <p:cNvPr id="44" name="TextBox 43">
            <a:extLst>
              <a:ext uri="{FF2B5EF4-FFF2-40B4-BE49-F238E27FC236}">
                <a16:creationId xmlns:a16="http://schemas.microsoft.com/office/drawing/2014/main" id="{A3251870-1AB0-A258-0DE4-CEA4309B481C}"/>
              </a:ext>
            </a:extLst>
          </p:cNvPr>
          <p:cNvSpPr txBox="1"/>
          <p:nvPr userDrawn="1"/>
        </p:nvSpPr>
        <p:spPr>
          <a:xfrm>
            <a:off x="9253030" y="2157985"/>
            <a:ext cx="91440" cy="200055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defTabSz="457200">
              <a:defRPr sz="700" b="0" i="0">
                <a:solidFill>
                  <a:srgbClr val="06B6D4"/>
                </a:solidFill>
                <a:latin typeface="Arial"/>
              </a:defRPr>
            </a:pPr>
            <a:r>
              <a:rPr sz="700">
                <a:solidFill>
                  <a:srgbClr val="06B6D4"/>
                </a:solidFill>
                <a:latin typeface="Arial"/>
              </a:rPr>
              <a:t>•</a:t>
            </a:r>
          </a:p>
        </p:txBody>
      </p:sp>
      <p:sp>
        <p:nvSpPr>
          <p:cNvPr id="45" name="TextBox 44">
            <a:extLst>
              <a:ext uri="{FF2B5EF4-FFF2-40B4-BE49-F238E27FC236}">
                <a16:creationId xmlns:a16="http://schemas.microsoft.com/office/drawing/2014/main" id="{B68AE19E-212F-73EC-87D3-51C28E333759}"/>
              </a:ext>
            </a:extLst>
          </p:cNvPr>
          <p:cNvSpPr txBox="1"/>
          <p:nvPr userDrawn="1"/>
        </p:nvSpPr>
        <p:spPr>
          <a:xfrm>
            <a:off x="9253030" y="2414017"/>
            <a:ext cx="91440" cy="200055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defTabSz="457200">
              <a:defRPr sz="700" b="0" i="0">
                <a:solidFill>
                  <a:srgbClr val="06B6D4"/>
                </a:solidFill>
                <a:latin typeface="Arial"/>
              </a:defRPr>
            </a:pPr>
            <a:r>
              <a:rPr sz="700">
                <a:solidFill>
                  <a:srgbClr val="06B6D4"/>
                </a:solidFill>
                <a:latin typeface="Arial"/>
              </a:rPr>
              <a:t>•</a:t>
            </a:r>
          </a:p>
        </p:txBody>
      </p:sp>
      <p:sp>
        <p:nvSpPr>
          <p:cNvPr id="46" name="TextBox 45">
            <a:extLst>
              <a:ext uri="{FF2B5EF4-FFF2-40B4-BE49-F238E27FC236}">
                <a16:creationId xmlns:a16="http://schemas.microsoft.com/office/drawing/2014/main" id="{CD887E08-2ADD-DD7F-B6A6-7436CCD834A1}"/>
              </a:ext>
            </a:extLst>
          </p:cNvPr>
          <p:cNvSpPr txBox="1"/>
          <p:nvPr userDrawn="1"/>
        </p:nvSpPr>
        <p:spPr>
          <a:xfrm>
            <a:off x="9253030" y="2670049"/>
            <a:ext cx="91440" cy="200055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defTabSz="457200">
              <a:defRPr sz="700" b="0" i="0">
                <a:solidFill>
                  <a:srgbClr val="06B6D4"/>
                </a:solidFill>
                <a:latin typeface="Arial"/>
              </a:defRPr>
            </a:pPr>
            <a:r>
              <a:rPr sz="700">
                <a:solidFill>
                  <a:srgbClr val="06B6D4"/>
                </a:solidFill>
                <a:latin typeface="Arial"/>
              </a:rPr>
              <a:t>•</a:t>
            </a:r>
          </a:p>
        </p:txBody>
      </p:sp>
      <p:sp>
        <p:nvSpPr>
          <p:cNvPr id="47" name="TextBox 46">
            <a:extLst>
              <a:ext uri="{FF2B5EF4-FFF2-40B4-BE49-F238E27FC236}">
                <a16:creationId xmlns:a16="http://schemas.microsoft.com/office/drawing/2014/main" id="{A133BE8D-6F34-4175-98DB-5D0BDCCA718A}"/>
              </a:ext>
            </a:extLst>
          </p:cNvPr>
          <p:cNvSpPr txBox="1"/>
          <p:nvPr userDrawn="1"/>
        </p:nvSpPr>
        <p:spPr>
          <a:xfrm>
            <a:off x="9253030" y="2926081"/>
            <a:ext cx="91440" cy="200055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defTabSz="457200">
              <a:defRPr sz="700" b="0" i="0">
                <a:solidFill>
                  <a:srgbClr val="06B6D4"/>
                </a:solidFill>
                <a:latin typeface="Arial"/>
              </a:defRPr>
            </a:pPr>
            <a:r>
              <a:rPr sz="700">
                <a:solidFill>
                  <a:srgbClr val="06B6D4"/>
                </a:solidFill>
                <a:latin typeface="Arial"/>
              </a:rPr>
              <a:t>•</a:t>
            </a:r>
          </a:p>
        </p:txBody>
      </p:sp>
      <p:sp>
        <p:nvSpPr>
          <p:cNvPr id="48" name="TextBox 47">
            <a:extLst>
              <a:ext uri="{FF2B5EF4-FFF2-40B4-BE49-F238E27FC236}">
                <a16:creationId xmlns:a16="http://schemas.microsoft.com/office/drawing/2014/main" id="{3B29F415-58C5-E165-763D-33FA7E0CA8A1}"/>
              </a:ext>
            </a:extLst>
          </p:cNvPr>
          <p:cNvSpPr txBox="1"/>
          <p:nvPr userDrawn="1"/>
        </p:nvSpPr>
        <p:spPr>
          <a:xfrm>
            <a:off x="9253030" y="3310129"/>
            <a:ext cx="2663190" cy="200055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defTabSz="457200">
              <a:defRPr sz="700" b="0" i="1">
                <a:solidFill>
                  <a:srgbClr val="94A3B8"/>
                </a:solidFill>
                <a:latin typeface="Arial"/>
              </a:defRPr>
            </a:pPr>
            <a:r>
              <a:rPr sz="700" i="1">
                <a:solidFill>
                  <a:srgbClr val="94A3B8"/>
                </a:solidFill>
                <a:latin typeface="Arial"/>
              </a:rPr>
              <a:t>{{nar_col_4_source}}</a:t>
            </a:r>
          </a:p>
        </p:txBody>
      </p:sp>
      <p:sp>
        <p:nvSpPr>
          <p:cNvPr id="49" name="Rounded Rectangle 73">
            <a:extLst>
              <a:ext uri="{FF2B5EF4-FFF2-40B4-BE49-F238E27FC236}">
                <a16:creationId xmlns:a16="http://schemas.microsoft.com/office/drawing/2014/main" id="{42DAEB4A-0983-8CBD-B15F-14B53BBFC86C}"/>
              </a:ext>
            </a:extLst>
          </p:cNvPr>
          <p:cNvSpPr/>
          <p:nvPr userDrawn="1"/>
        </p:nvSpPr>
        <p:spPr>
          <a:xfrm>
            <a:off x="166180" y="3657600"/>
            <a:ext cx="5875020" cy="2788920"/>
          </a:xfrm>
          <a:prstGeom prst="roundRect">
            <a:avLst/>
          </a:prstGeom>
          <a:solidFill>
            <a:srgbClr val="FFFFFF"/>
          </a:solidFill>
          <a:ln w="12700">
            <a:solidFill>
              <a:srgbClr val="E5E7EB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 defTabSz="457200"/>
            <a:endParaRPr>
              <a:solidFill>
                <a:prstClr val="white"/>
              </a:solidFill>
              <a:latin typeface="Calibri"/>
            </a:endParaRPr>
          </a:p>
        </p:txBody>
      </p:sp>
      <p:sp>
        <p:nvSpPr>
          <p:cNvPr id="50" name="Rectangle 49">
            <a:extLst>
              <a:ext uri="{FF2B5EF4-FFF2-40B4-BE49-F238E27FC236}">
                <a16:creationId xmlns:a16="http://schemas.microsoft.com/office/drawing/2014/main" id="{026F098B-D9C1-B5DA-00F6-C06E23A0A1E5}"/>
              </a:ext>
            </a:extLst>
          </p:cNvPr>
          <p:cNvSpPr/>
          <p:nvPr userDrawn="1"/>
        </p:nvSpPr>
        <p:spPr>
          <a:xfrm>
            <a:off x="166180" y="3657600"/>
            <a:ext cx="5875020" cy="292608"/>
          </a:xfrm>
          <a:prstGeom prst="rect">
            <a:avLst/>
          </a:prstGeom>
          <a:solidFill>
            <a:srgbClr val="FAFBFF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 defTabSz="457200"/>
            <a:endParaRPr>
              <a:solidFill>
                <a:prstClr val="white"/>
              </a:solidFill>
              <a:latin typeface="Calibri"/>
            </a:endParaRPr>
          </a:p>
        </p:txBody>
      </p:sp>
      <p:sp>
        <p:nvSpPr>
          <p:cNvPr id="51" name="Rectangle 50">
            <a:extLst>
              <a:ext uri="{FF2B5EF4-FFF2-40B4-BE49-F238E27FC236}">
                <a16:creationId xmlns:a16="http://schemas.microsoft.com/office/drawing/2014/main" id="{B2F59ED1-174F-97D0-BDC3-1A516852D8F7}"/>
              </a:ext>
            </a:extLst>
          </p:cNvPr>
          <p:cNvSpPr/>
          <p:nvPr userDrawn="1"/>
        </p:nvSpPr>
        <p:spPr>
          <a:xfrm>
            <a:off x="166180" y="3950208"/>
            <a:ext cx="5875020" cy="9144"/>
          </a:xfrm>
          <a:prstGeom prst="rect">
            <a:avLst/>
          </a:prstGeom>
          <a:solidFill>
            <a:srgbClr val="F1F5F9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 defTabSz="457200"/>
            <a:endParaRPr>
              <a:solidFill>
                <a:prstClr val="white"/>
              </a:solidFill>
              <a:latin typeface="Calibri"/>
            </a:endParaRPr>
          </a:p>
        </p:txBody>
      </p:sp>
      <p:sp>
        <p:nvSpPr>
          <p:cNvPr id="52" name="Oval 51">
            <a:extLst>
              <a:ext uri="{FF2B5EF4-FFF2-40B4-BE49-F238E27FC236}">
                <a16:creationId xmlns:a16="http://schemas.microsoft.com/office/drawing/2014/main" id="{639ADC59-6197-94E3-7134-CD5929D7DB5B}"/>
              </a:ext>
            </a:extLst>
          </p:cNvPr>
          <p:cNvSpPr/>
          <p:nvPr userDrawn="1"/>
        </p:nvSpPr>
        <p:spPr>
          <a:xfrm>
            <a:off x="294196" y="3817863"/>
            <a:ext cx="64008" cy="64008"/>
          </a:xfrm>
          <a:prstGeom prst="ellipse">
            <a:avLst/>
          </a:prstGeom>
          <a:solidFill>
            <a:srgbClr val="F59E0B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 defTabSz="457200"/>
            <a:endParaRPr>
              <a:solidFill>
                <a:prstClr val="white"/>
              </a:solidFill>
              <a:latin typeface="Calibri"/>
            </a:endParaRPr>
          </a:p>
        </p:txBody>
      </p:sp>
      <p:sp>
        <p:nvSpPr>
          <p:cNvPr id="53" name="TextBox 52">
            <a:extLst>
              <a:ext uri="{FF2B5EF4-FFF2-40B4-BE49-F238E27FC236}">
                <a16:creationId xmlns:a16="http://schemas.microsoft.com/office/drawing/2014/main" id="{8C3193AD-4482-1424-64FD-E4BE55EF9662}"/>
              </a:ext>
            </a:extLst>
          </p:cNvPr>
          <p:cNvSpPr txBox="1"/>
          <p:nvPr userDrawn="1"/>
        </p:nvSpPr>
        <p:spPr>
          <a:xfrm>
            <a:off x="403924" y="3730752"/>
            <a:ext cx="5509260" cy="23083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defTabSz="457200">
              <a:defRPr sz="900" b="1" i="0">
                <a:solidFill>
                  <a:srgbClr val="64748B"/>
                </a:solidFill>
                <a:latin typeface="Arial"/>
              </a:defRPr>
            </a:pPr>
            <a:r>
              <a:rPr sz="900" b="1">
                <a:solidFill>
                  <a:srgbClr val="64748B"/>
                </a:solidFill>
                <a:latin typeface="Arial"/>
              </a:rPr>
              <a:t>Clinical Practice Implications</a:t>
            </a:r>
          </a:p>
        </p:txBody>
      </p:sp>
      <p:sp>
        <p:nvSpPr>
          <p:cNvPr id="54" name="TextBox 53">
            <a:extLst>
              <a:ext uri="{FF2B5EF4-FFF2-40B4-BE49-F238E27FC236}">
                <a16:creationId xmlns:a16="http://schemas.microsoft.com/office/drawing/2014/main" id="{A3955809-4A40-0059-E090-7FF05BC50AF6}"/>
              </a:ext>
            </a:extLst>
          </p:cNvPr>
          <p:cNvSpPr txBox="1"/>
          <p:nvPr userDrawn="1"/>
        </p:nvSpPr>
        <p:spPr>
          <a:xfrm>
            <a:off x="294196" y="4041648"/>
            <a:ext cx="128016" cy="23083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defTabSz="457200">
              <a:defRPr sz="900" b="0" i="0">
                <a:solidFill>
                  <a:srgbClr val="F59E0B"/>
                </a:solidFill>
                <a:latin typeface="Arial"/>
              </a:defRPr>
            </a:pPr>
            <a:r>
              <a:rPr sz="900">
                <a:solidFill>
                  <a:srgbClr val="F59E0B"/>
                </a:solidFill>
                <a:latin typeface="Arial"/>
              </a:rPr>
              <a:t>→</a:t>
            </a:r>
          </a:p>
        </p:txBody>
      </p:sp>
      <p:sp>
        <p:nvSpPr>
          <p:cNvPr id="55" name="TextBox 54">
            <a:extLst>
              <a:ext uri="{FF2B5EF4-FFF2-40B4-BE49-F238E27FC236}">
                <a16:creationId xmlns:a16="http://schemas.microsoft.com/office/drawing/2014/main" id="{C848E07D-46FB-482F-BD5F-4CBB3750A91B}"/>
              </a:ext>
            </a:extLst>
          </p:cNvPr>
          <p:cNvSpPr txBox="1"/>
          <p:nvPr userDrawn="1"/>
        </p:nvSpPr>
        <p:spPr>
          <a:xfrm>
            <a:off x="440500" y="4041648"/>
            <a:ext cx="5472684" cy="23083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defTabSz="457200">
              <a:defRPr sz="900" b="0" i="0">
                <a:solidFill>
                  <a:srgbClr val="475569"/>
                </a:solidFill>
                <a:latin typeface="Arial"/>
              </a:defRPr>
            </a:pPr>
            <a:r>
              <a:rPr sz="900">
                <a:solidFill>
                  <a:srgbClr val="475569"/>
                </a:solidFill>
                <a:latin typeface="Arial"/>
              </a:rPr>
              <a:t>{{impl_1}}</a:t>
            </a:r>
          </a:p>
        </p:txBody>
      </p:sp>
      <p:sp>
        <p:nvSpPr>
          <p:cNvPr id="56" name="TextBox 55">
            <a:extLst>
              <a:ext uri="{FF2B5EF4-FFF2-40B4-BE49-F238E27FC236}">
                <a16:creationId xmlns:a16="http://schemas.microsoft.com/office/drawing/2014/main" id="{0B6896FF-26E2-B06C-2CE1-99614A2E7063}"/>
              </a:ext>
            </a:extLst>
          </p:cNvPr>
          <p:cNvSpPr txBox="1"/>
          <p:nvPr userDrawn="1"/>
        </p:nvSpPr>
        <p:spPr>
          <a:xfrm>
            <a:off x="294196" y="4407408"/>
            <a:ext cx="128016" cy="23083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defTabSz="457200">
              <a:defRPr sz="900" b="0" i="0">
                <a:solidFill>
                  <a:srgbClr val="F59E0B"/>
                </a:solidFill>
                <a:latin typeface="Arial"/>
              </a:defRPr>
            </a:pPr>
            <a:r>
              <a:rPr sz="900">
                <a:solidFill>
                  <a:srgbClr val="F59E0B"/>
                </a:solidFill>
                <a:latin typeface="Arial"/>
              </a:rPr>
              <a:t>→</a:t>
            </a:r>
          </a:p>
        </p:txBody>
      </p:sp>
      <p:sp>
        <p:nvSpPr>
          <p:cNvPr id="57" name="TextBox 56">
            <a:extLst>
              <a:ext uri="{FF2B5EF4-FFF2-40B4-BE49-F238E27FC236}">
                <a16:creationId xmlns:a16="http://schemas.microsoft.com/office/drawing/2014/main" id="{6DE7BB88-6765-0A8F-B1CC-3223ABC76CEE}"/>
              </a:ext>
            </a:extLst>
          </p:cNvPr>
          <p:cNvSpPr txBox="1"/>
          <p:nvPr userDrawn="1"/>
        </p:nvSpPr>
        <p:spPr>
          <a:xfrm>
            <a:off x="440500" y="4407408"/>
            <a:ext cx="5472684" cy="23083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defTabSz="457200">
              <a:defRPr sz="900" b="0" i="0">
                <a:solidFill>
                  <a:srgbClr val="475569"/>
                </a:solidFill>
                <a:latin typeface="Arial"/>
              </a:defRPr>
            </a:pPr>
            <a:r>
              <a:rPr sz="900">
                <a:solidFill>
                  <a:srgbClr val="475569"/>
                </a:solidFill>
                <a:latin typeface="Arial"/>
              </a:rPr>
              <a:t>{{impl_2}}</a:t>
            </a:r>
          </a:p>
        </p:txBody>
      </p:sp>
      <p:sp>
        <p:nvSpPr>
          <p:cNvPr id="58" name="TextBox 57">
            <a:extLst>
              <a:ext uri="{FF2B5EF4-FFF2-40B4-BE49-F238E27FC236}">
                <a16:creationId xmlns:a16="http://schemas.microsoft.com/office/drawing/2014/main" id="{EA5575A6-9522-6B4E-B802-54C5E6600E69}"/>
              </a:ext>
            </a:extLst>
          </p:cNvPr>
          <p:cNvSpPr txBox="1"/>
          <p:nvPr userDrawn="1"/>
        </p:nvSpPr>
        <p:spPr>
          <a:xfrm>
            <a:off x="294196" y="4773168"/>
            <a:ext cx="128016" cy="23083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defTabSz="457200">
              <a:defRPr sz="900" b="0" i="0">
                <a:solidFill>
                  <a:srgbClr val="F59E0B"/>
                </a:solidFill>
                <a:latin typeface="Arial"/>
              </a:defRPr>
            </a:pPr>
            <a:r>
              <a:rPr sz="900">
                <a:solidFill>
                  <a:srgbClr val="F59E0B"/>
                </a:solidFill>
                <a:latin typeface="Arial"/>
              </a:rPr>
              <a:t>→</a:t>
            </a:r>
          </a:p>
        </p:txBody>
      </p:sp>
      <p:sp>
        <p:nvSpPr>
          <p:cNvPr id="59" name="TextBox 58">
            <a:extLst>
              <a:ext uri="{FF2B5EF4-FFF2-40B4-BE49-F238E27FC236}">
                <a16:creationId xmlns:a16="http://schemas.microsoft.com/office/drawing/2014/main" id="{5E7C4F15-971C-048D-F2D7-FFB944930942}"/>
              </a:ext>
            </a:extLst>
          </p:cNvPr>
          <p:cNvSpPr txBox="1"/>
          <p:nvPr userDrawn="1"/>
        </p:nvSpPr>
        <p:spPr>
          <a:xfrm>
            <a:off x="440500" y="4773168"/>
            <a:ext cx="5472684" cy="23083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defTabSz="457200">
              <a:defRPr sz="900" b="0" i="0">
                <a:solidFill>
                  <a:srgbClr val="475569"/>
                </a:solidFill>
                <a:latin typeface="Arial"/>
              </a:defRPr>
            </a:pPr>
            <a:r>
              <a:rPr sz="900">
                <a:solidFill>
                  <a:srgbClr val="475569"/>
                </a:solidFill>
                <a:latin typeface="Arial"/>
              </a:rPr>
              <a:t>{{impl_3}}</a:t>
            </a:r>
          </a:p>
        </p:txBody>
      </p:sp>
      <p:sp>
        <p:nvSpPr>
          <p:cNvPr id="60" name="TextBox 59">
            <a:extLst>
              <a:ext uri="{FF2B5EF4-FFF2-40B4-BE49-F238E27FC236}">
                <a16:creationId xmlns:a16="http://schemas.microsoft.com/office/drawing/2014/main" id="{A96C998C-35B3-6CAB-0F80-94683714EDCC}"/>
              </a:ext>
            </a:extLst>
          </p:cNvPr>
          <p:cNvSpPr txBox="1"/>
          <p:nvPr userDrawn="1"/>
        </p:nvSpPr>
        <p:spPr>
          <a:xfrm>
            <a:off x="294196" y="5138928"/>
            <a:ext cx="128016" cy="23083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defTabSz="457200">
              <a:defRPr sz="900" b="0" i="0">
                <a:solidFill>
                  <a:srgbClr val="F59E0B"/>
                </a:solidFill>
                <a:latin typeface="Arial"/>
              </a:defRPr>
            </a:pPr>
            <a:r>
              <a:rPr sz="900">
                <a:solidFill>
                  <a:srgbClr val="F59E0B"/>
                </a:solidFill>
                <a:latin typeface="Arial"/>
              </a:rPr>
              <a:t>→</a:t>
            </a:r>
          </a:p>
        </p:txBody>
      </p:sp>
      <p:sp>
        <p:nvSpPr>
          <p:cNvPr id="61" name="TextBox 60">
            <a:extLst>
              <a:ext uri="{FF2B5EF4-FFF2-40B4-BE49-F238E27FC236}">
                <a16:creationId xmlns:a16="http://schemas.microsoft.com/office/drawing/2014/main" id="{FF23FC3B-78DD-4564-82DB-E32DB191EE6D}"/>
              </a:ext>
            </a:extLst>
          </p:cNvPr>
          <p:cNvSpPr txBox="1"/>
          <p:nvPr userDrawn="1"/>
        </p:nvSpPr>
        <p:spPr>
          <a:xfrm>
            <a:off x="440500" y="5138928"/>
            <a:ext cx="5472684" cy="23083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defTabSz="457200">
              <a:defRPr sz="900" b="0" i="0">
                <a:solidFill>
                  <a:srgbClr val="475569"/>
                </a:solidFill>
                <a:latin typeface="Arial"/>
              </a:defRPr>
            </a:pPr>
            <a:r>
              <a:rPr sz="900">
                <a:solidFill>
                  <a:srgbClr val="475569"/>
                </a:solidFill>
                <a:latin typeface="Arial"/>
              </a:rPr>
              <a:t>{{impl_4}}</a:t>
            </a:r>
          </a:p>
        </p:txBody>
      </p:sp>
      <p:sp>
        <p:nvSpPr>
          <p:cNvPr id="62" name="Rounded Rectangle 86">
            <a:extLst>
              <a:ext uri="{FF2B5EF4-FFF2-40B4-BE49-F238E27FC236}">
                <a16:creationId xmlns:a16="http://schemas.microsoft.com/office/drawing/2014/main" id="{935B8006-574A-F551-E26D-73D4AC68DE5A}"/>
              </a:ext>
            </a:extLst>
          </p:cNvPr>
          <p:cNvSpPr/>
          <p:nvPr userDrawn="1"/>
        </p:nvSpPr>
        <p:spPr>
          <a:xfrm>
            <a:off x="6150928" y="3657600"/>
            <a:ext cx="5875020" cy="2788920"/>
          </a:xfrm>
          <a:prstGeom prst="roundRect">
            <a:avLst/>
          </a:prstGeom>
          <a:solidFill>
            <a:srgbClr val="FFFFFF"/>
          </a:solidFill>
          <a:ln w="12700">
            <a:solidFill>
              <a:srgbClr val="E5E7EB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 defTabSz="457200"/>
            <a:endParaRPr>
              <a:solidFill>
                <a:prstClr val="white"/>
              </a:solidFill>
              <a:latin typeface="Calibri"/>
            </a:endParaRPr>
          </a:p>
        </p:txBody>
      </p:sp>
      <p:sp>
        <p:nvSpPr>
          <p:cNvPr id="63" name="Rectangle 62">
            <a:extLst>
              <a:ext uri="{FF2B5EF4-FFF2-40B4-BE49-F238E27FC236}">
                <a16:creationId xmlns:a16="http://schemas.microsoft.com/office/drawing/2014/main" id="{14652C9A-B5B8-9EEE-94C9-23AD87DE1443}"/>
              </a:ext>
            </a:extLst>
          </p:cNvPr>
          <p:cNvSpPr/>
          <p:nvPr userDrawn="1"/>
        </p:nvSpPr>
        <p:spPr>
          <a:xfrm>
            <a:off x="6150928" y="3657600"/>
            <a:ext cx="5875020" cy="292608"/>
          </a:xfrm>
          <a:prstGeom prst="rect">
            <a:avLst/>
          </a:prstGeom>
          <a:solidFill>
            <a:srgbClr val="FAFBFF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 defTabSz="457200"/>
            <a:endParaRPr>
              <a:solidFill>
                <a:prstClr val="white"/>
              </a:solidFill>
              <a:latin typeface="Calibri"/>
            </a:endParaRPr>
          </a:p>
        </p:txBody>
      </p:sp>
      <p:sp>
        <p:nvSpPr>
          <p:cNvPr id="64" name="Rectangle 63">
            <a:extLst>
              <a:ext uri="{FF2B5EF4-FFF2-40B4-BE49-F238E27FC236}">
                <a16:creationId xmlns:a16="http://schemas.microsoft.com/office/drawing/2014/main" id="{3CF27A29-2A99-F76A-70AE-BB63CEA63A73}"/>
              </a:ext>
            </a:extLst>
          </p:cNvPr>
          <p:cNvSpPr/>
          <p:nvPr userDrawn="1"/>
        </p:nvSpPr>
        <p:spPr>
          <a:xfrm>
            <a:off x="6150928" y="3950208"/>
            <a:ext cx="5875020" cy="9144"/>
          </a:xfrm>
          <a:prstGeom prst="rect">
            <a:avLst/>
          </a:prstGeom>
          <a:solidFill>
            <a:srgbClr val="F1F5F9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 defTabSz="457200"/>
            <a:endParaRPr>
              <a:solidFill>
                <a:prstClr val="white"/>
              </a:solidFill>
              <a:latin typeface="Calibri"/>
            </a:endParaRPr>
          </a:p>
        </p:txBody>
      </p:sp>
      <p:sp>
        <p:nvSpPr>
          <p:cNvPr id="65" name="Oval 64">
            <a:extLst>
              <a:ext uri="{FF2B5EF4-FFF2-40B4-BE49-F238E27FC236}">
                <a16:creationId xmlns:a16="http://schemas.microsoft.com/office/drawing/2014/main" id="{1B5E98C8-9308-EA4F-5895-F749486C634B}"/>
              </a:ext>
            </a:extLst>
          </p:cNvPr>
          <p:cNvSpPr/>
          <p:nvPr userDrawn="1"/>
        </p:nvSpPr>
        <p:spPr>
          <a:xfrm>
            <a:off x="6278944" y="3817863"/>
            <a:ext cx="64008" cy="64008"/>
          </a:xfrm>
          <a:prstGeom prst="ellipse">
            <a:avLst/>
          </a:prstGeom>
          <a:solidFill>
            <a:srgbClr val="EF4444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 defTabSz="457200"/>
            <a:endParaRPr>
              <a:solidFill>
                <a:prstClr val="white"/>
              </a:solidFill>
              <a:latin typeface="Calibri"/>
            </a:endParaRPr>
          </a:p>
        </p:txBody>
      </p:sp>
      <p:sp>
        <p:nvSpPr>
          <p:cNvPr id="66" name="TextBox 65">
            <a:extLst>
              <a:ext uri="{FF2B5EF4-FFF2-40B4-BE49-F238E27FC236}">
                <a16:creationId xmlns:a16="http://schemas.microsoft.com/office/drawing/2014/main" id="{86EE6BF9-8B9A-0808-F658-CB816D8E319E}"/>
              </a:ext>
            </a:extLst>
          </p:cNvPr>
          <p:cNvSpPr txBox="1"/>
          <p:nvPr userDrawn="1"/>
        </p:nvSpPr>
        <p:spPr>
          <a:xfrm>
            <a:off x="6388672" y="3730752"/>
            <a:ext cx="5509260" cy="23083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defTabSz="457200">
              <a:defRPr sz="900" b="1" i="0">
                <a:solidFill>
                  <a:srgbClr val="64748B"/>
                </a:solidFill>
                <a:latin typeface="Arial"/>
              </a:defRPr>
            </a:pPr>
            <a:r>
              <a:rPr sz="900" b="1">
                <a:solidFill>
                  <a:srgbClr val="64748B"/>
                </a:solidFill>
                <a:latin typeface="Arial"/>
              </a:rPr>
              <a:t>Remaining Scientific Questions</a:t>
            </a:r>
          </a:p>
        </p:txBody>
      </p:sp>
      <p:sp>
        <p:nvSpPr>
          <p:cNvPr id="67" name="TextBox 66">
            <a:extLst>
              <a:ext uri="{FF2B5EF4-FFF2-40B4-BE49-F238E27FC236}">
                <a16:creationId xmlns:a16="http://schemas.microsoft.com/office/drawing/2014/main" id="{01F7DA3A-BE30-B951-36AB-0AB80F883353}"/>
              </a:ext>
            </a:extLst>
          </p:cNvPr>
          <p:cNvSpPr txBox="1"/>
          <p:nvPr userDrawn="1"/>
        </p:nvSpPr>
        <p:spPr>
          <a:xfrm>
            <a:off x="6278944" y="4041648"/>
            <a:ext cx="128016" cy="23083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defTabSz="457200">
              <a:defRPr sz="900" b="1" i="0">
                <a:solidFill>
                  <a:srgbClr val="EF4444"/>
                </a:solidFill>
                <a:latin typeface="Arial"/>
              </a:defRPr>
            </a:pPr>
            <a:r>
              <a:rPr sz="900" b="1">
                <a:solidFill>
                  <a:srgbClr val="EF4444"/>
                </a:solidFill>
                <a:latin typeface="Arial"/>
              </a:rPr>
              <a:t>?</a:t>
            </a:r>
          </a:p>
        </p:txBody>
      </p:sp>
      <p:sp>
        <p:nvSpPr>
          <p:cNvPr id="68" name="TextBox 67">
            <a:extLst>
              <a:ext uri="{FF2B5EF4-FFF2-40B4-BE49-F238E27FC236}">
                <a16:creationId xmlns:a16="http://schemas.microsoft.com/office/drawing/2014/main" id="{5E6F8182-9090-A8F8-8A81-4D879D6B693A}"/>
              </a:ext>
            </a:extLst>
          </p:cNvPr>
          <p:cNvSpPr txBox="1"/>
          <p:nvPr userDrawn="1"/>
        </p:nvSpPr>
        <p:spPr>
          <a:xfrm>
            <a:off x="6425248" y="4041648"/>
            <a:ext cx="5472684" cy="23083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defTabSz="457200">
              <a:defRPr sz="900" b="0" i="0">
                <a:solidFill>
                  <a:srgbClr val="475569"/>
                </a:solidFill>
                <a:latin typeface="Arial"/>
              </a:defRPr>
            </a:pPr>
            <a:r>
              <a:rPr sz="900">
                <a:solidFill>
                  <a:srgbClr val="475569"/>
                </a:solidFill>
                <a:latin typeface="Arial"/>
              </a:rPr>
              <a:t>{{question_1}}</a:t>
            </a:r>
          </a:p>
        </p:txBody>
      </p:sp>
      <p:sp>
        <p:nvSpPr>
          <p:cNvPr id="69" name="TextBox 68">
            <a:extLst>
              <a:ext uri="{FF2B5EF4-FFF2-40B4-BE49-F238E27FC236}">
                <a16:creationId xmlns:a16="http://schemas.microsoft.com/office/drawing/2014/main" id="{DF8D8BF9-75D0-F347-FD4A-E58E4A14ED6F}"/>
              </a:ext>
            </a:extLst>
          </p:cNvPr>
          <p:cNvSpPr txBox="1"/>
          <p:nvPr userDrawn="1"/>
        </p:nvSpPr>
        <p:spPr>
          <a:xfrm>
            <a:off x="6278944" y="4407408"/>
            <a:ext cx="128016" cy="23083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defTabSz="457200">
              <a:defRPr sz="900" b="1" i="0">
                <a:solidFill>
                  <a:srgbClr val="EF4444"/>
                </a:solidFill>
                <a:latin typeface="Arial"/>
              </a:defRPr>
            </a:pPr>
            <a:r>
              <a:rPr sz="900" b="1">
                <a:solidFill>
                  <a:srgbClr val="EF4444"/>
                </a:solidFill>
                <a:latin typeface="Arial"/>
              </a:rPr>
              <a:t>?</a:t>
            </a:r>
          </a:p>
        </p:txBody>
      </p:sp>
      <p:sp>
        <p:nvSpPr>
          <p:cNvPr id="70" name="TextBox 69">
            <a:extLst>
              <a:ext uri="{FF2B5EF4-FFF2-40B4-BE49-F238E27FC236}">
                <a16:creationId xmlns:a16="http://schemas.microsoft.com/office/drawing/2014/main" id="{3DF4DF7F-DD3E-58C3-3EC5-813FFDC25C76}"/>
              </a:ext>
            </a:extLst>
          </p:cNvPr>
          <p:cNvSpPr txBox="1"/>
          <p:nvPr userDrawn="1"/>
        </p:nvSpPr>
        <p:spPr>
          <a:xfrm>
            <a:off x="6425248" y="4407408"/>
            <a:ext cx="5472684" cy="23083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defTabSz="457200">
              <a:defRPr sz="900" b="0" i="0">
                <a:solidFill>
                  <a:srgbClr val="475569"/>
                </a:solidFill>
                <a:latin typeface="Arial"/>
              </a:defRPr>
            </a:pPr>
            <a:r>
              <a:rPr sz="900">
                <a:solidFill>
                  <a:srgbClr val="475569"/>
                </a:solidFill>
                <a:latin typeface="Arial"/>
              </a:rPr>
              <a:t>{{question_2}}</a:t>
            </a:r>
          </a:p>
        </p:txBody>
      </p:sp>
      <p:sp>
        <p:nvSpPr>
          <p:cNvPr id="71" name="TextBox 70">
            <a:extLst>
              <a:ext uri="{FF2B5EF4-FFF2-40B4-BE49-F238E27FC236}">
                <a16:creationId xmlns:a16="http://schemas.microsoft.com/office/drawing/2014/main" id="{BA6C1792-C191-C91C-5046-5C9FE12C7F5F}"/>
              </a:ext>
            </a:extLst>
          </p:cNvPr>
          <p:cNvSpPr txBox="1"/>
          <p:nvPr userDrawn="1"/>
        </p:nvSpPr>
        <p:spPr>
          <a:xfrm>
            <a:off x="6278944" y="4773168"/>
            <a:ext cx="128016" cy="23083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defTabSz="457200">
              <a:defRPr sz="900" b="1" i="0">
                <a:solidFill>
                  <a:srgbClr val="EF4444"/>
                </a:solidFill>
                <a:latin typeface="Arial"/>
              </a:defRPr>
            </a:pPr>
            <a:r>
              <a:rPr sz="900" b="1">
                <a:solidFill>
                  <a:srgbClr val="EF4444"/>
                </a:solidFill>
                <a:latin typeface="Arial"/>
              </a:rPr>
              <a:t>?</a:t>
            </a:r>
          </a:p>
        </p:txBody>
      </p:sp>
      <p:sp>
        <p:nvSpPr>
          <p:cNvPr id="72" name="TextBox 71">
            <a:extLst>
              <a:ext uri="{FF2B5EF4-FFF2-40B4-BE49-F238E27FC236}">
                <a16:creationId xmlns:a16="http://schemas.microsoft.com/office/drawing/2014/main" id="{698EBEAF-FB67-96BF-2025-4F921D826B40}"/>
              </a:ext>
            </a:extLst>
          </p:cNvPr>
          <p:cNvSpPr txBox="1"/>
          <p:nvPr userDrawn="1"/>
        </p:nvSpPr>
        <p:spPr>
          <a:xfrm>
            <a:off x="6425248" y="4773168"/>
            <a:ext cx="5472684" cy="23083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defTabSz="457200">
              <a:defRPr sz="900" b="0" i="0">
                <a:solidFill>
                  <a:srgbClr val="475569"/>
                </a:solidFill>
                <a:latin typeface="Arial"/>
              </a:defRPr>
            </a:pPr>
            <a:r>
              <a:rPr sz="900">
                <a:solidFill>
                  <a:srgbClr val="475569"/>
                </a:solidFill>
                <a:latin typeface="Arial"/>
              </a:rPr>
              <a:t>{{question_3}}</a:t>
            </a:r>
          </a:p>
        </p:txBody>
      </p:sp>
      <p:sp>
        <p:nvSpPr>
          <p:cNvPr id="73" name="TextBox 72">
            <a:extLst>
              <a:ext uri="{FF2B5EF4-FFF2-40B4-BE49-F238E27FC236}">
                <a16:creationId xmlns:a16="http://schemas.microsoft.com/office/drawing/2014/main" id="{347583DC-E60B-1F76-50BD-70E1DB5482BA}"/>
              </a:ext>
            </a:extLst>
          </p:cNvPr>
          <p:cNvSpPr txBox="1"/>
          <p:nvPr userDrawn="1"/>
        </p:nvSpPr>
        <p:spPr>
          <a:xfrm>
            <a:off x="6278944" y="5138928"/>
            <a:ext cx="128016" cy="23083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defTabSz="457200">
              <a:defRPr sz="900" b="1" i="0">
                <a:solidFill>
                  <a:srgbClr val="EF4444"/>
                </a:solidFill>
                <a:latin typeface="Arial"/>
              </a:defRPr>
            </a:pPr>
            <a:r>
              <a:rPr sz="900" b="1">
                <a:solidFill>
                  <a:srgbClr val="EF4444"/>
                </a:solidFill>
                <a:latin typeface="Arial"/>
              </a:rPr>
              <a:t>?</a:t>
            </a:r>
          </a:p>
        </p:txBody>
      </p:sp>
      <p:sp>
        <p:nvSpPr>
          <p:cNvPr id="74" name="TextBox 73">
            <a:extLst>
              <a:ext uri="{FF2B5EF4-FFF2-40B4-BE49-F238E27FC236}">
                <a16:creationId xmlns:a16="http://schemas.microsoft.com/office/drawing/2014/main" id="{537BF30A-2ECE-D985-6306-A0315C898445}"/>
              </a:ext>
            </a:extLst>
          </p:cNvPr>
          <p:cNvSpPr txBox="1"/>
          <p:nvPr userDrawn="1"/>
        </p:nvSpPr>
        <p:spPr>
          <a:xfrm>
            <a:off x="6425248" y="5138928"/>
            <a:ext cx="5472684" cy="23083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defTabSz="457200">
              <a:defRPr sz="900" b="0" i="0">
                <a:solidFill>
                  <a:srgbClr val="475569"/>
                </a:solidFill>
                <a:latin typeface="Arial"/>
              </a:defRPr>
            </a:pPr>
            <a:r>
              <a:rPr sz="900">
                <a:solidFill>
                  <a:srgbClr val="475569"/>
                </a:solidFill>
                <a:latin typeface="Arial"/>
              </a:rPr>
              <a:t>{{question_4}}</a:t>
            </a:r>
          </a:p>
        </p:txBody>
      </p:sp>
      <p:sp>
        <p:nvSpPr>
          <p:cNvPr id="75" name="Rectangle 74">
            <a:extLst>
              <a:ext uri="{FF2B5EF4-FFF2-40B4-BE49-F238E27FC236}">
                <a16:creationId xmlns:a16="http://schemas.microsoft.com/office/drawing/2014/main" id="{312A848F-308A-8F29-290C-8504C3FEC5A6}"/>
              </a:ext>
            </a:extLst>
          </p:cNvPr>
          <p:cNvSpPr/>
          <p:nvPr userDrawn="1"/>
        </p:nvSpPr>
        <p:spPr>
          <a:xfrm>
            <a:off x="1588" y="6556248"/>
            <a:ext cx="12188952" cy="9144"/>
          </a:xfrm>
          <a:prstGeom prst="rect">
            <a:avLst/>
          </a:prstGeom>
          <a:solidFill>
            <a:srgbClr val="F0F0F5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 defTabSz="457200"/>
            <a:endParaRPr>
              <a:solidFill>
                <a:prstClr val="white"/>
              </a:solidFill>
              <a:latin typeface="Calibri"/>
            </a:endParaRPr>
          </a:p>
        </p:txBody>
      </p:sp>
      <p:sp>
        <p:nvSpPr>
          <p:cNvPr id="76" name="TextBox 75">
            <a:extLst>
              <a:ext uri="{FF2B5EF4-FFF2-40B4-BE49-F238E27FC236}">
                <a16:creationId xmlns:a16="http://schemas.microsoft.com/office/drawing/2014/main" id="{6FE132BE-637B-15BF-28F0-B59859BCF87E}"/>
              </a:ext>
            </a:extLst>
          </p:cNvPr>
          <p:cNvSpPr txBox="1"/>
          <p:nvPr userDrawn="1"/>
        </p:nvSpPr>
        <p:spPr>
          <a:xfrm>
            <a:off x="3359722" y="1884168"/>
            <a:ext cx="2553462" cy="22313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defTabSz="457200">
              <a:defRPr sz="850" b="0" i="0">
                <a:solidFill>
                  <a:srgbClr val="475569"/>
                </a:solidFill>
                <a:latin typeface="Arial"/>
              </a:defRPr>
            </a:pPr>
            <a:r>
              <a:rPr lang="en-US" sz="850" dirty="0"/>
              <a:t>{{nar_col_2_item_1}}</a:t>
            </a:r>
            <a:endParaRPr sz="850" dirty="0">
              <a:solidFill>
                <a:srgbClr val="475569"/>
              </a:solidFill>
              <a:latin typeface="Arial"/>
            </a:endParaRPr>
          </a:p>
        </p:txBody>
      </p:sp>
      <p:sp>
        <p:nvSpPr>
          <p:cNvPr id="77" name="TextBox 76">
            <a:extLst>
              <a:ext uri="{FF2B5EF4-FFF2-40B4-BE49-F238E27FC236}">
                <a16:creationId xmlns:a16="http://schemas.microsoft.com/office/drawing/2014/main" id="{CD47738A-B256-7F05-34BB-8453F71442C5}"/>
              </a:ext>
            </a:extLst>
          </p:cNvPr>
          <p:cNvSpPr txBox="1"/>
          <p:nvPr userDrawn="1"/>
        </p:nvSpPr>
        <p:spPr>
          <a:xfrm>
            <a:off x="3359722" y="2140200"/>
            <a:ext cx="2553462" cy="22313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defTabSz="457200">
              <a:defRPr sz="850" b="0" i="0">
                <a:solidFill>
                  <a:srgbClr val="475569"/>
                </a:solidFill>
                <a:latin typeface="Arial"/>
              </a:defRPr>
            </a:pPr>
            <a:r>
              <a:rPr lang="en-US" sz="850" dirty="0"/>
              <a:t>{{nar_col_2_item_2}}</a:t>
            </a:r>
            <a:endParaRPr sz="850" dirty="0">
              <a:solidFill>
                <a:srgbClr val="475569"/>
              </a:solidFill>
              <a:latin typeface="Arial"/>
            </a:endParaRPr>
          </a:p>
        </p:txBody>
      </p:sp>
      <p:sp>
        <p:nvSpPr>
          <p:cNvPr id="78" name="TextBox 77">
            <a:extLst>
              <a:ext uri="{FF2B5EF4-FFF2-40B4-BE49-F238E27FC236}">
                <a16:creationId xmlns:a16="http://schemas.microsoft.com/office/drawing/2014/main" id="{7D622911-7FD7-8647-5252-B3F83C245524}"/>
              </a:ext>
            </a:extLst>
          </p:cNvPr>
          <p:cNvSpPr txBox="1"/>
          <p:nvPr userDrawn="1"/>
        </p:nvSpPr>
        <p:spPr>
          <a:xfrm>
            <a:off x="3359722" y="2396232"/>
            <a:ext cx="2553462" cy="22313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defTabSz="457200">
              <a:defRPr sz="850" b="0" i="0">
                <a:solidFill>
                  <a:srgbClr val="475569"/>
                </a:solidFill>
                <a:latin typeface="Arial"/>
              </a:defRPr>
            </a:pPr>
            <a:r>
              <a:rPr lang="en-US" sz="850" dirty="0"/>
              <a:t>{{nar_col_2_item_3}}</a:t>
            </a:r>
            <a:endParaRPr sz="850" dirty="0">
              <a:solidFill>
                <a:srgbClr val="475569"/>
              </a:solidFill>
              <a:latin typeface="Arial"/>
            </a:endParaRPr>
          </a:p>
        </p:txBody>
      </p:sp>
      <p:sp>
        <p:nvSpPr>
          <p:cNvPr id="79" name="TextBox 78">
            <a:extLst>
              <a:ext uri="{FF2B5EF4-FFF2-40B4-BE49-F238E27FC236}">
                <a16:creationId xmlns:a16="http://schemas.microsoft.com/office/drawing/2014/main" id="{23B35EE1-1CF8-813C-4A76-9A55D1242698}"/>
              </a:ext>
            </a:extLst>
          </p:cNvPr>
          <p:cNvSpPr txBox="1"/>
          <p:nvPr userDrawn="1"/>
        </p:nvSpPr>
        <p:spPr>
          <a:xfrm>
            <a:off x="3359722" y="2652264"/>
            <a:ext cx="2553462" cy="22313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defTabSz="457200">
              <a:defRPr sz="850" b="0" i="0">
                <a:solidFill>
                  <a:srgbClr val="475569"/>
                </a:solidFill>
                <a:latin typeface="Arial"/>
              </a:defRPr>
            </a:pPr>
            <a:r>
              <a:rPr lang="en-US" sz="850" dirty="0"/>
              <a:t>{{nar_col_2_item_4}}</a:t>
            </a:r>
            <a:endParaRPr sz="850" dirty="0">
              <a:solidFill>
                <a:srgbClr val="475569"/>
              </a:solidFill>
              <a:latin typeface="Arial"/>
            </a:endParaRPr>
          </a:p>
        </p:txBody>
      </p:sp>
      <p:sp>
        <p:nvSpPr>
          <p:cNvPr id="80" name="TextBox 79">
            <a:extLst>
              <a:ext uri="{FF2B5EF4-FFF2-40B4-BE49-F238E27FC236}">
                <a16:creationId xmlns:a16="http://schemas.microsoft.com/office/drawing/2014/main" id="{1D6D3335-A2C8-DA50-9DEA-038FC4C2FB06}"/>
              </a:ext>
            </a:extLst>
          </p:cNvPr>
          <p:cNvSpPr txBox="1"/>
          <p:nvPr userDrawn="1"/>
        </p:nvSpPr>
        <p:spPr>
          <a:xfrm>
            <a:off x="3359722" y="2908296"/>
            <a:ext cx="2553462" cy="22313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defTabSz="457200">
              <a:defRPr sz="850" b="0" i="0">
                <a:solidFill>
                  <a:srgbClr val="475569"/>
                </a:solidFill>
                <a:latin typeface="Arial"/>
              </a:defRPr>
            </a:pPr>
            <a:r>
              <a:rPr lang="en-US" sz="850" dirty="0"/>
              <a:t>{{nar_col_2_item_5}}</a:t>
            </a:r>
            <a:endParaRPr sz="850" dirty="0">
              <a:solidFill>
                <a:srgbClr val="475569"/>
              </a:solidFill>
              <a:latin typeface="Arial"/>
            </a:endParaRPr>
          </a:p>
        </p:txBody>
      </p:sp>
      <p:sp>
        <p:nvSpPr>
          <p:cNvPr id="81" name="TextBox 80">
            <a:extLst>
              <a:ext uri="{FF2B5EF4-FFF2-40B4-BE49-F238E27FC236}">
                <a16:creationId xmlns:a16="http://schemas.microsoft.com/office/drawing/2014/main" id="{3EF9CE15-1E33-0946-8222-01C2C07442BF}"/>
              </a:ext>
            </a:extLst>
          </p:cNvPr>
          <p:cNvSpPr txBox="1"/>
          <p:nvPr userDrawn="1"/>
        </p:nvSpPr>
        <p:spPr>
          <a:xfrm>
            <a:off x="6352096" y="1882542"/>
            <a:ext cx="2553462" cy="22313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defTabSz="457200">
              <a:defRPr sz="850" b="0" i="0">
                <a:solidFill>
                  <a:srgbClr val="475569"/>
                </a:solidFill>
                <a:latin typeface="Arial"/>
              </a:defRPr>
            </a:pPr>
            <a:r>
              <a:rPr lang="en-US" sz="850" dirty="0"/>
              <a:t>{{nar_col_3_item_1}}</a:t>
            </a:r>
            <a:endParaRPr sz="850" dirty="0">
              <a:solidFill>
                <a:srgbClr val="475569"/>
              </a:solidFill>
              <a:latin typeface="Arial"/>
            </a:endParaRPr>
          </a:p>
        </p:txBody>
      </p:sp>
      <p:sp>
        <p:nvSpPr>
          <p:cNvPr id="82" name="TextBox 81">
            <a:extLst>
              <a:ext uri="{FF2B5EF4-FFF2-40B4-BE49-F238E27FC236}">
                <a16:creationId xmlns:a16="http://schemas.microsoft.com/office/drawing/2014/main" id="{0D055E2B-EC4D-885D-DCD0-32885CB1CE23}"/>
              </a:ext>
            </a:extLst>
          </p:cNvPr>
          <p:cNvSpPr txBox="1"/>
          <p:nvPr userDrawn="1"/>
        </p:nvSpPr>
        <p:spPr>
          <a:xfrm>
            <a:off x="6352096" y="2138574"/>
            <a:ext cx="2553462" cy="22313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defTabSz="457200">
              <a:defRPr sz="850" b="0" i="0">
                <a:solidFill>
                  <a:srgbClr val="475569"/>
                </a:solidFill>
                <a:latin typeface="Arial"/>
              </a:defRPr>
            </a:pPr>
            <a:r>
              <a:rPr lang="en-US" sz="850" dirty="0"/>
              <a:t>{{nar_col_3_item_2}}</a:t>
            </a:r>
            <a:endParaRPr sz="850" dirty="0">
              <a:solidFill>
                <a:srgbClr val="475569"/>
              </a:solidFill>
              <a:latin typeface="Arial"/>
            </a:endParaRPr>
          </a:p>
        </p:txBody>
      </p:sp>
      <p:sp>
        <p:nvSpPr>
          <p:cNvPr id="83" name="TextBox 82">
            <a:extLst>
              <a:ext uri="{FF2B5EF4-FFF2-40B4-BE49-F238E27FC236}">
                <a16:creationId xmlns:a16="http://schemas.microsoft.com/office/drawing/2014/main" id="{5B795650-0318-2361-8317-92B483D8E41C}"/>
              </a:ext>
            </a:extLst>
          </p:cNvPr>
          <p:cNvSpPr txBox="1"/>
          <p:nvPr userDrawn="1"/>
        </p:nvSpPr>
        <p:spPr>
          <a:xfrm>
            <a:off x="6352096" y="2394606"/>
            <a:ext cx="2553462" cy="22313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defTabSz="457200">
              <a:defRPr sz="850" b="0" i="0">
                <a:solidFill>
                  <a:srgbClr val="475569"/>
                </a:solidFill>
                <a:latin typeface="Arial"/>
              </a:defRPr>
            </a:pPr>
            <a:r>
              <a:rPr lang="en-US" sz="850" dirty="0"/>
              <a:t>{{nar_col_3_item_3}}</a:t>
            </a:r>
            <a:endParaRPr sz="850" dirty="0">
              <a:solidFill>
                <a:srgbClr val="475569"/>
              </a:solidFill>
              <a:latin typeface="Arial"/>
            </a:endParaRPr>
          </a:p>
        </p:txBody>
      </p:sp>
      <p:sp>
        <p:nvSpPr>
          <p:cNvPr id="84" name="TextBox 83">
            <a:extLst>
              <a:ext uri="{FF2B5EF4-FFF2-40B4-BE49-F238E27FC236}">
                <a16:creationId xmlns:a16="http://schemas.microsoft.com/office/drawing/2014/main" id="{EE9C9589-2D0D-B899-2243-60155CACA38A}"/>
              </a:ext>
            </a:extLst>
          </p:cNvPr>
          <p:cNvSpPr txBox="1"/>
          <p:nvPr userDrawn="1"/>
        </p:nvSpPr>
        <p:spPr>
          <a:xfrm>
            <a:off x="6352096" y="2650638"/>
            <a:ext cx="2553462" cy="22313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defTabSz="457200">
              <a:defRPr sz="850" b="0" i="0">
                <a:solidFill>
                  <a:srgbClr val="475569"/>
                </a:solidFill>
                <a:latin typeface="Arial"/>
              </a:defRPr>
            </a:pPr>
            <a:r>
              <a:rPr lang="en-US" sz="850" dirty="0"/>
              <a:t>{{nar_col_3_item_4}}</a:t>
            </a:r>
            <a:endParaRPr sz="850" dirty="0">
              <a:solidFill>
                <a:srgbClr val="475569"/>
              </a:solidFill>
              <a:latin typeface="Arial"/>
            </a:endParaRPr>
          </a:p>
        </p:txBody>
      </p:sp>
      <p:sp>
        <p:nvSpPr>
          <p:cNvPr id="85" name="TextBox 84">
            <a:extLst>
              <a:ext uri="{FF2B5EF4-FFF2-40B4-BE49-F238E27FC236}">
                <a16:creationId xmlns:a16="http://schemas.microsoft.com/office/drawing/2014/main" id="{C5BEDAF1-47DA-F25F-8C19-89003100743C}"/>
              </a:ext>
            </a:extLst>
          </p:cNvPr>
          <p:cNvSpPr txBox="1"/>
          <p:nvPr userDrawn="1"/>
        </p:nvSpPr>
        <p:spPr>
          <a:xfrm>
            <a:off x="6352096" y="2906670"/>
            <a:ext cx="2553462" cy="22313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defTabSz="457200">
              <a:defRPr sz="850" b="0" i="0">
                <a:solidFill>
                  <a:srgbClr val="475569"/>
                </a:solidFill>
                <a:latin typeface="Arial"/>
              </a:defRPr>
            </a:pPr>
            <a:r>
              <a:rPr lang="en-US" sz="850" dirty="0"/>
              <a:t>{{nar_col_3_item_5}}</a:t>
            </a:r>
            <a:endParaRPr sz="850" dirty="0">
              <a:solidFill>
                <a:srgbClr val="475569"/>
              </a:solidFill>
              <a:latin typeface="Arial"/>
            </a:endParaRPr>
          </a:p>
        </p:txBody>
      </p:sp>
      <p:sp>
        <p:nvSpPr>
          <p:cNvPr id="86" name="TextBox 85">
            <a:extLst>
              <a:ext uri="{FF2B5EF4-FFF2-40B4-BE49-F238E27FC236}">
                <a16:creationId xmlns:a16="http://schemas.microsoft.com/office/drawing/2014/main" id="{116306A2-ABDB-F9B1-0923-E9E61D5C3311}"/>
              </a:ext>
            </a:extLst>
          </p:cNvPr>
          <p:cNvSpPr txBox="1"/>
          <p:nvPr userDrawn="1"/>
        </p:nvSpPr>
        <p:spPr>
          <a:xfrm>
            <a:off x="9408478" y="1899726"/>
            <a:ext cx="2553462" cy="22313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defTabSz="457200">
              <a:defRPr sz="850" b="0" i="0">
                <a:solidFill>
                  <a:srgbClr val="475569"/>
                </a:solidFill>
                <a:latin typeface="Arial"/>
              </a:defRPr>
            </a:pPr>
            <a:r>
              <a:rPr lang="en-US" sz="850" dirty="0"/>
              <a:t>{{nar_col_4_item_1}}</a:t>
            </a:r>
            <a:endParaRPr sz="850" dirty="0">
              <a:solidFill>
                <a:srgbClr val="475569"/>
              </a:solidFill>
              <a:latin typeface="Arial"/>
            </a:endParaRPr>
          </a:p>
        </p:txBody>
      </p:sp>
      <p:sp>
        <p:nvSpPr>
          <p:cNvPr id="87" name="TextBox 86">
            <a:extLst>
              <a:ext uri="{FF2B5EF4-FFF2-40B4-BE49-F238E27FC236}">
                <a16:creationId xmlns:a16="http://schemas.microsoft.com/office/drawing/2014/main" id="{5557FA36-CAF9-48B1-AC0C-9629BA5CA828}"/>
              </a:ext>
            </a:extLst>
          </p:cNvPr>
          <p:cNvSpPr txBox="1"/>
          <p:nvPr userDrawn="1"/>
        </p:nvSpPr>
        <p:spPr>
          <a:xfrm>
            <a:off x="9408478" y="2155758"/>
            <a:ext cx="2553462" cy="22313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defTabSz="457200">
              <a:defRPr sz="850" b="0" i="0">
                <a:solidFill>
                  <a:srgbClr val="475569"/>
                </a:solidFill>
                <a:latin typeface="Arial"/>
              </a:defRPr>
            </a:pPr>
            <a:r>
              <a:rPr lang="en-US" sz="850" dirty="0"/>
              <a:t>{{nar_col_4_item_2}}</a:t>
            </a:r>
            <a:endParaRPr sz="850" dirty="0">
              <a:solidFill>
                <a:srgbClr val="475569"/>
              </a:solidFill>
              <a:latin typeface="Arial"/>
            </a:endParaRPr>
          </a:p>
        </p:txBody>
      </p:sp>
      <p:sp>
        <p:nvSpPr>
          <p:cNvPr id="88" name="TextBox 87">
            <a:extLst>
              <a:ext uri="{FF2B5EF4-FFF2-40B4-BE49-F238E27FC236}">
                <a16:creationId xmlns:a16="http://schemas.microsoft.com/office/drawing/2014/main" id="{71B9C7C1-C1A8-3A5D-6EC9-1E0E21DFE6AC}"/>
              </a:ext>
            </a:extLst>
          </p:cNvPr>
          <p:cNvSpPr txBox="1"/>
          <p:nvPr userDrawn="1"/>
        </p:nvSpPr>
        <p:spPr>
          <a:xfrm>
            <a:off x="9408478" y="2411790"/>
            <a:ext cx="2553462" cy="22313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defTabSz="457200">
              <a:defRPr sz="850" b="0" i="0">
                <a:solidFill>
                  <a:srgbClr val="475569"/>
                </a:solidFill>
                <a:latin typeface="Arial"/>
              </a:defRPr>
            </a:pPr>
            <a:r>
              <a:rPr lang="en-US" sz="850" dirty="0"/>
              <a:t>{{nar_col_4_item_3}}</a:t>
            </a:r>
            <a:endParaRPr sz="850" dirty="0">
              <a:solidFill>
                <a:srgbClr val="475569"/>
              </a:solidFill>
              <a:latin typeface="Arial"/>
            </a:endParaRPr>
          </a:p>
        </p:txBody>
      </p:sp>
      <p:sp>
        <p:nvSpPr>
          <p:cNvPr id="89" name="TextBox 88">
            <a:extLst>
              <a:ext uri="{FF2B5EF4-FFF2-40B4-BE49-F238E27FC236}">
                <a16:creationId xmlns:a16="http://schemas.microsoft.com/office/drawing/2014/main" id="{4409D74B-F850-1B5B-37EC-A0F27C35903A}"/>
              </a:ext>
            </a:extLst>
          </p:cNvPr>
          <p:cNvSpPr txBox="1"/>
          <p:nvPr userDrawn="1"/>
        </p:nvSpPr>
        <p:spPr>
          <a:xfrm>
            <a:off x="9408478" y="2667822"/>
            <a:ext cx="2553462" cy="22313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defTabSz="457200">
              <a:defRPr sz="850" b="0" i="0">
                <a:solidFill>
                  <a:srgbClr val="475569"/>
                </a:solidFill>
                <a:latin typeface="Arial"/>
              </a:defRPr>
            </a:pPr>
            <a:r>
              <a:rPr lang="en-US" sz="850" dirty="0"/>
              <a:t>{{nar_col_4_item_4}}</a:t>
            </a:r>
            <a:endParaRPr sz="850" dirty="0">
              <a:solidFill>
                <a:srgbClr val="475569"/>
              </a:solidFill>
              <a:latin typeface="Arial"/>
            </a:endParaRPr>
          </a:p>
        </p:txBody>
      </p:sp>
      <p:sp>
        <p:nvSpPr>
          <p:cNvPr id="90" name="TextBox 89">
            <a:extLst>
              <a:ext uri="{FF2B5EF4-FFF2-40B4-BE49-F238E27FC236}">
                <a16:creationId xmlns:a16="http://schemas.microsoft.com/office/drawing/2014/main" id="{F7B50395-BF75-AA33-941F-98B4278C6395}"/>
              </a:ext>
            </a:extLst>
          </p:cNvPr>
          <p:cNvSpPr txBox="1"/>
          <p:nvPr userDrawn="1"/>
        </p:nvSpPr>
        <p:spPr>
          <a:xfrm>
            <a:off x="9408478" y="2923854"/>
            <a:ext cx="2553462" cy="22313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defTabSz="457200">
              <a:defRPr sz="850" b="0" i="0">
                <a:solidFill>
                  <a:srgbClr val="475569"/>
                </a:solidFill>
                <a:latin typeface="Arial"/>
              </a:defRPr>
            </a:pPr>
            <a:r>
              <a:rPr lang="en-US" sz="850" dirty="0"/>
              <a:t>{{nar_col_4_item_5}}</a:t>
            </a:r>
            <a:endParaRPr sz="850" dirty="0">
              <a:solidFill>
                <a:srgbClr val="475569"/>
              </a:solidFill>
              <a:latin typeface="Arial"/>
            </a:endParaRPr>
          </a:p>
        </p:txBody>
      </p:sp>
      <p:sp>
        <p:nvSpPr>
          <p:cNvPr id="91" name="TextBox 90">
            <a:extLst>
              <a:ext uri="{FF2B5EF4-FFF2-40B4-BE49-F238E27FC236}">
                <a16:creationId xmlns:a16="http://schemas.microsoft.com/office/drawing/2014/main" id="{753D9F2F-F622-1551-6823-842FF18BA756}"/>
              </a:ext>
            </a:extLst>
          </p:cNvPr>
          <p:cNvSpPr txBox="1"/>
          <p:nvPr userDrawn="1"/>
        </p:nvSpPr>
        <p:spPr>
          <a:xfrm>
            <a:off x="6242368" y="1621541"/>
            <a:ext cx="2699766" cy="246221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defTabSz="457200">
              <a:defRPr sz="1000" b="1" i="0">
                <a:solidFill>
                  <a:srgbClr val="FFFFFF"/>
                </a:solidFill>
                <a:latin typeface="Arial"/>
              </a:defRPr>
            </a:pPr>
            <a:r>
              <a:rPr lang="de-DE" sz="1000" b="1" dirty="0"/>
              <a:t>{{nar_col_3_trial}}</a:t>
            </a:r>
            <a:endParaRPr sz="1000" b="1" dirty="0">
              <a:solidFill>
                <a:srgbClr val="FFFFFF"/>
              </a:solidFill>
              <a:latin typeface="Arial"/>
            </a:endParaRPr>
          </a:p>
        </p:txBody>
      </p:sp>
      <p:sp>
        <p:nvSpPr>
          <p:cNvPr id="92" name="TextBox 91">
            <a:extLst>
              <a:ext uri="{FF2B5EF4-FFF2-40B4-BE49-F238E27FC236}">
                <a16:creationId xmlns:a16="http://schemas.microsoft.com/office/drawing/2014/main" id="{B71C15D7-0A25-67DF-F98F-D889F7D11628}"/>
              </a:ext>
            </a:extLst>
          </p:cNvPr>
          <p:cNvSpPr txBox="1"/>
          <p:nvPr userDrawn="1"/>
        </p:nvSpPr>
        <p:spPr>
          <a:xfrm>
            <a:off x="9216454" y="1609650"/>
            <a:ext cx="2699766" cy="246221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defTabSz="457200">
              <a:defRPr sz="1000" b="1" i="0">
                <a:solidFill>
                  <a:srgbClr val="FFFFFF"/>
                </a:solidFill>
                <a:latin typeface="Arial"/>
              </a:defRPr>
            </a:pPr>
            <a:r>
              <a:rPr lang="de-DE" sz="1000" b="1" dirty="0"/>
              <a:t>{{nar_col_4_trial}}</a:t>
            </a:r>
            <a:endParaRPr sz="1000" b="1" dirty="0">
              <a:solidFill>
                <a:srgbClr val="FFFFFF"/>
              </a:solidFill>
              <a:latin typeface="Arial"/>
            </a:endParaRPr>
          </a:p>
        </p:txBody>
      </p:sp>
      <p:sp>
        <p:nvSpPr>
          <p:cNvPr id="93" name="TextBox 92">
            <a:extLst>
              <a:ext uri="{FF2B5EF4-FFF2-40B4-BE49-F238E27FC236}">
                <a16:creationId xmlns:a16="http://schemas.microsoft.com/office/drawing/2014/main" id="{ECD40D55-B59E-A0D6-D2A4-D140CA83913A}"/>
              </a:ext>
            </a:extLst>
          </p:cNvPr>
          <p:cNvSpPr txBox="1"/>
          <p:nvPr userDrawn="1"/>
        </p:nvSpPr>
        <p:spPr>
          <a:xfrm>
            <a:off x="1483100" y="146488"/>
            <a:ext cx="1554480" cy="237744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 defTabSz="457200">
              <a:defRPr sz="900" b="1" i="0">
                <a:solidFill>
                  <a:srgbClr val="C4B5FD"/>
                </a:solidFill>
                <a:latin typeface="Arial"/>
              </a:defRPr>
            </a:pPr>
            <a:r>
              <a:rPr sz="900" b="1" dirty="0">
                <a:solidFill>
                  <a:srgbClr val="C4B5FD"/>
                </a:solidFill>
                <a:latin typeface="Arial"/>
              </a:rPr>
              <a:t>SCIENTIFIC NARRATIVE</a:t>
            </a:r>
          </a:p>
        </p:txBody>
      </p:sp>
      <p:sp>
        <p:nvSpPr>
          <p:cNvPr id="94" name="TextBox 93">
            <a:extLst>
              <a:ext uri="{FF2B5EF4-FFF2-40B4-BE49-F238E27FC236}">
                <a16:creationId xmlns:a16="http://schemas.microsoft.com/office/drawing/2014/main" id="{FC30458E-1013-075D-00C7-A0F3F1139738}"/>
              </a:ext>
            </a:extLst>
          </p:cNvPr>
          <p:cNvSpPr txBox="1"/>
          <p:nvPr userDrawn="1"/>
        </p:nvSpPr>
        <p:spPr>
          <a:xfrm>
            <a:off x="3473800" y="128200"/>
            <a:ext cx="4572000" cy="34747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defRPr sz="1200" b="0">
                <a:solidFill>
                  <a:srgbClr val="CBD5E1"/>
                </a:solidFill>
                <a:latin typeface="Calibri"/>
              </a:defRPr>
            </a:pPr>
            <a:r>
              <a:rPr dirty="0"/>
              <a:t>{{</a:t>
            </a:r>
            <a:r>
              <a:rPr dirty="0" err="1"/>
              <a:t>drug_label</a:t>
            </a:r>
            <a:r>
              <a:rPr dirty="0"/>
              <a:t>}}</a:t>
            </a:r>
          </a:p>
        </p:txBody>
      </p:sp>
    </p:spTree>
    <p:extLst>
      <p:ext uri="{BB962C8B-B14F-4D97-AF65-F5344CB8AC3E}">
        <p14:creationId xmlns:p14="http://schemas.microsoft.com/office/powerpoint/2010/main" val="2561118439"/>
      </p:ext>
    </p:extLst>
  </p:cSld>
  <p:clrMapOvr>
    <a:masterClrMapping/>
  </p:clrMapOvr>
</p:sldLayout>
</file>

<file path=ppt/slideLayouts/slideLayout17.xml><?xml version="1.0" encoding="utf-8"?>
<p:sldLayout xmlns:a="http://schemas.openxmlformats.org/drawingml/2006/main" xmlns:r="http://schemas.openxmlformats.org/officeDocument/2006/relationships" xmlns:p="http://schemas.openxmlformats.org/presentationml/2006/main" preserve="1" userDrawn="1">
  <p:cSld name="SUMMARY_ligh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Box 1">
            <a:extLst>
              <a:ext uri="{FF2B5EF4-FFF2-40B4-BE49-F238E27FC236}">
                <a16:creationId xmlns:a16="http://schemas.microsoft.com/office/drawing/2014/main" id="{72F04E9E-C17D-1A76-6014-F4A784669467}"/>
              </a:ext>
            </a:extLst>
          </p:cNvPr>
          <p:cNvSpPr txBox="1"/>
          <p:nvPr userDrawn="1"/>
        </p:nvSpPr>
        <p:spPr>
          <a:xfrm>
            <a:off x="329184" y="594360"/>
            <a:ext cx="9144000" cy="461665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defRPr sz="2400" b="1">
                <a:solidFill>
                  <a:srgbClr val="F1F5F9"/>
                </a:solidFill>
                <a:latin typeface="Calibri"/>
              </a:defRPr>
            </a:pPr>
            <a:r>
              <a:rPr dirty="0">
                <a:solidFill>
                  <a:schemeClr val="tx1">
                    <a:lumMod val="65000"/>
                    <a:lumOff val="35000"/>
                  </a:schemeClr>
                </a:solidFill>
              </a:rPr>
              <a:t>{{</a:t>
            </a:r>
            <a:r>
              <a:rPr dirty="0" err="1">
                <a:solidFill>
                  <a:schemeClr val="tx1">
                    <a:lumMod val="65000"/>
                    <a:lumOff val="35000"/>
                  </a:schemeClr>
                </a:solidFill>
              </a:rPr>
              <a:t>slide_title</a:t>
            </a:r>
            <a:r>
              <a:rPr dirty="0">
                <a:solidFill>
                  <a:schemeClr val="tx1">
                    <a:lumMod val="65000"/>
                    <a:lumOff val="35000"/>
                  </a:schemeClr>
                </a:solidFill>
              </a:rPr>
              <a:t>}}</a:t>
            </a:r>
          </a:p>
        </p:txBody>
      </p:sp>
      <p:sp>
        <p:nvSpPr>
          <p:cNvPr id="3" name="TextBox 2">
            <a:extLst>
              <a:ext uri="{FF2B5EF4-FFF2-40B4-BE49-F238E27FC236}">
                <a16:creationId xmlns:a16="http://schemas.microsoft.com/office/drawing/2014/main" id="{712DA880-2464-9DE4-69AF-37E1BC20D90C}"/>
              </a:ext>
            </a:extLst>
          </p:cNvPr>
          <p:cNvSpPr txBox="1"/>
          <p:nvPr userDrawn="1"/>
        </p:nvSpPr>
        <p:spPr>
          <a:xfrm>
            <a:off x="329184" y="896112"/>
            <a:ext cx="7315200" cy="238527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defRPr sz="950" b="0">
                <a:solidFill>
                  <a:srgbClr val="94A3B8"/>
                </a:solidFill>
                <a:latin typeface="Calibri"/>
              </a:defRPr>
            </a:pPr>
            <a:r>
              <a:rPr>
                <a:solidFill>
                  <a:schemeClr val="tx1">
                    <a:lumMod val="65000"/>
                    <a:lumOff val="35000"/>
                  </a:schemeClr>
                </a:solidFill>
              </a:rPr>
              <a:t>{{slide_subtitle}}</a:t>
            </a:r>
          </a:p>
        </p:txBody>
      </p:sp>
      <p:sp>
        <p:nvSpPr>
          <p:cNvPr id="4" name="Rectangle 3">
            <a:extLst>
              <a:ext uri="{FF2B5EF4-FFF2-40B4-BE49-F238E27FC236}">
                <a16:creationId xmlns:a16="http://schemas.microsoft.com/office/drawing/2014/main" id="{69FA9773-A317-EE13-C5D3-B1306BE7EEF7}"/>
              </a:ext>
            </a:extLst>
          </p:cNvPr>
          <p:cNvSpPr/>
          <p:nvPr userDrawn="1"/>
        </p:nvSpPr>
        <p:spPr>
          <a:xfrm>
            <a:off x="0" y="1078992"/>
            <a:ext cx="12188952" cy="7315"/>
          </a:xfrm>
          <a:prstGeom prst="rect">
            <a:avLst/>
          </a:prstGeom>
          <a:solidFill>
            <a:srgbClr val="303A4A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6" name="Rectangle 5">
            <a:extLst>
              <a:ext uri="{FF2B5EF4-FFF2-40B4-BE49-F238E27FC236}">
                <a16:creationId xmlns:a16="http://schemas.microsoft.com/office/drawing/2014/main" id="{3787CAD4-1612-2A8F-24FC-08C13356A208}"/>
              </a:ext>
            </a:extLst>
          </p:cNvPr>
          <p:cNvSpPr/>
          <p:nvPr userDrawn="1"/>
        </p:nvSpPr>
        <p:spPr>
          <a:xfrm>
            <a:off x="457200" y="1399032"/>
            <a:ext cx="36576" cy="676656"/>
          </a:xfrm>
          <a:prstGeom prst="rect">
            <a:avLst/>
          </a:prstGeom>
          <a:solidFill>
            <a:srgbClr val="A78BFA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7" name="TextBox 6">
            <a:extLst>
              <a:ext uri="{FF2B5EF4-FFF2-40B4-BE49-F238E27FC236}">
                <a16:creationId xmlns:a16="http://schemas.microsoft.com/office/drawing/2014/main" id="{4AE8C450-F915-0E25-4126-D5A1F8A6CACB}"/>
              </a:ext>
            </a:extLst>
          </p:cNvPr>
          <p:cNvSpPr txBox="1"/>
          <p:nvPr userDrawn="1"/>
        </p:nvSpPr>
        <p:spPr>
          <a:xfrm>
            <a:off x="640080" y="1463039"/>
            <a:ext cx="365760" cy="32004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defRPr sz="2400" b="1">
                <a:solidFill>
                  <a:srgbClr val="A78BFA"/>
                </a:solidFill>
                <a:latin typeface="Calibri"/>
              </a:defRPr>
            </a:pPr>
            <a:r>
              <a:t>1</a:t>
            </a:r>
          </a:p>
        </p:txBody>
      </p:sp>
      <p:sp>
        <p:nvSpPr>
          <p:cNvPr id="8" name="TextBox 7">
            <a:extLst>
              <a:ext uri="{FF2B5EF4-FFF2-40B4-BE49-F238E27FC236}">
                <a16:creationId xmlns:a16="http://schemas.microsoft.com/office/drawing/2014/main" id="{3522BF15-3776-7BE2-4020-160DAB27D8BF}"/>
              </a:ext>
            </a:extLst>
          </p:cNvPr>
          <p:cNvSpPr txBox="1"/>
          <p:nvPr userDrawn="1"/>
        </p:nvSpPr>
        <p:spPr>
          <a:xfrm>
            <a:off x="1097280" y="1454079"/>
            <a:ext cx="4572000" cy="29238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defRPr sz="1300" b="1">
                <a:solidFill>
                  <a:srgbClr val="F1F5F9"/>
                </a:solidFill>
                <a:latin typeface="Calibri"/>
              </a:defRPr>
            </a:pPr>
            <a:r>
              <a:rPr>
                <a:solidFill>
                  <a:srgbClr val="5E4979"/>
                </a:solidFill>
              </a:rPr>
              <a:t>{{bullet_1_title}}</a:t>
            </a:r>
          </a:p>
        </p:txBody>
      </p:sp>
      <p:sp>
        <p:nvSpPr>
          <p:cNvPr id="9" name="TextBox 8">
            <a:extLst>
              <a:ext uri="{FF2B5EF4-FFF2-40B4-BE49-F238E27FC236}">
                <a16:creationId xmlns:a16="http://schemas.microsoft.com/office/drawing/2014/main" id="{1A397CB3-C2B3-F64A-DBEC-DF78F4F47800}"/>
              </a:ext>
            </a:extLst>
          </p:cNvPr>
          <p:cNvSpPr txBox="1"/>
          <p:nvPr userDrawn="1"/>
        </p:nvSpPr>
        <p:spPr>
          <a:xfrm>
            <a:off x="1097280" y="1755832"/>
            <a:ext cx="10332720" cy="246221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defRPr sz="1000" b="0">
                <a:solidFill>
                  <a:srgbClr val="CBD5E1"/>
                </a:solidFill>
                <a:latin typeface="Calibri"/>
              </a:defRPr>
            </a:pPr>
            <a:r>
              <a:rPr>
                <a:solidFill>
                  <a:srgbClr val="5E4979"/>
                </a:solidFill>
              </a:rPr>
              <a:t>{{bullet_1_text}}</a:t>
            </a:r>
          </a:p>
        </p:txBody>
      </p:sp>
      <p:sp>
        <p:nvSpPr>
          <p:cNvPr id="11" name="Rectangle 10">
            <a:extLst>
              <a:ext uri="{FF2B5EF4-FFF2-40B4-BE49-F238E27FC236}">
                <a16:creationId xmlns:a16="http://schemas.microsoft.com/office/drawing/2014/main" id="{A22500AD-63D4-9365-766E-C09E363F556B}"/>
              </a:ext>
            </a:extLst>
          </p:cNvPr>
          <p:cNvSpPr/>
          <p:nvPr userDrawn="1"/>
        </p:nvSpPr>
        <p:spPr>
          <a:xfrm>
            <a:off x="457200" y="2359152"/>
            <a:ext cx="36576" cy="676656"/>
          </a:xfrm>
          <a:prstGeom prst="rect">
            <a:avLst/>
          </a:prstGeom>
          <a:solidFill>
            <a:srgbClr val="60A5FA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12" name="TextBox 11">
            <a:extLst>
              <a:ext uri="{FF2B5EF4-FFF2-40B4-BE49-F238E27FC236}">
                <a16:creationId xmlns:a16="http://schemas.microsoft.com/office/drawing/2014/main" id="{38CD9EE5-A2F7-9532-6AD5-B1E7E0A62BA2}"/>
              </a:ext>
            </a:extLst>
          </p:cNvPr>
          <p:cNvSpPr txBox="1"/>
          <p:nvPr userDrawn="1"/>
        </p:nvSpPr>
        <p:spPr>
          <a:xfrm>
            <a:off x="640080" y="2423160"/>
            <a:ext cx="365760" cy="32004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defRPr sz="2400" b="1">
                <a:solidFill>
                  <a:srgbClr val="60A5FA"/>
                </a:solidFill>
                <a:latin typeface="Calibri"/>
              </a:defRPr>
            </a:pPr>
            <a:r>
              <a:t>2</a:t>
            </a:r>
          </a:p>
        </p:txBody>
      </p:sp>
      <p:sp>
        <p:nvSpPr>
          <p:cNvPr id="13" name="TextBox 12">
            <a:extLst>
              <a:ext uri="{FF2B5EF4-FFF2-40B4-BE49-F238E27FC236}">
                <a16:creationId xmlns:a16="http://schemas.microsoft.com/office/drawing/2014/main" id="{BBA9C1AD-C946-2B84-9AA7-AFC9C869F3F8}"/>
              </a:ext>
            </a:extLst>
          </p:cNvPr>
          <p:cNvSpPr txBox="1"/>
          <p:nvPr userDrawn="1"/>
        </p:nvSpPr>
        <p:spPr>
          <a:xfrm>
            <a:off x="1097280" y="2414200"/>
            <a:ext cx="4572000" cy="29238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defRPr sz="1300" b="1">
                <a:solidFill>
                  <a:srgbClr val="F1F5F9"/>
                </a:solidFill>
                <a:latin typeface="Calibri"/>
              </a:defRPr>
            </a:pPr>
            <a:r>
              <a:rPr>
                <a:solidFill>
                  <a:srgbClr val="5E4979"/>
                </a:solidFill>
              </a:rPr>
              <a:t>{{bullet_2_title}}</a:t>
            </a:r>
          </a:p>
        </p:txBody>
      </p:sp>
      <p:sp>
        <p:nvSpPr>
          <p:cNvPr id="14" name="TextBox 13">
            <a:extLst>
              <a:ext uri="{FF2B5EF4-FFF2-40B4-BE49-F238E27FC236}">
                <a16:creationId xmlns:a16="http://schemas.microsoft.com/office/drawing/2014/main" id="{88B41FB1-C5C8-5A8B-89FA-3273943640C0}"/>
              </a:ext>
            </a:extLst>
          </p:cNvPr>
          <p:cNvSpPr txBox="1"/>
          <p:nvPr userDrawn="1"/>
        </p:nvSpPr>
        <p:spPr>
          <a:xfrm>
            <a:off x="1097280" y="2715952"/>
            <a:ext cx="10332720" cy="246221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defRPr sz="1000" b="0">
                <a:solidFill>
                  <a:srgbClr val="CBD5E1"/>
                </a:solidFill>
                <a:latin typeface="Calibri"/>
              </a:defRPr>
            </a:pPr>
            <a:r>
              <a:rPr>
                <a:solidFill>
                  <a:srgbClr val="5E4979"/>
                </a:solidFill>
              </a:rPr>
              <a:t>{{bullet_2_text}}</a:t>
            </a:r>
          </a:p>
        </p:txBody>
      </p:sp>
      <p:sp>
        <p:nvSpPr>
          <p:cNvPr id="16" name="Rectangle 15">
            <a:extLst>
              <a:ext uri="{FF2B5EF4-FFF2-40B4-BE49-F238E27FC236}">
                <a16:creationId xmlns:a16="http://schemas.microsoft.com/office/drawing/2014/main" id="{7CBD7C89-05F1-951D-9175-5F4FB2C8E549}"/>
              </a:ext>
            </a:extLst>
          </p:cNvPr>
          <p:cNvSpPr/>
          <p:nvPr userDrawn="1"/>
        </p:nvSpPr>
        <p:spPr>
          <a:xfrm>
            <a:off x="457200" y="3319272"/>
            <a:ext cx="36576" cy="676656"/>
          </a:xfrm>
          <a:prstGeom prst="rect">
            <a:avLst/>
          </a:prstGeom>
          <a:solidFill>
            <a:srgbClr val="22D3EE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17" name="TextBox 16">
            <a:extLst>
              <a:ext uri="{FF2B5EF4-FFF2-40B4-BE49-F238E27FC236}">
                <a16:creationId xmlns:a16="http://schemas.microsoft.com/office/drawing/2014/main" id="{39E3A6FF-4516-9E79-2E91-0C6265F46780}"/>
              </a:ext>
            </a:extLst>
          </p:cNvPr>
          <p:cNvSpPr txBox="1"/>
          <p:nvPr userDrawn="1"/>
        </p:nvSpPr>
        <p:spPr>
          <a:xfrm>
            <a:off x="640080" y="3383279"/>
            <a:ext cx="365760" cy="32004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defRPr sz="2400" b="1">
                <a:solidFill>
                  <a:srgbClr val="22D3EE"/>
                </a:solidFill>
                <a:latin typeface="Calibri"/>
              </a:defRPr>
            </a:pPr>
            <a:r>
              <a:t>3</a:t>
            </a:r>
          </a:p>
        </p:txBody>
      </p:sp>
      <p:sp>
        <p:nvSpPr>
          <p:cNvPr id="18" name="TextBox 17">
            <a:extLst>
              <a:ext uri="{FF2B5EF4-FFF2-40B4-BE49-F238E27FC236}">
                <a16:creationId xmlns:a16="http://schemas.microsoft.com/office/drawing/2014/main" id="{3646C038-630F-B65B-8A22-C4C552909751}"/>
              </a:ext>
            </a:extLst>
          </p:cNvPr>
          <p:cNvSpPr txBox="1"/>
          <p:nvPr userDrawn="1"/>
        </p:nvSpPr>
        <p:spPr>
          <a:xfrm>
            <a:off x="1097280" y="3374320"/>
            <a:ext cx="4572000" cy="29238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defRPr sz="1300" b="1">
                <a:solidFill>
                  <a:srgbClr val="F1F5F9"/>
                </a:solidFill>
                <a:latin typeface="Calibri"/>
              </a:defRPr>
            </a:pPr>
            <a:r>
              <a:rPr>
                <a:solidFill>
                  <a:srgbClr val="5E4979"/>
                </a:solidFill>
              </a:rPr>
              <a:t>{{bullet_3_title}}</a:t>
            </a:r>
          </a:p>
        </p:txBody>
      </p:sp>
      <p:sp>
        <p:nvSpPr>
          <p:cNvPr id="19" name="TextBox 18">
            <a:extLst>
              <a:ext uri="{FF2B5EF4-FFF2-40B4-BE49-F238E27FC236}">
                <a16:creationId xmlns:a16="http://schemas.microsoft.com/office/drawing/2014/main" id="{BDA923DB-EE92-0570-D62B-011755375FE0}"/>
              </a:ext>
            </a:extLst>
          </p:cNvPr>
          <p:cNvSpPr txBox="1"/>
          <p:nvPr userDrawn="1"/>
        </p:nvSpPr>
        <p:spPr>
          <a:xfrm>
            <a:off x="1097280" y="3676072"/>
            <a:ext cx="10332720" cy="246221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defRPr sz="1000" b="0">
                <a:solidFill>
                  <a:srgbClr val="CBD5E1"/>
                </a:solidFill>
                <a:latin typeface="Calibri"/>
              </a:defRPr>
            </a:pPr>
            <a:r>
              <a:rPr>
                <a:solidFill>
                  <a:srgbClr val="5E4979"/>
                </a:solidFill>
              </a:rPr>
              <a:t>{{bullet_3_text}}</a:t>
            </a:r>
          </a:p>
        </p:txBody>
      </p:sp>
      <p:sp>
        <p:nvSpPr>
          <p:cNvPr id="21" name="Rectangle 20">
            <a:extLst>
              <a:ext uri="{FF2B5EF4-FFF2-40B4-BE49-F238E27FC236}">
                <a16:creationId xmlns:a16="http://schemas.microsoft.com/office/drawing/2014/main" id="{29F312F5-A272-B0A7-E736-9D050BE57003}"/>
              </a:ext>
            </a:extLst>
          </p:cNvPr>
          <p:cNvSpPr/>
          <p:nvPr userDrawn="1"/>
        </p:nvSpPr>
        <p:spPr>
          <a:xfrm>
            <a:off x="457200" y="4279392"/>
            <a:ext cx="36576" cy="676656"/>
          </a:xfrm>
          <a:prstGeom prst="rect">
            <a:avLst/>
          </a:prstGeom>
          <a:solidFill>
            <a:srgbClr val="34D399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22" name="TextBox 21">
            <a:extLst>
              <a:ext uri="{FF2B5EF4-FFF2-40B4-BE49-F238E27FC236}">
                <a16:creationId xmlns:a16="http://schemas.microsoft.com/office/drawing/2014/main" id="{E5D4A0AE-1462-B44A-8952-DD7C0D9BA476}"/>
              </a:ext>
            </a:extLst>
          </p:cNvPr>
          <p:cNvSpPr txBox="1"/>
          <p:nvPr userDrawn="1"/>
        </p:nvSpPr>
        <p:spPr>
          <a:xfrm>
            <a:off x="640080" y="4343400"/>
            <a:ext cx="365760" cy="32004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defRPr sz="2400" b="1">
                <a:solidFill>
                  <a:srgbClr val="34D399"/>
                </a:solidFill>
                <a:latin typeface="Calibri"/>
              </a:defRPr>
            </a:pPr>
            <a:r>
              <a:t>4</a:t>
            </a:r>
          </a:p>
        </p:txBody>
      </p:sp>
      <p:sp>
        <p:nvSpPr>
          <p:cNvPr id="23" name="TextBox 22">
            <a:extLst>
              <a:ext uri="{FF2B5EF4-FFF2-40B4-BE49-F238E27FC236}">
                <a16:creationId xmlns:a16="http://schemas.microsoft.com/office/drawing/2014/main" id="{C2328883-E9EB-E664-C5E1-565F03F01603}"/>
              </a:ext>
            </a:extLst>
          </p:cNvPr>
          <p:cNvSpPr txBox="1"/>
          <p:nvPr userDrawn="1"/>
        </p:nvSpPr>
        <p:spPr>
          <a:xfrm>
            <a:off x="1097280" y="4334440"/>
            <a:ext cx="4572000" cy="29238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defRPr sz="1300" b="1">
                <a:solidFill>
                  <a:srgbClr val="F1F5F9"/>
                </a:solidFill>
                <a:latin typeface="Calibri"/>
              </a:defRPr>
            </a:pPr>
            <a:r>
              <a:rPr>
                <a:solidFill>
                  <a:srgbClr val="5E4979"/>
                </a:solidFill>
              </a:rPr>
              <a:t>{{bullet_4_title}}</a:t>
            </a:r>
          </a:p>
        </p:txBody>
      </p:sp>
      <p:sp>
        <p:nvSpPr>
          <p:cNvPr id="24" name="TextBox 23">
            <a:extLst>
              <a:ext uri="{FF2B5EF4-FFF2-40B4-BE49-F238E27FC236}">
                <a16:creationId xmlns:a16="http://schemas.microsoft.com/office/drawing/2014/main" id="{A0A0B688-CDA1-6872-F837-B03C5139E7BD}"/>
              </a:ext>
            </a:extLst>
          </p:cNvPr>
          <p:cNvSpPr txBox="1"/>
          <p:nvPr userDrawn="1"/>
        </p:nvSpPr>
        <p:spPr>
          <a:xfrm>
            <a:off x="1097280" y="4636192"/>
            <a:ext cx="10332720" cy="246221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defRPr sz="1000" b="0">
                <a:solidFill>
                  <a:srgbClr val="CBD5E1"/>
                </a:solidFill>
                <a:latin typeface="Calibri"/>
              </a:defRPr>
            </a:pPr>
            <a:r>
              <a:rPr>
                <a:solidFill>
                  <a:srgbClr val="5E4979"/>
                </a:solidFill>
              </a:rPr>
              <a:t>{{bullet_4_text}}</a:t>
            </a:r>
          </a:p>
        </p:txBody>
      </p:sp>
      <p:sp>
        <p:nvSpPr>
          <p:cNvPr id="26" name="Rectangle 25">
            <a:extLst>
              <a:ext uri="{FF2B5EF4-FFF2-40B4-BE49-F238E27FC236}">
                <a16:creationId xmlns:a16="http://schemas.microsoft.com/office/drawing/2014/main" id="{EE4FA686-7A77-819F-9DB5-7C7827ED47C0}"/>
              </a:ext>
            </a:extLst>
          </p:cNvPr>
          <p:cNvSpPr/>
          <p:nvPr userDrawn="1"/>
        </p:nvSpPr>
        <p:spPr>
          <a:xfrm>
            <a:off x="457200" y="5239512"/>
            <a:ext cx="36576" cy="676656"/>
          </a:xfrm>
          <a:prstGeom prst="rect">
            <a:avLst/>
          </a:prstGeom>
          <a:solidFill>
            <a:srgbClr val="F59E0B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27" name="TextBox 26">
            <a:extLst>
              <a:ext uri="{FF2B5EF4-FFF2-40B4-BE49-F238E27FC236}">
                <a16:creationId xmlns:a16="http://schemas.microsoft.com/office/drawing/2014/main" id="{BB7EBFD2-9BC7-57C2-B59C-738ADC3769B4}"/>
              </a:ext>
            </a:extLst>
          </p:cNvPr>
          <p:cNvSpPr txBox="1"/>
          <p:nvPr userDrawn="1"/>
        </p:nvSpPr>
        <p:spPr>
          <a:xfrm>
            <a:off x="640080" y="5303520"/>
            <a:ext cx="365760" cy="32004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defRPr sz="2400" b="1">
                <a:solidFill>
                  <a:srgbClr val="F59E0B"/>
                </a:solidFill>
                <a:latin typeface="Calibri"/>
              </a:defRPr>
            </a:pPr>
            <a:r>
              <a:t>5</a:t>
            </a:r>
          </a:p>
        </p:txBody>
      </p:sp>
      <p:sp>
        <p:nvSpPr>
          <p:cNvPr id="28" name="TextBox 27">
            <a:extLst>
              <a:ext uri="{FF2B5EF4-FFF2-40B4-BE49-F238E27FC236}">
                <a16:creationId xmlns:a16="http://schemas.microsoft.com/office/drawing/2014/main" id="{4D5FA895-72CB-9557-2769-B1D882D7C038}"/>
              </a:ext>
            </a:extLst>
          </p:cNvPr>
          <p:cNvSpPr txBox="1"/>
          <p:nvPr userDrawn="1"/>
        </p:nvSpPr>
        <p:spPr>
          <a:xfrm>
            <a:off x="1097280" y="5294560"/>
            <a:ext cx="4572000" cy="29238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defRPr sz="1300" b="1">
                <a:solidFill>
                  <a:srgbClr val="F1F5F9"/>
                </a:solidFill>
                <a:latin typeface="Calibri"/>
              </a:defRPr>
            </a:pPr>
            <a:r>
              <a:rPr>
                <a:solidFill>
                  <a:srgbClr val="5E4979"/>
                </a:solidFill>
              </a:rPr>
              <a:t>{{bullet_5_title}}</a:t>
            </a:r>
          </a:p>
        </p:txBody>
      </p:sp>
      <p:sp>
        <p:nvSpPr>
          <p:cNvPr id="29" name="TextBox 28">
            <a:extLst>
              <a:ext uri="{FF2B5EF4-FFF2-40B4-BE49-F238E27FC236}">
                <a16:creationId xmlns:a16="http://schemas.microsoft.com/office/drawing/2014/main" id="{D65CE102-5F6D-81E4-5186-94CB26F0BFAD}"/>
              </a:ext>
            </a:extLst>
          </p:cNvPr>
          <p:cNvSpPr txBox="1"/>
          <p:nvPr userDrawn="1"/>
        </p:nvSpPr>
        <p:spPr>
          <a:xfrm>
            <a:off x="1097280" y="5596312"/>
            <a:ext cx="10332720" cy="246221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defRPr sz="1000" b="0">
                <a:solidFill>
                  <a:srgbClr val="CBD5E1"/>
                </a:solidFill>
                <a:latin typeface="Calibri"/>
              </a:defRPr>
            </a:pPr>
            <a:r>
              <a:rPr>
                <a:solidFill>
                  <a:srgbClr val="5E4979"/>
                </a:solidFill>
              </a:rPr>
              <a:t>{{bullet_5_text}}</a:t>
            </a:r>
          </a:p>
        </p:txBody>
      </p:sp>
      <p:sp>
        <p:nvSpPr>
          <p:cNvPr id="30" name="TextBox 29">
            <a:extLst>
              <a:ext uri="{FF2B5EF4-FFF2-40B4-BE49-F238E27FC236}">
                <a16:creationId xmlns:a16="http://schemas.microsoft.com/office/drawing/2014/main" id="{D4DDDD2B-A3D6-9242-CA99-72FA62745661}"/>
              </a:ext>
            </a:extLst>
          </p:cNvPr>
          <p:cNvSpPr txBox="1"/>
          <p:nvPr userDrawn="1"/>
        </p:nvSpPr>
        <p:spPr>
          <a:xfrm>
            <a:off x="1464628" y="174196"/>
            <a:ext cx="1554480" cy="237744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900" b="1" i="0">
                <a:solidFill>
                  <a:srgbClr val="C4B5FD"/>
                </a:solidFill>
                <a:latin typeface="Arial"/>
              </a:defRPr>
            </a:pPr>
            <a:r>
              <a:rPr lang="de-DE" sz="900" dirty="0">
                <a:solidFill>
                  <a:schemeClr val="accent4">
                    <a:lumMod val="40000"/>
                    <a:lumOff val="60000"/>
                  </a:schemeClr>
                </a:solidFill>
              </a:rPr>
              <a:t>SUMMARY</a:t>
            </a:r>
            <a:endParaRPr sz="900" dirty="0">
              <a:solidFill>
                <a:schemeClr val="accent4">
                  <a:lumMod val="40000"/>
                  <a:lumOff val="60000"/>
                </a:schemeClr>
              </a:solidFill>
            </a:endParaRPr>
          </a:p>
        </p:txBody>
      </p:sp>
      <p:sp>
        <p:nvSpPr>
          <p:cNvPr id="31" name="TextBox 30">
            <a:extLst>
              <a:ext uri="{FF2B5EF4-FFF2-40B4-BE49-F238E27FC236}">
                <a16:creationId xmlns:a16="http://schemas.microsoft.com/office/drawing/2014/main" id="{B238C645-9099-B837-09A0-0D4FC2AE782B}"/>
              </a:ext>
            </a:extLst>
          </p:cNvPr>
          <p:cNvSpPr txBox="1"/>
          <p:nvPr userDrawn="1"/>
        </p:nvSpPr>
        <p:spPr>
          <a:xfrm>
            <a:off x="3201988" y="155908"/>
            <a:ext cx="4572000" cy="26161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defRPr sz="1100" b="0" i="0">
                <a:solidFill>
                  <a:srgbClr val="C0C0D0"/>
                </a:solidFill>
                <a:latin typeface="Arial"/>
              </a:defRPr>
            </a:pPr>
            <a:r>
              <a:rPr sz="1100" dirty="0">
                <a:solidFill>
                  <a:schemeClr val="bg1">
                    <a:lumMod val="75000"/>
                  </a:schemeClr>
                </a:solidFill>
              </a:rPr>
              <a:t>{{</a:t>
            </a:r>
            <a:r>
              <a:rPr sz="1100" dirty="0" err="1">
                <a:solidFill>
                  <a:schemeClr val="bg1">
                    <a:lumMod val="75000"/>
                  </a:schemeClr>
                </a:solidFill>
              </a:rPr>
              <a:t>drug_label</a:t>
            </a:r>
            <a:r>
              <a:rPr sz="1100" dirty="0">
                <a:solidFill>
                  <a:schemeClr val="bg1">
                    <a:lumMod val="75000"/>
                  </a:schemeClr>
                </a:solidFill>
              </a:rPr>
              <a:t>}}</a:t>
            </a:r>
          </a:p>
        </p:txBody>
      </p:sp>
    </p:spTree>
    <p:extLst>
      <p:ext uri="{BB962C8B-B14F-4D97-AF65-F5344CB8AC3E}">
        <p14:creationId xmlns:p14="http://schemas.microsoft.com/office/powerpoint/2010/main" val="930261521"/>
      </p:ext>
    </p:extLst>
  </p:cSld>
  <p:clrMapOvr>
    <a:masterClrMapping/>
  </p:clrMapOvr>
</p:sldLayout>
</file>

<file path=ppt/slideLayouts/slideLayout18.xml><?xml version="1.0" encoding="utf-8"?>
<p:sldLayout xmlns:a="http://schemas.openxmlformats.org/drawingml/2006/main" xmlns:r="http://schemas.openxmlformats.org/officeDocument/2006/relationships" xmlns:p="http://schemas.openxmlformats.org/presentationml/2006/main" preserve="1" userDrawn="1">
  <p:cSld name="SUM_NEXT_STEPS_ligh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Box 1">
            <a:extLst>
              <a:ext uri="{FF2B5EF4-FFF2-40B4-BE49-F238E27FC236}">
                <a16:creationId xmlns:a16="http://schemas.microsoft.com/office/drawing/2014/main" id="{E4826E52-0CA7-C245-1168-88BCC5469C1B}"/>
              </a:ext>
            </a:extLst>
          </p:cNvPr>
          <p:cNvSpPr txBox="1"/>
          <p:nvPr userDrawn="1"/>
        </p:nvSpPr>
        <p:spPr>
          <a:xfrm>
            <a:off x="1464628" y="137252"/>
            <a:ext cx="1554480" cy="36933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900" b="1" i="0">
                <a:solidFill>
                  <a:srgbClr val="C4B5FD"/>
                </a:solidFill>
                <a:latin typeface="Arial"/>
              </a:defRPr>
            </a:pPr>
            <a:r>
              <a:rPr lang="de-DE" sz="900" dirty="0">
                <a:solidFill>
                  <a:schemeClr val="accent4">
                    <a:lumMod val="40000"/>
                    <a:lumOff val="60000"/>
                  </a:schemeClr>
                </a:solidFill>
              </a:rPr>
              <a:t>SUMMARY &amp; NEXT STEPS</a:t>
            </a:r>
            <a:endParaRPr sz="900" dirty="0">
              <a:solidFill>
                <a:schemeClr val="accent4">
                  <a:lumMod val="40000"/>
                  <a:lumOff val="60000"/>
                </a:schemeClr>
              </a:solidFill>
            </a:endParaRPr>
          </a:p>
        </p:txBody>
      </p:sp>
      <p:sp>
        <p:nvSpPr>
          <p:cNvPr id="3" name="TextBox 2">
            <a:extLst>
              <a:ext uri="{FF2B5EF4-FFF2-40B4-BE49-F238E27FC236}">
                <a16:creationId xmlns:a16="http://schemas.microsoft.com/office/drawing/2014/main" id="{AE55CBBF-29A1-AFBA-1F83-4B56C4ECF163}"/>
              </a:ext>
            </a:extLst>
          </p:cNvPr>
          <p:cNvSpPr txBox="1"/>
          <p:nvPr userDrawn="1"/>
        </p:nvSpPr>
        <p:spPr>
          <a:xfrm>
            <a:off x="3201988" y="155908"/>
            <a:ext cx="4572000" cy="26161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defRPr sz="1100" b="0" i="0">
                <a:solidFill>
                  <a:srgbClr val="C0C0D0"/>
                </a:solidFill>
                <a:latin typeface="Arial"/>
              </a:defRPr>
            </a:pPr>
            <a:r>
              <a:rPr sz="1100" dirty="0">
                <a:solidFill>
                  <a:schemeClr val="bg1">
                    <a:lumMod val="75000"/>
                  </a:schemeClr>
                </a:solidFill>
              </a:rPr>
              <a:t>{{</a:t>
            </a:r>
            <a:r>
              <a:rPr sz="1100" dirty="0" err="1">
                <a:solidFill>
                  <a:schemeClr val="bg1">
                    <a:lumMod val="75000"/>
                  </a:schemeClr>
                </a:solidFill>
              </a:rPr>
              <a:t>drug_label</a:t>
            </a:r>
            <a:r>
              <a:rPr sz="1100" dirty="0">
                <a:solidFill>
                  <a:schemeClr val="bg1">
                    <a:lumMod val="75000"/>
                  </a:schemeClr>
                </a:solidFill>
              </a:rPr>
              <a:t>}}</a:t>
            </a:r>
          </a:p>
        </p:txBody>
      </p:sp>
      <p:sp>
        <p:nvSpPr>
          <p:cNvPr id="4" name="TextBox 3">
            <a:extLst>
              <a:ext uri="{FF2B5EF4-FFF2-40B4-BE49-F238E27FC236}">
                <a16:creationId xmlns:a16="http://schemas.microsoft.com/office/drawing/2014/main" id="{D4E0A89A-E373-06C4-6CA4-D8510403099E}"/>
              </a:ext>
            </a:extLst>
          </p:cNvPr>
          <p:cNvSpPr txBox="1"/>
          <p:nvPr userDrawn="1"/>
        </p:nvSpPr>
        <p:spPr>
          <a:xfrm>
            <a:off x="329184" y="594360"/>
            <a:ext cx="9144000" cy="461665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defRPr sz="2400" b="1">
                <a:solidFill>
                  <a:srgbClr val="F1F5F9"/>
                </a:solidFill>
                <a:latin typeface="Calibri"/>
              </a:defRPr>
            </a:pPr>
            <a:r>
              <a:rPr>
                <a:solidFill>
                  <a:schemeClr val="accent4">
                    <a:lumMod val="75000"/>
                  </a:schemeClr>
                </a:solidFill>
              </a:rPr>
              <a:t>{{slide_title}}</a:t>
            </a:r>
          </a:p>
        </p:txBody>
      </p:sp>
      <p:sp>
        <p:nvSpPr>
          <p:cNvPr id="5" name="TextBox 4">
            <a:extLst>
              <a:ext uri="{FF2B5EF4-FFF2-40B4-BE49-F238E27FC236}">
                <a16:creationId xmlns:a16="http://schemas.microsoft.com/office/drawing/2014/main" id="{9C31CD87-C8C9-A52F-1DDC-644B10952BD4}"/>
              </a:ext>
            </a:extLst>
          </p:cNvPr>
          <p:cNvSpPr txBox="1"/>
          <p:nvPr userDrawn="1"/>
        </p:nvSpPr>
        <p:spPr>
          <a:xfrm>
            <a:off x="329184" y="896112"/>
            <a:ext cx="7315200" cy="238527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defRPr sz="950" b="0">
                <a:solidFill>
                  <a:srgbClr val="94A3B8"/>
                </a:solidFill>
                <a:latin typeface="Calibri"/>
              </a:defRPr>
            </a:pPr>
            <a:r>
              <a:rPr>
                <a:solidFill>
                  <a:schemeClr val="accent4">
                    <a:lumMod val="75000"/>
                  </a:schemeClr>
                </a:solidFill>
              </a:rPr>
              <a:t>{{slide_subtitle}}</a:t>
            </a:r>
          </a:p>
        </p:txBody>
      </p:sp>
      <p:sp>
        <p:nvSpPr>
          <p:cNvPr id="6" name="Rectangle 5">
            <a:extLst>
              <a:ext uri="{FF2B5EF4-FFF2-40B4-BE49-F238E27FC236}">
                <a16:creationId xmlns:a16="http://schemas.microsoft.com/office/drawing/2014/main" id="{1E389624-AF02-8615-D8C0-D0C4307B42BA}"/>
              </a:ext>
            </a:extLst>
          </p:cNvPr>
          <p:cNvSpPr/>
          <p:nvPr userDrawn="1"/>
        </p:nvSpPr>
        <p:spPr>
          <a:xfrm>
            <a:off x="0" y="1078992"/>
            <a:ext cx="12188952" cy="7315"/>
          </a:xfrm>
          <a:prstGeom prst="rect">
            <a:avLst/>
          </a:prstGeom>
          <a:solidFill>
            <a:srgbClr val="303A4A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7" name="Rounded Rectangle 18">
            <a:extLst>
              <a:ext uri="{FF2B5EF4-FFF2-40B4-BE49-F238E27FC236}">
                <a16:creationId xmlns:a16="http://schemas.microsoft.com/office/drawing/2014/main" id="{F32B389E-C594-25A3-0977-906B6D1F30A4}"/>
              </a:ext>
            </a:extLst>
          </p:cNvPr>
          <p:cNvSpPr/>
          <p:nvPr userDrawn="1"/>
        </p:nvSpPr>
        <p:spPr>
          <a:xfrm>
            <a:off x="457200" y="1307868"/>
            <a:ext cx="256032" cy="256032"/>
          </a:xfrm>
          <a:prstGeom prst="roundRect">
            <a:avLst/>
          </a:prstGeom>
          <a:solidFill>
            <a:srgbClr val="A78BFA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>
              <a:solidFill>
                <a:schemeClr val="accent4">
                  <a:lumMod val="75000"/>
                </a:schemeClr>
              </a:solidFill>
            </a:endParaRPr>
          </a:p>
        </p:txBody>
      </p:sp>
      <p:sp>
        <p:nvSpPr>
          <p:cNvPr id="9" name="TextBox 8">
            <a:extLst>
              <a:ext uri="{FF2B5EF4-FFF2-40B4-BE49-F238E27FC236}">
                <a16:creationId xmlns:a16="http://schemas.microsoft.com/office/drawing/2014/main" id="{7820E362-9D11-D259-43AA-0B20518EDF8A}"/>
              </a:ext>
            </a:extLst>
          </p:cNvPr>
          <p:cNvSpPr txBox="1"/>
          <p:nvPr userDrawn="1"/>
        </p:nvSpPr>
        <p:spPr>
          <a:xfrm>
            <a:off x="804672" y="1298448"/>
            <a:ext cx="2743200" cy="29238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defRPr sz="1300" b="1">
                <a:solidFill>
                  <a:srgbClr val="F1F5F9"/>
                </a:solidFill>
                <a:latin typeface="Calibri"/>
              </a:defRPr>
            </a:pPr>
            <a:r>
              <a:rPr>
                <a:solidFill>
                  <a:schemeClr val="accent4">
                    <a:lumMod val="75000"/>
                  </a:schemeClr>
                </a:solidFill>
              </a:rPr>
              <a:t>Key Messages</a:t>
            </a:r>
          </a:p>
        </p:txBody>
      </p:sp>
      <p:sp>
        <p:nvSpPr>
          <p:cNvPr id="11" name="Rectangle 10">
            <a:extLst>
              <a:ext uri="{FF2B5EF4-FFF2-40B4-BE49-F238E27FC236}">
                <a16:creationId xmlns:a16="http://schemas.microsoft.com/office/drawing/2014/main" id="{66BF6032-F6DA-B1C4-8E82-7B9AA8CB9DD2}"/>
              </a:ext>
            </a:extLst>
          </p:cNvPr>
          <p:cNvSpPr/>
          <p:nvPr userDrawn="1"/>
        </p:nvSpPr>
        <p:spPr>
          <a:xfrm>
            <a:off x="731520" y="1948132"/>
            <a:ext cx="64008" cy="64008"/>
          </a:xfrm>
          <a:prstGeom prst="rect">
            <a:avLst/>
          </a:prstGeom>
          <a:solidFill>
            <a:srgbClr val="A78BFA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>
              <a:solidFill>
                <a:schemeClr val="accent4">
                  <a:lumMod val="75000"/>
                </a:schemeClr>
              </a:solidFill>
            </a:endParaRPr>
          </a:p>
        </p:txBody>
      </p:sp>
      <p:sp>
        <p:nvSpPr>
          <p:cNvPr id="12" name="TextBox 11">
            <a:extLst>
              <a:ext uri="{FF2B5EF4-FFF2-40B4-BE49-F238E27FC236}">
                <a16:creationId xmlns:a16="http://schemas.microsoft.com/office/drawing/2014/main" id="{B9E5A7A0-1072-2EBE-E22F-A9771E2BCB22}"/>
              </a:ext>
            </a:extLst>
          </p:cNvPr>
          <p:cNvSpPr txBox="1"/>
          <p:nvPr userDrawn="1"/>
        </p:nvSpPr>
        <p:spPr>
          <a:xfrm>
            <a:off x="960120" y="1828800"/>
            <a:ext cx="4572000" cy="26161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defRPr sz="1100" b="0">
                <a:solidFill>
                  <a:srgbClr val="CBD5E1"/>
                </a:solidFill>
                <a:latin typeface="Calibri"/>
              </a:defRPr>
            </a:pPr>
            <a:r>
              <a:rPr>
                <a:solidFill>
                  <a:schemeClr val="accent4">
                    <a:lumMod val="75000"/>
                  </a:schemeClr>
                </a:solidFill>
              </a:rPr>
              <a:t>{{key_msg_1}}</a:t>
            </a:r>
          </a:p>
        </p:txBody>
      </p:sp>
      <p:sp>
        <p:nvSpPr>
          <p:cNvPr id="13" name="Rectangle 12">
            <a:extLst>
              <a:ext uri="{FF2B5EF4-FFF2-40B4-BE49-F238E27FC236}">
                <a16:creationId xmlns:a16="http://schemas.microsoft.com/office/drawing/2014/main" id="{BE42D24F-0F8B-548A-0F1F-4C1D2DCB1EBF}"/>
              </a:ext>
            </a:extLst>
          </p:cNvPr>
          <p:cNvSpPr/>
          <p:nvPr userDrawn="1"/>
        </p:nvSpPr>
        <p:spPr>
          <a:xfrm>
            <a:off x="731520" y="2578608"/>
            <a:ext cx="4846320" cy="2743"/>
          </a:xfrm>
          <a:prstGeom prst="rect">
            <a:avLst/>
          </a:prstGeom>
          <a:solidFill>
            <a:srgbClr val="303A4A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>
              <a:solidFill>
                <a:schemeClr val="accent4">
                  <a:lumMod val="75000"/>
                </a:schemeClr>
              </a:solidFill>
            </a:endParaRPr>
          </a:p>
        </p:txBody>
      </p:sp>
      <p:sp>
        <p:nvSpPr>
          <p:cNvPr id="14" name="Rectangle 13">
            <a:extLst>
              <a:ext uri="{FF2B5EF4-FFF2-40B4-BE49-F238E27FC236}">
                <a16:creationId xmlns:a16="http://schemas.microsoft.com/office/drawing/2014/main" id="{F568544E-92B7-4879-AD89-A4497DC5127C}"/>
              </a:ext>
            </a:extLst>
          </p:cNvPr>
          <p:cNvSpPr/>
          <p:nvPr userDrawn="1"/>
        </p:nvSpPr>
        <p:spPr>
          <a:xfrm>
            <a:off x="731520" y="2771092"/>
            <a:ext cx="64008" cy="64008"/>
          </a:xfrm>
          <a:prstGeom prst="rect">
            <a:avLst/>
          </a:prstGeom>
          <a:solidFill>
            <a:srgbClr val="A78BFA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>
              <a:solidFill>
                <a:schemeClr val="accent4">
                  <a:lumMod val="75000"/>
                </a:schemeClr>
              </a:solidFill>
            </a:endParaRPr>
          </a:p>
        </p:txBody>
      </p:sp>
      <p:sp>
        <p:nvSpPr>
          <p:cNvPr id="15" name="TextBox 14">
            <a:extLst>
              <a:ext uri="{FF2B5EF4-FFF2-40B4-BE49-F238E27FC236}">
                <a16:creationId xmlns:a16="http://schemas.microsoft.com/office/drawing/2014/main" id="{011D636C-D369-2F27-A1F4-CF997E857E9F}"/>
              </a:ext>
            </a:extLst>
          </p:cNvPr>
          <p:cNvSpPr txBox="1"/>
          <p:nvPr userDrawn="1"/>
        </p:nvSpPr>
        <p:spPr>
          <a:xfrm>
            <a:off x="960120" y="2651760"/>
            <a:ext cx="4572000" cy="26161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defRPr sz="1100" b="0">
                <a:solidFill>
                  <a:srgbClr val="CBD5E1"/>
                </a:solidFill>
                <a:latin typeface="Calibri"/>
              </a:defRPr>
            </a:pPr>
            <a:r>
              <a:rPr>
                <a:solidFill>
                  <a:schemeClr val="accent4">
                    <a:lumMod val="75000"/>
                  </a:schemeClr>
                </a:solidFill>
              </a:rPr>
              <a:t>{{key_msg_2}}</a:t>
            </a:r>
          </a:p>
        </p:txBody>
      </p:sp>
      <p:sp>
        <p:nvSpPr>
          <p:cNvPr id="16" name="Rectangle 15">
            <a:extLst>
              <a:ext uri="{FF2B5EF4-FFF2-40B4-BE49-F238E27FC236}">
                <a16:creationId xmlns:a16="http://schemas.microsoft.com/office/drawing/2014/main" id="{2EE0E94A-A799-4E4C-D94A-722E3A85BFF7}"/>
              </a:ext>
            </a:extLst>
          </p:cNvPr>
          <p:cNvSpPr/>
          <p:nvPr userDrawn="1"/>
        </p:nvSpPr>
        <p:spPr>
          <a:xfrm>
            <a:off x="731520" y="3401568"/>
            <a:ext cx="4846320" cy="2743"/>
          </a:xfrm>
          <a:prstGeom prst="rect">
            <a:avLst/>
          </a:prstGeom>
          <a:solidFill>
            <a:srgbClr val="303A4A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>
              <a:solidFill>
                <a:schemeClr val="accent4">
                  <a:lumMod val="75000"/>
                </a:schemeClr>
              </a:solidFill>
            </a:endParaRPr>
          </a:p>
        </p:txBody>
      </p:sp>
      <p:sp>
        <p:nvSpPr>
          <p:cNvPr id="17" name="Rectangle 16">
            <a:extLst>
              <a:ext uri="{FF2B5EF4-FFF2-40B4-BE49-F238E27FC236}">
                <a16:creationId xmlns:a16="http://schemas.microsoft.com/office/drawing/2014/main" id="{AFDB4060-DB2E-972C-7381-69E012028C0B}"/>
              </a:ext>
            </a:extLst>
          </p:cNvPr>
          <p:cNvSpPr/>
          <p:nvPr userDrawn="1"/>
        </p:nvSpPr>
        <p:spPr>
          <a:xfrm>
            <a:off x="731520" y="3594052"/>
            <a:ext cx="64008" cy="64008"/>
          </a:xfrm>
          <a:prstGeom prst="rect">
            <a:avLst/>
          </a:prstGeom>
          <a:solidFill>
            <a:srgbClr val="A78BFA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>
              <a:solidFill>
                <a:schemeClr val="accent4">
                  <a:lumMod val="75000"/>
                </a:schemeClr>
              </a:solidFill>
            </a:endParaRPr>
          </a:p>
        </p:txBody>
      </p:sp>
      <p:sp>
        <p:nvSpPr>
          <p:cNvPr id="18" name="TextBox 17">
            <a:extLst>
              <a:ext uri="{FF2B5EF4-FFF2-40B4-BE49-F238E27FC236}">
                <a16:creationId xmlns:a16="http://schemas.microsoft.com/office/drawing/2014/main" id="{D63D5A68-1E20-12B5-F595-28CD901495D9}"/>
              </a:ext>
            </a:extLst>
          </p:cNvPr>
          <p:cNvSpPr txBox="1"/>
          <p:nvPr userDrawn="1"/>
        </p:nvSpPr>
        <p:spPr>
          <a:xfrm>
            <a:off x="960120" y="3474720"/>
            <a:ext cx="4572000" cy="26161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defRPr sz="1100" b="0">
                <a:solidFill>
                  <a:srgbClr val="CBD5E1"/>
                </a:solidFill>
                <a:latin typeface="Calibri"/>
              </a:defRPr>
            </a:pPr>
            <a:r>
              <a:rPr>
                <a:solidFill>
                  <a:schemeClr val="accent4">
                    <a:lumMod val="75000"/>
                  </a:schemeClr>
                </a:solidFill>
              </a:rPr>
              <a:t>{{key_msg_3}}</a:t>
            </a:r>
          </a:p>
        </p:txBody>
      </p:sp>
      <p:sp>
        <p:nvSpPr>
          <p:cNvPr id="19" name="Rectangle 18">
            <a:extLst>
              <a:ext uri="{FF2B5EF4-FFF2-40B4-BE49-F238E27FC236}">
                <a16:creationId xmlns:a16="http://schemas.microsoft.com/office/drawing/2014/main" id="{7E10E8AC-FDE4-F8F2-8574-F853FC97BE1A}"/>
              </a:ext>
            </a:extLst>
          </p:cNvPr>
          <p:cNvSpPr/>
          <p:nvPr userDrawn="1"/>
        </p:nvSpPr>
        <p:spPr>
          <a:xfrm>
            <a:off x="731520" y="4224528"/>
            <a:ext cx="4846320" cy="2743"/>
          </a:xfrm>
          <a:prstGeom prst="rect">
            <a:avLst/>
          </a:prstGeom>
          <a:solidFill>
            <a:srgbClr val="303A4A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>
              <a:solidFill>
                <a:schemeClr val="accent4">
                  <a:lumMod val="75000"/>
                </a:schemeClr>
              </a:solidFill>
            </a:endParaRPr>
          </a:p>
        </p:txBody>
      </p:sp>
      <p:sp>
        <p:nvSpPr>
          <p:cNvPr id="20" name="Rectangle 19">
            <a:extLst>
              <a:ext uri="{FF2B5EF4-FFF2-40B4-BE49-F238E27FC236}">
                <a16:creationId xmlns:a16="http://schemas.microsoft.com/office/drawing/2014/main" id="{7EC3FF2B-E57E-5C73-5DD1-403EAC0DEFE1}"/>
              </a:ext>
            </a:extLst>
          </p:cNvPr>
          <p:cNvSpPr/>
          <p:nvPr userDrawn="1"/>
        </p:nvSpPr>
        <p:spPr>
          <a:xfrm>
            <a:off x="731520" y="4417012"/>
            <a:ext cx="64008" cy="64008"/>
          </a:xfrm>
          <a:prstGeom prst="rect">
            <a:avLst/>
          </a:prstGeom>
          <a:solidFill>
            <a:srgbClr val="A78BFA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>
              <a:solidFill>
                <a:schemeClr val="accent4">
                  <a:lumMod val="75000"/>
                </a:schemeClr>
              </a:solidFill>
            </a:endParaRPr>
          </a:p>
        </p:txBody>
      </p:sp>
      <p:sp>
        <p:nvSpPr>
          <p:cNvPr id="21" name="TextBox 20">
            <a:extLst>
              <a:ext uri="{FF2B5EF4-FFF2-40B4-BE49-F238E27FC236}">
                <a16:creationId xmlns:a16="http://schemas.microsoft.com/office/drawing/2014/main" id="{DD5862AE-DBFB-B0FC-21B5-7742D85A4D8B}"/>
              </a:ext>
            </a:extLst>
          </p:cNvPr>
          <p:cNvSpPr txBox="1"/>
          <p:nvPr userDrawn="1"/>
        </p:nvSpPr>
        <p:spPr>
          <a:xfrm>
            <a:off x="960120" y="4297680"/>
            <a:ext cx="4572000" cy="26161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defRPr sz="1100" b="0">
                <a:solidFill>
                  <a:srgbClr val="CBD5E1"/>
                </a:solidFill>
                <a:latin typeface="Calibri"/>
              </a:defRPr>
            </a:pPr>
            <a:r>
              <a:rPr>
                <a:solidFill>
                  <a:schemeClr val="accent4">
                    <a:lumMod val="75000"/>
                  </a:schemeClr>
                </a:solidFill>
              </a:rPr>
              <a:t>{{key_msg_4}}</a:t>
            </a:r>
          </a:p>
        </p:txBody>
      </p:sp>
      <p:sp>
        <p:nvSpPr>
          <p:cNvPr id="22" name="Rectangle 21">
            <a:extLst>
              <a:ext uri="{FF2B5EF4-FFF2-40B4-BE49-F238E27FC236}">
                <a16:creationId xmlns:a16="http://schemas.microsoft.com/office/drawing/2014/main" id="{C80A8130-5F30-1033-CB58-7E6AFCBFBBE9}"/>
              </a:ext>
            </a:extLst>
          </p:cNvPr>
          <p:cNvSpPr/>
          <p:nvPr userDrawn="1"/>
        </p:nvSpPr>
        <p:spPr>
          <a:xfrm>
            <a:off x="731520" y="5047488"/>
            <a:ext cx="4846320" cy="2743"/>
          </a:xfrm>
          <a:prstGeom prst="rect">
            <a:avLst/>
          </a:prstGeom>
          <a:solidFill>
            <a:srgbClr val="303A4A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>
              <a:solidFill>
                <a:schemeClr val="accent4">
                  <a:lumMod val="75000"/>
                </a:schemeClr>
              </a:solidFill>
            </a:endParaRPr>
          </a:p>
        </p:txBody>
      </p:sp>
      <p:sp>
        <p:nvSpPr>
          <p:cNvPr id="23" name="Rectangle 22">
            <a:extLst>
              <a:ext uri="{FF2B5EF4-FFF2-40B4-BE49-F238E27FC236}">
                <a16:creationId xmlns:a16="http://schemas.microsoft.com/office/drawing/2014/main" id="{2384D37F-2F57-C222-7B6C-0FED804B88E5}"/>
              </a:ext>
            </a:extLst>
          </p:cNvPr>
          <p:cNvSpPr/>
          <p:nvPr userDrawn="1"/>
        </p:nvSpPr>
        <p:spPr>
          <a:xfrm>
            <a:off x="731520" y="5239972"/>
            <a:ext cx="64008" cy="64008"/>
          </a:xfrm>
          <a:prstGeom prst="rect">
            <a:avLst/>
          </a:prstGeom>
          <a:solidFill>
            <a:srgbClr val="A78BFA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>
              <a:solidFill>
                <a:schemeClr val="accent4">
                  <a:lumMod val="75000"/>
                </a:schemeClr>
              </a:solidFill>
            </a:endParaRPr>
          </a:p>
        </p:txBody>
      </p:sp>
      <p:sp>
        <p:nvSpPr>
          <p:cNvPr id="24" name="TextBox 23">
            <a:extLst>
              <a:ext uri="{FF2B5EF4-FFF2-40B4-BE49-F238E27FC236}">
                <a16:creationId xmlns:a16="http://schemas.microsoft.com/office/drawing/2014/main" id="{25D61B9A-2A2C-95DF-C6CC-A838F5EA6BDC}"/>
              </a:ext>
            </a:extLst>
          </p:cNvPr>
          <p:cNvSpPr txBox="1"/>
          <p:nvPr userDrawn="1"/>
        </p:nvSpPr>
        <p:spPr>
          <a:xfrm>
            <a:off x="960120" y="5120640"/>
            <a:ext cx="4572000" cy="26161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defRPr sz="1100" b="0">
                <a:solidFill>
                  <a:srgbClr val="CBD5E1"/>
                </a:solidFill>
                <a:latin typeface="Calibri"/>
              </a:defRPr>
            </a:pPr>
            <a:r>
              <a:rPr>
                <a:solidFill>
                  <a:schemeClr val="accent4">
                    <a:lumMod val="75000"/>
                  </a:schemeClr>
                </a:solidFill>
              </a:rPr>
              <a:t>{{key_msg_5}}</a:t>
            </a:r>
          </a:p>
        </p:txBody>
      </p:sp>
      <p:sp>
        <p:nvSpPr>
          <p:cNvPr id="25" name="Rectangle 24">
            <a:extLst>
              <a:ext uri="{FF2B5EF4-FFF2-40B4-BE49-F238E27FC236}">
                <a16:creationId xmlns:a16="http://schemas.microsoft.com/office/drawing/2014/main" id="{7E3AB89F-8F30-A625-AF09-E121536EE8F2}"/>
              </a:ext>
            </a:extLst>
          </p:cNvPr>
          <p:cNvSpPr/>
          <p:nvPr userDrawn="1"/>
        </p:nvSpPr>
        <p:spPr>
          <a:xfrm>
            <a:off x="5943600" y="1188720"/>
            <a:ext cx="7315" cy="5029200"/>
          </a:xfrm>
          <a:prstGeom prst="rect">
            <a:avLst/>
          </a:prstGeom>
          <a:solidFill>
            <a:srgbClr val="303A4A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>
              <a:solidFill>
                <a:schemeClr val="accent4">
                  <a:lumMod val="75000"/>
                </a:schemeClr>
              </a:solidFill>
            </a:endParaRPr>
          </a:p>
        </p:txBody>
      </p:sp>
      <p:sp>
        <p:nvSpPr>
          <p:cNvPr id="26" name="Rounded Rectangle 37">
            <a:extLst>
              <a:ext uri="{FF2B5EF4-FFF2-40B4-BE49-F238E27FC236}">
                <a16:creationId xmlns:a16="http://schemas.microsoft.com/office/drawing/2014/main" id="{A6144B9B-FC00-C710-5F74-1DD1068CE418}"/>
              </a:ext>
            </a:extLst>
          </p:cNvPr>
          <p:cNvSpPr/>
          <p:nvPr userDrawn="1"/>
        </p:nvSpPr>
        <p:spPr>
          <a:xfrm>
            <a:off x="6126480" y="1307868"/>
            <a:ext cx="256032" cy="256032"/>
          </a:xfrm>
          <a:prstGeom prst="roundRect">
            <a:avLst/>
          </a:prstGeom>
          <a:solidFill>
            <a:srgbClr val="22D3EE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>
              <a:solidFill>
                <a:schemeClr val="accent4">
                  <a:lumMod val="75000"/>
                </a:schemeClr>
              </a:solidFill>
            </a:endParaRPr>
          </a:p>
        </p:txBody>
      </p:sp>
      <p:sp>
        <p:nvSpPr>
          <p:cNvPr id="27" name="TextBox 26">
            <a:extLst>
              <a:ext uri="{FF2B5EF4-FFF2-40B4-BE49-F238E27FC236}">
                <a16:creationId xmlns:a16="http://schemas.microsoft.com/office/drawing/2014/main" id="{EA54A73B-3160-6829-7C9B-BA7AE1B96E29}"/>
              </a:ext>
            </a:extLst>
          </p:cNvPr>
          <p:cNvSpPr txBox="1"/>
          <p:nvPr userDrawn="1"/>
        </p:nvSpPr>
        <p:spPr>
          <a:xfrm>
            <a:off x="6163056" y="1298448"/>
            <a:ext cx="182880" cy="26161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1100" b="0">
                <a:solidFill>
                  <a:srgbClr val="FFFFFF"/>
                </a:solidFill>
                <a:latin typeface="Calibri"/>
              </a:defRPr>
            </a:pPr>
            <a:r>
              <a:rPr dirty="0">
                <a:solidFill>
                  <a:schemeClr val="tx1"/>
                </a:solidFill>
              </a:rPr>
              <a:t>→</a:t>
            </a:r>
          </a:p>
        </p:txBody>
      </p:sp>
      <p:sp>
        <p:nvSpPr>
          <p:cNvPr id="28" name="TextBox 27">
            <a:extLst>
              <a:ext uri="{FF2B5EF4-FFF2-40B4-BE49-F238E27FC236}">
                <a16:creationId xmlns:a16="http://schemas.microsoft.com/office/drawing/2014/main" id="{452FCB2B-F307-FF15-14BE-B4CA67237B21}"/>
              </a:ext>
            </a:extLst>
          </p:cNvPr>
          <p:cNvSpPr txBox="1"/>
          <p:nvPr userDrawn="1"/>
        </p:nvSpPr>
        <p:spPr>
          <a:xfrm>
            <a:off x="6473952" y="1298448"/>
            <a:ext cx="2743200" cy="29238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defRPr sz="1300" b="1">
                <a:solidFill>
                  <a:srgbClr val="F1F5F9"/>
                </a:solidFill>
                <a:latin typeface="Calibri"/>
              </a:defRPr>
            </a:pPr>
            <a:r>
              <a:rPr>
                <a:solidFill>
                  <a:schemeClr val="accent4">
                    <a:lumMod val="75000"/>
                  </a:schemeClr>
                </a:solidFill>
              </a:rPr>
              <a:t>Next Steps</a:t>
            </a:r>
          </a:p>
        </p:txBody>
      </p:sp>
      <p:sp>
        <p:nvSpPr>
          <p:cNvPr id="30" name="Rounded Rectangle 41">
            <a:extLst>
              <a:ext uri="{FF2B5EF4-FFF2-40B4-BE49-F238E27FC236}">
                <a16:creationId xmlns:a16="http://schemas.microsoft.com/office/drawing/2014/main" id="{63E19FEB-2AE6-FD6E-EDE9-79C5255A0805}"/>
              </a:ext>
            </a:extLst>
          </p:cNvPr>
          <p:cNvSpPr/>
          <p:nvPr userDrawn="1"/>
        </p:nvSpPr>
        <p:spPr>
          <a:xfrm>
            <a:off x="6355080" y="1847088"/>
            <a:ext cx="237744" cy="237744"/>
          </a:xfrm>
          <a:prstGeom prst="roundRect">
            <a:avLst/>
          </a:prstGeom>
          <a:solidFill>
            <a:srgbClr val="22D3EE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>
              <a:solidFill>
                <a:schemeClr val="accent4">
                  <a:lumMod val="75000"/>
                </a:schemeClr>
              </a:solidFill>
            </a:endParaRPr>
          </a:p>
        </p:txBody>
      </p:sp>
      <p:sp>
        <p:nvSpPr>
          <p:cNvPr id="31" name="TextBox 30">
            <a:extLst>
              <a:ext uri="{FF2B5EF4-FFF2-40B4-BE49-F238E27FC236}">
                <a16:creationId xmlns:a16="http://schemas.microsoft.com/office/drawing/2014/main" id="{A6C8EC2A-ED57-1C53-E49F-13F67BB4680D}"/>
              </a:ext>
            </a:extLst>
          </p:cNvPr>
          <p:cNvSpPr txBox="1"/>
          <p:nvPr userDrawn="1"/>
        </p:nvSpPr>
        <p:spPr>
          <a:xfrm>
            <a:off x="6355080" y="1856231"/>
            <a:ext cx="237744" cy="246221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1000" b="1">
                <a:solidFill>
                  <a:srgbClr val="FFFFFF"/>
                </a:solidFill>
                <a:latin typeface="Calibri"/>
              </a:defRPr>
            </a:pPr>
            <a:r>
              <a:rPr>
                <a:solidFill>
                  <a:schemeClr val="tx1"/>
                </a:solidFill>
              </a:rPr>
              <a:t>1</a:t>
            </a:r>
          </a:p>
        </p:txBody>
      </p:sp>
      <p:sp>
        <p:nvSpPr>
          <p:cNvPr id="32" name="TextBox 31">
            <a:extLst>
              <a:ext uri="{FF2B5EF4-FFF2-40B4-BE49-F238E27FC236}">
                <a16:creationId xmlns:a16="http://schemas.microsoft.com/office/drawing/2014/main" id="{4107E7B8-9A9A-4D99-5DEC-66EB80AC99D7}"/>
              </a:ext>
            </a:extLst>
          </p:cNvPr>
          <p:cNvSpPr txBox="1"/>
          <p:nvPr userDrawn="1"/>
        </p:nvSpPr>
        <p:spPr>
          <a:xfrm>
            <a:off x="6720840" y="1828800"/>
            <a:ext cx="4480560" cy="26161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defRPr sz="1100" b="1">
                <a:solidFill>
                  <a:srgbClr val="F1F5F9"/>
                </a:solidFill>
                <a:latin typeface="Calibri"/>
              </a:defRPr>
            </a:pPr>
            <a:r>
              <a:rPr>
                <a:solidFill>
                  <a:schemeClr val="accent4">
                    <a:lumMod val="75000"/>
                  </a:schemeClr>
                </a:solidFill>
              </a:rPr>
              <a:t>{{next_step_1_title}}</a:t>
            </a:r>
          </a:p>
        </p:txBody>
      </p:sp>
      <p:sp>
        <p:nvSpPr>
          <p:cNvPr id="33" name="TextBox 32">
            <a:extLst>
              <a:ext uri="{FF2B5EF4-FFF2-40B4-BE49-F238E27FC236}">
                <a16:creationId xmlns:a16="http://schemas.microsoft.com/office/drawing/2014/main" id="{D0AD79F9-E73C-CBC5-1B4E-3A4B8C795707}"/>
              </a:ext>
            </a:extLst>
          </p:cNvPr>
          <p:cNvSpPr txBox="1"/>
          <p:nvPr userDrawn="1"/>
        </p:nvSpPr>
        <p:spPr>
          <a:xfrm>
            <a:off x="6720840" y="2057400"/>
            <a:ext cx="4480560" cy="238527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defRPr sz="950" b="0">
                <a:solidFill>
                  <a:srgbClr val="94A3B8"/>
                </a:solidFill>
                <a:latin typeface="Calibri"/>
              </a:defRPr>
            </a:pPr>
            <a:r>
              <a:rPr>
                <a:solidFill>
                  <a:schemeClr val="accent4">
                    <a:lumMod val="75000"/>
                  </a:schemeClr>
                </a:solidFill>
              </a:rPr>
              <a:t>{{next_step_1_text}}</a:t>
            </a:r>
          </a:p>
        </p:txBody>
      </p:sp>
      <p:sp>
        <p:nvSpPr>
          <p:cNvPr id="34" name="Rectangle 33">
            <a:extLst>
              <a:ext uri="{FF2B5EF4-FFF2-40B4-BE49-F238E27FC236}">
                <a16:creationId xmlns:a16="http://schemas.microsoft.com/office/drawing/2014/main" id="{3891820D-9A13-1E71-71A3-6C0F77A09A7B}"/>
              </a:ext>
            </a:extLst>
          </p:cNvPr>
          <p:cNvSpPr/>
          <p:nvPr userDrawn="1"/>
        </p:nvSpPr>
        <p:spPr>
          <a:xfrm>
            <a:off x="6355080" y="2578608"/>
            <a:ext cx="4937760" cy="2743"/>
          </a:xfrm>
          <a:prstGeom prst="rect">
            <a:avLst/>
          </a:prstGeom>
          <a:solidFill>
            <a:srgbClr val="303A4A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>
              <a:solidFill>
                <a:schemeClr val="accent4">
                  <a:lumMod val="75000"/>
                </a:schemeClr>
              </a:solidFill>
            </a:endParaRPr>
          </a:p>
        </p:txBody>
      </p:sp>
      <p:sp>
        <p:nvSpPr>
          <p:cNvPr id="35" name="Rounded Rectangle 46">
            <a:extLst>
              <a:ext uri="{FF2B5EF4-FFF2-40B4-BE49-F238E27FC236}">
                <a16:creationId xmlns:a16="http://schemas.microsoft.com/office/drawing/2014/main" id="{80CC1F9E-7950-3358-3CA6-3FA4F78EAF5D}"/>
              </a:ext>
            </a:extLst>
          </p:cNvPr>
          <p:cNvSpPr/>
          <p:nvPr userDrawn="1"/>
        </p:nvSpPr>
        <p:spPr>
          <a:xfrm>
            <a:off x="6355080" y="2670048"/>
            <a:ext cx="237744" cy="237744"/>
          </a:xfrm>
          <a:prstGeom prst="roundRect">
            <a:avLst/>
          </a:prstGeom>
          <a:solidFill>
            <a:srgbClr val="22D3EE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>
              <a:solidFill>
                <a:schemeClr val="accent4">
                  <a:lumMod val="75000"/>
                </a:schemeClr>
              </a:solidFill>
            </a:endParaRPr>
          </a:p>
        </p:txBody>
      </p:sp>
      <p:sp>
        <p:nvSpPr>
          <p:cNvPr id="36" name="TextBox 35">
            <a:extLst>
              <a:ext uri="{FF2B5EF4-FFF2-40B4-BE49-F238E27FC236}">
                <a16:creationId xmlns:a16="http://schemas.microsoft.com/office/drawing/2014/main" id="{0C63A7B5-AAE3-E261-2A16-C509D3E2669C}"/>
              </a:ext>
            </a:extLst>
          </p:cNvPr>
          <p:cNvSpPr txBox="1"/>
          <p:nvPr userDrawn="1"/>
        </p:nvSpPr>
        <p:spPr>
          <a:xfrm>
            <a:off x="6355080" y="2679191"/>
            <a:ext cx="237744" cy="246221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1000" b="1">
                <a:solidFill>
                  <a:srgbClr val="FFFFFF"/>
                </a:solidFill>
                <a:latin typeface="Calibri"/>
              </a:defRPr>
            </a:pPr>
            <a:r>
              <a:rPr>
                <a:solidFill>
                  <a:schemeClr val="tx1"/>
                </a:solidFill>
              </a:rPr>
              <a:t>2</a:t>
            </a:r>
          </a:p>
        </p:txBody>
      </p:sp>
      <p:sp>
        <p:nvSpPr>
          <p:cNvPr id="37" name="TextBox 36">
            <a:extLst>
              <a:ext uri="{FF2B5EF4-FFF2-40B4-BE49-F238E27FC236}">
                <a16:creationId xmlns:a16="http://schemas.microsoft.com/office/drawing/2014/main" id="{F9EA0A34-D81B-D534-F61C-F29B0CE9C946}"/>
              </a:ext>
            </a:extLst>
          </p:cNvPr>
          <p:cNvSpPr txBox="1"/>
          <p:nvPr userDrawn="1"/>
        </p:nvSpPr>
        <p:spPr>
          <a:xfrm>
            <a:off x="6720840" y="2651760"/>
            <a:ext cx="4480560" cy="26161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defRPr sz="1100" b="1">
                <a:solidFill>
                  <a:srgbClr val="F1F5F9"/>
                </a:solidFill>
                <a:latin typeface="Calibri"/>
              </a:defRPr>
            </a:pPr>
            <a:r>
              <a:rPr>
                <a:solidFill>
                  <a:schemeClr val="accent4">
                    <a:lumMod val="75000"/>
                  </a:schemeClr>
                </a:solidFill>
              </a:rPr>
              <a:t>{{next_step_2_title}}</a:t>
            </a:r>
          </a:p>
        </p:txBody>
      </p:sp>
      <p:sp>
        <p:nvSpPr>
          <p:cNvPr id="38" name="TextBox 37">
            <a:extLst>
              <a:ext uri="{FF2B5EF4-FFF2-40B4-BE49-F238E27FC236}">
                <a16:creationId xmlns:a16="http://schemas.microsoft.com/office/drawing/2014/main" id="{429A9FA5-ECFE-F331-D38F-C899E697FBF0}"/>
              </a:ext>
            </a:extLst>
          </p:cNvPr>
          <p:cNvSpPr txBox="1"/>
          <p:nvPr userDrawn="1"/>
        </p:nvSpPr>
        <p:spPr>
          <a:xfrm>
            <a:off x="6720840" y="2880360"/>
            <a:ext cx="4480560" cy="238527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defRPr sz="950" b="0">
                <a:solidFill>
                  <a:srgbClr val="94A3B8"/>
                </a:solidFill>
                <a:latin typeface="Calibri"/>
              </a:defRPr>
            </a:pPr>
            <a:r>
              <a:rPr>
                <a:solidFill>
                  <a:schemeClr val="accent4">
                    <a:lumMod val="75000"/>
                  </a:schemeClr>
                </a:solidFill>
              </a:rPr>
              <a:t>{{next_step_2_text}}</a:t>
            </a:r>
          </a:p>
        </p:txBody>
      </p:sp>
      <p:sp>
        <p:nvSpPr>
          <p:cNvPr id="39" name="Rectangle 38">
            <a:extLst>
              <a:ext uri="{FF2B5EF4-FFF2-40B4-BE49-F238E27FC236}">
                <a16:creationId xmlns:a16="http://schemas.microsoft.com/office/drawing/2014/main" id="{F66E9B5A-707E-24E8-3057-FA9B5F60C613}"/>
              </a:ext>
            </a:extLst>
          </p:cNvPr>
          <p:cNvSpPr/>
          <p:nvPr userDrawn="1"/>
        </p:nvSpPr>
        <p:spPr>
          <a:xfrm>
            <a:off x="6355080" y="3401568"/>
            <a:ext cx="4937760" cy="2743"/>
          </a:xfrm>
          <a:prstGeom prst="rect">
            <a:avLst/>
          </a:prstGeom>
          <a:solidFill>
            <a:srgbClr val="303A4A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>
              <a:solidFill>
                <a:schemeClr val="accent4">
                  <a:lumMod val="75000"/>
                </a:schemeClr>
              </a:solidFill>
            </a:endParaRPr>
          </a:p>
        </p:txBody>
      </p:sp>
      <p:sp>
        <p:nvSpPr>
          <p:cNvPr id="40" name="Rounded Rectangle 51">
            <a:extLst>
              <a:ext uri="{FF2B5EF4-FFF2-40B4-BE49-F238E27FC236}">
                <a16:creationId xmlns:a16="http://schemas.microsoft.com/office/drawing/2014/main" id="{59DB9802-98E9-C2D6-8874-1C712FCD0425}"/>
              </a:ext>
            </a:extLst>
          </p:cNvPr>
          <p:cNvSpPr/>
          <p:nvPr userDrawn="1"/>
        </p:nvSpPr>
        <p:spPr>
          <a:xfrm>
            <a:off x="6355080" y="3493008"/>
            <a:ext cx="237744" cy="237744"/>
          </a:xfrm>
          <a:prstGeom prst="roundRect">
            <a:avLst/>
          </a:prstGeom>
          <a:solidFill>
            <a:srgbClr val="22D3EE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>
              <a:solidFill>
                <a:schemeClr val="accent4">
                  <a:lumMod val="75000"/>
                </a:schemeClr>
              </a:solidFill>
            </a:endParaRPr>
          </a:p>
        </p:txBody>
      </p:sp>
      <p:sp>
        <p:nvSpPr>
          <p:cNvPr id="41" name="TextBox 40">
            <a:extLst>
              <a:ext uri="{FF2B5EF4-FFF2-40B4-BE49-F238E27FC236}">
                <a16:creationId xmlns:a16="http://schemas.microsoft.com/office/drawing/2014/main" id="{7F124BFE-6920-59BB-FA50-C54788517343}"/>
              </a:ext>
            </a:extLst>
          </p:cNvPr>
          <p:cNvSpPr txBox="1"/>
          <p:nvPr userDrawn="1"/>
        </p:nvSpPr>
        <p:spPr>
          <a:xfrm>
            <a:off x="6355080" y="3502151"/>
            <a:ext cx="237744" cy="246221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1000" b="1">
                <a:solidFill>
                  <a:srgbClr val="FFFFFF"/>
                </a:solidFill>
                <a:latin typeface="Calibri"/>
              </a:defRPr>
            </a:pPr>
            <a:r>
              <a:rPr>
                <a:solidFill>
                  <a:schemeClr val="tx1"/>
                </a:solidFill>
              </a:rPr>
              <a:t>3</a:t>
            </a:r>
          </a:p>
        </p:txBody>
      </p:sp>
      <p:sp>
        <p:nvSpPr>
          <p:cNvPr id="42" name="TextBox 41">
            <a:extLst>
              <a:ext uri="{FF2B5EF4-FFF2-40B4-BE49-F238E27FC236}">
                <a16:creationId xmlns:a16="http://schemas.microsoft.com/office/drawing/2014/main" id="{75D9B087-72CE-FA4D-CD8C-724786A34A37}"/>
              </a:ext>
            </a:extLst>
          </p:cNvPr>
          <p:cNvSpPr txBox="1"/>
          <p:nvPr userDrawn="1"/>
        </p:nvSpPr>
        <p:spPr>
          <a:xfrm>
            <a:off x="6720840" y="3474720"/>
            <a:ext cx="4480560" cy="26161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defRPr sz="1100" b="1">
                <a:solidFill>
                  <a:srgbClr val="F1F5F9"/>
                </a:solidFill>
                <a:latin typeface="Calibri"/>
              </a:defRPr>
            </a:pPr>
            <a:r>
              <a:rPr>
                <a:solidFill>
                  <a:schemeClr val="accent4">
                    <a:lumMod val="75000"/>
                  </a:schemeClr>
                </a:solidFill>
              </a:rPr>
              <a:t>{{next_step_3_title}}</a:t>
            </a:r>
          </a:p>
        </p:txBody>
      </p:sp>
      <p:sp>
        <p:nvSpPr>
          <p:cNvPr id="43" name="TextBox 42">
            <a:extLst>
              <a:ext uri="{FF2B5EF4-FFF2-40B4-BE49-F238E27FC236}">
                <a16:creationId xmlns:a16="http://schemas.microsoft.com/office/drawing/2014/main" id="{FFB87FA5-73D0-FBF6-30D0-6EC6BD38B354}"/>
              </a:ext>
            </a:extLst>
          </p:cNvPr>
          <p:cNvSpPr txBox="1"/>
          <p:nvPr userDrawn="1"/>
        </p:nvSpPr>
        <p:spPr>
          <a:xfrm>
            <a:off x="6720840" y="3703320"/>
            <a:ext cx="4480560" cy="238527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defRPr sz="950" b="0">
                <a:solidFill>
                  <a:srgbClr val="94A3B8"/>
                </a:solidFill>
                <a:latin typeface="Calibri"/>
              </a:defRPr>
            </a:pPr>
            <a:r>
              <a:rPr>
                <a:solidFill>
                  <a:schemeClr val="accent4">
                    <a:lumMod val="75000"/>
                  </a:schemeClr>
                </a:solidFill>
              </a:rPr>
              <a:t>{{next_step_3_text}}</a:t>
            </a:r>
          </a:p>
        </p:txBody>
      </p:sp>
      <p:sp>
        <p:nvSpPr>
          <p:cNvPr id="44" name="Rectangle 43">
            <a:extLst>
              <a:ext uri="{FF2B5EF4-FFF2-40B4-BE49-F238E27FC236}">
                <a16:creationId xmlns:a16="http://schemas.microsoft.com/office/drawing/2014/main" id="{B3470429-B3AC-E947-0976-600CFD854711}"/>
              </a:ext>
            </a:extLst>
          </p:cNvPr>
          <p:cNvSpPr/>
          <p:nvPr userDrawn="1"/>
        </p:nvSpPr>
        <p:spPr>
          <a:xfrm>
            <a:off x="6355080" y="4224528"/>
            <a:ext cx="4937760" cy="2743"/>
          </a:xfrm>
          <a:prstGeom prst="rect">
            <a:avLst/>
          </a:prstGeom>
          <a:solidFill>
            <a:srgbClr val="303A4A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>
              <a:solidFill>
                <a:schemeClr val="accent4">
                  <a:lumMod val="75000"/>
                </a:schemeClr>
              </a:solidFill>
            </a:endParaRPr>
          </a:p>
        </p:txBody>
      </p:sp>
      <p:sp>
        <p:nvSpPr>
          <p:cNvPr id="45" name="Rounded Rectangle 56">
            <a:extLst>
              <a:ext uri="{FF2B5EF4-FFF2-40B4-BE49-F238E27FC236}">
                <a16:creationId xmlns:a16="http://schemas.microsoft.com/office/drawing/2014/main" id="{94E72F4C-4D25-DAA7-8B09-3F7CC20B01F8}"/>
              </a:ext>
            </a:extLst>
          </p:cNvPr>
          <p:cNvSpPr/>
          <p:nvPr userDrawn="1"/>
        </p:nvSpPr>
        <p:spPr>
          <a:xfrm>
            <a:off x="6355080" y="4315968"/>
            <a:ext cx="237744" cy="237744"/>
          </a:xfrm>
          <a:prstGeom prst="roundRect">
            <a:avLst/>
          </a:prstGeom>
          <a:solidFill>
            <a:srgbClr val="22D3EE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>
              <a:solidFill>
                <a:schemeClr val="accent4">
                  <a:lumMod val="75000"/>
                </a:schemeClr>
              </a:solidFill>
            </a:endParaRPr>
          </a:p>
        </p:txBody>
      </p:sp>
      <p:sp>
        <p:nvSpPr>
          <p:cNvPr id="46" name="TextBox 45">
            <a:extLst>
              <a:ext uri="{FF2B5EF4-FFF2-40B4-BE49-F238E27FC236}">
                <a16:creationId xmlns:a16="http://schemas.microsoft.com/office/drawing/2014/main" id="{2196C265-0D46-A996-BECC-A111B52922AC}"/>
              </a:ext>
            </a:extLst>
          </p:cNvPr>
          <p:cNvSpPr txBox="1"/>
          <p:nvPr userDrawn="1"/>
        </p:nvSpPr>
        <p:spPr>
          <a:xfrm>
            <a:off x="6355080" y="4325112"/>
            <a:ext cx="237744" cy="246221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1000" b="1">
                <a:solidFill>
                  <a:srgbClr val="FFFFFF"/>
                </a:solidFill>
                <a:latin typeface="Calibri"/>
              </a:defRPr>
            </a:pPr>
            <a:r>
              <a:rPr>
                <a:solidFill>
                  <a:schemeClr val="tx1"/>
                </a:solidFill>
              </a:rPr>
              <a:t>4</a:t>
            </a:r>
          </a:p>
        </p:txBody>
      </p:sp>
      <p:sp>
        <p:nvSpPr>
          <p:cNvPr id="47" name="TextBox 46">
            <a:extLst>
              <a:ext uri="{FF2B5EF4-FFF2-40B4-BE49-F238E27FC236}">
                <a16:creationId xmlns:a16="http://schemas.microsoft.com/office/drawing/2014/main" id="{B50D3A04-A6CD-8B11-B7F4-B88E9641C42B}"/>
              </a:ext>
            </a:extLst>
          </p:cNvPr>
          <p:cNvSpPr txBox="1"/>
          <p:nvPr userDrawn="1"/>
        </p:nvSpPr>
        <p:spPr>
          <a:xfrm>
            <a:off x="6720840" y="4297680"/>
            <a:ext cx="4480560" cy="26161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defRPr sz="1100" b="1">
                <a:solidFill>
                  <a:srgbClr val="F1F5F9"/>
                </a:solidFill>
                <a:latin typeface="Calibri"/>
              </a:defRPr>
            </a:pPr>
            <a:r>
              <a:rPr>
                <a:solidFill>
                  <a:schemeClr val="accent4">
                    <a:lumMod val="75000"/>
                  </a:schemeClr>
                </a:solidFill>
              </a:rPr>
              <a:t>{{next_step_4_title}}</a:t>
            </a:r>
          </a:p>
        </p:txBody>
      </p:sp>
      <p:sp>
        <p:nvSpPr>
          <p:cNvPr id="48" name="TextBox 47">
            <a:extLst>
              <a:ext uri="{FF2B5EF4-FFF2-40B4-BE49-F238E27FC236}">
                <a16:creationId xmlns:a16="http://schemas.microsoft.com/office/drawing/2014/main" id="{C733AEEC-95CF-90A4-A400-3CD4A7886A9B}"/>
              </a:ext>
            </a:extLst>
          </p:cNvPr>
          <p:cNvSpPr txBox="1"/>
          <p:nvPr userDrawn="1"/>
        </p:nvSpPr>
        <p:spPr>
          <a:xfrm>
            <a:off x="6720840" y="4526280"/>
            <a:ext cx="4480560" cy="238527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defRPr sz="950" b="0">
                <a:solidFill>
                  <a:srgbClr val="94A3B8"/>
                </a:solidFill>
                <a:latin typeface="Calibri"/>
              </a:defRPr>
            </a:pPr>
            <a:r>
              <a:rPr>
                <a:solidFill>
                  <a:schemeClr val="accent4">
                    <a:lumMod val="75000"/>
                  </a:schemeClr>
                </a:solidFill>
              </a:rPr>
              <a:t>{{next_step_4_text}}</a:t>
            </a:r>
          </a:p>
        </p:txBody>
      </p:sp>
      <p:sp>
        <p:nvSpPr>
          <p:cNvPr id="49" name="Rectangle 48">
            <a:extLst>
              <a:ext uri="{FF2B5EF4-FFF2-40B4-BE49-F238E27FC236}">
                <a16:creationId xmlns:a16="http://schemas.microsoft.com/office/drawing/2014/main" id="{B7010988-57AE-A6C0-E0DF-8490613C08DC}"/>
              </a:ext>
            </a:extLst>
          </p:cNvPr>
          <p:cNvSpPr/>
          <p:nvPr userDrawn="1"/>
        </p:nvSpPr>
        <p:spPr>
          <a:xfrm>
            <a:off x="6355080" y="5047488"/>
            <a:ext cx="4937760" cy="2743"/>
          </a:xfrm>
          <a:prstGeom prst="rect">
            <a:avLst/>
          </a:prstGeom>
          <a:solidFill>
            <a:srgbClr val="303A4A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>
              <a:solidFill>
                <a:schemeClr val="accent4">
                  <a:lumMod val="75000"/>
                </a:schemeClr>
              </a:solidFill>
            </a:endParaRPr>
          </a:p>
        </p:txBody>
      </p:sp>
      <p:sp>
        <p:nvSpPr>
          <p:cNvPr id="50" name="Rounded Rectangle 61">
            <a:extLst>
              <a:ext uri="{FF2B5EF4-FFF2-40B4-BE49-F238E27FC236}">
                <a16:creationId xmlns:a16="http://schemas.microsoft.com/office/drawing/2014/main" id="{FF3760DE-EFDF-DFF9-81DA-B1F7B3D935C0}"/>
              </a:ext>
            </a:extLst>
          </p:cNvPr>
          <p:cNvSpPr/>
          <p:nvPr userDrawn="1"/>
        </p:nvSpPr>
        <p:spPr>
          <a:xfrm>
            <a:off x="6355080" y="5138927"/>
            <a:ext cx="237744" cy="237744"/>
          </a:xfrm>
          <a:prstGeom prst="roundRect">
            <a:avLst/>
          </a:prstGeom>
          <a:solidFill>
            <a:srgbClr val="22D3EE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>
              <a:solidFill>
                <a:schemeClr val="accent4">
                  <a:lumMod val="75000"/>
                </a:schemeClr>
              </a:solidFill>
            </a:endParaRPr>
          </a:p>
        </p:txBody>
      </p:sp>
      <p:sp>
        <p:nvSpPr>
          <p:cNvPr id="51" name="TextBox 50">
            <a:extLst>
              <a:ext uri="{FF2B5EF4-FFF2-40B4-BE49-F238E27FC236}">
                <a16:creationId xmlns:a16="http://schemas.microsoft.com/office/drawing/2014/main" id="{B0E5565A-8869-21D7-F489-068AF6E47136}"/>
              </a:ext>
            </a:extLst>
          </p:cNvPr>
          <p:cNvSpPr txBox="1"/>
          <p:nvPr userDrawn="1"/>
        </p:nvSpPr>
        <p:spPr>
          <a:xfrm>
            <a:off x="6355080" y="5148072"/>
            <a:ext cx="237744" cy="246221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1000" b="1">
                <a:solidFill>
                  <a:srgbClr val="FFFFFF"/>
                </a:solidFill>
                <a:latin typeface="Calibri"/>
              </a:defRPr>
            </a:pPr>
            <a:r>
              <a:rPr>
                <a:solidFill>
                  <a:schemeClr val="tx1"/>
                </a:solidFill>
              </a:rPr>
              <a:t>5</a:t>
            </a:r>
          </a:p>
        </p:txBody>
      </p:sp>
      <p:sp>
        <p:nvSpPr>
          <p:cNvPr id="52" name="TextBox 51">
            <a:extLst>
              <a:ext uri="{FF2B5EF4-FFF2-40B4-BE49-F238E27FC236}">
                <a16:creationId xmlns:a16="http://schemas.microsoft.com/office/drawing/2014/main" id="{3B59B6E3-DDDD-1C25-6898-EE78DF2BEBF0}"/>
              </a:ext>
            </a:extLst>
          </p:cNvPr>
          <p:cNvSpPr txBox="1"/>
          <p:nvPr userDrawn="1"/>
        </p:nvSpPr>
        <p:spPr>
          <a:xfrm>
            <a:off x="6720840" y="5120640"/>
            <a:ext cx="4480560" cy="26161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defRPr sz="1100" b="1">
                <a:solidFill>
                  <a:srgbClr val="F1F5F9"/>
                </a:solidFill>
                <a:latin typeface="Calibri"/>
              </a:defRPr>
            </a:pPr>
            <a:r>
              <a:rPr>
                <a:solidFill>
                  <a:schemeClr val="accent4">
                    <a:lumMod val="75000"/>
                  </a:schemeClr>
                </a:solidFill>
              </a:rPr>
              <a:t>{{next_step_5_title}}</a:t>
            </a:r>
          </a:p>
        </p:txBody>
      </p:sp>
      <p:sp>
        <p:nvSpPr>
          <p:cNvPr id="53" name="TextBox 52">
            <a:extLst>
              <a:ext uri="{FF2B5EF4-FFF2-40B4-BE49-F238E27FC236}">
                <a16:creationId xmlns:a16="http://schemas.microsoft.com/office/drawing/2014/main" id="{762EA333-4FF5-48C0-90D5-F8FD7DF9C39E}"/>
              </a:ext>
            </a:extLst>
          </p:cNvPr>
          <p:cNvSpPr txBox="1"/>
          <p:nvPr userDrawn="1"/>
        </p:nvSpPr>
        <p:spPr>
          <a:xfrm>
            <a:off x="6720840" y="5349240"/>
            <a:ext cx="4480560" cy="238527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defRPr sz="950" b="0">
                <a:solidFill>
                  <a:srgbClr val="94A3B8"/>
                </a:solidFill>
                <a:latin typeface="Calibri"/>
              </a:defRPr>
            </a:pPr>
            <a:r>
              <a:rPr>
                <a:solidFill>
                  <a:schemeClr val="accent4">
                    <a:lumMod val="75000"/>
                  </a:schemeClr>
                </a:solidFill>
              </a:rPr>
              <a:t>{{next_step_5_text}}</a:t>
            </a:r>
          </a:p>
        </p:txBody>
      </p:sp>
    </p:spTree>
    <p:extLst>
      <p:ext uri="{BB962C8B-B14F-4D97-AF65-F5344CB8AC3E}">
        <p14:creationId xmlns:p14="http://schemas.microsoft.com/office/powerpoint/2010/main" val="1482932789"/>
      </p:ext>
    </p:extLst>
  </p:cSld>
  <p:clrMapOvr>
    <a:masterClrMapping/>
  </p:clrMapOvr>
</p:sldLayout>
</file>

<file path=ppt/slideLayouts/slideLayout19.xml><?xml version="1.0" encoding="utf-8"?>
<p:sldLayout xmlns:a="http://schemas.openxmlformats.org/drawingml/2006/main" xmlns:r="http://schemas.openxmlformats.org/officeDocument/2006/relationships" xmlns:p="http://schemas.openxmlformats.org/presentationml/2006/main" preserve="1" userDrawn="1">
  <p:cSld name="EXEC_SUMMARY_CARDS_4_ligh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Rounded Rectangle 13">
            <a:extLst>
              <a:ext uri="{FF2B5EF4-FFF2-40B4-BE49-F238E27FC236}">
                <a16:creationId xmlns:a16="http://schemas.microsoft.com/office/drawing/2014/main" id="{8EB5AF46-54BA-9310-8834-6ABDFEAF08B1}"/>
              </a:ext>
            </a:extLst>
          </p:cNvPr>
          <p:cNvSpPr/>
          <p:nvPr userDrawn="1"/>
        </p:nvSpPr>
        <p:spPr>
          <a:xfrm>
            <a:off x="164592" y="658368"/>
            <a:ext cx="11859768" cy="594360"/>
          </a:xfrm>
          <a:prstGeom prst="roundRect">
            <a:avLst/>
          </a:prstGeom>
          <a:solidFill>
            <a:srgbClr val="685085"/>
          </a:solidFill>
          <a:ln w="12700"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4" name="TextBox 3">
            <a:extLst>
              <a:ext uri="{FF2B5EF4-FFF2-40B4-BE49-F238E27FC236}">
                <a16:creationId xmlns:a16="http://schemas.microsoft.com/office/drawing/2014/main" id="{55FE7776-CA9C-02D1-2EFC-417B394B2557}"/>
              </a:ext>
            </a:extLst>
          </p:cNvPr>
          <p:cNvSpPr txBox="1"/>
          <p:nvPr userDrawn="1"/>
        </p:nvSpPr>
        <p:spPr>
          <a:xfrm>
            <a:off x="329184" y="713232"/>
            <a:ext cx="1097280" cy="1828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defRPr sz="800" b="1" i="0">
                <a:solidFill>
                  <a:srgbClr val="94A3B8"/>
                </a:solidFill>
                <a:latin typeface="Arial"/>
              </a:defRPr>
            </a:pPr>
            <a:r>
              <a:t>KEY MESSAGE</a:t>
            </a:r>
          </a:p>
        </p:txBody>
      </p:sp>
      <p:sp>
        <p:nvSpPr>
          <p:cNvPr id="5" name="TextBox 4">
            <a:extLst>
              <a:ext uri="{FF2B5EF4-FFF2-40B4-BE49-F238E27FC236}">
                <a16:creationId xmlns:a16="http://schemas.microsoft.com/office/drawing/2014/main" id="{3097BB13-639D-5F8D-B408-E4F4297A149C}"/>
              </a:ext>
            </a:extLst>
          </p:cNvPr>
          <p:cNvSpPr txBox="1"/>
          <p:nvPr userDrawn="1"/>
        </p:nvSpPr>
        <p:spPr>
          <a:xfrm>
            <a:off x="329184" y="896112"/>
            <a:ext cx="11201400" cy="2743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defRPr sz="1200" b="0" i="0">
                <a:solidFill>
                  <a:srgbClr val="FFFFFF"/>
                </a:solidFill>
                <a:latin typeface="Arial"/>
              </a:defRPr>
            </a:pPr>
            <a:r>
              <a:t>{{key_message}}</a:t>
            </a:r>
          </a:p>
        </p:txBody>
      </p:sp>
      <p:sp>
        <p:nvSpPr>
          <p:cNvPr id="6" name="Rounded Rectangle 17">
            <a:extLst>
              <a:ext uri="{FF2B5EF4-FFF2-40B4-BE49-F238E27FC236}">
                <a16:creationId xmlns:a16="http://schemas.microsoft.com/office/drawing/2014/main" id="{AFCB331C-465A-52F5-963C-4842850F1DA1}"/>
              </a:ext>
            </a:extLst>
          </p:cNvPr>
          <p:cNvSpPr/>
          <p:nvPr userDrawn="1"/>
        </p:nvSpPr>
        <p:spPr>
          <a:xfrm>
            <a:off x="164592" y="1380744"/>
            <a:ext cx="2882646" cy="1005840"/>
          </a:xfrm>
          <a:prstGeom prst="roundRect">
            <a:avLst/>
          </a:prstGeom>
          <a:solidFill>
            <a:srgbClr val="FFFFFF"/>
          </a:solidFill>
          <a:ln w="12700">
            <a:solidFill>
              <a:srgbClr val="E5E7EB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8" name="TextBox 7">
            <a:extLst>
              <a:ext uri="{FF2B5EF4-FFF2-40B4-BE49-F238E27FC236}">
                <a16:creationId xmlns:a16="http://schemas.microsoft.com/office/drawing/2014/main" id="{72E81898-535B-061A-EB7D-9FBF8AC855DF}"/>
              </a:ext>
            </a:extLst>
          </p:cNvPr>
          <p:cNvSpPr txBox="1"/>
          <p:nvPr userDrawn="1"/>
        </p:nvSpPr>
        <p:spPr>
          <a:xfrm>
            <a:off x="292608" y="1472184"/>
            <a:ext cx="2626614" cy="146304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defRPr sz="800" b="1" i="0">
                <a:solidFill>
                  <a:srgbClr val="94A3B8"/>
                </a:solidFill>
                <a:latin typeface="Arial"/>
              </a:defRPr>
            </a:pPr>
            <a:r>
              <a:t>{{kpi_1_label}}</a:t>
            </a:r>
          </a:p>
        </p:txBody>
      </p:sp>
      <p:sp>
        <p:nvSpPr>
          <p:cNvPr id="9" name="TextBox 8">
            <a:extLst>
              <a:ext uri="{FF2B5EF4-FFF2-40B4-BE49-F238E27FC236}">
                <a16:creationId xmlns:a16="http://schemas.microsoft.com/office/drawing/2014/main" id="{43FAF4FC-EB1C-7CBF-3EF0-52FDD7E0276F}"/>
              </a:ext>
            </a:extLst>
          </p:cNvPr>
          <p:cNvSpPr txBox="1"/>
          <p:nvPr userDrawn="1"/>
        </p:nvSpPr>
        <p:spPr>
          <a:xfrm>
            <a:off x="292608" y="1590896"/>
            <a:ext cx="2626614" cy="310896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2400" b="1" i="0">
                <a:solidFill>
                  <a:srgbClr val="8B5CF6"/>
                </a:solidFill>
                <a:latin typeface="Arial"/>
              </a:defRPr>
            </a:pPr>
            <a:r>
              <a:rPr dirty="0"/>
              <a:t>{{kpi_1_value}}</a:t>
            </a:r>
          </a:p>
        </p:txBody>
      </p:sp>
      <p:sp>
        <p:nvSpPr>
          <p:cNvPr id="10" name="TextBox 9">
            <a:extLst>
              <a:ext uri="{FF2B5EF4-FFF2-40B4-BE49-F238E27FC236}">
                <a16:creationId xmlns:a16="http://schemas.microsoft.com/office/drawing/2014/main" id="{FCD35DE1-B125-D592-358F-EF5083D2DD2B}"/>
              </a:ext>
            </a:extLst>
          </p:cNvPr>
          <p:cNvSpPr txBox="1"/>
          <p:nvPr userDrawn="1"/>
        </p:nvSpPr>
        <p:spPr>
          <a:xfrm>
            <a:off x="292608" y="1984248"/>
            <a:ext cx="2626614" cy="146304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800" b="0" i="0">
                <a:solidFill>
                  <a:srgbClr val="64748B"/>
                </a:solidFill>
                <a:latin typeface="Arial"/>
              </a:defRPr>
            </a:pPr>
            <a:r>
              <a:t>{{kpi_1_detail}}</a:t>
            </a:r>
          </a:p>
        </p:txBody>
      </p:sp>
      <p:sp>
        <p:nvSpPr>
          <p:cNvPr id="11" name="TextBox 10">
            <a:extLst>
              <a:ext uri="{FF2B5EF4-FFF2-40B4-BE49-F238E27FC236}">
                <a16:creationId xmlns:a16="http://schemas.microsoft.com/office/drawing/2014/main" id="{B56E7230-A8CF-288D-B80F-051EC89B6434}"/>
              </a:ext>
            </a:extLst>
          </p:cNvPr>
          <p:cNvSpPr txBox="1"/>
          <p:nvPr userDrawn="1"/>
        </p:nvSpPr>
        <p:spPr>
          <a:xfrm>
            <a:off x="292608" y="2148840"/>
            <a:ext cx="2626614" cy="215444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700" b="0" i="0">
                <a:solidFill>
                  <a:srgbClr val="94A3B8"/>
                </a:solidFill>
                <a:latin typeface="Arial"/>
              </a:defRPr>
            </a:pPr>
            <a:r>
              <a:rPr sz="800" dirty="0">
                <a:solidFill>
                  <a:schemeClr val="tx1">
                    <a:lumMod val="65000"/>
                    <a:lumOff val="35000"/>
                  </a:schemeClr>
                </a:solidFill>
              </a:rPr>
              <a:t>{{kpi_1_context}}</a:t>
            </a:r>
          </a:p>
        </p:txBody>
      </p:sp>
      <p:sp>
        <p:nvSpPr>
          <p:cNvPr id="12" name="Rounded Rectangle 23">
            <a:extLst>
              <a:ext uri="{FF2B5EF4-FFF2-40B4-BE49-F238E27FC236}">
                <a16:creationId xmlns:a16="http://schemas.microsoft.com/office/drawing/2014/main" id="{77427A25-FE91-62AC-B57D-386509380A4A}"/>
              </a:ext>
            </a:extLst>
          </p:cNvPr>
          <p:cNvSpPr/>
          <p:nvPr userDrawn="1"/>
        </p:nvSpPr>
        <p:spPr>
          <a:xfrm>
            <a:off x="3156966" y="1380744"/>
            <a:ext cx="2882646" cy="1005840"/>
          </a:xfrm>
          <a:prstGeom prst="roundRect">
            <a:avLst/>
          </a:prstGeom>
          <a:solidFill>
            <a:srgbClr val="FFFFFF"/>
          </a:solidFill>
          <a:ln w="12700">
            <a:solidFill>
              <a:srgbClr val="E5E7EB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14" name="TextBox 13">
            <a:extLst>
              <a:ext uri="{FF2B5EF4-FFF2-40B4-BE49-F238E27FC236}">
                <a16:creationId xmlns:a16="http://schemas.microsoft.com/office/drawing/2014/main" id="{7A7F5F1E-F546-838F-715F-F8A24E2A1A98}"/>
              </a:ext>
            </a:extLst>
          </p:cNvPr>
          <p:cNvSpPr txBox="1"/>
          <p:nvPr userDrawn="1"/>
        </p:nvSpPr>
        <p:spPr>
          <a:xfrm>
            <a:off x="3284982" y="1472184"/>
            <a:ext cx="2626614" cy="146304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defRPr sz="800" b="1" i="0">
                <a:solidFill>
                  <a:srgbClr val="94A3B8"/>
                </a:solidFill>
                <a:latin typeface="Arial"/>
              </a:defRPr>
            </a:pPr>
            <a:r>
              <a:t>{{kpi_2_label}}</a:t>
            </a:r>
          </a:p>
        </p:txBody>
      </p:sp>
      <p:sp>
        <p:nvSpPr>
          <p:cNvPr id="15" name="TextBox 14">
            <a:extLst>
              <a:ext uri="{FF2B5EF4-FFF2-40B4-BE49-F238E27FC236}">
                <a16:creationId xmlns:a16="http://schemas.microsoft.com/office/drawing/2014/main" id="{177F3B33-9558-370F-EC0A-62E437E5787A}"/>
              </a:ext>
            </a:extLst>
          </p:cNvPr>
          <p:cNvSpPr txBox="1"/>
          <p:nvPr userDrawn="1"/>
        </p:nvSpPr>
        <p:spPr>
          <a:xfrm>
            <a:off x="3284982" y="1590896"/>
            <a:ext cx="2626614" cy="310896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2400" b="1" i="0">
                <a:solidFill>
                  <a:srgbClr val="6366F1"/>
                </a:solidFill>
                <a:latin typeface="Arial"/>
              </a:defRPr>
            </a:pPr>
            <a:r>
              <a:t>{{kpi_2_value}}</a:t>
            </a:r>
          </a:p>
        </p:txBody>
      </p:sp>
      <p:sp>
        <p:nvSpPr>
          <p:cNvPr id="16" name="TextBox 15">
            <a:extLst>
              <a:ext uri="{FF2B5EF4-FFF2-40B4-BE49-F238E27FC236}">
                <a16:creationId xmlns:a16="http://schemas.microsoft.com/office/drawing/2014/main" id="{73FAB919-BBC0-FD15-6519-35486127F3E3}"/>
              </a:ext>
            </a:extLst>
          </p:cNvPr>
          <p:cNvSpPr txBox="1"/>
          <p:nvPr userDrawn="1"/>
        </p:nvSpPr>
        <p:spPr>
          <a:xfrm>
            <a:off x="3284982" y="1984248"/>
            <a:ext cx="2626614" cy="146304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800" b="0" i="0">
                <a:solidFill>
                  <a:srgbClr val="64748B"/>
                </a:solidFill>
                <a:latin typeface="Arial"/>
              </a:defRPr>
            </a:pPr>
            <a:r>
              <a:t>{{kpi_2_detail}}</a:t>
            </a:r>
          </a:p>
        </p:txBody>
      </p:sp>
      <p:sp>
        <p:nvSpPr>
          <p:cNvPr id="17" name="TextBox 16">
            <a:extLst>
              <a:ext uri="{FF2B5EF4-FFF2-40B4-BE49-F238E27FC236}">
                <a16:creationId xmlns:a16="http://schemas.microsoft.com/office/drawing/2014/main" id="{373D279A-1A69-375D-C466-880A0BF9F11F}"/>
              </a:ext>
            </a:extLst>
          </p:cNvPr>
          <p:cNvSpPr txBox="1"/>
          <p:nvPr userDrawn="1"/>
        </p:nvSpPr>
        <p:spPr>
          <a:xfrm>
            <a:off x="3284982" y="2148840"/>
            <a:ext cx="2626614" cy="215444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700" b="0" i="0">
                <a:solidFill>
                  <a:srgbClr val="94A3B8"/>
                </a:solidFill>
                <a:latin typeface="Arial"/>
              </a:defRPr>
            </a:pPr>
            <a:r>
              <a:rPr sz="800">
                <a:solidFill>
                  <a:schemeClr val="tx1">
                    <a:lumMod val="65000"/>
                    <a:lumOff val="35000"/>
                  </a:schemeClr>
                </a:solidFill>
              </a:rPr>
              <a:t>{{kpi_2_context}}</a:t>
            </a:r>
          </a:p>
        </p:txBody>
      </p:sp>
      <p:sp>
        <p:nvSpPr>
          <p:cNvPr id="18" name="Rounded Rectangle 29">
            <a:extLst>
              <a:ext uri="{FF2B5EF4-FFF2-40B4-BE49-F238E27FC236}">
                <a16:creationId xmlns:a16="http://schemas.microsoft.com/office/drawing/2014/main" id="{DE205827-EDC6-F413-1638-585190C58F51}"/>
              </a:ext>
            </a:extLst>
          </p:cNvPr>
          <p:cNvSpPr/>
          <p:nvPr userDrawn="1"/>
        </p:nvSpPr>
        <p:spPr>
          <a:xfrm>
            <a:off x="6149340" y="1380744"/>
            <a:ext cx="2882646" cy="1005840"/>
          </a:xfrm>
          <a:prstGeom prst="roundRect">
            <a:avLst/>
          </a:prstGeom>
          <a:solidFill>
            <a:srgbClr val="FFFFFF"/>
          </a:solidFill>
          <a:ln w="12700">
            <a:solidFill>
              <a:srgbClr val="E5E7EB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20" name="TextBox 19">
            <a:extLst>
              <a:ext uri="{FF2B5EF4-FFF2-40B4-BE49-F238E27FC236}">
                <a16:creationId xmlns:a16="http://schemas.microsoft.com/office/drawing/2014/main" id="{B40171D4-54B3-D2F0-1A38-D813AF0E0E17}"/>
              </a:ext>
            </a:extLst>
          </p:cNvPr>
          <p:cNvSpPr txBox="1"/>
          <p:nvPr userDrawn="1"/>
        </p:nvSpPr>
        <p:spPr>
          <a:xfrm>
            <a:off x="6277356" y="1472184"/>
            <a:ext cx="2626614" cy="146304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defRPr sz="800" b="1" i="0">
                <a:solidFill>
                  <a:srgbClr val="94A3B8"/>
                </a:solidFill>
                <a:latin typeface="Arial"/>
              </a:defRPr>
            </a:pPr>
            <a:r>
              <a:t>{{kpi_3_label}}</a:t>
            </a:r>
          </a:p>
        </p:txBody>
      </p:sp>
      <p:sp>
        <p:nvSpPr>
          <p:cNvPr id="21" name="TextBox 20">
            <a:extLst>
              <a:ext uri="{FF2B5EF4-FFF2-40B4-BE49-F238E27FC236}">
                <a16:creationId xmlns:a16="http://schemas.microsoft.com/office/drawing/2014/main" id="{1D68024A-D189-8501-628D-02293511E4A3}"/>
              </a:ext>
            </a:extLst>
          </p:cNvPr>
          <p:cNvSpPr txBox="1"/>
          <p:nvPr userDrawn="1"/>
        </p:nvSpPr>
        <p:spPr>
          <a:xfrm>
            <a:off x="6277356" y="1590896"/>
            <a:ext cx="2626614" cy="310896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2400" b="1" i="0">
                <a:solidFill>
                  <a:srgbClr val="3B82F6"/>
                </a:solidFill>
                <a:latin typeface="Arial"/>
              </a:defRPr>
            </a:pPr>
            <a:r>
              <a:t>{{kpi_3_value}}</a:t>
            </a:r>
          </a:p>
        </p:txBody>
      </p:sp>
      <p:sp>
        <p:nvSpPr>
          <p:cNvPr id="22" name="TextBox 21">
            <a:extLst>
              <a:ext uri="{FF2B5EF4-FFF2-40B4-BE49-F238E27FC236}">
                <a16:creationId xmlns:a16="http://schemas.microsoft.com/office/drawing/2014/main" id="{C31C674E-F7E4-A4E6-ABA2-F6EE29D032B7}"/>
              </a:ext>
            </a:extLst>
          </p:cNvPr>
          <p:cNvSpPr txBox="1"/>
          <p:nvPr userDrawn="1"/>
        </p:nvSpPr>
        <p:spPr>
          <a:xfrm>
            <a:off x="6277356" y="1984248"/>
            <a:ext cx="2626614" cy="146304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800" b="0" i="0">
                <a:solidFill>
                  <a:srgbClr val="64748B"/>
                </a:solidFill>
                <a:latin typeface="Arial"/>
              </a:defRPr>
            </a:pPr>
            <a:r>
              <a:t>{{kpi_3_detail}}</a:t>
            </a:r>
          </a:p>
        </p:txBody>
      </p:sp>
      <p:sp>
        <p:nvSpPr>
          <p:cNvPr id="23" name="TextBox 22">
            <a:extLst>
              <a:ext uri="{FF2B5EF4-FFF2-40B4-BE49-F238E27FC236}">
                <a16:creationId xmlns:a16="http://schemas.microsoft.com/office/drawing/2014/main" id="{89FF1E36-371F-DABE-075C-39359601B100}"/>
              </a:ext>
            </a:extLst>
          </p:cNvPr>
          <p:cNvSpPr txBox="1"/>
          <p:nvPr userDrawn="1"/>
        </p:nvSpPr>
        <p:spPr>
          <a:xfrm>
            <a:off x="6277356" y="2148840"/>
            <a:ext cx="2626614" cy="215444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700" b="0" i="0">
                <a:solidFill>
                  <a:srgbClr val="94A3B8"/>
                </a:solidFill>
                <a:latin typeface="Arial"/>
              </a:defRPr>
            </a:pPr>
            <a:r>
              <a:rPr sz="800">
                <a:solidFill>
                  <a:schemeClr val="tx1">
                    <a:lumMod val="65000"/>
                    <a:lumOff val="35000"/>
                  </a:schemeClr>
                </a:solidFill>
              </a:rPr>
              <a:t>{{kpi_3_context}}</a:t>
            </a:r>
          </a:p>
        </p:txBody>
      </p:sp>
      <p:sp>
        <p:nvSpPr>
          <p:cNvPr id="24" name="Rounded Rectangle 35">
            <a:extLst>
              <a:ext uri="{FF2B5EF4-FFF2-40B4-BE49-F238E27FC236}">
                <a16:creationId xmlns:a16="http://schemas.microsoft.com/office/drawing/2014/main" id="{45070132-C7F0-789C-B9AF-875C1A665875}"/>
              </a:ext>
            </a:extLst>
          </p:cNvPr>
          <p:cNvSpPr/>
          <p:nvPr userDrawn="1"/>
        </p:nvSpPr>
        <p:spPr>
          <a:xfrm>
            <a:off x="9141714" y="1380744"/>
            <a:ext cx="2882646" cy="1005840"/>
          </a:xfrm>
          <a:prstGeom prst="roundRect">
            <a:avLst/>
          </a:prstGeom>
          <a:solidFill>
            <a:srgbClr val="FFFFFF"/>
          </a:solidFill>
          <a:ln w="12700">
            <a:solidFill>
              <a:srgbClr val="E5E7EB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26" name="TextBox 25">
            <a:extLst>
              <a:ext uri="{FF2B5EF4-FFF2-40B4-BE49-F238E27FC236}">
                <a16:creationId xmlns:a16="http://schemas.microsoft.com/office/drawing/2014/main" id="{909CF16E-88B6-0E6C-8CC3-36BF319F15E4}"/>
              </a:ext>
            </a:extLst>
          </p:cNvPr>
          <p:cNvSpPr txBox="1"/>
          <p:nvPr userDrawn="1"/>
        </p:nvSpPr>
        <p:spPr>
          <a:xfrm>
            <a:off x="9269730" y="1472184"/>
            <a:ext cx="2626614" cy="146304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defRPr sz="800" b="1" i="0">
                <a:solidFill>
                  <a:srgbClr val="94A3B8"/>
                </a:solidFill>
                <a:latin typeface="Arial"/>
              </a:defRPr>
            </a:pPr>
            <a:r>
              <a:t>{{kpi_4_label}}</a:t>
            </a:r>
          </a:p>
        </p:txBody>
      </p:sp>
      <p:sp>
        <p:nvSpPr>
          <p:cNvPr id="27" name="TextBox 26">
            <a:extLst>
              <a:ext uri="{FF2B5EF4-FFF2-40B4-BE49-F238E27FC236}">
                <a16:creationId xmlns:a16="http://schemas.microsoft.com/office/drawing/2014/main" id="{10A9C11A-81E1-0057-29BE-891BEBC627AF}"/>
              </a:ext>
            </a:extLst>
          </p:cNvPr>
          <p:cNvSpPr txBox="1"/>
          <p:nvPr userDrawn="1"/>
        </p:nvSpPr>
        <p:spPr>
          <a:xfrm>
            <a:off x="9269730" y="1590896"/>
            <a:ext cx="2626614" cy="310896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2400" b="1" i="0">
                <a:solidFill>
                  <a:srgbClr val="06B6D4"/>
                </a:solidFill>
                <a:latin typeface="Arial"/>
              </a:defRPr>
            </a:pPr>
            <a:r>
              <a:t>{{kpi_4_value}}</a:t>
            </a:r>
          </a:p>
        </p:txBody>
      </p:sp>
      <p:sp>
        <p:nvSpPr>
          <p:cNvPr id="28" name="TextBox 27">
            <a:extLst>
              <a:ext uri="{FF2B5EF4-FFF2-40B4-BE49-F238E27FC236}">
                <a16:creationId xmlns:a16="http://schemas.microsoft.com/office/drawing/2014/main" id="{462AF15A-C61F-0034-81E3-5EC52B60D396}"/>
              </a:ext>
            </a:extLst>
          </p:cNvPr>
          <p:cNvSpPr txBox="1"/>
          <p:nvPr userDrawn="1"/>
        </p:nvSpPr>
        <p:spPr>
          <a:xfrm>
            <a:off x="9269730" y="1984248"/>
            <a:ext cx="2626614" cy="146304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800" b="0" i="0">
                <a:solidFill>
                  <a:srgbClr val="64748B"/>
                </a:solidFill>
                <a:latin typeface="Arial"/>
              </a:defRPr>
            </a:pPr>
            <a:r>
              <a:t>{{kpi_4_detail}}</a:t>
            </a:r>
          </a:p>
        </p:txBody>
      </p:sp>
      <p:sp>
        <p:nvSpPr>
          <p:cNvPr id="29" name="TextBox 28">
            <a:extLst>
              <a:ext uri="{FF2B5EF4-FFF2-40B4-BE49-F238E27FC236}">
                <a16:creationId xmlns:a16="http://schemas.microsoft.com/office/drawing/2014/main" id="{C298EF1D-B4E9-1A29-422A-E2016088E613}"/>
              </a:ext>
            </a:extLst>
          </p:cNvPr>
          <p:cNvSpPr txBox="1"/>
          <p:nvPr userDrawn="1"/>
        </p:nvSpPr>
        <p:spPr>
          <a:xfrm>
            <a:off x="9269730" y="2148840"/>
            <a:ext cx="2626614" cy="215444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700" b="0" i="0">
                <a:solidFill>
                  <a:srgbClr val="94A3B8"/>
                </a:solidFill>
                <a:latin typeface="Arial"/>
              </a:defRPr>
            </a:pPr>
            <a:r>
              <a:rPr sz="800">
                <a:solidFill>
                  <a:schemeClr val="tx1">
                    <a:lumMod val="65000"/>
                    <a:lumOff val="35000"/>
                  </a:schemeClr>
                </a:solidFill>
              </a:rPr>
              <a:t>{{kpi_4_context}}</a:t>
            </a:r>
          </a:p>
        </p:txBody>
      </p:sp>
      <p:sp>
        <p:nvSpPr>
          <p:cNvPr id="30" name="Rounded Rectangle 41">
            <a:extLst>
              <a:ext uri="{FF2B5EF4-FFF2-40B4-BE49-F238E27FC236}">
                <a16:creationId xmlns:a16="http://schemas.microsoft.com/office/drawing/2014/main" id="{C84120D8-9EB7-2D31-C9B3-CE29D4244206}"/>
              </a:ext>
            </a:extLst>
          </p:cNvPr>
          <p:cNvSpPr/>
          <p:nvPr userDrawn="1"/>
        </p:nvSpPr>
        <p:spPr>
          <a:xfrm>
            <a:off x="164592" y="2532888"/>
            <a:ext cx="5865876" cy="3913631"/>
          </a:xfrm>
          <a:prstGeom prst="roundRect">
            <a:avLst/>
          </a:prstGeom>
          <a:solidFill>
            <a:srgbClr val="FFFFFF"/>
          </a:solidFill>
          <a:ln w="12700">
            <a:solidFill>
              <a:srgbClr val="E5E7EB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32" name="Rectangle 31">
            <a:extLst>
              <a:ext uri="{FF2B5EF4-FFF2-40B4-BE49-F238E27FC236}">
                <a16:creationId xmlns:a16="http://schemas.microsoft.com/office/drawing/2014/main" id="{FE83B6A7-046B-BC12-149E-EFFE3231131B}"/>
              </a:ext>
            </a:extLst>
          </p:cNvPr>
          <p:cNvSpPr/>
          <p:nvPr userDrawn="1"/>
        </p:nvSpPr>
        <p:spPr>
          <a:xfrm>
            <a:off x="164592" y="2825496"/>
            <a:ext cx="5865876" cy="9144"/>
          </a:xfrm>
          <a:prstGeom prst="rect">
            <a:avLst/>
          </a:prstGeom>
          <a:solidFill>
            <a:srgbClr val="F1F5F9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34" name="TextBox 33">
            <a:extLst>
              <a:ext uri="{FF2B5EF4-FFF2-40B4-BE49-F238E27FC236}">
                <a16:creationId xmlns:a16="http://schemas.microsoft.com/office/drawing/2014/main" id="{E37DC4C5-2228-5C9C-6822-4D9EE1D0CB48}"/>
              </a:ext>
            </a:extLst>
          </p:cNvPr>
          <p:cNvSpPr txBox="1"/>
          <p:nvPr userDrawn="1"/>
        </p:nvSpPr>
        <p:spPr>
          <a:xfrm>
            <a:off x="441664" y="2606040"/>
            <a:ext cx="5408676" cy="146304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defRPr sz="900" b="1" i="0">
                <a:solidFill>
                  <a:srgbClr val="64748B"/>
                </a:solidFill>
                <a:latin typeface="Arial"/>
              </a:defRPr>
            </a:pPr>
            <a:r>
              <a:rPr dirty="0"/>
              <a:t>Key Findings</a:t>
            </a:r>
          </a:p>
        </p:txBody>
      </p:sp>
      <p:sp>
        <p:nvSpPr>
          <p:cNvPr id="35" name="TextBox 34">
            <a:extLst>
              <a:ext uri="{FF2B5EF4-FFF2-40B4-BE49-F238E27FC236}">
                <a16:creationId xmlns:a16="http://schemas.microsoft.com/office/drawing/2014/main" id="{15D795CB-81D0-91FD-E5F5-09A0E25DDCBD}"/>
              </a:ext>
            </a:extLst>
          </p:cNvPr>
          <p:cNvSpPr txBox="1"/>
          <p:nvPr userDrawn="1"/>
        </p:nvSpPr>
        <p:spPr>
          <a:xfrm>
            <a:off x="292608" y="3013188"/>
            <a:ext cx="128016" cy="146304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defRPr sz="800" b="0" i="0">
                <a:solidFill>
                  <a:srgbClr val="8B5CF6"/>
                </a:solidFill>
                <a:latin typeface="Arial"/>
              </a:defRPr>
            </a:pPr>
            <a:r>
              <a:t>●</a:t>
            </a:r>
          </a:p>
        </p:txBody>
      </p:sp>
      <p:sp>
        <p:nvSpPr>
          <p:cNvPr id="36" name="TextBox 35">
            <a:extLst>
              <a:ext uri="{FF2B5EF4-FFF2-40B4-BE49-F238E27FC236}">
                <a16:creationId xmlns:a16="http://schemas.microsoft.com/office/drawing/2014/main" id="{C703E183-D8EA-ED03-7C05-D67C9A2D239A}"/>
              </a:ext>
            </a:extLst>
          </p:cNvPr>
          <p:cNvSpPr txBox="1"/>
          <p:nvPr userDrawn="1"/>
        </p:nvSpPr>
        <p:spPr>
          <a:xfrm>
            <a:off x="457200" y="2981104"/>
            <a:ext cx="5408676" cy="26161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defRPr sz="850" b="0" i="0">
                <a:solidFill>
                  <a:srgbClr val="475569"/>
                </a:solidFill>
                <a:latin typeface="Arial"/>
              </a:defRPr>
            </a:pPr>
            <a:r>
              <a:rPr sz="1100" dirty="0"/>
              <a:t>{{finding_1}}</a:t>
            </a:r>
          </a:p>
        </p:txBody>
      </p:sp>
      <p:sp>
        <p:nvSpPr>
          <p:cNvPr id="37" name="TextBox 36">
            <a:extLst>
              <a:ext uri="{FF2B5EF4-FFF2-40B4-BE49-F238E27FC236}">
                <a16:creationId xmlns:a16="http://schemas.microsoft.com/office/drawing/2014/main" id="{764DF934-97A3-6130-D111-6E9FAE0BCE58}"/>
              </a:ext>
            </a:extLst>
          </p:cNvPr>
          <p:cNvSpPr txBox="1"/>
          <p:nvPr userDrawn="1"/>
        </p:nvSpPr>
        <p:spPr>
          <a:xfrm>
            <a:off x="292608" y="3381194"/>
            <a:ext cx="128016" cy="146304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defRPr sz="800" b="0" i="0">
                <a:solidFill>
                  <a:srgbClr val="8B5CF6"/>
                </a:solidFill>
                <a:latin typeface="Arial"/>
              </a:defRPr>
            </a:pPr>
            <a:r>
              <a:t>●</a:t>
            </a:r>
          </a:p>
        </p:txBody>
      </p:sp>
      <p:sp>
        <p:nvSpPr>
          <p:cNvPr id="38" name="TextBox 37">
            <a:extLst>
              <a:ext uri="{FF2B5EF4-FFF2-40B4-BE49-F238E27FC236}">
                <a16:creationId xmlns:a16="http://schemas.microsoft.com/office/drawing/2014/main" id="{09DEE8B3-C90D-E414-04F0-D92E78C7E66F}"/>
              </a:ext>
            </a:extLst>
          </p:cNvPr>
          <p:cNvSpPr txBox="1"/>
          <p:nvPr userDrawn="1"/>
        </p:nvSpPr>
        <p:spPr>
          <a:xfrm>
            <a:off x="457200" y="3365152"/>
            <a:ext cx="5408676" cy="26161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defRPr sz="850" b="0" i="0">
                <a:solidFill>
                  <a:srgbClr val="475569"/>
                </a:solidFill>
                <a:latin typeface="Arial"/>
              </a:defRPr>
            </a:pPr>
            <a:r>
              <a:rPr sz="1100"/>
              <a:t>{{finding_2}}</a:t>
            </a:r>
          </a:p>
        </p:txBody>
      </p:sp>
      <p:sp>
        <p:nvSpPr>
          <p:cNvPr id="39" name="TextBox 38">
            <a:extLst>
              <a:ext uri="{FF2B5EF4-FFF2-40B4-BE49-F238E27FC236}">
                <a16:creationId xmlns:a16="http://schemas.microsoft.com/office/drawing/2014/main" id="{0D9A723D-E37C-891F-7C23-A5621B55061B}"/>
              </a:ext>
            </a:extLst>
          </p:cNvPr>
          <p:cNvSpPr txBox="1"/>
          <p:nvPr userDrawn="1"/>
        </p:nvSpPr>
        <p:spPr>
          <a:xfrm>
            <a:off x="292608" y="3765242"/>
            <a:ext cx="128016" cy="146304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defRPr sz="800" b="0" i="0">
                <a:solidFill>
                  <a:srgbClr val="8B5CF6"/>
                </a:solidFill>
                <a:latin typeface="Arial"/>
              </a:defRPr>
            </a:pPr>
            <a:r>
              <a:t>●</a:t>
            </a:r>
          </a:p>
        </p:txBody>
      </p:sp>
      <p:sp>
        <p:nvSpPr>
          <p:cNvPr id="40" name="TextBox 39">
            <a:extLst>
              <a:ext uri="{FF2B5EF4-FFF2-40B4-BE49-F238E27FC236}">
                <a16:creationId xmlns:a16="http://schemas.microsoft.com/office/drawing/2014/main" id="{31D5B579-07C3-E513-B612-0D91299115E0}"/>
              </a:ext>
            </a:extLst>
          </p:cNvPr>
          <p:cNvSpPr txBox="1"/>
          <p:nvPr userDrawn="1"/>
        </p:nvSpPr>
        <p:spPr>
          <a:xfrm>
            <a:off x="457200" y="3749200"/>
            <a:ext cx="5408676" cy="26161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defRPr sz="850" b="0" i="0">
                <a:solidFill>
                  <a:srgbClr val="475569"/>
                </a:solidFill>
                <a:latin typeface="Arial"/>
              </a:defRPr>
            </a:pPr>
            <a:r>
              <a:rPr sz="1100"/>
              <a:t>{{finding_3}}</a:t>
            </a:r>
          </a:p>
        </p:txBody>
      </p:sp>
      <p:sp>
        <p:nvSpPr>
          <p:cNvPr id="41" name="TextBox 40">
            <a:extLst>
              <a:ext uri="{FF2B5EF4-FFF2-40B4-BE49-F238E27FC236}">
                <a16:creationId xmlns:a16="http://schemas.microsoft.com/office/drawing/2014/main" id="{72E1C0E7-61CB-F452-7784-5187EC04ED3D}"/>
              </a:ext>
            </a:extLst>
          </p:cNvPr>
          <p:cNvSpPr txBox="1"/>
          <p:nvPr userDrawn="1"/>
        </p:nvSpPr>
        <p:spPr>
          <a:xfrm>
            <a:off x="292608" y="4165332"/>
            <a:ext cx="128016" cy="146304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defRPr sz="800" b="0" i="0">
                <a:solidFill>
                  <a:srgbClr val="8B5CF6"/>
                </a:solidFill>
                <a:latin typeface="Arial"/>
              </a:defRPr>
            </a:pPr>
            <a:r>
              <a:t>●</a:t>
            </a:r>
          </a:p>
        </p:txBody>
      </p:sp>
      <p:sp>
        <p:nvSpPr>
          <p:cNvPr id="42" name="TextBox 41">
            <a:extLst>
              <a:ext uri="{FF2B5EF4-FFF2-40B4-BE49-F238E27FC236}">
                <a16:creationId xmlns:a16="http://schemas.microsoft.com/office/drawing/2014/main" id="{7AAFFA13-D3D8-F2BA-31BA-C111D350105B}"/>
              </a:ext>
            </a:extLst>
          </p:cNvPr>
          <p:cNvSpPr txBox="1"/>
          <p:nvPr userDrawn="1"/>
        </p:nvSpPr>
        <p:spPr>
          <a:xfrm>
            <a:off x="457200" y="4133248"/>
            <a:ext cx="5408676" cy="26161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defRPr sz="850" b="0" i="0">
                <a:solidFill>
                  <a:srgbClr val="475569"/>
                </a:solidFill>
                <a:latin typeface="Arial"/>
              </a:defRPr>
            </a:pPr>
            <a:r>
              <a:rPr sz="1100"/>
              <a:t>{{finding_4}}</a:t>
            </a:r>
          </a:p>
        </p:txBody>
      </p:sp>
      <p:sp>
        <p:nvSpPr>
          <p:cNvPr id="43" name="TextBox 42">
            <a:extLst>
              <a:ext uri="{FF2B5EF4-FFF2-40B4-BE49-F238E27FC236}">
                <a16:creationId xmlns:a16="http://schemas.microsoft.com/office/drawing/2014/main" id="{551F4225-EEE5-99F0-24A9-54195FB15712}"/>
              </a:ext>
            </a:extLst>
          </p:cNvPr>
          <p:cNvSpPr txBox="1"/>
          <p:nvPr userDrawn="1"/>
        </p:nvSpPr>
        <p:spPr>
          <a:xfrm>
            <a:off x="292608" y="4549380"/>
            <a:ext cx="128016" cy="146304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defRPr sz="800" b="0" i="0">
                <a:solidFill>
                  <a:srgbClr val="8B5CF6"/>
                </a:solidFill>
                <a:latin typeface="Arial"/>
              </a:defRPr>
            </a:pPr>
            <a:r>
              <a:t>●</a:t>
            </a:r>
          </a:p>
        </p:txBody>
      </p:sp>
      <p:sp>
        <p:nvSpPr>
          <p:cNvPr id="44" name="TextBox 43">
            <a:extLst>
              <a:ext uri="{FF2B5EF4-FFF2-40B4-BE49-F238E27FC236}">
                <a16:creationId xmlns:a16="http://schemas.microsoft.com/office/drawing/2014/main" id="{35B249F9-F064-E30C-7330-640065660D96}"/>
              </a:ext>
            </a:extLst>
          </p:cNvPr>
          <p:cNvSpPr txBox="1"/>
          <p:nvPr userDrawn="1"/>
        </p:nvSpPr>
        <p:spPr>
          <a:xfrm>
            <a:off x="457200" y="4517296"/>
            <a:ext cx="5408676" cy="26161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defRPr sz="850" b="0" i="0">
                <a:solidFill>
                  <a:srgbClr val="475569"/>
                </a:solidFill>
                <a:latin typeface="Arial"/>
              </a:defRPr>
            </a:pPr>
            <a:r>
              <a:rPr sz="1100"/>
              <a:t>{{finding_5}}</a:t>
            </a:r>
          </a:p>
        </p:txBody>
      </p:sp>
      <p:sp>
        <p:nvSpPr>
          <p:cNvPr id="45" name="Rounded Rectangle 56">
            <a:extLst>
              <a:ext uri="{FF2B5EF4-FFF2-40B4-BE49-F238E27FC236}">
                <a16:creationId xmlns:a16="http://schemas.microsoft.com/office/drawing/2014/main" id="{B7C243F7-3FEF-CF8C-D35D-1CF0311F5D8F}"/>
              </a:ext>
            </a:extLst>
          </p:cNvPr>
          <p:cNvSpPr/>
          <p:nvPr userDrawn="1"/>
        </p:nvSpPr>
        <p:spPr>
          <a:xfrm>
            <a:off x="6158483" y="2532888"/>
            <a:ext cx="5865876" cy="3913631"/>
          </a:xfrm>
          <a:prstGeom prst="roundRect">
            <a:avLst/>
          </a:prstGeom>
          <a:solidFill>
            <a:srgbClr val="FFFFFF"/>
          </a:solidFill>
          <a:ln w="12700">
            <a:solidFill>
              <a:srgbClr val="E5E7EB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47" name="Rectangle 46">
            <a:extLst>
              <a:ext uri="{FF2B5EF4-FFF2-40B4-BE49-F238E27FC236}">
                <a16:creationId xmlns:a16="http://schemas.microsoft.com/office/drawing/2014/main" id="{16D75295-A3CB-6F81-10D1-23E32A336D0B}"/>
              </a:ext>
            </a:extLst>
          </p:cNvPr>
          <p:cNvSpPr/>
          <p:nvPr userDrawn="1"/>
        </p:nvSpPr>
        <p:spPr>
          <a:xfrm>
            <a:off x="6158483" y="2825496"/>
            <a:ext cx="5865876" cy="9144"/>
          </a:xfrm>
          <a:prstGeom prst="rect">
            <a:avLst/>
          </a:prstGeom>
          <a:solidFill>
            <a:srgbClr val="F1F5F9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49" name="TextBox 48">
            <a:extLst>
              <a:ext uri="{FF2B5EF4-FFF2-40B4-BE49-F238E27FC236}">
                <a16:creationId xmlns:a16="http://schemas.microsoft.com/office/drawing/2014/main" id="{C29C247D-5FAE-699E-527B-17D04DAD2E2C}"/>
              </a:ext>
            </a:extLst>
          </p:cNvPr>
          <p:cNvSpPr txBox="1"/>
          <p:nvPr userDrawn="1"/>
        </p:nvSpPr>
        <p:spPr>
          <a:xfrm>
            <a:off x="6396227" y="2606040"/>
            <a:ext cx="5408676" cy="146304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defRPr sz="900" b="1" i="0">
                <a:solidFill>
                  <a:srgbClr val="64748B"/>
                </a:solidFill>
                <a:latin typeface="Arial"/>
              </a:defRPr>
            </a:pPr>
            <a:r>
              <a:t>Implications &amp; Next Steps</a:t>
            </a:r>
          </a:p>
        </p:txBody>
      </p:sp>
      <p:sp>
        <p:nvSpPr>
          <p:cNvPr id="50" name="Rectangle 49">
            <a:extLst>
              <a:ext uri="{FF2B5EF4-FFF2-40B4-BE49-F238E27FC236}">
                <a16:creationId xmlns:a16="http://schemas.microsoft.com/office/drawing/2014/main" id="{AFBEB899-3443-1814-9633-1F0897096DFD}"/>
              </a:ext>
            </a:extLst>
          </p:cNvPr>
          <p:cNvSpPr/>
          <p:nvPr userDrawn="1"/>
        </p:nvSpPr>
        <p:spPr>
          <a:xfrm>
            <a:off x="6286499" y="3004048"/>
            <a:ext cx="45720" cy="45720"/>
          </a:xfrm>
          <a:prstGeom prst="rect">
            <a:avLst/>
          </a:prstGeom>
          <a:solidFill>
            <a:srgbClr val="F59E0B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51" name="TextBox 50">
            <a:extLst>
              <a:ext uri="{FF2B5EF4-FFF2-40B4-BE49-F238E27FC236}">
                <a16:creationId xmlns:a16="http://schemas.microsoft.com/office/drawing/2014/main" id="{D9A67D7B-23BD-740E-4920-213F5F00DA7A}"/>
              </a:ext>
            </a:extLst>
          </p:cNvPr>
          <p:cNvSpPr txBox="1"/>
          <p:nvPr userDrawn="1"/>
        </p:nvSpPr>
        <p:spPr>
          <a:xfrm>
            <a:off x="6377938" y="2898648"/>
            <a:ext cx="5701224" cy="276999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defRPr sz="800" b="1" i="0">
                <a:solidFill>
                  <a:srgbClr val="F59E0B"/>
                </a:solidFill>
                <a:latin typeface="Arial"/>
              </a:defRPr>
            </a:pPr>
            <a:r>
              <a:rPr sz="1200" dirty="0"/>
              <a:t>{{impl_1_title}}</a:t>
            </a:r>
          </a:p>
        </p:txBody>
      </p:sp>
      <p:sp>
        <p:nvSpPr>
          <p:cNvPr id="52" name="TextBox 51">
            <a:extLst>
              <a:ext uri="{FF2B5EF4-FFF2-40B4-BE49-F238E27FC236}">
                <a16:creationId xmlns:a16="http://schemas.microsoft.com/office/drawing/2014/main" id="{62B54AE0-3A2E-F232-AF61-037657F720D4}"/>
              </a:ext>
            </a:extLst>
          </p:cNvPr>
          <p:cNvSpPr txBox="1"/>
          <p:nvPr userDrawn="1"/>
        </p:nvSpPr>
        <p:spPr>
          <a:xfrm>
            <a:off x="6377939" y="3128784"/>
            <a:ext cx="5500116" cy="246221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defRPr sz="850" b="0" i="0">
                <a:solidFill>
                  <a:srgbClr val="475569"/>
                </a:solidFill>
                <a:latin typeface="Arial"/>
              </a:defRPr>
            </a:pPr>
            <a:r>
              <a:rPr sz="1000" dirty="0"/>
              <a:t>{{impl_1_text}}</a:t>
            </a:r>
          </a:p>
        </p:txBody>
      </p:sp>
      <p:sp>
        <p:nvSpPr>
          <p:cNvPr id="53" name="Rectangle 52">
            <a:extLst>
              <a:ext uri="{FF2B5EF4-FFF2-40B4-BE49-F238E27FC236}">
                <a16:creationId xmlns:a16="http://schemas.microsoft.com/office/drawing/2014/main" id="{8AE5BDCB-B2C7-BEFF-9971-65A2C40BF718}"/>
              </a:ext>
            </a:extLst>
          </p:cNvPr>
          <p:cNvSpPr/>
          <p:nvPr userDrawn="1"/>
        </p:nvSpPr>
        <p:spPr>
          <a:xfrm>
            <a:off x="6286499" y="3539718"/>
            <a:ext cx="45720" cy="45720"/>
          </a:xfrm>
          <a:prstGeom prst="rect">
            <a:avLst/>
          </a:prstGeom>
          <a:solidFill>
            <a:srgbClr val="F59E0B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54" name="TextBox 53">
            <a:extLst>
              <a:ext uri="{FF2B5EF4-FFF2-40B4-BE49-F238E27FC236}">
                <a16:creationId xmlns:a16="http://schemas.microsoft.com/office/drawing/2014/main" id="{B4463E07-B0D3-51DA-2A0D-BC5CF71EC200}"/>
              </a:ext>
            </a:extLst>
          </p:cNvPr>
          <p:cNvSpPr txBox="1"/>
          <p:nvPr userDrawn="1"/>
        </p:nvSpPr>
        <p:spPr>
          <a:xfrm>
            <a:off x="6377937" y="3434318"/>
            <a:ext cx="5646295" cy="286831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defRPr sz="800" b="1" i="0">
                <a:solidFill>
                  <a:srgbClr val="F59E0B"/>
                </a:solidFill>
                <a:latin typeface="Arial"/>
              </a:defRPr>
            </a:pPr>
            <a:r>
              <a:rPr sz="1200" dirty="0"/>
              <a:t>{{impl_2_title}}</a:t>
            </a:r>
          </a:p>
        </p:txBody>
      </p:sp>
      <p:sp>
        <p:nvSpPr>
          <p:cNvPr id="55" name="TextBox 54">
            <a:extLst>
              <a:ext uri="{FF2B5EF4-FFF2-40B4-BE49-F238E27FC236}">
                <a16:creationId xmlns:a16="http://schemas.microsoft.com/office/drawing/2014/main" id="{AA164B73-6666-F01F-B8D1-CC59C1D4AF66}"/>
              </a:ext>
            </a:extLst>
          </p:cNvPr>
          <p:cNvSpPr txBox="1"/>
          <p:nvPr userDrawn="1"/>
        </p:nvSpPr>
        <p:spPr>
          <a:xfrm>
            <a:off x="6377939" y="3664454"/>
            <a:ext cx="5500116" cy="246221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defRPr sz="850" b="0" i="0">
                <a:solidFill>
                  <a:srgbClr val="475569"/>
                </a:solidFill>
                <a:latin typeface="Arial"/>
              </a:defRPr>
            </a:pPr>
            <a:r>
              <a:rPr sz="1000" dirty="0"/>
              <a:t>{{impl_2_text}}</a:t>
            </a:r>
          </a:p>
        </p:txBody>
      </p:sp>
      <p:sp>
        <p:nvSpPr>
          <p:cNvPr id="56" name="Rectangle 55">
            <a:extLst>
              <a:ext uri="{FF2B5EF4-FFF2-40B4-BE49-F238E27FC236}">
                <a16:creationId xmlns:a16="http://schemas.microsoft.com/office/drawing/2014/main" id="{B0B70557-B090-385F-B42D-E49D108486FA}"/>
              </a:ext>
            </a:extLst>
          </p:cNvPr>
          <p:cNvSpPr/>
          <p:nvPr userDrawn="1"/>
        </p:nvSpPr>
        <p:spPr>
          <a:xfrm>
            <a:off x="6286499" y="4077976"/>
            <a:ext cx="45720" cy="45720"/>
          </a:xfrm>
          <a:prstGeom prst="rect">
            <a:avLst/>
          </a:prstGeom>
          <a:solidFill>
            <a:srgbClr val="F59E0B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57" name="TextBox 56">
            <a:extLst>
              <a:ext uri="{FF2B5EF4-FFF2-40B4-BE49-F238E27FC236}">
                <a16:creationId xmlns:a16="http://schemas.microsoft.com/office/drawing/2014/main" id="{FABF10B9-ED5F-6A07-ED24-7559C4F7171A}"/>
              </a:ext>
            </a:extLst>
          </p:cNvPr>
          <p:cNvSpPr txBox="1"/>
          <p:nvPr userDrawn="1"/>
        </p:nvSpPr>
        <p:spPr>
          <a:xfrm>
            <a:off x="6377938" y="3972576"/>
            <a:ext cx="5518406" cy="276999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defRPr sz="800" b="1" i="0">
                <a:solidFill>
                  <a:srgbClr val="F59E0B"/>
                </a:solidFill>
                <a:latin typeface="Arial"/>
              </a:defRPr>
            </a:pPr>
            <a:r>
              <a:rPr sz="1200" dirty="0"/>
              <a:t>{{impl_3_title}}</a:t>
            </a:r>
          </a:p>
        </p:txBody>
      </p:sp>
      <p:sp>
        <p:nvSpPr>
          <p:cNvPr id="58" name="TextBox 57">
            <a:extLst>
              <a:ext uri="{FF2B5EF4-FFF2-40B4-BE49-F238E27FC236}">
                <a16:creationId xmlns:a16="http://schemas.microsoft.com/office/drawing/2014/main" id="{0C73836E-C884-DDD1-6D8B-F48FAFF6B7E1}"/>
              </a:ext>
            </a:extLst>
          </p:cNvPr>
          <p:cNvSpPr txBox="1"/>
          <p:nvPr userDrawn="1"/>
        </p:nvSpPr>
        <p:spPr>
          <a:xfrm>
            <a:off x="6377939" y="4202712"/>
            <a:ext cx="5500116" cy="246221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defRPr sz="850" b="0" i="0">
                <a:solidFill>
                  <a:srgbClr val="475569"/>
                </a:solidFill>
                <a:latin typeface="Arial"/>
              </a:defRPr>
            </a:pPr>
            <a:r>
              <a:rPr sz="1000" dirty="0"/>
              <a:t>{{impl_3_text}}</a:t>
            </a:r>
          </a:p>
        </p:txBody>
      </p:sp>
      <p:sp>
        <p:nvSpPr>
          <p:cNvPr id="59" name="Rectangle 58">
            <a:extLst>
              <a:ext uri="{FF2B5EF4-FFF2-40B4-BE49-F238E27FC236}">
                <a16:creationId xmlns:a16="http://schemas.microsoft.com/office/drawing/2014/main" id="{1D069DF6-D714-64E8-CF01-65AF60666E66}"/>
              </a:ext>
            </a:extLst>
          </p:cNvPr>
          <p:cNvSpPr/>
          <p:nvPr userDrawn="1"/>
        </p:nvSpPr>
        <p:spPr>
          <a:xfrm>
            <a:off x="6286499" y="4606402"/>
            <a:ext cx="45720" cy="45720"/>
          </a:xfrm>
          <a:prstGeom prst="rect">
            <a:avLst/>
          </a:prstGeom>
          <a:solidFill>
            <a:srgbClr val="F59E0B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60" name="TextBox 59">
            <a:extLst>
              <a:ext uri="{FF2B5EF4-FFF2-40B4-BE49-F238E27FC236}">
                <a16:creationId xmlns:a16="http://schemas.microsoft.com/office/drawing/2014/main" id="{A91BB3EC-0AD9-7F51-EEF6-DB9A1886C6F7}"/>
              </a:ext>
            </a:extLst>
          </p:cNvPr>
          <p:cNvSpPr txBox="1"/>
          <p:nvPr userDrawn="1"/>
        </p:nvSpPr>
        <p:spPr>
          <a:xfrm>
            <a:off x="6377938" y="4501002"/>
            <a:ext cx="5500116" cy="276999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defRPr sz="800" b="1" i="0">
                <a:solidFill>
                  <a:srgbClr val="F59E0B"/>
                </a:solidFill>
                <a:latin typeface="Arial"/>
              </a:defRPr>
            </a:pPr>
            <a:r>
              <a:rPr sz="1200" dirty="0"/>
              <a:t>{{impl_4_title}}</a:t>
            </a:r>
          </a:p>
        </p:txBody>
      </p:sp>
      <p:sp>
        <p:nvSpPr>
          <p:cNvPr id="61" name="TextBox 60">
            <a:extLst>
              <a:ext uri="{FF2B5EF4-FFF2-40B4-BE49-F238E27FC236}">
                <a16:creationId xmlns:a16="http://schemas.microsoft.com/office/drawing/2014/main" id="{0ED7558A-00FF-B222-478F-C409F63303D9}"/>
              </a:ext>
            </a:extLst>
          </p:cNvPr>
          <p:cNvSpPr txBox="1"/>
          <p:nvPr userDrawn="1"/>
        </p:nvSpPr>
        <p:spPr>
          <a:xfrm>
            <a:off x="6377939" y="4731138"/>
            <a:ext cx="5500116" cy="246221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defRPr sz="850" b="0" i="0">
                <a:solidFill>
                  <a:srgbClr val="475569"/>
                </a:solidFill>
                <a:latin typeface="Arial"/>
              </a:defRPr>
            </a:pPr>
            <a:r>
              <a:rPr sz="1000" dirty="0"/>
              <a:t>{{impl_4_text}}</a:t>
            </a:r>
          </a:p>
        </p:txBody>
      </p:sp>
      <p:sp>
        <p:nvSpPr>
          <p:cNvPr id="62" name="Rectangle 61">
            <a:extLst>
              <a:ext uri="{FF2B5EF4-FFF2-40B4-BE49-F238E27FC236}">
                <a16:creationId xmlns:a16="http://schemas.microsoft.com/office/drawing/2014/main" id="{53CE250B-7E42-F846-98C2-67A679C284E9}"/>
              </a:ext>
            </a:extLst>
          </p:cNvPr>
          <p:cNvSpPr/>
          <p:nvPr userDrawn="1"/>
        </p:nvSpPr>
        <p:spPr>
          <a:xfrm>
            <a:off x="6286499" y="5134828"/>
            <a:ext cx="45720" cy="45720"/>
          </a:xfrm>
          <a:prstGeom prst="rect">
            <a:avLst/>
          </a:prstGeom>
          <a:solidFill>
            <a:srgbClr val="F59E0B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63" name="TextBox 62">
            <a:extLst>
              <a:ext uri="{FF2B5EF4-FFF2-40B4-BE49-F238E27FC236}">
                <a16:creationId xmlns:a16="http://schemas.microsoft.com/office/drawing/2014/main" id="{A1079997-9D6E-1168-339E-FB6B38CCB599}"/>
              </a:ext>
            </a:extLst>
          </p:cNvPr>
          <p:cNvSpPr txBox="1"/>
          <p:nvPr userDrawn="1"/>
        </p:nvSpPr>
        <p:spPr>
          <a:xfrm>
            <a:off x="6377938" y="5029428"/>
            <a:ext cx="5628132" cy="276999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defRPr sz="800" b="1" i="0">
                <a:solidFill>
                  <a:srgbClr val="F59E0B"/>
                </a:solidFill>
                <a:latin typeface="Arial"/>
              </a:defRPr>
            </a:pPr>
            <a:r>
              <a:rPr sz="1200" dirty="0"/>
              <a:t>{{impl_5_title}}</a:t>
            </a:r>
          </a:p>
        </p:txBody>
      </p:sp>
      <p:sp>
        <p:nvSpPr>
          <p:cNvPr id="64" name="TextBox 63">
            <a:extLst>
              <a:ext uri="{FF2B5EF4-FFF2-40B4-BE49-F238E27FC236}">
                <a16:creationId xmlns:a16="http://schemas.microsoft.com/office/drawing/2014/main" id="{74324A52-9F81-8681-34DE-69755F986DB9}"/>
              </a:ext>
            </a:extLst>
          </p:cNvPr>
          <p:cNvSpPr txBox="1"/>
          <p:nvPr userDrawn="1"/>
        </p:nvSpPr>
        <p:spPr>
          <a:xfrm>
            <a:off x="6377939" y="5259564"/>
            <a:ext cx="5500116" cy="246221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defRPr sz="850" b="0" i="0">
                <a:solidFill>
                  <a:srgbClr val="475569"/>
                </a:solidFill>
                <a:latin typeface="Arial"/>
              </a:defRPr>
            </a:pPr>
            <a:r>
              <a:rPr sz="1000" dirty="0"/>
              <a:t>{{impl_5_text}}</a:t>
            </a:r>
          </a:p>
        </p:txBody>
      </p:sp>
      <p:sp>
        <p:nvSpPr>
          <p:cNvPr id="65" name="Rectangle 64">
            <a:extLst>
              <a:ext uri="{FF2B5EF4-FFF2-40B4-BE49-F238E27FC236}">
                <a16:creationId xmlns:a16="http://schemas.microsoft.com/office/drawing/2014/main" id="{D68D90CC-D096-E45E-F179-E8BB49DD82F5}"/>
              </a:ext>
            </a:extLst>
          </p:cNvPr>
          <p:cNvSpPr/>
          <p:nvPr userDrawn="1"/>
        </p:nvSpPr>
        <p:spPr>
          <a:xfrm>
            <a:off x="0" y="6556248"/>
            <a:ext cx="12188952" cy="9144"/>
          </a:xfrm>
          <a:prstGeom prst="rect">
            <a:avLst/>
          </a:prstGeom>
          <a:solidFill>
            <a:srgbClr val="F0F0F5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</p:spTree>
    <p:extLst>
      <p:ext uri="{BB962C8B-B14F-4D97-AF65-F5344CB8AC3E}">
        <p14:creationId xmlns:p14="http://schemas.microsoft.com/office/powerpoint/2010/main" val="2713281257"/>
      </p:ext>
    </p:extLst>
  </p:cSld>
  <p:clrMapOvr>
    <a:masterClrMapping/>
  </p:clrMapOvr>
</p:sldLayout>
</file>

<file path=ppt/slideLayouts/slideLayout20.xml><?xml version="1.0" encoding="utf-8"?>
<p:sldLayout xmlns:a="http://schemas.openxmlformats.org/drawingml/2006/main" xmlns:r="http://schemas.openxmlformats.org/officeDocument/2006/relationships" xmlns:p="http://schemas.openxmlformats.org/presentationml/2006/main" preserve="1" userDrawn="1">
  <p:cSld name="DIVIDER_light">
    <p:bg>
      <p:bgPr>
        <a:gradFill flip="none" rotWithShape="1">
          <a:gsLst>
            <a:gs pos="0">
              <a:schemeClr val="accent4">
                <a:lumMod val="98000"/>
              </a:schemeClr>
            </a:gs>
            <a:gs pos="46000">
              <a:schemeClr val="accent4">
                <a:lumMod val="95000"/>
                <a:lumOff val="5000"/>
              </a:schemeClr>
            </a:gs>
            <a:gs pos="100000">
              <a:schemeClr val="accent4">
                <a:lumMod val="60000"/>
              </a:schemeClr>
            </a:gs>
          </a:gsLst>
          <a:path path="rect">
            <a:fillToRect l="100000" t="100000"/>
          </a:path>
          <a:tileRect r="-100000" b="-100000"/>
        </a:grad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Box 1">
            <a:extLst>
              <a:ext uri="{FF2B5EF4-FFF2-40B4-BE49-F238E27FC236}">
                <a16:creationId xmlns:a16="http://schemas.microsoft.com/office/drawing/2014/main" id="{2A61590F-6BCE-F0E3-9788-785ED15127EB}"/>
              </a:ext>
            </a:extLst>
          </p:cNvPr>
          <p:cNvSpPr txBox="1"/>
          <p:nvPr userDrawn="1"/>
        </p:nvSpPr>
        <p:spPr>
          <a:xfrm>
            <a:off x="458788" y="457200"/>
            <a:ext cx="3657600" cy="932563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defRPr sz="12000" b="1" i="0">
                <a:solidFill>
                  <a:srgbClr val="2D286B"/>
                </a:solidFill>
                <a:latin typeface="Arial"/>
              </a:defRPr>
            </a:pPr>
            <a:r>
              <a:rPr sz="12000" dirty="0">
                <a:gradFill>
                  <a:gsLst>
                    <a:gs pos="0">
                      <a:schemeClr val="accent4">
                        <a:lumMod val="40000"/>
                        <a:lumOff val="60000"/>
                      </a:schemeClr>
                    </a:gs>
                    <a:gs pos="46000">
                      <a:schemeClr val="accent4">
                        <a:lumMod val="95000"/>
                        <a:lumOff val="5000"/>
                      </a:schemeClr>
                    </a:gs>
                    <a:gs pos="100000">
                      <a:schemeClr val="accent4">
                        <a:lumMod val="84000"/>
                      </a:schemeClr>
                    </a:gs>
                  </a:gsLst>
                  <a:path path="circle">
                    <a:fillToRect l="50000" t="130000" r="50000" b="-30000"/>
                  </a:path>
                </a:gradFill>
              </a:rPr>
              <a:t>{{</a:t>
            </a:r>
            <a:r>
              <a:rPr sz="12000" dirty="0" err="1">
                <a:gradFill>
                  <a:gsLst>
                    <a:gs pos="0">
                      <a:schemeClr val="accent4">
                        <a:lumMod val="40000"/>
                        <a:lumOff val="60000"/>
                      </a:schemeClr>
                    </a:gs>
                    <a:gs pos="46000">
                      <a:schemeClr val="accent4">
                        <a:lumMod val="95000"/>
                        <a:lumOff val="5000"/>
                      </a:schemeClr>
                    </a:gs>
                    <a:gs pos="100000">
                      <a:schemeClr val="accent4">
                        <a:lumMod val="84000"/>
                      </a:schemeClr>
                    </a:gs>
                  </a:gsLst>
                  <a:path path="circle">
                    <a:fillToRect l="50000" t="130000" r="50000" b="-30000"/>
                  </a:path>
                </a:gradFill>
              </a:rPr>
              <a:t>section_number</a:t>
            </a:r>
            <a:r>
              <a:rPr sz="12000" dirty="0">
                <a:gradFill>
                  <a:gsLst>
                    <a:gs pos="0">
                      <a:schemeClr val="accent4">
                        <a:lumMod val="40000"/>
                        <a:lumOff val="60000"/>
                      </a:schemeClr>
                    </a:gs>
                    <a:gs pos="46000">
                      <a:schemeClr val="accent4">
                        <a:lumMod val="95000"/>
                        <a:lumOff val="5000"/>
                      </a:schemeClr>
                    </a:gs>
                    <a:gs pos="100000">
                      <a:schemeClr val="accent4">
                        <a:lumMod val="84000"/>
                      </a:schemeClr>
                    </a:gs>
                  </a:gsLst>
                  <a:path path="circle">
                    <a:fillToRect l="50000" t="130000" r="50000" b="-30000"/>
                  </a:path>
                </a:gradFill>
              </a:rPr>
              <a:t>}}</a:t>
            </a:r>
          </a:p>
        </p:txBody>
      </p:sp>
      <p:sp>
        <p:nvSpPr>
          <p:cNvPr id="3" name="TextBox 2">
            <a:extLst>
              <a:ext uri="{FF2B5EF4-FFF2-40B4-BE49-F238E27FC236}">
                <a16:creationId xmlns:a16="http://schemas.microsoft.com/office/drawing/2014/main" id="{6985EBE2-B9B8-6153-6B81-0E6538016966}"/>
              </a:ext>
            </a:extLst>
          </p:cNvPr>
          <p:cNvSpPr txBox="1"/>
          <p:nvPr userDrawn="1"/>
        </p:nvSpPr>
        <p:spPr>
          <a:xfrm>
            <a:off x="733108" y="2926081"/>
            <a:ext cx="7315200" cy="584775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defRPr sz="3200" b="1" i="0">
                <a:solidFill>
                  <a:srgbClr val="FFFFFF"/>
                </a:solidFill>
                <a:latin typeface="Arial"/>
              </a:defRPr>
            </a:pPr>
            <a:r>
              <a:rPr sz="3200"/>
              <a:t>{{divider_title}}</a:t>
            </a:r>
          </a:p>
        </p:txBody>
      </p:sp>
      <p:sp>
        <p:nvSpPr>
          <p:cNvPr id="4" name="TextBox 3">
            <a:extLst>
              <a:ext uri="{FF2B5EF4-FFF2-40B4-BE49-F238E27FC236}">
                <a16:creationId xmlns:a16="http://schemas.microsoft.com/office/drawing/2014/main" id="{313086F0-B903-1F9E-0FC8-62D07A8AB4E8}"/>
              </a:ext>
            </a:extLst>
          </p:cNvPr>
          <p:cNvSpPr txBox="1"/>
          <p:nvPr userDrawn="1"/>
        </p:nvSpPr>
        <p:spPr>
          <a:xfrm>
            <a:off x="733108" y="3520440"/>
            <a:ext cx="7315200" cy="338554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defRPr sz="1600" b="0" i="0">
                <a:solidFill>
                  <a:srgbClr val="94A3B8"/>
                </a:solidFill>
                <a:latin typeface="Arial"/>
              </a:defRPr>
            </a:pPr>
            <a:r>
              <a:rPr sz="1600"/>
              <a:t>{{divider_subtitle}}</a:t>
            </a:r>
          </a:p>
        </p:txBody>
      </p:sp>
      <p:sp>
        <p:nvSpPr>
          <p:cNvPr id="5" name="TextBox 4">
            <a:extLst>
              <a:ext uri="{FF2B5EF4-FFF2-40B4-BE49-F238E27FC236}">
                <a16:creationId xmlns:a16="http://schemas.microsoft.com/office/drawing/2014/main" id="{C5A0DFC8-59AE-1BBE-98AF-DB0AF76451D4}"/>
              </a:ext>
            </a:extLst>
          </p:cNvPr>
          <p:cNvSpPr txBox="1"/>
          <p:nvPr userDrawn="1"/>
        </p:nvSpPr>
        <p:spPr>
          <a:xfrm>
            <a:off x="733108" y="4023361"/>
            <a:ext cx="6400800" cy="430887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defRPr sz="1100" b="0" i="0">
                <a:solidFill>
                  <a:srgbClr val="64748B"/>
                </a:solidFill>
                <a:latin typeface="Arial"/>
              </a:defRPr>
            </a:pPr>
            <a:r>
              <a:rPr sz="1100"/>
              <a:t>{{divider_description}}</a:t>
            </a:r>
          </a:p>
        </p:txBody>
      </p:sp>
    </p:spTree>
    <p:extLst>
      <p:ext uri="{BB962C8B-B14F-4D97-AF65-F5344CB8AC3E}">
        <p14:creationId xmlns:p14="http://schemas.microsoft.com/office/powerpoint/2010/main" val="1533541193"/>
      </p:ext>
    </p:extLst>
  </p:cSld>
  <p:clrMapOvr>
    <a:masterClrMapping/>
  </p:clrMapOvr>
</p:sldLayout>
</file>

<file path=ppt/slideLayouts/slideLayout21.xml><?xml version="1.0" encoding="utf-8"?>
<p:sldLayout xmlns:a="http://schemas.openxmlformats.org/drawingml/2006/main" xmlns:r="http://schemas.openxmlformats.org/officeDocument/2006/relationships" xmlns:p="http://schemas.openxmlformats.org/presentationml/2006/main" preserve="1" userDrawn="1">
  <p:cSld name="GUIDELINES_8_ligh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7" name="Rectangle 6">
            <a:extLst>
              <a:ext uri="{FF2B5EF4-FFF2-40B4-BE49-F238E27FC236}">
                <a16:creationId xmlns:a16="http://schemas.microsoft.com/office/drawing/2014/main" id="{5A844B5B-5FF0-B302-F43B-9565F551F063}"/>
              </a:ext>
            </a:extLst>
          </p:cNvPr>
          <p:cNvSpPr/>
          <p:nvPr userDrawn="1"/>
        </p:nvSpPr>
        <p:spPr>
          <a:xfrm>
            <a:off x="0" y="566928"/>
            <a:ext cx="12188952" cy="502920"/>
          </a:xfrm>
          <a:prstGeom prst="rect">
            <a:avLst/>
          </a:prstGeom>
          <a:solidFill>
            <a:srgbClr val="F5F3FF"/>
          </a:solidFill>
          <a:ln w="6350">
            <a:solidFill>
              <a:srgbClr val="E5E7EB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8" name="TextBox 7">
            <a:extLst>
              <a:ext uri="{FF2B5EF4-FFF2-40B4-BE49-F238E27FC236}">
                <a16:creationId xmlns:a16="http://schemas.microsoft.com/office/drawing/2014/main" id="{8707ADB2-8060-2FE4-C138-6B14AEF1DDDA}"/>
              </a:ext>
            </a:extLst>
          </p:cNvPr>
          <p:cNvSpPr txBox="1"/>
          <p:nvPr userDrawn="1"/>
        </p:nvSpPr>
        <p:spPr>
          <a:xfrm>
            <a:off x="475488" y="640080"/>
            <a:ext cx="4572000" cy="36576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defRPr sz="1300" b="1">
                <a:solidFill>
                  <a:srgbClr val="0F172A"/>
                </a:solidFill>
                <a:latin typeface="Calibri"/>
              </a:defRPr>
            </a:pPr>
            <a:r>
              <a:t>{{guidelines_title}}</a:t>
            </a:r>
          </a:p>
        </p:txBody>
      </p:sp>
      <p:sp>
        <p:nvSpPr>
          <p:cNvPr id="9" name="TextBox 8">
            <a:extLst>
              <a:ext uri="{FF2B5EF4-FFF2-40B4-BE49-F238E27FC236}">
                <a16:creationId xmlns:a16="http://schemas.microsoft.com/office/drawing/2014/main" id="{91074D0A-BE16-214C-37E5-75FA361F2867}"/>
              </a:ext>
            </a:extLst>
          </p:cNvPr>
          <p:cNvSpPr txBox="1"/>
          <p:nvPr userDrawn="1"/>
        </p:nvSpPr>
        <p:spPr>
          <a:xfrm>
            <a:off x="5486400" y="676656"/>
            <a:ext cx="4572000" cy="32004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defRPr sz="900" b="0">
                <a:solidFill>
                  <a:srgbClr val="475569"/>
                </a:solidFill>
                <a:latin typeface="Calibri"/>
              </a:defRPr>
            </a:pPr>
            <a:r>
              <a:t>{{guidelines_subtitle}}</a:t>
            </a:r>
          </a:p>
        </p:txBody>
      </p:sp>
      <p:sp>
        <p:nvSpPr>
          <p:cNvPr id="10" name="Rectangle 9">
            <a:extLst>
              <a:ext uri="{FF2B5EF4-FFF2-40B4-BE49-F238E27FC236}">
                <a16:creationId xmlns:a16="http://schemas.microsoft.com/office/drawing/2014/main" id="{F56C3027-D322-D03A-5B2E-11430EECB97A}"/>
              </a:ext>
            </a:extLst>
          </p:cNvPr>
          <p:cNvSpPr/>
          <p:nvPr userDrawn="1"/>
        </p:nvSpPr>
        <p:spPr>
          <a:xfrm>
            <a:off x="457200" y="1188720"/>
            <a:ext cx="11274552" cy="365760"/>
          </a:xfrm>
          <a:prstGeom prst="rect">
            <a:avLst/>
          </a:prstGeom>
          <a:solidFill>
            <a:srgbClr val="654E82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11" name="TextBox 10">
            <a:extLst>
              <a:ext uri="{FF2B5EF4-FFF2-40B4-BE49-F238E27FC236}">
                <a16:creationId xmlns:a16="http://schemas.microsoft.com/office/drawing/2014/main" id="{421E8521-6721-DA9D-A3A2-D10AE0BCDF4D}"/>
              </a:ext>
            </a:extLst>
          </p:cNvPr>
          <p:cNvSpPr txBox="1"/>
          <p:nvPr userDrawn="1"/>
        </p:nvSpPr>
        <p:spPr>
          <a:xfrm>
            <a:off x="530352" y="1261872"/>
            <a:ext cx="2596896" cy="25603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defRPr sz="900" b="1">
                <a:solidFill>
                  <a:srgbClr val="FFFFFF"/>
                </a:solidFill>
                <a:latin typeface="Calibri"/>
              </a:defRPr>
            </a:pPr>
            <a:r>
              <a:t>Guideline</a:t>
            </a:r>
          </a:p>
        </p:txBody>
      </p:sp>
      <p:sp>
        <p:nvSpPr>
          <p:cNvPr id="12" name="TextBox 11">
            <a:extLst>
              <a:ext uri="{FF2B5EF4-FFF2-40B4-BE49-F238E27FC236}">
                <a16:creationId xmlns:a16="http://schemas.microsoft.com/office/drawing/2014/main" id="{6332BEB4-58D1-0829-7881-9E74D9B44D4F}"/>
              </a:ext>
            </a:extLst>
          </p:cNvPr>
          <p:cNvSpPr txBox="1"/>
          <p:nvPr userDrawn="1"/>
        </p:nvSpPr>
        <p:spPr>
          <a:xfrm>
            <a:off x="3273552" y="1261872"/>
            <a:ext cx="1225296" cy="25603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defRPr sz="900" b="1">
                <a:solidFill>
                  <a:srgbClr val="FFFFFF"/>
                </a:solidFill>
                <a:latin typeface="Calibri"/>
              </a:defRPr>
            </a:pPr>
            <a:r>
              <a:t>Line</a:t>
            </a:r>
          </a:p>
        </p:txBody>
      </p:sp>
      <p:sp>
        <p:nvSpPr>
          <p:cNvPr id="13" name="TextBox 12">
            <a:extLst>
              <a:ext uri="{FF2B5EF4-FFF2-40B4-BE49-F238E27FC236}">
                <a16:creationId xmlns:a16="http://schemas.microsoft.com/office/drawing/2014/main" id="{DD98598B-17E3-76AF-E345-9E0DBB38C2E1}"/>
              </a:ext>
            </a:extLst>
          </p:cNvPr>
          <p:cNvSpPr txBox="1"/>
          <p:nvPr userDrawn="1"/>
        </p:nvSpPr>
        <p:spPr>
          <a:xfrm>
            <a:off x="4645152" y="1261872"/>
            <a:ext cx="1225296" cy="25603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defRPr sz="900" b="1">
                <a:solidFill>
                  <a:srgbClr val="FFFFFF"/>
                </a:solidFill>
                <a:latin typeface="Calibri"/>
              </a:defRPr>
            </a:pPr>
            <a:r>
              <a:t>Status</a:t>
            </a:r>
          </a:p>
        </p:txBody>
      </p:sp>
      <p:sp>
        <p:nvSpPr>
          <p:cNvPr id="14" name="TextBox 13">
            <a:extLst>
              <a:ext uri="{FF2B5EF4-FFF2-40B4-BE49-F238E27FC236}">
                <a16:creationId xmlns:a16="http://schemas.microsoft.com/office/drawing/2014/main" id="{29B07393-5B3A-B05B-DC9A-2C7C6E01CBBA}"/>
              </a:ext>
            </a:extLst>
          </p:cNvPr>
          <p:cNvSpPr txBox="1"/>
          <p:nvPr userDrawn="1"/>
        </p:nvSpPr>
        <p:spPr>
          <a:xfrm>
            <a:off x="6016752" y="1261872"/>
            <a:ext cx="3054096" cy="25603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defRPr sz="900" b="1">
                <a:solidFill>
                  <a:srgbClr val="FFFFFF"/>
                </a:solidFill>
                <a:latin typeface="Calibri"/>
              </a:defRPr>
            </a:pPr>
            <a:r>
              <a:t>Recommendation</a:t>
            </a:r>
          </a:p>
        </p:txBody>
      </p:sp>
      <p:sp>
        <p:nvSpPr>
          <p:cNvPr id="15" name="TextBox 14">
            <a:extLst>
              <a:ext uri="{FF2B5EF4-FFF2-40B4-BE49-F238E27FC236}">
                <a16:creationId xmlns:a16="http://schemas.microsoft.com/office/drawing/2014/main" id="{A1B272EF-11D6-491A-8FAC-C55E187400E0}"/>
              </a:ext>
            </a:extLst>
          </p:cNvPr>
          <p:cNvSpPr txBox="1"/>
          <p:nvPr userDrawn="1"/>
        </p:nvSpPr>
        <p:spPr>
          <a:xfrm>
            <a:off x="9217152" y="1261872"/>
            <a:ext cx="2898648" cy="25603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defRPr sz="900" b="1">
                <a:solidFill>
                  <a:srgbClr val="FFFFFF"/>
                </a:solidFill>
                <a:latin typeface="Calibri"/>
              </a:defRPr>
            </a:pPr>
            <a:r>
              <a:t>Source</a:t>
            </a:r>
          </a:p>
        </p:txBody>
      </p:sp>
      <p:sp>
        <p:nvSpPr>
          <p:cNvPr id="16" name="Rectangle 15">
            <a:extLst>
              <a:ext uri="{FF2B5EF4-FFF2-40B4-BE49-F238E27FC236}">
                <a16:creationId xmlns:a16="http://schemas.microsoft.com/office/drawing/2014/main" id="{48CEAD4E-3700-B843-5F44-36CE0D6A416F}"/>
              </a:ext>
            </a:extLst>
          </p:cNvPr>
          <p:cNvSpPr/>
          <p:nvPr userDrawn="1"/>
        </p:nvSpPr>
        <p:spPr>
          <a:xfrm>
            <a:off x="457200" y="1554480"/>
            <a:ext cx="11274552" cy="502920"/>
          </a:xfrm>
          <a:prstGeom prst="rect">
            <a:avLst/>
          </a:prstGeom>
          <a:solidFill>
            <a:srgbClr val="FFFFFF"/>
          </a:solidFill>
          <a:ln w="6350">
            <a:solidFill>
              <a:srgbClr val="E5E7EB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17" name="TextBox 16">
            <a:extLst>
              <a:ext uri="{FF2B5EF4-FFF2-40B4-BE49-F238E27FC236}">
                <a16:creationId xmlns:a16="http://schemas.microsoft.com/office/drawing/2014/main" id="{D60518FC-5CE5-D20E-BADF-E0B80250A82A}"/>
              </a:ext>
            </a:extLst>
          </p:cNvPr>
          <p:cNvSpPr txBox="1"/>
          <p:nvPr userDrawn="1"/>
        </p:nvSpPr>
        <p:spPr>
          <a:xfrm>
            <a:off x="530352" y="1627632"/>
            <a:ext cx="2596896" cy="36576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defRPr sz="900" b="0">
                <a:solidFill>
                  <a:srgbClr val="0F172A"/>
                </a:solidFill>
                <a:latin typeface="Calibri"/>
              </a:defRPr>
            </a:pPr>
            <a:r>
              <a:t>{{guideline_1}}</a:t>
            </a:r>
          </a:p>
        </p:txBody>
      </p:sp>
      <p:sp>
        <p:nvSpPr>
          <p:cNvPr id="18" name="TextBox 17">
            <a:extLst>
              <a:ext uri="{FF2B5EF4-FFF2-40B4-BE49-F238E27FC236}">
                <a16:creationId xmlns:a16="http://schemas.microsoft.com/office/drawing/2014/main" id="{2D3D833F-3D15-E110-65A9-278A1096425C}"/>
              </a:ext>
            </a:extLst>
          </p:cNvPr>
          <p:cNvSpPr txBox="1"/>
          <p:nvPr userDrawn="1"/>
        </p:nvSpPr>
        <p:spPr>
          <a:xfrm>
            <a:off x="3273552" y="1627632"/>
            <a:ext cx="1225296" cy="36576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defRPr sz="900" b="0">
                <a:solidFill>
                  <a:srgbClr val="0F172A"/>
                </a:solidFill>
                <a:latin typeface="Calibri"/>
              </a:defRPr>
            </a:pPr>
            <a:r>
              <a:t>{{line_1}}</a:t>
            </a:r>
          </a:p>
        </p:txBody>
      </p:sp>
      <p:sp>
        <p:nvSpPr>
          <p:cNvPr id="19" name="TextBox 18">
            <a:extLst>
              <a:ext uri="{FF2B5EF4-FFF2-40B4-BE49-F238E27FC236}">
                <a16:creationId xmlns:a16="http://schemas.microsoft.com/office/drawing/2014/main" id="{E7C74DAD-F5E8-FBEB-6D70-87185FA2BCC5}"/>
              </a:ext>
            </a:extLst>
          </p:cNvPr>
          <p:cNvSpPr txBox="1"/>
          <p:nvPr userDrawn="1"/>
        </p:nvSpPr>
        <p:spPr>
          <a:xfrm>
            <a:off x="4645152" y="1627632"/>
            <a:ext cx="1225296" cy="36576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defRPr sz="900" b="0">
                <a:solidFill>
                  <a:srgbClr val="0F172A"/>
                </a:solidFill>
                <a:latin typeface="Calibri"/>
              </a:defRPr>
            </a:pPr>
            <a:r>
              <a:t>{{status_1}}</a:t>
            </a:r>
          </a:p>
        </p:txBody>
      </p:sp>
      <p:sp>
        <p:nvSpPr>
          <p:cNvPr id="20" name="TextBox 19">
            <a:extLst>
              <a:ext uri="{FF2B5EF4-FFF2-40B4-BE49-F238E27FC236}">
                <a16:creationId xmlns:a16="http://schemas.microsoft.com/office/drawing/2014/main" id="{3E74258C-5E59-7285-F052-662840AC4871}"/>
              </a:ext>
            </a:extLst>
          </p:cNvPr>
          <p:cNvSpPr txBox="1"/>
          <p:nvPr userDrawn="1"/>
        </p:nvSpPr>
        <p:spPr>
          <a:xfrm>
            <a:off x="6016752" y="1627632"/>
            <a:ext cx="3054096" cy="36576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defRPr sz="900" b="0">
                <a:solidFill>
                  <a:srgbClr val="0F172A"/>
                </a:solidFill>
                <a:latin typeface="Calibri"/>
              </a:defRPr>
            </a:pPr>
            <a:r>
              <a:t>{{recommendation_1}}</a:t>
            </a:r>
          </a:p>
        </p:txBody>
      </p:sp>
      <p:sp>
        <p:nvSpPr>
          <p:cNvPr id="21" name="TextBox 20">
            <a:extLst>
              <a:ext uri="{FF2B5EF4-FFF2-40B4-BE49-F238E27FC236}">
                <a16:creationId xmlns:a16="http://schemas.microsoft.com/office/drawing/2014/main" id="{23A558EB-CF25-D389-70C8-B0C3FC41D2FD}"/>
              </a:ext>
            </a:extLst>
          </p:cNvPr>
          <p:cNvSpPr txBox="1"/>
          <p:nvPr userDrawn="1"/>
        </p:nvSpPr>
        <p:spPr>
          <a:xfrm>
            <a:off x="9217152" y="1627632"/>
            <a:ext cx="2898648" cy="36576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defRPr sz="900" b="0">
                <a:solidFill>
                  <a:srgbClr val="94A3B8"/>
                </a:solidFill>
                <a:latin typeface="Calibri"/>
              </a:defRPr>
            </a:pPr>
            <a:r>
              <a:t>{{source_1}}</a:t>
            </a:r>
          </a:p>
        </p:txBody>
      </p:sp>
      <p:sp>
        <p:nvSpPr>
          <p:cNvPr id="22" name="Rectangle 21">
            <a:extLst>
              <a:ext uri="{FF2B5EF4-FFF2-40B4-BE49-F238E27FC236}">
                <a16:creationId xmlns:a16="http://schemas.microsoft.com/office/drawing/2014/main" id="{04092E9A-42B7-ADE1-DA6F-F3AF2766F884}"/>
              </a:ext>
            </a:extLst>
          </p:cNvPr>
          <p:cNvSpPr/>
          <p:nvPr userDrawn="1"/>
        </p:nvSpPr>
        <p:spPr>
          <a:xfrm>
            <a:off x="457200" y="2057400"/>
            <a:ext cx="11274552" cy="502920"/>
          </a:xfrm>
          <a:prstGeom prst="rect">
            <a:avLst/>
          </a:prstGeom>
          <a:solidFill>
            <a:srgbClr val="F8FAFF"/>
          </a:solidFill>
          <a:ln w="6350">
            <a:solidFill>
              <a:srgbClr val="E5E7EB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23" name="TextBox 22">
            <a:extLst>
              <a:ext uri="{FF2B5EF4-FFF2-40B4-BE49-F238E27FC236}">
                <a16:creationId xmlns:a16="http://schemas.microsoft.com/office/drawing/2014/main" id="{4303D168-3710-06D6-A67F-A3BF47CEE7F0}"/>
              </a:ext>
            </a:extLst>
          </p:cNvPr>
          <p:cNvSpPr txBox="1"/>
          <p:nvPr userDrawn="1"/>
        </p:nvSpPr>
        <p:spPr>
          <a:xfrm>
            <a:off x="530352" y="2130552"/>
            <a:ext cx="2596896" cy="36576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defRPr sz="900" b="0">
                <a:solidFill>
                  <a:srgbClr val="0F172A"/>
                </a:solidFill>
                <a:latin typeface="Calibri"/>
              </a:defRPr>
            </a:pPr>
            <a:r>
              <a:t>{{guideline_2}}</a:t>
            </a:r>
          </a:p>
        </p:txBody>
      </p:sp>
      <p:sp>
        <p:nvSpPr>
          <p:cNvPr id="24" name="TextBox 23">
            <a:extLst>
              <a:ext uri="{FF2B5EF4-FFF2-40B4-BE49-F238E27FC236}">
                <a16:creationId xmlns:a16="http://schemas.microsoft.com/office/drawing/2014/main" id="{0307D56C-A213-8B15-D343-35B9F61F5925}"/>
              </a:ext>
            </a:extLst>
          </p:cNvPr>
          <p:cNvSpPr txBox="1"/>
          <p:nvPr userDrawn="1"/>
        </p:nvSpPr>
        <p:spPr>
          <a:xfrm>
            <a:off x="3273552" y="2130552"/>
            <a:ext cx="1225296" cy="36576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defRPr sz="900" b="0">
                <a:solidFill>
                  <a:srgbClr val="0F172A"/>
                </a:solidFill>
                <a:latin typeface="Calibri"/>
              </a:defRPr>
            </a:pPr>
            <a:r>
              <a:t>{{line_2}}</a:t>
            </a:r>
          </a:p>
        </p:txBody>
      </p:sp>
      <p:sp>
        <p:nvSpPr>
          <p:cNvPr id="25" name="TextBox 24">
            <a:extLst>
              <a:ext uri="{FF2B5EF4-FFF2-40B4-BE49-F238E27FC236}">
                <a16:creationId xmlns:a16="http://schemas.microsoft.com/office/drawing/2014/main" id="{BD728187-D795-5303-EFDA-75C6F4C7C85D}"/>
              </a:ext>
            </a:extLst>
          </p:cNvPr>
          <p:cNvSpPr txBox="1"/>
          <p:nvPr userDrawn="1"/>
        </p:nvSpPr>
        <p:spPr>
          <a:xfrm>
            <a:off x="4645152" y="2130552"/>
            <a:ext cx="1225296" cy="36576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defRPr sz="900" b="0">
                <a:solidFill>
                  <a:srgbClr val="0F172A"/>
                </a:solidFill>
                <a:latin typeface="Calibri"/>
              </a:defRPr>
            </a:pPr>
            <a:r>
              <a:t>{{status_2}}</a:t>
            </a:r>
          </a:p>
        </p:txBody>
      </p:sp>
      <p:sp>
        <p:nvSpPr>
          <p:cNvPr id="26" name="TextBox 25">
            <a:extLst>
              <a:ext uri="{FF2B5EF4-FFF2-40B4-BE49-F238E27FC236}">
                <a16:creationId xmlns:a16="http://schemas.microsoft.com/office/drawing/2014/main" id="{6DF9B50B-FE68-A1C6-781A-8E3004A9FD50}"/>
              </a:ext>
            </a:extLst>
          </p:cNvPr>
          <p:cNvSpPr txBox="1"/>
          <p:nvPr userDrawn="1"/>
        </p:nvSpPr>
        <p:spPr>
          <a:xfrm>
            <a:off x="6016752" y="2130552"/>
            <a:ext cx="3054096" cy="36576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defRPr sz="900" b="0">
                <a:solidFill>
                  <a:srgbClr val="0F172A"/>
                </a:solidFill>
                <a:latin typeface="Calibri"/>
              </a:defRPr>
            </a:pPr>
            <a:r>
              <a:t>{{recommendation_2}}</a:t>
            </a:r>
          </a:p>
        </p:txBody>
      </p:sp>
      <p:sp>
        <p:nvSpPr>
          <p:cNvPr id="27" name="TextBox 26">
            <a:extLst>
              <a:ext uri="{FF2B5EF4-FFF2-40B4-BE49-F238E27FC236}">
                <a16:creationId xmlns:a16="http://schemas.microsoft.com/office/drawing/2014/main" id="{492D9415-E729-6E50-64DF-FD216ADAB0E6}"/>
              </a:ext>
            </a:extLst>
          </p:cNvPr>
          <p:cNvSpPr txBox="1"/>
          <p:nvPr userDrawn="1"/>
        </p:nvSpPr>
        <p:spPr>
          <a:xfrm>
            <a:off x="9217152" y="2130552"/>
            <a:ext cx="2898648" cy="36576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defRPr sz="900" b="0">
                <a:solidFill>
                  <a:srgbClr val="94A3B8"/>
                </a:solidFill>
                <a:latin typeface="Calibri"/>
              </a:defRPr>
            </a:pPr>
            <a:r>
              <a:t>{{source_2}}</a:t>
            </a:r>
          </a:p>
        </p:txBody>
      </p:sp>
      <p:sp>
        <p:nvSpPr>
          <p:cNvPr id="28" name="Rectangle 27">
            <a:extLst>
              <a:ext uri="{FF2B5EF4-FFF2-40B4-BE49-F238E27FC236}">
                <a16:creationId xmlns:a16="http://schemas.microsoft.com/office/drawing/2014/main" id="{511897C7-7367-CE49-7B1C-AADE68FBAF42}"/>
              </a:ext>
            </a:extLst>
          </p:cNvPr>
          <p:cNvSpPr/>
          <p:nvPr userDrawn="1"/>
        </p:nvSpPr>
        <p:spPr>
          <a:xfrm>
            <a:off x="457200" y="2560320"/>
            <a:ext cx="11274552" cy="502920"/>
          </a:xfrm>
          <a:prstGeom prst="rect">
            <a:avLst/>
          </a:prstGeom>
          <a:solidFill>
            <a:srgbClr val="FFFFFF"/>
          </a:solidFill>
          <a:ln w="6350">
            <a:solidFill>
              <a:srgbClr val="E5E7EB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29" name="TextBox 28">
            <a:extLst>
              <a:ext uri="{FF2B5EF4-FFF2-40B4-BE49-F238E27FC236}">
                <a16:creationId xmlns:a16="http://schemas.microsoft.com/office/drawing/2014/main" id="{3AB573EA-BFBC-98AE-3A09-9928455D5207}"/>
              </a:ext>
            </a:extLst>
          </p:cNvPr>
          <p:cNvSpPr txBox="1"/>
          <p:nvPr userDrawn="1"/>
        </p:nvSpPr>
        <p:spPr>
          <a:xfrm>
            <a:off x="530352" y="2633472"/>
            <a:ext cx="2596896" cy="36576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defRPr sz="900" b="0">
                <a:solidFill>
                  <a:srgbClr val="0F172A"/>
                </a:solidFill>
                <a:latin typeface="Calibri"/>
              </a:defRPr>
            </a:pPr>
            <a:r>
              <a:t>{{guideline_3}}</a:t>
            </a:r>
          </a:p>
        </p:txBody>
      </p:sp>
      <p:sp>
        <p:nvSpPr>
          <p:cNvPr id="30" name="TextBox 29">
            <a:extLst>
              <a:ext uri="{FF2B5EF4-FFF2-40B4-BE49-F238E27FC236}">
                <a16:creationId xmlns:a16="http://schemas.microsoft.com/office/drawing/2014/main" id="{7AF309D2-2515-8990-EF08-33C054C41394}"/>
              </a:ext>
            </a:extLst>
          </p:cNvPr>
          <p:cNvSpPr txBox="1"/>
          <p:nvPr userDrawn="1"/>
        </p:nvSpPr>
        <p:spPr>
          <a:xfrm>
            <a:off x="3273552" y="2633472"/>
            <a:ext cx="1225296" cy="36576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defRPr sz="900" b="0">
                <a:solidFill>
                  <a:srgbClr val="0F172A"/>
                </a:solidFill>
                <a:latin typeface="Calibri"/>
              </a:defRPr>
            </a:pPr>
            <a:r>
              <a:t>{{line_3}}</a:t>
            </a:r>
          </a:p>
        </p:txBody>
      </p:sp>
      <p:sp>
        <p:nvSpPr>
          <p:cNvPr id="31" name="TextBox 30">
            <a:extLst>
              <a:ext uri="{FF2B5EF4-FFF2-40B4-BE49-F238E27FC236}">
                <a16:creationId xmlns:a16="http://schemas.microsoft.com/office/drawing/2014/main" id="{6255A73E-4EB1-840B-560E-0CE986B464FF}"/>
              </a:ext>
            </a:extLst>
          </p:cNvPr>
          <p:cNvSpPr txBox="1"/>
          <p:nvPr userDrawn="1"/>
        </p:nvSpPr>
        <p:spPr>
          <a:xfrm>
            <a:off x="4645152" y="2633472"/>
            <a:ext cx="1225296" cy="36576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defRPr sz="900" b="0">
                <a:solidFill>
                  <a:srgbClr val="0F172A"/>
                </a:solidFill>
                <a:latin typeface="Calibri"/>
              </a:defRPr>
            </a:pPr>
            <a:r>
              <a:t>{{status_3}}</a:t>
            </a:r>
          </a:p>
        </p:txBody>
      </p:sp>
      <p:sp>
        <p:nvSpPr>
          <p:cNvPr id="32" name="TextBox 31">
            <a:extLst>
              <a:ext uri="{FF2B5EF4-FFF2-40B4-BE49-F238E27FC236}">
                <a16:creationId xmlns:a16="http://schemas.microsoft.com/office/drawing/2014/main" id="{C76712CD-3071-EEF5-1F20-4BBB57451A52}"/>
              </a:ext>
            </a:extLst>
          </p:cNvPr>
          <p:cNvSpPr txBox="1"/>
          <p:nvPr userDrawn="1"/>
        </p:nvSpPr>
        <p:spPr>
          <a:xfrm>
            <a:off x="6016752" y="2633472"/>
            <a:ext cx="3054096" cy="36576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defRPr sz="900" b="0">
                <a:solidFill>
                  <a:srgbClr val="0F172A"/>
                </a:solidFill>
                <a:latin typeface="Calibri"/>
              </a:defRPr>
            </a:pPr>
            <a:r>
              <a:t>{{recommendation_3}}</a:t>
            </a:r>
          </a:p>
        </p:txBody>
      </p:sp>
      <p:sp>
        <p:nvSpPr>
          <p:cNvPr id="33" name="TextBox 32">
            <a:extLst>
              <a:ext uri="{FF2B5EF4-FFF2-40B4-BE49-F238E27FC236}">
                <a16:creationId xmlns:a16="http://schemas.microsoft.com/office/drawing/2014/main" id="{F13A631D-AA4A-3ADF-4897-F413136BDF7A}"/>
              </a:ext>
            </a:extLst>
          </p:cNvPr>
          <p:cNvSpPr txBox="1"/>
          <p:nvPr userDrawn="1"/>
        </p:nvSpPr>
        <p:spPr>
          <a:xfrm>
            <a:off x="9217152" y="2633472"/>
            <a:ext cx="2898648" cy="36576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defRPr sz="900" b="0">
                <a:solidFill>
                  <a:srgbClr val="94A3B8"/>
                </a:solidFill>
                <a:latin typeface="Calibri"/>
              </a:defRPr>
            </a:pPr>
            <a:r>
              <a:t>{{source_3}}</a:t>
            </a:r>
          </a:p>
        </p:txBody>
      </p:sp>
      <p:sp>
        <p:nvSpPr>
          <p:cNvPr id="34" name="Rectangle 33">
            <a:extLst>
              <a:ext uri="{FF2B5EF4-FFF2-40B4-BE49-F238E27FC236}">
                <a16:creationId xmlns:a16="http://schemas.microsoft.com/office/drawing/2014/main" id="{FD7B55DC-E5FC-9B24-C3BC-D2302760F65A}"/>
              </a:ext>
            </a:extLst>
          </p:cNvPr>
          <p:cNvSpPr/>
          <p:nvPr userDrawn="1"/>
        </p:nvSpPr>
        <p:spPr>
          <a:xfrm>
            <a:off x="457200" y="3063240"/>
            <a:ext cx="11274552" cy="502920"/>
          </a:xfrm>
          <a:prstGeom prst="rect">
            <a:avLst/>
          </a:prstGeom>
          <a:solidFill>
            <a:srgbClr val="F8FAFF"/>
          </a:solidFill>
          <a:ln w="6350">
            <a:solidFill>
              <a:srgbClr val="E5E7EB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35" name="TextBox 34">
            <a:extLst>
              <a:ext uri="{FF2B5EF4-FFF2-40B4-BE49-F238E27FC236}">
                <a16:creationId xmlns:a16="http://schemas.microsoft.com/office/drawing/2014/main" id="{96DC86EF-9682-926E-581A-0D1C49D8F6F0}"/>
              </a:ext>
            </a:extLst>
          </p:cNvPr>
          <p:cNvSpPr txBox="1"/>
          <p:nvPr userDrawn="1"/>
        </p:nvSpPr>
        <p:spPr>
          <a:xfrm>
            <a:off x="530352" y="3136392"/>
            <a:ext cx="2596896" cy="36576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defRPr sz="900" b="0">
                <a:solidFill>
                  <a:srgbClr val="0F172A"/>
                </a:solidFill>
                <a:latin typeface="Calibri"/>
              </a:defRPr>
            </a:pPr>
            <a:r>
              <a:t>{{guideline_4}}</a:t>
            </a:r>
          </a:p>
        </p:txBody>
      </p:sp>
      <p:sp>
        <p:nvSpPr>
          <p:cNvPr id="36" name="TextBox 35">
            <a:extLst>
              <a:ext uri="{FF2B5EF4-FFF2-40B4-BE49-F238E27FC236}">
                <a16:creationId xmlns:a16="http://schemas.microsoft.com/office/drawing/2014/main" id="{49AE378B-2618-8F06-8644-83F294E955F8}"/>
              </a:ext>
            </a:extLst>
          </p:cNvPr>
          <p:cNvSpPr txBox="1"/>
          <p:nvPr userDrawn="1"/>
        </p:nvSpPr>
        <p:spPr>
          <a:xfrm>
            <a:off x="3273552" y="3136392"/>
            <a:ext cx="1225296" cy="36576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defRPr sz="900" b="0">
                <a:solidFill>
                  <a:srgbClr val="0F172A"/>
                </a:solidFill>
                <a:latin typeface="Calibri"/>
              </a:defRPr>
            </a:pPr>
            <a:r>
              <a:t>{{line_4}}</a:t>
            </a:r>
          </a:p>
        </p:txBody>
      </p:sp>
      <p:sp>
        <p:nvSpPr>
          <p:cNvPr id="37" name="TextBox 36">
            <a:extLst>
              <a:ext uri="{FF2B5EF4-FFF2-40B4-BE49-F238E27FC236}">
                <a16:creationId xmlns:a16="http://schemas.microsoft.com/office/drawing/2014/main" id="{DAE6F3B1-B6D6-AEBD-5603-167223608E9B}"/>
              </a:ext>
            </a:extLst>
          </p:cNvPr>
          <p:cNvSpPr txBox="1"/>
          <p:nvPr userDrawn="1"/>
        </p:nvSpPr>
        <p:spPr>
          <a:xfrm>
            <a:off x="4645152" y="3136392"/>
            <a:ext cx="1225296" cy="36576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defRPr sz="900" b="0">
                <a:solidFill>
                  <a:srgbClr val="0F172A"/>
                </a:solidFill>
                <a:latin typeface="Calibri"/>
              </a:defRPr>
            </a:pPr>
            <a:r>
              <a:t>{{status_4}}</a:t>
            </a:r>
          </a:p>
        </p:txBody>
      </p:sp>
      <p:sp>
        <p:nvSpPr>
          <p:cNvPr id="38" name="TextBox 37">
            <a:extLst>
              <a:ext uri="{FF2B5EF4-FFF2-40B4-BE49-F238E27FC236}">
                <a16:creationId xmlns:a16="http://schemas.microsoft.com/office/drawing/2014/main" id="{84C4B08D-F1A9-3D68-5061-1763F286E1DA}"/>
              </a:ext>
            </a:extLst>
          </p:cNvPr>
          <p:cNvSpPr txBox="1"/>
          <p:nvPr userDrawn="1"/>
        </p:nvSpPr>
        <p:spPr>
          <a:xfrm>
            <a:off x="6016752" y="3136392"/>
            <a:ext cx="3054096" cy="36576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defRPr sz="900" b="0">
                <a:solidFill>
                  <a:srgbClr val="0F172A"/>
                </a:solidFill>
                <a:latin typeface="Calibri"/>
              </a:defRPr>
            </a:pPr>
            <a:r>
              <a:t>{{recommendation_4}}</a:t>
            </a:r>
          </a:p>
        </p:txBody>
      </p:sp>
      <p:sp>
        <p:nvSpPr>
          <p:cNvPr id="39" name="TextBox 38">
            <a:extLst>
              <a:ext uri="{FF2B5EF4-FFF2-40B4-BE49-F238E27FC236}">
                <a16:creationId xmlns:a16="http://schemas.microsoft.com/office/drawing/2014/main" id="{EB5EC892-8671-CF68-9C8D-492213C0DA7B}"/>
              </a:ext>
            </a:extLst>
          </p:cNvPr>
          <p:cNvSpPr txBox="1"/>
          <p:nvPr userDrawn="1"/>
        </p:nvSpPr>
        <p:spPr>
          <a:xfrm>
            <a:off x="9217152" y="3136392"/>
            <a:ext cx="2898648" cy="36576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defRPr sz="900" b="0">
                <a:solidFill>
                  <a:srgbClr val="94A3B8"/>
                </a:solidFill>
                <a:latin typeface="Calibri"/>
              </a:defRPr>
            </a:pPr>
            <a:r>
              <a:t>{{source_4}}</a:t>
            </a:r>
          </a:p>
        </p:txBody>
      </p:sp>
      <p:sp>
        <p:nvSpPr>
          <p:cNvPr id="40" name="Rectangle 39">
            <a:extLst>
              <a:ext uri="{FF2B5EF4-FFF2-40B4-BE49-F238E27FC236}">
                <a16:creationId xmlns:a16="http://schemas.microsoft.com/office/drawing/2014/main" id="{1F6ED086-486C-A956-38C1-DF95810C5EF2}"/>
              </a:ext>
            </a:extLst>
          </p:cNvPr>
          <p:cNvSpPr/>
          <p:nvPr userDrawn="1"/>
        </p:nvSpPr>
        <p:spPr>
          <a:xfrm>
            <a:off x="457200" y="3566160"/>
            <a:ext cx="11274552" cy="502920"/>
          </a:xfrm>
          <a:prstGeom prst="rect">
            <a:avLst/>
          </a:prstGeom>
          <a:solidFill>
            <a:srgbClr val="FFFFFF"/>
          </a:solidFill>
          <a:ln w="6350">
            <a:solidFill>
              <a:srgbClr val="E5E7EB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41" name="TextBox 40">
            <a:extLst>
              <a:ext uri="{FF2B5EF4-FFF2-40B4-BE49-F238E27FC236}">
                <a16:creationId xmlns:a16="http://schemas.microsoft.com/office/drawing/2014/main" id="{D74CF902-2D35-52DD-B8A1-A6DAC63B590E}"/>
              </a:ext>
            </a:extLst>
          </p:cNvPr>
          <p:cNvSpPr txBox="1"/>
          <p:nvPr userDrawn="1"/>
        </p:nvSpPr>
        <p:spPr>
          <a:xfrm>
            <a:off x="530352" y="3639312"/>
            <a:ext cx="2596896" cy="36576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defRPr sz="900" b="0">
                <a:solidFill>
                  <a:srgbClr val="0F172A"/>
                </a:solidFill>
                <a:latin typeface="Calibri"/>
              </a:defRPr>
            </a:pPr>
            <a:r>
              <a:t>{{guideline_5}}</a:t>
            </a:r>
          </a:p>
        </p:txBody>
      </p:sp>
      <p:sp>
        <p:nvSpPr>
          <p:cNvPr id="42" name="TextBox 41">
            <a:extLst>
              <a:ext uri="{FF2B5EF4-FFF2-40B4-BE49-F238E27FC236}">
                <a16:creationId xmlns:a16="http://schemas.microsoft.com/office/drawing/2014/main" id="{AC7066EF-7AB5-4056-4051-5C45189BFC57}"/>
              </a:ext>
            </a:extLst>
          </p:cNvPr>
          <p:cNvSpPr txBox="1"/>
          <p:nvPr userDrawn="1"/>
        </p:nvSpPr>
        <p:spPr>
          <a:xfrm>
            <a:off x="3273552" y="3639312"/>
            <a:ext cx="1225296" cy="36576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defRPr sz="900" b="0">
                <a:solidFill>
                  <a:srgbClr val="0F172A"/>
                </a:solidFill>
                <a:latin typeface="Calibri"/>
              </a:defRPr>
            </a:pPr>
            <a:r>
              <a:t>{{line_5}}</a:t>
            </a:r>
          </a:p>
        </p:txBody>
      </p:sp>
      <p:sp>
        <p:nvSpPr>
          <p:cNvPr id="43" name="TextBox 42">
            <a:extLst>
              <a:ext uri="{FF2B5EF4-FFF2-40B4-BE49-F238E27FC236}">
                <a16:creationId xmlns:a16="http://schemas.microsoft.com/office/drawing/2014/main" id="{C0A7A693-A531-02AD-BF68-31607DE0494D}"/>
              </a:ext>
            </a:extLst>
          </p:cNvPr>
          <p:cNvSpPr txBox="1"/>
          <p:nvPr userDrawn="1"/>
        </p:nvSpPr>
        <p:spPr>
          <a:xfrm>
            <a:off x="4645152" y="3639312"/>
            <a:ext cx="1225296" cy="36576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defRPr sz="900" b="0">
                <a:solidFill>
                  <a:srgbClr val="0F172A"/>
                </a:solidFill>
                <a:latin typeface="Calibri"/>
              </a:defRPr>
            </a:pPr>
            <a:r>
              <a:t>{{status_5}}</a:t>
            </a:r>
          </a:p>
        </p:txBody>
      </p:sp>
      <p:sp>
        <p:nvSpPr>
          <p:cNvPr id="44" name="TextBox 43">
            <a:extLst>
              <a:ext uri="{FF2B5EF4-FFF2-40B4-BE49-F238E27FC236}">
                <a16:creationId xmlns:a16="http://schemas.microsoft.com/office/drawing/2014/main" id="{F1A1DA50-7CE6-8EEF-4CD6-53BEEE293026}"/>
              </a:ext>
            </a:extLst>
          </p:cNvPr>
          <p:cNvSpPr txBox="1"/>
          <p:nvPr userDrawn="1"/>
        </p:nvSpPr>
        <p:spPr>
          <a:xfrm>
            <a:off x="6016752" y="3639312"/>
            <a:ext cx="3054096" cy="36576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defRPr sz="900" b="0">
                <a:solidFill>
                  <a:srgbClr val="0F172A"/>
                </a:solidFill>
                <a:latin typeface="Calibri"/>
              </a:defRPr>
            </a:pPr>
            <a:r>
              <a:t>{{recommendation_5}}</a:t>
            </a:r>
          </a:p>
        </p:txBody>
      </p:sp>
      <p:sp>
        <p:nvSpPr>
          <p:cNvPr id="45" name="TextBox 44">
            <a:extLst>
              <a:ext uri="{FF2B5EF4-FFF2-40B4-BE49-F238E27FC236}">
                <a16:creationId xmlns:a16="http://schemas.microsoft.com/office/drawing/2014/main" id="{D974983B-7EB7-953D-5BC3-1D71587CE93E}"/>
              </a:ext>
            </a:extLst>
          </p:cNvPr>
          <p:cNvSpPr txBox="1"/>
          <p:nvPr userDrawn="1"/>
        </p:nvSpPr>
        <p:spPr>
          <a:xfrm>
            <a:off x="9217152" y="3639312"/>
            <a:ext cx="2898648" cy="36576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defRPr sz="900" b="0">
                <a:solidFill>
                  <a:srgbClr val="94A3B8"/>
                </a:solidFill>
                <a:latin typeface="Calibri"/>
              </a:defRPr>
            </a:pPr>
            <a:r>
              <a:t>{{source_5}}</a:t>
            </a:r>
          </a:p>
        </p:txBody>
      </p:sp>
      <p:sp>
        <p:nvSpPr>
          <p:cNvPr id="46" name="Rectangle 45">
            <a:extLst>
              <a:ext uri="{FF2B5EF4-FFF2-40B4-BE49-F238E27FC236}">
                <a16:creationId xmlns:a16="http://schemas.microsoft.com/office/drawing/2014/main" id="{B00F4967-27D3-0A7C-131F-A1870275081E}"/>
              </a:ext>
            </a:extLst>
          </p:cNvPr>
          <p:cNvSpPr/>
          <p:nvPr userDrawn="1"/>
        </p:nvSpPr>
        <p:spPr>
          <a:xfrm>
            <a:off x="457200" y="4069080"/>
            <a:ext cx="11274552" cy="502920"/>
          </a:xfrm>
          <a:prstGeom prst="rect">
            <a:avLst/>
          </a:prstGeom>
          <a:solidFill>
            <a:srgbClr val="F8FAFF"/>
          </a:solidFill>
          <a:ln w="6350">
            <a:solidFill>
              <a:srgbClr val="E5E7EB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47" name="TextBox 46">
            <a:extLst>
              <a:ext uri="{FF2B5EF4-FFF2-40B4-BE49-F238E27FC236}">
                <a16:creationId xmlns:a16="http://schemas.microsoft.com/office/drawing/2014/main" id="{00EE9A77-9593-01E6-78CB-D4433CB20081}"/>
              </a:ext>
            </a:extLst>
          </p:cNvPr>
          <p:cNvSpPr txBox="1"/>
          <p:nvPr userDrawn="1"/>
        </p:nvSpPr>
        <p:spPr>
          <a:xfrm>
            <a:off x="530352" y="4142232"/>
            <a:ext cx="2596896" cy="36576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defRPr sz="900" b="0">
                <a:solidFill>
                  <a:srgbClr val="0F172A"/>
                </a:solidFill>
                <a:latin typeface="Calibri"/>
              </a:defRPr>
            </a:pPr>
            <a:r>
              <a:t>{{guideline_6}}</a:t>
            </a:r>
          </a:p>
        </p:txBody>
      </p:sp>
      <p:sp>
        <p:nvSpPr>
          <p:cNvPr id="48" name="TextBox 47">
            <a:extLst>
              <a:ext uri="{FF2B5EF4-FFF2-40B4-BE49-F238E27FC236}">
                <a16:creationId xmlns:a16="http://schemas.microsoft.com/office/drawing/2014/main" id="{BD2E1CD8-AAFF-A8E1-536B-BCDB76ABB419}"/>
              </a:ext>
            </a:extLst>
          </p:cNvPr>
          <p:cNvSpPr txBox="1"/>
          <p:nvPr userDrawn="1"/>
        </p:nvSpPr>
        <p:spPr>
          <a:xfrm>
            <a:off x="3273552" y="4142232"/>
            <a:ext cx="1225296" cy="36576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defRPr sz="900" b="0">
                <a:solidFill>
                  <a:srgbClr val="0F172A"/>
                </a:solidFill>
                <a:latin typeface="Calibri"/>
              </a:defRPr>
            </a:pPr>
            <a:r>
              <a:t>{{line_6}}</a:t>
            </a:r>
          </a:p>
        </p:txBody>
      </p:sp>
      <p:sp>
        <p:nvSpPr>
          <p:cNvPr id="49" name="TextBox 48">
            <a:extLst>
              <a:ext uri="{FF2B5EF4-FFF2-40B4-BE49-F238E27FC236}">
                <a16:creationId xmlns:a16="http://schemas.microsoft.com/office/drawing/2014/main" id="{C9F28EBF-0C32-E2CF-895D-8D0C8F0C420B}"/>
              </a:ext>
            </a:extLst>
          </p:cNvPr>
          <p:cNvSpPr txBox="1"/>
          <p:nvPr userDrawn="1"/>
        </p:nvSpPr>
        <p:spPr>
          <a:xfrm>
            <a:off x="4645152" y="4142232"/>
            <a:ext cx="1225296" cy="36576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defRPr sz="900" b="0">
                <a:solidFill>
                  <a:srgbClr val="0F172A"/>
                </a:solidFill>
                <a:latin typeface="Calibri"/>
              </a:defRPr>
            </a:pPr>
            <a:r>
              <a:t>{{status_6}}</a:t>
            </a:r>
          </a:p>
        </p:txBody>
      </p:sp>
      <p:sp>
        <p:nvSpPr>
          <p:cNvPr id="50" name="TextBox 49">
            <a:extLst>
              <a:ext uri="{FF2B5EF4-FFF2-40B4-BE49-F238E27FC236}">
                <a16:creationId xmlns:a16="http://schemas.microsoft.com/office/drawing/2014/main" id="{3A28F402-135C-CA2E-CD69-70E3D0D487AA}"/>
              </a:ext>
            </a:extLst>
          </p:cNvPr>
          <p:cNvSpPr txBox="1"/>
          <p:nvPr userDrawn="1"/>
        </p:nvSpPr>
        <p:spPr>
          <a:xfrm>
            <a:off x="6016752" y="4142232"/>
            <a:ext cx="3054096" cy="36576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defRPr sz="900" b="0">
                <a:solidFill>
                  <a:srgbClr val="0F172A"/>
                </a:solidFill>
                <a:latin typeface="Calibri"/>
              </a:defRPr>
            </a:pPr>
            <a:r>
              <a:t>{{recommendation_6}}</a:t>
            </a:r>
          </a:p>
        </p:txBody>
      </p:sp>
      <p:sp>
        <p:nvSpPr>
          <p:cNvPr id="51" name="TextBox 50">
            <a:extLst>
              <a:ext uri="{FF2B5EF4-FFF2-40B4-BE49-F238E27FC236}">
                <a16:creationId xmlns:a16="http://schemas.microsoft.com/office/drawing/2014/main" id="{980E8F22-92C3-BD2E-1F9F-2EDE74162B4F}"/>
              </a:ext>
            </a:extLst>
          </p:cNvPr>
          <p:cNvSpPr txBox="1"/>
          <p:nvPr userDrawn="1"/>
        </p:nvSpPr>
        <p:spPr>
          <a:xfrm>
            <a:off x="9217152" y="4142232"/>
            <a:ext cx="2898648" cy="36576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defRPr sz="900" b="0">
                <a:solidFill>
                  <a:srgbClr val="94A3B8"/>
                </a:solidFill>
                <a:latin typeface="Calibri"/>
              </a:defRPr>
            </a:pPr>
            <a:r>
              <a:t>{{source_6}}</a:t>
            </a:r>
          </a:p>
        </p:txBody>
      </p:sp>
      <p:sp>
        <p:nvSpPr>
          <p:cNvPr id="52" name="Rectangle 51">
            <a:extLst>
              <a:ext uri="{FF2B5EF4-FFF2-40B4-BE49-F238E27FC236}">
                <a16:creationId xmlns:a16="http://schemas.microsoft.com/office/drawing/2014/main" id="{9C9B9AA2-7531-D9F9-C36C-0DC0D033AF4E}"/>
              </a:ext>
            </a:extLst>
          </p:cNvPr>
          <p:cNvSpPr/>
          <p:nvPr userDrawn="1"/>
        </p:nvSpPr>
        <p:spPr>
          <a:xfrm>
            <a:off x="457200" y="4572000"/>
            <a:ext cx="11274552" cy="502920"/>
          </a:xfrm>
          <a:prstGeom prst="rect">
            <a:avLst/>
          </a:prstGeom>
          <a:solidFill>
            <a:srgbClr val="FFFFFF"/>
          </a:solidFill>
          <a:ln w="6350">
            <a:solidFill>
              <a:srgbClr val="E5E7EB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53" name="TextBox 52">
            <a:extLst>
              <a:ext uri="{FF2B5EF4-FFF2-40B4-BE49-F238E27FC236}">
                <a16:creationId xmlns:a16="http://schemas.microsoft.com/office/drawing/2014/main" id="{0D031712-6EE9-0189-AB4A-F1F9E53E8274}"/>
              </a:ext>
            </a:extLst>
          </p:cNvPr>
          <p:cNvSpPr txBox="1"/>
          <p:nvPr userDrawn="1"/>
        </p:nvSpPr>
        <p:spPr>
          <a:xfrm>
            <a:off x="530352" y="4645152"/>
            <a:ext cx="2596896" cy="36576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defRPr sz="900" b="0">
                <a:solidFill>
                  <a:srgbClr val="0F172A"/>
                </a:solidFill>
                <a:latin typeface="Calibri"/>
              </a:defRPr>
            </a:pPr>
            <a:r>
              <a:t>{{guideline_7}}</a:t>
            </a:r>
          </a:p>
        </p:txBody>
      </p:sp>
      <p:sp>
        <p:nvSpPr>
          <p:cNvPr id="54" name="TextBox 53">
            <a:extLst>
              <a:ext uri="{FF2B5EF4-FFF2-40B4-BE49-F238E27FC236}">
                <a16:creationId xmlns:a16="http://schemas.microsoft.com/office/drawing/2014/main" id="{CACAFB97-DEE4-CFC7-0CBC-47CBB73A0A8E}"/>
              </a:ext>
            </a:extLst>
          </p:cNvPr>
          <p:cNvSpPr txBox="1"/>
          <p:nvPr userDrawn="1"/>
        </p:nvSpPr>
        <p:spPr>
          <a:xfrm>
            <a:off x="3273552" y="4645152"/>
            <a:ext cx="1225296" cy="36576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defRPr sz="900" b="0">
                <a:solidFill>
                  <a:srgbClr val="0F172A"/>
                </a:solidFill>
                <a:latin typeface="Calibri"/>
              </a:defRPr>
            </a:pPr>
            <a:r>
              <a:t>{{line_7}}</a:t>
            </a:r>
          </a:p>
        </p:txBody>
      </p:sp>
      <p:sp>
        <p:nvSpPr>
          <p:cNvPr id="55" name="TextBox 54">
            <a:extLst>
              <a:ext uri="{FF2B5EF4-FFF2-40B4-BE49-F238E27FC236}">
                <a16:creationId xmlns:a16="http://schemas.microsoft.com/office/drawing/2014/main" id="{0BFDFF2A-FD0D-0E4E-BDD4-C17E4669FBD5}"/>
              </a:ext>
            </a:extLst>
          </p:cNvPr>
          <p:cNvSpPr txBox="1"/>
          <p:nvPr userDrawn="1"/>
        </p:nvSpPr>
        <p:spPr>
          <a:xfrm>
            <a:off x="4645152" y="4645152"/>
            <a:ext cx="1225296" cy="36576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defRPr sz="900" b="0">
                <a:solidFill>
                  <a:srgbClr val="0F172A"/>
                </a:solidFill>
                <a:latin typeface="Calibri"/>
              </a:defRPr>
            </a:pPr>
            <a:r>
              <a:t>{{status_7}}</a:t>
            </a:r>
          </a:p>
        </p:txBody>
      </p:sp>
      <p:sp>
        <p:nvSpPr>
          <p:cNvPr id="56" name="TextBox 55">
            <a:extLst>
              <a:ext uri="{FF2B5EF4-FFF2-40B4-BE49-F238E27FC236}">
                <a16:creationId xmlns:a16="http://schemas.microsoft.com/office/drawing/2014/main" id="{7C3D989B-B12A-0DD9-0DBA-0B3BE029B9F7}"/>
              </a:ext>
            </a:extLst>
          </p:cNvPr>
          <p:cNvSpPr txBox="1"/>
          <p:nvPr userDrawn="1"/>
        </p:nvSpPr>
        <p:spPr>
          <a:xfrm>
            <a:off x="6016752" y="4645152"/>
            <a:ext cx="3054096" cy="36576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defRPr sz="900" b="0">
                <a:solidFill>
                  <a:srgbClr val="0F172A"/>
                </a:solidFill>
                <a:latin typeface="Calibri"/>
              </a:defRPr>
            </a:pPr>
            <a:r>
              <a:t>{{recommendation_7}}</a:t>
            </a:r>
          </a:p>
        </p:txBody>
      </p:sp>
      <p:sp>
        <p:nvSpPr>
          <p:cNvPr id="57" name="TextBox 56">
            <a:extLst>
              <a:ext uri="{FF2B5EF4-FFF2-40B4-BE49-F238E27FC236}">
                <a16:creationId xmlns:a16="http://schemas.microsoft.com/office/drawing/2014/main" id="{5E32F6A8-73D3-3C2E-89C8-FD48BF8CB03C}"/>
              </a:ext>
            </a:extLst>
          </p:cNvPr>
          <p:cNvSpPr txBox="1"/>
          <p:nvPr userDrawn="1"/>
        </p:nvSpPr>
        <p:spPr>
          <a:xfrm>
            <a:off x="9217152" y="4645152"/>
            <a:ext cx="2898648" cy="36576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defRPr sz="900" b="0">
                <a:solidFill>
                  <a:srgbClr val="94A3B8"/>
                </a:solidFill>
                <a:latin typeface="Calibri"/>
              </a:defRPr>
            </a:pPr>
            <a:r>
              <a:t>{{source_7}}</a:t>
            </a:r>
          </a:p>
        </p:txBody>
      </p:sp>
      <p:sp>
        <p:nvSpPr>
          <p:cNvPr id="58" name="Rectangle 57">
            <a:extLst>
              <a:ext uri="{FF2B5EF4-FFF2-40B4-BE49-F238E27FC236}">
                <a16:creationId xmlns:a16="http://schemas.microsoft.com/office/drawing/2014/main" id="{E76FE7E8-E3F9-0132-EA38-C7E770CFAE5D}"/>
              </a:ext>
            </a:extLst>
          </p:cNvPr>
          <p:cNvSpPr/>
          <p:nvPr userDrawn="1"/>
        </p:nvSpPr>
        <p:spPr>
          <a:xfrm>
            <a:off x="457200" y="5074920"/>
            <a:ext cx="11274552" cy="502920"/>
          </a:xfrm>
          <a:prstGeom prst="rect">
            <a:avLst/>
          </a:prstGeom>
          <a:solidFill>
            <a:srgbClr val="F8FAFF"/>
          </a:solidFill>
          <a:ln w="6350">
            <a:solidFill>
              <a:srgbClr val="E5E7EB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59" name="TextBox 58">
            <a:extLst>
              <a:ext uri="{FF2B5EF4-FFF2-40B4-BE49-F238E27FC236}">
                <a16:creationId xmlns:a16="http://schemas.microsoft.com/office/drawing/2014/main" id="{12A6788B-40F1-63CB-17D5-6F859FFFA00B}"/>
              </a:ext>
            </a:extLst>
          </p:cNvPr>
          <p:cNvSpPr txBox="1"/>
          <p:nvPr userDrawn="1"/>
        </p:nvSpPr>
        <p:spPr>
          <a:xfrm>
            <a:off x="530352" y="5148072"/>
            <a:ext cx="2596896" cy="36576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defRPr sz="900" b="0">
                <a:solidFill>
                  <a:srgbClr val="0F172A"/>
                </a:solidFill>
                <a:latin typeface="Calibri"/>
              </a:defRPr>
            </a:pPr>
            <a:r>
              <a:t>{{guideline_8}}</a:t>
            </a:r>
          </a:p>
        </p:txBody>
      </p:sp>
      <p:sp>
        <p:nvSpPr>
          <p:cNvPr id="60" name="TextBox 59">
            <a:extLst>
              <a:ext uri="{FF2B5EF4-FFF2-40B4-BE49-F238E27FC236}">
                <a16:creationId xmlns:a16="http://schemas.microsoft.com/office/drawing/2014/main" id="{5B738539-B8AE-F6C5-3408-41DD12C91522}"/>
              </a:ext>
            </a:extLst>
          </p:cNvPr>
          <p:cNvSpPr txBox="1"/>
          <p:nvPr userDrawn="1"/>
        </p:nvSpPr>
        <p:spPr>
          <a:xfrm>
            <a:off x="3273552" y="5148072"/>
            <a:ext cx="1225296" cy="36576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defRPr sz="900" b="0">
                <a:solidFill>
                  <a:srgbClr val="0F172A"/>
                </a:solidFill>
                <a:latin typeface="Calibri"/>
              </a:defRPr>
            </a:pPr>
            <a:r>
              <a:t>{{line_8}}</a:t>
            </a:r>
          </a:p>
        </p:txBody>
      </p:sp>
      <p:sp>
        <p:nvSpPr>
          <p:cNvPr id="61" name="TextBox 60">
            <a:extLst>
              <a:ext uri="{FF2B5EF4-FFF2-40B4-BE49-F238E27FC236}">
                <a16:creationId xmlns:a16="http://schemas.microsoft.com/office/drawing/2014/main" id="{4F5FD7DD-821C-9A94-5B50-92D6ED3A6045}"/>
              </a:ext>
            </a:extLst>
          </p:cNvPr>
          <p:cNvSpPr txBox="1"/>
          <p:nvPr userDrawn="1"/>
        </p:nvSpPr>
        <p:spPr>
          <a:xfrm>
            <a:off x="4645152" y="5148072"/>
            <a:ext cx="1225296" cy="36576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defRPr sz="900" b="0">
                <a:solidFill>
                  <a:srgbClr val="0F172A"/>
                </a:solidFill>
                <a:latin typeface="Calibri"/>
              </a:defRPr>
            </a:pPr>
            <a:r>
              <a:t>{{status_8}}</a:t>
            </a:r>
          </a:p>
        </p:txBody>
      </p:sp>
      <p:sp>
        <p:nvSpPr>
          <p:cNvPr id="62" name="TextBox 61">
            <a:extLst>
              <a:ext uri="{FF2B5EF4-FFF2-40B4-BE49-F238E27FC236}">
                <a16:creationId xmlns:a16="http://schemas.microsoft.com/office/drawing/2014/main" id="{DA833B5C-07C6-672C-3346-8488EA7F926F}"/>
              </a:ext>
            </a:extLst>
          </p:cNvPr>
          <p:cNvSpPr txBox="1"/>
          <p:nvPr userDrawn="1"/>
        </p:nvSpPr>
        <p:spPr>
          <a:xfrm>
            <a:off x="6016752" y="5148072"/>
            <a:ext cx="3054096" cy="36576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defRPr sz="900" b="0">
                <a:solidFill>
                  <a:srgbClr val="0F172A"/>
                </a:solidFill>
                <a:latin typeface="Calibri"/>
              </a:defRPr>
            </a:pPr>
            <a:r>
              <a:t>{{recommendation_8}}</a:t>
            </a:r>
          </a:p>
        </p:txBody>
      </p:sp>
      <p:sp>
        <p:nvSpPr>
          <p:cNvPr id="63" name="TextBox 62">
            <a:extLst>
              <a:ext uri="{FF2B5EF4-FFF2-40B4-BE49-F238E27FC236}">
                <a16:creationId xmlns:a16="http://schemas.microsoft.com/office/drawing/2014/main" id="{446E5EE6-A979-4C41-744A-3DA8E47D810F}"/>
              </a:ext>
            </a:extLst>
          </p:cNvPr>
          <p:cNvSpPr txBox="1"/>
          <p:nvPr userDrawn="1"/>
        </p:nvSpPr>
        <p:spPr>
          <a:xfrm>
            <a:off x="9217152" y="5148072"/>
            <a:ext cx="2898648" cy="36576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defRPr sz="900" b="0">
                <a:solidFill>
                  <a:srgbClr val="94A3B8"/>
                </a:solidFill>
                <a:latin typeface="Calibri"/>
              </a:defRPr>
            </a:pPr>
            <a:r>
              <a:t>{{source_8}}</a:t>
            </a:r>
          </a:p>
        </p:txBody>
      </p:sp>
      <p:sp>
        <p:nvSpPr>
          <p:cNvPr id="64" name="TextBox 63">
            <a:extLst>
              <a:ext uri="{FF2B5EF4-FFF2-40B4-BE49-F238E27FC236}">
                <a16:creationId xmlns:a16="http://schemas.microsoft.com/office/drawing/2014/main" id="{5176DD8C-B98A-09EA-F274-A94B8C97787A}"/>
              </a:ext>
            </a:extLst>
          </p:cNvPr>
          <p:cNvSpPr txBox="1"/>
          <p:nvPr userDrawn="1"/>
        </p:nvSpPr>
        <p:spPr>
          <a:xfrm>
            <a:off x="457200" y="5760720"/>
            <a:ext cx="11274552" cy="54864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defRPr sz="1000" b="0">
                <a:solidFill>
                  <a:srgbClr val="475569"/>
                </a:solidFill>
                <a:latin typeface="Calibri"/>
              </a:defRPr>
            </a:pPr>
            <a:r>
              <a:t>{{key_message}}</a:t>
            </a:r>
          </a:p>
        </p:txBody>
      </p:sp>
      <p:sp>
        <p:nvSpPr>
          <p:cNvPr id="65" name="TextBox 64">
            <a:extLst>
              <a:ext uri="{FF2B5EF4-FFF2-40B4-BE49-F238E27FC236}">
                <a16:creationId xmlns:a16="http://schemas.microsoft.com/office/drawing/2014/main" id="{876533E8-6945-D01B-4834-EC4F90BDCA57}"/>
              </a:ext>
            </a:extLst>
          </p:cNvPr>
          <p:cNvSpPr txBox="1"/>
          <p:nvPr userDrawn="1"/>
        </p:nvSpPr>
        <p:spPr>
          <a:xfrm>
            <a:off x="1600200" y="155632"/>
            <a:ext cx="1737360" cy="23083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900" b="1">
                <a:solidFill>
                  <a:srgbClr val="FFFFFF"/>
                </a:solidFill>
                <a:latin typeface="Calibri"/>
              </a:defRPr>
            </a:pPr>
            <a:r>
              <a:rPr dirty="0">
                <a:solidFill>
                  <a:srgbClr val="C4B5FD"/>
                </a:solidFill>
                <a:latin typeface="Arial" panose="020B0604020202020204" pitchFamily="34" charset="0"/>
                <a:cs typeface="Arial" panose="020B0604020202020204" pitchFamily="34" charset="0"/>
              </a:rPr>
              <a:t>GUIDELINES</a:t>
            </a:r>
          </a:p>
        </p:txBody>
      </p:sp>
      <p:sp>
        <p:nvSpPr>
          <p:cNvPr id="66" name="TextBox 65">
            <a:extLst>
              <a:ext uri="{FF2B5EF4-FFF2-40B4-BE49-F238E27FC236}">
                <a16:creationId xmlns:a16="http://schemas.microsoft.com/office/drawing/2014/main" id="{DD9070AD-AC3D-9CC4-036F-E934BE459BEB}"/>
              </a:ext>
            </a:extLst>
          </p:cNvPr>
          <p:cNvSpPr txBox="1"/>
          <p:nvPr userDrawn="1"/>
        </p:nvSpPr>
        <p:spPr>
          <a:xfrm>
            <a:off x="3566160" y="128200"/>
            <a:ext cx="4572000" cy="34747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defRPr sz="1200" b="0">
                <a:solidFill>
                  <a:srgbClr val="CBD5E1"/>
                </a:solidFill>
                <a:latin typeface="Calibri"/>
              </a:defRPr>
            </a:pPr>
            <a:r>
              <a:t>{{drug_label}}</a:t>
            </a:r>
          </a:p>
        </p:txBody>
      </p:sp>
    </p:spTree>
    <p:extLst>
      <p:ext uri="{BB962C8B-B14F-4D97-AF65-F5344CB8AC3E}">
        <p14:creationId xmlns:p14="http://schemas.microsoft.com/office/powerpoint/2010/main" val="1422746059"/>
      </p:ext>
    </p:extLst>
  </p:cSld>
  <p:clrMapOvr>
    <a:masterClrMapping/>
  </p:clrMapOvr>
</p:sldLayout>
</file>

<file path=ppt/slideLayouts/slideLayout22.xml><?xml version="1.0" encoding="utf-8"?>
<p:sldLayout xmlns:a="http://schemas.openxmlformats.org/drawingml/2006/main" xmlns:r="http://schemas.openxmlformats.org/officeDocument/2006/relationships" xmlns:p="http://schemas.openxmlformats.org/presentationml/2006/main" preserve="1" userDrawn="1">
  <p:cSld name="SWOT_LINES_ligh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7" name="Rounded Rectangle 13">
            <a:extLst>
              <a:ext uri="{FF2B5EF4-FFF2-40B4-BE49-F238E27FC236}">
                <a16:creationId xmlns:a16="http://schemas.microsoft.com/office/drawing/2014/main" id="{00B42218-B67B-48AF-830F-840A130B63AF}"/>
              </a:ext>
            </a:extLst>
          </p:cNvPr>
          <p:cNvSpPr/>
          <p:nvPr userDrawn="1"/>
        </p:nvSpPr>
        <p:spPr>
          <a:xfrm>
            <a:off x="166180" y="658368"/>
            <a:ext cx="11859768" cy="1405890"/>
          </a:xfrm>
          <a:prstGeom prst="roundRect">
            <a:avLst/>
          </a:prstGeom>
          <a:solidFill>
            <a:srgbClr val="ECFDF5"/>
          </a:solidFill>
          <a:ln w="12700">
            <a:solidFill>
              <a:srgbClr val="D1FAE5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8" name="Rectangle 7">
            <a:extLst>
              <a:ext uri="{FF2B5EF4-FFF2-40B4-BE49-F238E27FC236}">
                <a16:creationId xmlns:a16="http://schemas.microsoft.com/office/drawing/2014/main" id="{FDB1E190-F99D-C358-DCA6-128D1450BF9F}"/>
              </a:ext>
            </a:extLst>
          </p:cNvPr>
          <p:cNvSpPr/>
          <p:nvPr userDrawn="1"/>
        </p:nvSpPr>
        <p:spPr>
          <a:xfrm>
            <a:off x="166180" y="658368"/>
            <a:ext cx="54864" cy="1405890"/>
          </a:xfrm>
          <a:prstGeom prst="rect">
            <a:avLst/>
          </a:prstGeom>
          <a:solidFill>
            <a:srgbClr val="10B981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9" name="Oval 8">
            <a:extLst>
              <a:ext uri="{FF2B5EF4-FFF2-40B4-BE49-F238E27FC236}">
                <a16:creationId xmlns:a16="http://schemas.microsoft.com/office/drawing/2014/main" id="{397F3262-ECEF-1605-A42F-A265F74B0493}"/>
              </a:ext>
            </a:extLst>
          </p:cNvPr>
          <p:cNvSpPr/>
          <p:nvPr userDrawn="1"/>
        </p:nvSpPr>
        <p:spPr>
          <a:xfrm>
            <a:off x="330772" y="749808"/>
            <a:ext cx="310896" cy="310896"/>
          </a:xfrm>
          <a:prstGeom prst="ellipse">
            <a:avLst/>
          </a:prstGeom>
          <a:solidFill>
            <a:srgbClr val="10B981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10" name="TextBox 9">
            <a:extLst>
              <a:ext uri="{FF2B5EF4-FFF2-40B4-BE49-F238E27FC236}">
                <a16:creationId xmlns:a16="http://schemas.microsoft.com/office/drawing/2014/main" id="{7D996A45-FCCD-99A1-A16B-065DCED69C53}"/>
              </a:ext>
            </a:extLst>
          </p:cNvPr>
          <p:cNvSpPr txBox="1"/>
          <p:nvPr userDrawn="1"/>
        </p:nvSpPr>
        <p:spPr>
          <a:xfrm>
            <a:off x="330772" y="738600"/>
            <a:ext cx="310896" cy="338554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1600" b="1" i="0">
                <a:solidFill>
                  <a:srgbClr val="FFFFFF"/>
                </a:solidFill>
                <a:latin typeface="Arial"/>
              </a:defRPr>
            </a:pPr>
            <a:r>
              <a:rPr sz="1600" dirty="0"/>
              <a:t>S</a:t>
            </a:r>
          </a:p>
        </p:txBody>
      </p:sp>
      <p:sp>
        <p:nvSpPr>
          <p:cNvPr id="11" name="TextBox 10">
            <a:extLst>
              <a:ext uri="{FF2B5EF4-FFF2-40B4-BE49-F238E27FC236}">
                <a16:creationId xmlns:a16="http://schemas.microsoft.com/office/drawing/2014/main" id="{2317EEDF-0E02-D81D-3689-F534F386CB23}"/>
              </a:ext>
            </a:extLst>
          </p:cNvPr>
          <p:cNvSpPr txBox="1"/>
          <p:nvPr userDrawn="1"/>
        </p:nvSpPr>
        <p:spPr>
          <a:xfrm>
            <a:off x="733108" y="768096"/>
            <a:ext cx="1280160" cy="26161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defRPr sz="1100" b="1" i="0">
                <a:solidFill>
                  <a:srgbClr val="10B981"/>
                </a:solidFill>
                <a:latin typeface="Arial"/>
              </a:defRPr>
            </a:pPr>
            <a:r>
              <a:rPr sz="1100"/>
              <a:t>STRENGTHS</a:t>
            </a:r>
          </a:p>
        </p:txBody>
      </p:sp>
      <p:sp>
        <p:nvSpPr>
          <p:cNvPr id="12" name="TextBox 11">
            <a:extLst>
              <a:ext uri="{FF2B5EF4-FFF2-40B4-BE49-F238E27FC236}">
                <a16:creationId xmlns:a16="http://schemas.microsoft.com/office/drawing/2014/main" id="{30FD7DD9-81B2-AAD3-2BF1-E826DE1CC433}"/>
              </a:ext>
            </a:extLst>
          </p:cNvPr>
          <p:cNvSpPr txBox="1"/>
          <p:nvPr userDrawn="1"/>
        </p:nvSpPr>
        <p:spPr>
          <a:xfrm>
            <a:off x="2196148" y="749808"/>
            <a:ext cx="109728" cy="215444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defRPr sz="800" b="0" i="0">
                <a:solidFill>
                  <a:srgbClr val="10B981"/>
                </a:solidFill>
                <a:latin typeface="Arial"/>
              </a:defRPr>
            </a:pPr>
            <a:r>
              <a:rPr sz="800"/>
              <a:t>•</a:t>
            </a:r>
          </a:p>
        </p:txBody>
      </p:sp>
      <p:sp>
        <p:nvSpPr>
          <p:cNvPr id="13" name="TextBox 12">
            <a:extLst>
              <a:ext uri="{FF2B5EF4-FFF2-40B4-BE49-F238E27FC236}">
                <a16:creationId xmlns:a16="http://schemas.microsoft.com/office/drawing/2014/main" id="{80A1731D-F7D6-1116-1A8D-FCD3AED8EEEA}"/>
              </a:ext>
            </a:extLst>
          </p:cNvPr>
          <p:cNvSpPr txBox="1"/>
          <p:nvPr userDrawn="1"/>
        </p:nvSpPr>
        <p:spPr>
          <a:xfrm>
            <a:off x="2342452" y="749809"/>
            <a:ext cx="4572000" cy="246221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defRPr sz="850" b="0" i="0">
                <a:solidFill>
                  <a:srgbClr val="0F172A"/>
                </a:solidFill>
                <a:latin typeface="Arial"/>
              </a:defRPr>
            </a:pPr>
            <a:r>
              <a:rPr sz="1000"/>
              <a:t>{{strength_1}}</a:t>
            </a:r>
          </a:p>
        </p:txBody>
      </p:sp>
      <p:sp>
        <p:nvSpPr>
          <p:cNvPr id="14" name="TextBox 13">
            <a:extLst>
              <a:ext uri="{FF2B5EF4-FFF2-40B4-BE49-F238E27FC236}">
                <a16:creationId xmlns:a16="http://schemas.microsoft.com/office/drawing/2014/main" id="{CBE59AD2-0345-DD10-0D0B-1DFA4D4BE1BB}"/>
              </a:ext>
            </a:extLst>
          </p:cNvPr>
          <p:cNvSpPr txBox="1"/>
          <p:nvPr userDrawn="1"/>
        </p:nvSpPr>
        <p:spPr>
          <a:xfrm>
            <a:off x="2196148" y="987552"/>
            <a:ext cx="109728" cy="215444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defRPr sz="800" b="0" i="0">
                <a:solidFill>
                  <a:srgbClr val="10B981"/>
                </a:solidFill>
                <a:latin typeface="Arial"/>
              </a:defRPr>
            </a:pPr>
            <a:r>
              <a:rPr sz="800"/>
              <a:t>•</a:t>
            </a:r>
          </a:p>
        </p:txBody>
      </p:sp>
      <p:sp>
        <p:nvSpPr>
          <p:cNvPr id="15" name="TextBox 14">
            <a:extLst>
              <a:ext uri="{FF2B5EF4-FFF2-40B4-BE49-F238E27FC236}">
                <a16:creationId xmlns:a16="http://schemas.microsoft.com/office/drawing/2014/main" id="{4221AC6A-DC88-1193-E4D5-3A6322AA7B3D}"/>
              </a:ext>
            </a:extLst>
          </p:cNvPr>
          <p:cNvSpPr txBox="1"/>
          <p:nvPr userDrawn="1"/>
        </p:nvSpPr>
        <p:spPr>
          <a:xfrm>
            <a:off x="2342452" y="987553"/>
            <a:ext cx="4572000" cy="246221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defRPr sz="850" b="0" i="0">
                <a:solidFill>
                  <a:srgbClr val="0F172A"/>
                </a:solidFill>
                <a:latin typeface="Arial"/>
              </a:defRPr>
            </a:pPr>
            <a:r>
              <a:rPr sz="1000"/>
              <a:t>{{strength_2}}</a:t>
            </a:r>
          </a:p>
        </p:txBody>
      </p:sp>
      <p:sp>
        <p:nvSpPr>
          <p:cNvPr id="16" name="TextBox 15">
            <a:extLst>
              <a:ext uri="{FF2B5EF4-FFF2-40B4-BE49-F238E27FC236}">
                <a16:creationId xmlns:a16="http://schemas.microsoft.com/office/drawing/2014/main" id="{4FF92845-8AEA-E287-B3F8-16667744FEEA}"/>
              </a:ext>
            </a:extLst>
          </p:cNvPr>
          <p:cNvSpPr txBox="1"/>
          <p:nvPr userDrawn="1"/>
        </p:nvSpPr>
        <p:spPr>
          <a:xfrm>
            <a:off x="2196148" y="1225295"/>
            <a:ext cx="109728" cy="215444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defRPr sz="800" b="0" i="0">
                <a:solidFill>
                  <a:srgbClr val="10B981"/>
                </a:solidFill>
                <a:latin typeface="Arial"/>
              </a:defRPr>
            </a:pPr>
            <a:r>
              <a:rPr sz="800"/>
              <a:t>•</a:t>
            </a:r>
          </a:p>
        </p:txBody>
      </p:sp>
      <p:sp>
        <p:nvSpPr>
          <p:cNvPr id="17" name="TextBox 16">
            <a:extLst>
              <a:ext uri="{FF2B5EF4-FFF2-40B4-BE49-F238E27FC236}">
                <a16:creationId xmlns:a16="http://schemas.microsoft.com/office/drawing/2014/main" id="{395DA2A2-963E-9D01-CB91-AE4A98892250}"/>
              </a:ext>
            </a:extLst>
          </p:cNvPr>
          <p:cNvSpPr txBox="1"/>
          <p:nvPr userDrawn="1"/>
        </p:nvSpPr>
        <p:spPr>
          <a:xfrm>
            <a:off x="2342452" y="1225296"/>
            <a:ext cx="4572000" cy="246221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defRPr sz="850" b="0" i="0">
                <a:solidFill>
                  <a:srgbClr val="0F172A"/>
                </a:solidFill>
                <a:latin typeface="Arial"/>
              </a:defRPr>
            </a:pPr>
            <a:r>
              <a:rPr sz="1000" dirty="0"/>
              <a:t>{{strength_3}}</a:t>
            </a:r>
          </a:p>
        </p:txBody>
      </p:sp>
      <p:sp>
        <p:nvSpPr>
          <p:cNvPr id="18" name="TextBox 17">
            <a:extLst>
              <a:ext uri="{FF2B5EF4-FFF2-40B4-BE49-F238E27FC236}">
                <a16:creationId xmlns:a16="http://schemas.microsoft.com/office/drawing/2014/main" id="{A10E2D96-59E6-D557-F7A3-4ED24597A9E0}"/>
              </a:ext>
            </a:extLst>
          </p:cNvPr>
          <p:cNvSpPr txBox="1"/>
          <p:nvPr userDrawn="1"/>
        </p:nvSpPr>
        <p:spPr>
          <a:xfrm>
            <a:off x="7133908" y="749808"/>
            <a:ext cx="109728" cy="215444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defRPr sz="800" b="0" i="0">
                <a:solidFill>
                  <a:srgbClr val="10B981"/>
                </a:solidFill>
                <a:latin typeface="Arial"/>
              </a:defRPr>
            </a:pPr>
            <a:r>
              <a:rPr sz="800"/>
              <a:t>•</a:t>
            </a:r>
          </a:p>
        </p:txBody>
      </p:sp>
      <p:sp>
        <p:nvSpPr>
          <p:cNvPr id="19" name="TextBox 18">
            <a:extLst>
              <a:ext uri="{FF2B5EF4-FFF2-40B4-BE49-F238E27FC236}">
                <a16:creationId xmlns:a16="http://schemas.microsoft.com/office/drawing/2014/main" id="{2FEF665A-DDE3-30B9-3F18-76C05043B1CD}"/>
              </a:ext>
            </a:extLst>
          </p:cNvPr>
          <p:cNvSpPr txBox="1"/>
          <p:nvPr userDrawn="1"/>
        </p:nvSpPr>
        <p:spPr>
          <a:xfrm>
            <a:off x="7280212" y="749809"/>
            <a:ext cx="4572000" cy="246221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defRPr sz="850" b="0" i="0">
                <a:solidFill>
                  <a:srgbClr val="0F172A"/>
                </a:solidFill>
                <a:latin typeface="Arial"/>
              </a:defRPr>
            </a:pPr>
            <a:r>
              <a:rPr sz="1000"/>
              <a:t>{{strength_4}}</a:t>
            </a:r>
          </a:p>
        </p:txBody>
      </p:sp>
      <p:sp>
        <p:nvSpPr>
          <p:cNvPr id="20" name="TextBox 19">
            <a:extLst>
              <a:ext uri="{FF2B5EF4-FFF2-40B4-BE49-F238E27FC236}">
                <a16:creationId xmlns:a16="http://schemas.microsoft.com/office/drawing/2014/main" id="{45051882-D701-FD38-2A90-F0B8959F780C}"/>
              </a:ext>
            </a:extLst>
          </p:cNvPr>
          <p:cNvSpPr txBox="1"/>
          <p:nvPr userDrawn="1"/>
        </p:nvSpPr>
        <p:spPr>
          <a:xfrm>
            <a:off x="7133908" y="987552"/>
            <a:ext cx="109728" cy="215444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defRPr sz="800" b="0" i="0">
                <a:solidFill>
                  <a:srgbClr val="10B981"/>
                </a:solidFill>
                <a:latin typeface="Arial"/>
              </a:defRPr>
            </a:pPr>
            <a:r>
              <a:rPr sz="800"/>
              <a:t>•</a:t>
            </a:r>
          </a:p>
        </p:txBody>
      </p:sp>
      <p:sp>
        <p:nvSpPr>
          <p:cNvPr id="21" name="TextBox 20">
            <a:extLst>
              <a:ext uri="{FF2B5EF4-FFF2-40B4-BE49-F238E27FC236}">
                <a16:creationId xmlns:a16="http://schemas.microsoft.com/office/drawing/2014/main" id="{C96430B9-54D1-8A5A-87F9-28444D51A1ED}"/>
              </a:ext>
            </a:extLst>
          </p:cNvPr>
          <p:cNvSpPr txBox="1"/>
          <p:nvPr userDrawn="1"/>
        </p:nvSpPr>
        <p:spPr>
          <a:xfrm>
            <a:off x="7280212" y="987553"/>
            <a:ext cx="4572000" cy="246221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defRPr sz="850" b="0" i="0">
                <a:solidFill>
                  <a:srgbClr val="0F172A"/>
                </a:solidFill>
                <a:latin typeface="Arial"/>
              </a:defRPr>
            </a:pPr>
            <a:r>
              <a:rPr sz="1000"/>
              <a:t>{{strength_5}}</a:t>
            </a:r>
          </a:p>
        </p:txBody>
      </p:sp>
      <p:sp>
        <p:nvSpPr>
          <p:cNvPr id="22" name="Rounded Rectangle 28">
            <a:extLst>
              <a:ext uri="{FF2B5EF4-FFF2-40B4-BE49-F238E27FC236}">
                <a16:creationId xmlns:a16="http://schemas.microsoft.com/office/drawing/2014/main" id="{E0A8290D-5EB0-FA02-986B-C1C21C3CBF77}"/>
              </a:ext>
            </a:extLst>
          </p:cNvPr>
          <p:cNvSpPr/>
          <p:nvPr userDrawn="1"/>
        </p:nvSpPr>
        <p:spPr>
          <a:xfrm>
            <a:off x="166180" y="2155698"/>
            <a:ext cx="11859768" cy="1405890"/>
          </a:xfrm>
          <a:prstGeom prst="roundRect">
            <a:avLst/>
          </a:prstGeom>
          <a:solidFill>
            <a:srgbClr val="FEF2F2"/>
          </a:solidFill>
          <a:ln w="12700">
            <a:solidFill>
              <a:srgbClr val="FECACA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23" name="Rectangle 22">
            <a:extLst>
              <a:ext uri="{FF2B5EF4-FFF2-40B4-BE49-F238E27FC236}">
                <a16:creationId xmlns:a16="http://schemas.microsoft.com/office/drawing/2014/main" id="{FD3822DF-9F38-AE3F-E818-624728FA5F6B}"/>
              </a:ext>
            </a:extLst>
          </p:cNvPr>
          <p:cNvSpPr/>
          <p:nvPr userDrawn="1"/>
        </p:nvSpPr>
        <p:spPr>
          <a:xfrm>
            <a:off x="166180" y="2155698"/>
            <a:ext cx="54864" cy="1405890"/>
          </a:xfrm>
          <a:prstGeom prst="rect">
            <a:avLst/>
          </a:prstGeom>
          <a:solidFill>
            <a:srgbClr val="EF4444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24" name="Oval 23">
            <a:extLst>
              <a:ext uri="{FF2B5EF4-FFF2-40B4-BE49-F238E27FC236}">
                <a16:creationId xmlns:a16="http://schemas.microsoft.com/office/drawing/2014/main" id="{64DCAD92-2443-C04F-0139-F00C93EFE613}"/>
              </a:ext>
            </a:extLst>
          </p:cNvPr>
          <p:cNvSpPr/>
          <p:nvPr userDrawn="1"/>
        </p:nvSpPr>
        <p:spPr>
          <a:xfrm>
            <a:off x="330772" y="2247138"/>
            <a:ext cx="310896" cy="310896"/>
          </a:xfrm>
          <a:prstGeom prst="ellipse">
            <a:avLst/>
          </a:prstGeom>
          <a:solidFill>
            <a:srgbClr val="EF4444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25" name="TextBox 24">
            <a:extLst>
              <a:ext uri="{FF2B5EF4-FFF2-40B4-BE49-F238E27FC236}">
                <a16:creationId xmlns:a16="http://schemas.microsoft.com/office/drawing/2014/main" id="{9CAC70B7-5FEC-47EC-AFA4-A60EB3C4C56D}"/>
              </a:ext>
            </a:extLst>
          </p:cNvPr>
          <p:cNvSpPr txBox="1"/>
          <p:nvPr userDrawn="1"/>
        </p:nvSpPr>
        <p:spPr>
          <a:xfrm>
            <a:off x="330772" y="2235930"/>
            <a:ext cx="310896" cy="338554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1600" b="1" i="0">
                <a:solidFill>
                  <a:srgbClr val="FFFFFF"/>
                </a:solidFill>
                <a:latin typeface="Arial"/>
              </a:defRPr>
            </a:pPr>
            <a:r>
              <a:rPr sz="1600"/>
              <a:t>W</a:t>
            </a:r>
          </a:p>
        </p:txBody>
      </p:sp>
      <p:sp>
        <p:nvSpPr>
          <p:cNvPr id="26" name="TextBox 25">
            <a:extLst>
              <a:ext uri="{FF2B5EF4-FFF2-40B4-BE49-F238E27FC236}">
                <a16:creationId xmlns:a16="http://schemas.microsoft.com/office/drawing/2014/main" id="{B9F554BE-9EF3-4CA6-AC50-994B84B66FBC}"/>
              </a:ext>
            </a:extLst>
          </p:cNvPr>
          <p:cNvSpPr txBox="1"/>
          <p:nvPr userDrawn="1"/>
        </p:nvSpPr>
        <p:spPr>
          <a:xfrm>
            <a:off x="733108" y="2265426"/>
            <a:ext cx="1280160" cy="26161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defRPr sz="1100" b="1" i="0">
                <a:solidFill>
                  <a:srgbClr val="EF4444"/>
                </a:solidFill>
                <a:latin typeface="Arial"/>
              </a:defRPr>
            </a:pPr>
            <a:r>
              <a:rPr sz="1100" dirty="0"/>
              <a:t>WEAKNESSES</a:t>
            </a:r>
          </a:p>
        </p:txBody>
      </p:sp>
      <p:sp>
        <p:nvSpPr>
          <p:cNvPr id="27" name="TextBox 26">
            <a:extLst>
              <a:ext uri="{FF2B5EF4-FFF2-40B4-BE49-F238E27FC236}">
                <a16:creationId xmlns:a16="http://schemas.microsoft.com/office/drawing/2014/main" id="{917EE76C-F9B9-1375-B5A8-C472EF919A8B}"/>
              </a:ext>
            </a:extLst>
          </p:cNvPr>
          <p:cNvSpPr txBox="1"/>
          <p:nvPr userDrawn="1"/>
        </p:nvSpPr>
        <p:spPr>
          <a:xfrm>
            <a:off x="2196148" y="2247138"/>
            <a:ext cx="109728" cy="215444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defRPr sz="800" b="0" i="0">
                <a:solidFill>
                  <a:srgbClr val="EF4444"/>
                </a:solidFill>
                <a:latin typeface="Arial"/>
              </a:defRPr>
            </a:pPr>
            <a:r>
              <a:rPr sz="800"/>
              <a:t>•</a:t>
            </a:r>
          </a:p>
        </p:txBody>
      </p:sp>
      <p:sp>
        <p:nvSpPr>
          <p:cNvPr id="28" name="TextBox 27">
            <a:extLst>
              <a:ext uri="{FF2B5EF4-FFF2-40B4-BE49-F238E27FC236}">
                <a16:creationId xmlns:a16="http://schemas.microsoft.com/office/drawing/2014/main" id="{73ECC38E-4501-5858-5E13-95EEA4862EFB}"/>
              </a:ext>
            </a:extLst>
          </p:cNvPr>
          <p:cNvSpPr txBox="1"/>
          <p:nvPr userDrawn="1"/>
        </p:nvSpPr>
        <p:spPr>
          <a:xfrm>
            <a:off x="2342452" y="2247139"/>
            <a:ext cx="4572000" cy="246221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defRPr sz="850" b="0" i="0">
                <a:solidFill>
                  <a:srgbClr val="0F172A"/>
                </a:solidFill>
                <a:latin typeface="Arial"/>
              </a:defRPr>
            </a:pPr>
            <a:r>
              <a:rPr sz="1000"/>
              <a:t>{{weakness_1}}</a:t>
            </a:r>
          </a:p>
        </p:txBody>
      </p:sp>
      <p:sp>
        <p:nvSpPr>
          <p:cNvPr id="29" name="TextBox 28">
            <a:extLst>
              <a:ext uri="{FF2B5EF4-FFF2-40B4-BE49-F238E27FC236}">
                <a16:creationId xmlns:a16="http://schemas.microsoft.com/office/drawing/2014/main" id="{0833C336-FF16-15A7-6B3D-FA28B84655FC}"/>
              </a:ext>
            </a:extLst>
          </p:cNvPr>
          <p:cNvSpPr txBox="1"/>
          <p:nvPr userDrawn="1"/>
        </p:nvSpPr>
        <p:spPr>
          <a:xfrm>
            <a:off x="2196148" y="2484882"/>
            <a:ext cx="109728" cy="215444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defRPr sz="800" b="0" i="0">
                <a:solidFill>
                  <a:srgbClr val="EF4444"/>
                </a:solidFill>
                <a:latin typeface="Arial"/>
              </a:defRPr>
            </a:pPr>
            <a:r>
              <a:rPr sz="800"/>
              <a:t>•</a:t>
            </a:r>
          </a:p>
        </p:txBody>
      </p:sp>
      <p:sp>
        <p:nvSpPr>
          <p:cNvPr id="30" name="TextBox 29">
            <a:extLst>
              <a:ext uri="{FF2B5EF4-FFF2-40B4-BE49-F238E27FC236}">
                <a16:creationId xmlns:a16="http://schemas.microsoft.com/office/drawing/2014/main" id="{33E1E02B-FF5B-3E33-B6AE-7833DC3FDF2F}"/>
              </a:ext>
            </a:extLst>
          </p:cNvPr>
          <p:cNvSpPr txBox="1"/>
          <p:nvPr userDrawn="1"/>
        </p:nvSpPr>
        <p:spPr>
          <a:xfrm>
            <a:off x="2342452" y="2484883"/>
            <a:ext cx="4572000" cy="246221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defRPr sz="850" b="0" i="0">
                <a:solidFill>
                  <a:srgbClr val="0F172A"/>
                </a:solidFill>
                <a:latin typeface="Arial"/>
              </a:defRPr>
            </a:pPr>
            <a:r>
              <a:rPr sz="1000"/>
              <a:t>{{weakness_2}}</a:t>
            </a:r>
          </a:p>
        </p:txBody>
      </p:sp>
      <p:sp>
        <p:nvSpPr>
          <p:cNvPr id="31" name="TextBox 30">
            <a:extLst>
              <a:ext uri="{FF2B5EF4-FFF2-40B4-BE49-F238E27FC236}">
                <a16:creationId xmlns:a16="http://schemas.microsoft.com/office/drawing/2014/main" id="{4A30F50B-138F-E3C9-EC66-24E86A0359D0}"/>
              </a:ext>
            </a:extLst>
          </p:cNvPr>
          <p:cNvSpPr txBox="1"/>
          <p:nvPr userDrawn="1"/>
        </p:nvSpPr>
        <p:spPr>
          <a:xfrm>
            <a:off x="2196148" y="2722626"/>
            <a:ext cx="109728" cy="215444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defRPr sz="800" b="0" i="0">
                <a:solidFill>
                  <a:srgbClr val="EF4444"/>
                </a:solidFill>
                <a:latin typeface="Arial"/>
              </a:defRPr>
            </a:pPr>
            <a:r>
              <a:rPr sz="800"/>
              <a:t>•</a:t>
            </a:r>
          </a:p>
        </p:txBody>
      </p:sp>
      <p:sp>
        <p:nvSpPr>
          <p:cNvPr id="32" name="TextBox 31">
            <a:extLst>
              <a:ext uri="{FF2B5EF4-FFF2-40B4-BE49-F238E27FC236}">
                <a16:creationId xmlns:a16="http://schemas.microsoft.com/office/drawing/2014/main" id="{779FFB57-288A-5B17-B6C9-31A7B967932D}"/>
              </a:ext>
            </a:extLst>
          </p:cNvPr>
          <p:cNvSpPr txBox="1"/>
          <p:nvPr userDrawn="1"/>
        </p:nvSpPr>
        <p:spPr>
          <a:xfrm>
            <a:off x="2342452" y="2722627"/>
            <a:ext cx="4572000" cy="246221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defRPr sz="850" b="0" i="0">
                <a:solidFill>
                  <a:srgbClr val="0F172A"/>
                </a:solidFill>
                <a:latin typeface="Arial"/>
              </a:defRPr>
            </a:pPr>
            <a:r>
              <a:rPr sz="1000"/>
              <a:t>{{weakness_3}}</a:t>
            </a:r>
          </a:p>
        </p:txBody>
      </p:sp>
      <p:sp>
        <p:nvSpPr>
          <p:cNvPr id="33" name="TextBox 32">
            <a:extLst>
              <a:ext uri="{FF2B5EF4-FFF2-40B4-BE49-F238E27FC236}">
                <a16:creationId xmlns:a16="http://schemas.microsoft.com/office/drawing/2014/main" id="{547163BD-4F3E-4D8B-EBBA-DF889A4F1E8A}"/>
              </a:ext>
            </a:extLst>
          </p:cNvPr>
          <p:cNvSpPr txBox="1"/>
          <p:nvPr userDrawn="1"/>
        </p:nvSpPr>
        <p:spPr>
          <a:xfrm>
            <a:off x="7133908" y="2247138"/>
            <a:ext cx="109728" cy="215444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defRPr sz="800" b="0" i="0">
                <a:solidFill>
                  <a:srgbClr val="EF4444"/>
                </a:solidFill>
                <a:latin typeface="Arial"/>
              </a:defRPr>
            </a:pPr>
            <a:r>
              <a:rPr sz="800"/>
              <a:t>•</a:t>
            </a:r>
          </a:p>
        </p:txBody>
      </p:sp>
      <p:sp>
        <p:nvSpPr>
          <p:cNvPr id="34" name="TextBox 33">
            <a:extLst>
              <a:ext uri="{FF2B5EF4-FFF2-40B4-BE49-F238E27FC236}">
                <a16:creationId xmlns:a16="http://schemas.microsoft.com/office/drawing/2014/main" id="{E9662DEA-838B-2BEE-54ED-0B261CAC6B75}"/>
              </a:ext>
            </a:extLst>
          </p:cNvPr>
          <p:cNvSpPr txBox="1"/>
          <p:nvPr userDrawn="1"/>
        </p:nvSpPr>
        <p:spPr>
          <a:xfrm>
            <a:off x="7280212" y="2247139"/>
            <a:ext cx="4572000" cy="246221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defRPr sz="850" b="0" i="0">
                <a:solidFill>
                  <a:srgbClr val="0F172A"/>
                </a:solidFill>
                <a:latin typeface="Arial"/>
              </a:defRPr>
            </a:pPr>
            <a:r>
              <a:rPr sz="1000"/>
              <a:t>{{weakness_4}}</a:t>
            </a:r>
          </a:p>
        </p:txBody>
      </p:sp>
      <p:sp>
        <p:nvSpPr>
          <p:cNvPr id="35" name="TextBox 34">
            <a:extLst>
              <a:ext uri="{FF2B5EF4-FFF2-40B4-BE49-F238E27FC236}">
                <a16:creationId xmlns:a16="http://schemas.microsoft.com/office/drawing/2014/main" id="{A1C89B87-4A0E-70BD-73D3-C0B6D6809DE7}"/>
              </a:ext>
            </a:extLst>
          </p:cNvPr>
          <p:cNvSpPr txBox="1"/>
          <p:nvPr userDrawn="1"/>
        </p:nvSpPr>
        <p:spPr>
          <a:xfrm>
            <a:off x="7133908" y="2484882"/>
            <a:ext cx="109728" cy="215444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defRPr sz="800" b="0" i="0">
                <a:solidFill>
                  <a:srgbClr val="EF4444"/>
                </a:solidFill>
                <a:latin typeface="Arial"/>
              </a:defRPr>
            </a:pPr>
            <a:r>
              <a:rPr sz="800"/>
              <a:t>•</a:t>
            </a:r>
          </a:p>
        </p:txBody>
      </p:sp>
      <p:sp>
        <p:nvSpPr>
          <p:cNvPr id="36" name="TextBox 35">
            <a:extLst>
              <a:ext uri="{FF2B5EF4-FFF2-40B4-BE49-F238E27FC236}">
                <a16:creationId xmlns:a16="http://schemas.microsoft.com/office/drawing/2014/main" id="{0E660205-DFCA-012B-81A3-368E770D0921}"/>
              </a:ext>
            </a:extLst>
          </p:cNvPr>
          <p:cNvSpPr txBox="1"/>
          <p:nvPr userDrawn="1"/>
        </p:nvSpPr>
        <p:spPr>
          <a:xfrm>
            <a:off x="7280212" y="2484883"/>
            <a:ext cx="4572000" cy="246221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defRPr sz="850" b="0" i="0">
                <a:solidFill>
                  <a:srgbClr val="0F172A"/>
                </a:solidFill>
                <a:latin typeface="Arial"/>
              </a:defRPr>
            </a:pPr>
            <a:r>
              <a:rPr sz="1000"/>
              <a:t>{{weakness_5}}</a:t>
            </a:r>
          </a:p>
        </p:txBody>
      </p:sp>
      <p:sp>
        <p:nvSpPr>
          <p:cNvPr id="37" name="Rounded Rectangle 43">
            <a:extLst>
              <a:ext uri="{FF2B5EF4-FFF2-40B4-BE49-F238E27FC236}">
                <a16:creationId xmlns:a16="http://schemas.microsoft.com/office/drawing/2014/main" id="{007804BC-717E-163D-9E77-30008CED4523}"/>
              </a:ext>
            </a:extLst>
          </p:cNvPr>
          <p:cNvSpPr/>
          <p:nvPr userDrawn="1"/>
        </p:nvSpPr>
        <p:spPr>
          <a:xfrm>
            <a:off x="166180" y="3653028"/>
            <a:ext cx="11859768" cy="1405890"/>
          </a:xfrm>
          <a:prstGeom prst="roundRect">
            <a:avLst/>
          </a:prstGeom>
          <a:solidFill>
            <a:srgbClr val="EFF6FF"/>
          </a:solidFill>
          <a:ln w="12700">
            <a:solidFill>
              <a:srgbClr val="DBEAFE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38" name="Rectangle 37">
            <a:extLst>
              <a:ext uri="{FF2B5EF4-FFF2-40B4-BE49-F238E27FC236}">
                <a16:creationId xmlns:a16="http://schemas.microsoft.com/office/drawing/2014/main" id="{E7FCAE23-3136-D3BF-7F2B-DD1B92C0CDD2}"/>
              </a:ext>
            </a:extLst>
          </p:cNvPr>
          <p:cNvSpPr/>
          <p:nvPr userDrawn="1"/>
        </p:nvSpPr>
        <p:spPr>
          <a:xfrm>
            <a:off x="166180" y="3653028"/>
            <a:ext cx="54864" cy="1405890"/>
          </a:xfrm>
          <a:prstGeom prst="rect">
            <a:avLst/>
          </a:prstGeom>
          <a:solidFill>
            <a:srgbClr val="3B82F6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39" name="Oval 38">
            <a:extLst>
              <a:ext uri="{FF2B5EF4-FFF2-40B4-BE49-F238E27FC236}">
                <a16:creationId xmlns:a16="http://schemas.microsoft.com/office/drawing/2014/main" id="{1A6F89BC-14D5-0098-49B2-89CDAB1BBF74}"/>
              </a:ext>
            </a:extLst>
          </p:cNvPr>
          <p:cNvSpPr/>
          <p:nvPr userDrawn="1"/>
        </p:nvSpPr>
        <p:spPr>
          <a:xfrm>
            <a:off x="330772" y="3744468"/>
            <a:ext cx="310896" cy="310896"/>
          </a:xfrm>
          <a:prstGeom prst="ellipse">
            <a:avLst/>
          </a:prstGeom>
          <a:solidFill>
            <a:srgbClr val="3B82F6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40" name="TextBox 39">
            <a:extLst>
              <a:ext uri="{FF2B5EF4-FFF2-40B4-BE49-F238E27FC236}">
                <a16:creationId xmlns:a16="http://schemas.microsoft.com/office/drawing/2014/main" id="{F81FA193-4C70-E2C3-C881-C145974112B9}"/>
              </a:ext>
            </a:extLst>
          </p:cNvPr>
          <p:cNvSpPr txBox="1"/>
          <p:nvPr userDrawn="1"/>
        </p:nvSpPr>
        <p:spPr>
          <a:xfrm>
            <a:off x="330772" y="3733260"/>
            <a:ext cx="310896" cy="338554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1600" b="1" i="0">
                <a:solidFill>
                  <a:srgbClr val="FFFFFF"/>
                </a:solidFill>
                <a:latin typeface="Arial"/>
              </a:defRPr>
            </a:pPr>
            <a:r>
              <a:rPr sz="1600"/>
              <a:t>O</a:t>
            </a:r>
          </a:p>
        </p:txBody>
      </p:sp>
      <p:sp>
        <p:nvSpPr>
          <p:cNvPr id="41" name="TextBox 40">
            <a:extLst>
              <a:ext uri="{FF2B5EF4-FFF2-40B4-BE49-F238E27FC236}">
                <a16:creationId xmlns:a16="http://schemas.microsoft.com/office/drawing/2014/main" id="{51CA09A4-CD36-8CDF-DB0A-3C2A3D912BD7}"/>
              </a:ext>
            </a:extLst>
          </p:cNvPr>
          <p:cNvSpPr txBox="1"/>
          <p:nvPr userDrawn="1"/>
        </p:nvSpPr>
        <p:spPr>
          <a:xfrm>
            <a:off x="733108" y="3762756"/>
            <a:ext cx="1572768" cy="26161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defRPr sz="1100" b="1" i="0">
                <a:solidFill>
                  <a:srgbClr val="3B82F6"/>
                </a:solidFill>
                <a:latin typeface="Arial"/>
              </a:defRPr>
            </a:pPr>
            <a:r>
              <a:rPr sz="1100" dirty="0"/>
              <a:t>OPPORTUNITIES</a:t>
            </a:r>
          </a:p>
        </p:txBody>
      </p:sp>
      <p:sp>
        <p:nvSpPr>
          <p:cNvPr id="42" name="TextBox 41">
            <a:extLst>
              <a:ext uri="{FF2B5EF4-FFF2-40B4-BE49-F238E27FC236}">
                <a16:creationId xmlns:a16="http://schemas.microsoft.com/office/drawing/2014/main" id="{324F9DE0-DBBC-64CF-C5D0-6AF6EEEBD360}"/>
              </a:ext>
            </a:extLst>
          </p:cNvPr>
          <p:cNvSpPr txBox="1"/>
          <p:nvPr userDrawn="1"/>
        </p:nvSpPr>
        <p:spPr>
          <a:xfrm>
            <a:off x="2196148" y="3744468"/>
            <a:ext cx="109728" cy="215444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defRPr sz="800" b="0" i="0">
                <a:solidFill>
                  <a:srgbClr val="3B82F6"/>
                </a:solidFill>
                <a:latin typeface="Arial"/>
              </a:defRPr>
            </a:pPr>
            <a:r>
              <a:rPr sz="800"/>
              <a:t>•</a:t>
            </a:r>
          </a:p>
        </p:txBody>
      </p:sp>
      <p:sp>
        <p:nvSpPr>
          <p:cNvPr id="43" name="TextBox 42">
            <a:extLst>
              <a:ext uri="{FF2B5EF4-FFF2-40B4-BE49-F238E27FC236}">
                <a16:creationId xmlns:a16="http://schemas.microsoft.com/office/drawing/2014/main" id="{72F1962A-4CA9-6471-4E7E-44E4F72574FC}"/>
              </a:ext>
            </a:extLst>
          </p:cNvPr>
          <p:cNvSpPr txBox="1"/>
          <p:nvPr userDrawn="1"/>
        </p:nvSpPr>
        <p:spPr>
          <a:xfrm>
            <a:off x="2342452" y="3744469"/>
            <a:ext cx="4572000" cy="246221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defRPr sz="850" b="0" i="0">
                <a:solidFill>
                  <a:srgbClr val="0F172A"/>
                </a:solidFill>
                <a:latin typeface="Arial"/>
              </a:defRPr>
            </a:pPr>
            <a:r>
              <a:rPr sz="1000"/>
              <a:t>{{opportunity_1}}</a:t>
            </a:r>
          </a:p>
        </p:txBody>
      </p:sp>
      <p:sp>
        <p:nvSpPr>
          <p:cNvPr id="44" name="TextBox 43">
            <a:extLst>
              <a:ext uri="{FF2B5EF4-FFF2-40B4-BE49-F238E27FC236}">
                <a16:creationId xmlns:a16="http://schemas.microsoft.com/office/drawing/2014/main" id="{4748440A-E8A6-A771-677F-F393FB3B5C3A}"/>
              </a:ext>
            </a:extLst>
          </p:cNvPr>
          <p:cNvSpPr txBox="1"/>
          <p:nvPr userDrawn="1"/>
        </p:nvSpPr>
        <p:spPr>
          <a:xfrm>
            <a:off x="2196148" y="3982211"/>
            <a:ext cx="109728" cy="215444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defRPr sz="800" b="0" i="0">
                <a:solidFill>
                  <a:srgbClr val="3B82F6"/>
                </a:solidFill>
                <a:latin typeface="Arial"/>
              </a:defRPr>
            </a:pPr>
            <a:r>
              <a:rPr sz="800"/>
              <a:t>•</a:t>
            </a:r>
          </a:p>
        </p:txBody>
      </p:sp>
      <p:sp>
        <p:nvSpPr>
          <p:cNvPr id="45" name="TextBox 44">
            <a:extLst>
              <a:ext uri="{FF2B5EF4-FFF2-40B4-BE49-F238E27FC236}">
                <a16:creationId xmlns:a16="http://schemas.microsoft.com/office/drawing/2014/main" id="{AF79D0BB-AD11-75FA-3633-83192FD241D2}"/>
              </a:ext>
            </a:extLst>
          </p:cNvPr>
          <p:cNvSpPr txBox="1"/>
          <p:nvPr userDrawn="1"/>
        </p:nvSpPr>
        <p:spPr>
          <a:xfrm>
            <a:off x="2342452" y="3982212"/>
            <a:ext cx="4572000" cy="246221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defRPr sz="850" b="0" i="0">
                <a:solidFill>
                  <a:srgbClr val="0F172A"/>
                </a:solidFill>
                <a:latin typeface="Arial"/>
              </a:defRPr>
            </a:pPr>
            <a:r>
              <a:rPr sz="1000"/>
              <a:t>{{opportunity_2}}</a:t>
            </a:r>
          </a:p>
        </p:txBody>
      </p:sp>
      <p:sp>
        <p:nvSpPr>
          <p:cNvPr id="46" name="TextBox 45">
            <a:extLst>
              <a:ext uri="{FF2B5EF4-FFF2-40B4-BE49-F238E27FC236}">
                <a16:creationId xmlns:a16="http://schemas.microsoft.com/office/drawing/2014/main" id="{6B4DA76F-551A-4824-80C2-4E53B9C63C61}"/>
              </a:ext>
            </a:extLst>
          </p:cNvPr>
          <p:cNvSpPr txBox="1"/>
          <p:nvPr userDrawn="1"/>
        </p:nvSpPr>
        <p:spPr>
          <a:xfrm>
            <a:off x="2196148" y="4219956"/>
            <a:ext cx="109728" cy="215444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defRPr sz="800" b="0" i="0">
                <a:solidFill>
                  <a:srgbClr val="3B82F6"/>
                </a:solidFill>
                <a:latin typeface="Arial"/>
              </a:defRPr>
            </a:pPr>
            <a:r>
              <a:rPr sz="800"/>
              <a:t>•</a:t>
            </a:r>
          </a:p>
        </p:txBody>
      </p:sp>
      <p:sp>
        <p:nvSpPr>
          <p:cNvPr id="47" name="TextBox 46">
            <a:extLst>
              <a:ext uri="{FF2B5EF4-FFF2-40B4-BE49-F238E27FC236}">
                <a16:creationId xmlns:a16="http://schemas.microsoft.com/office/drawing/2014/main" id="{222A517D-AB65-0D7F-F83F-A330726E2597}"/>
              </a:ext>
            </a:extLst>
          </p:cNvPr>
          <p:cNvSpPr txBox="1"/>
          <p:nvPr userDrawn="1"/>
        </p:nvSpPr>
        <p:spPr>
          <a:xfrm>
            <a:off x="2342452" y="4219957"/>
            <a:ext cx="4572000" cy="246221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defRPr sz="850" b="0" i="0">
                <a:solidFill>
                  <a:srgbClr val="0F172A"/>
                </a:solidFill>
                <a:latin typeface="Arial"/>
              </a:defRPr>
            </a:pPr>
            <a:r>
              <a:rPr sz="1000"/>
              <a:t>{{opportunity_3}}</a:t>
            </a:r>
          </a:p>
        </p:txBody>
      </p:sp>
      <p:sp>
        <p:nvSpPr>
          <p:cNvPr id="48" name="TextBox 47">
            <a:extLst>
              <a:ext uri="{FF2B5EF4-FFF2-40B4-BE49-F238E27FC236}">
                <a16:creationId xmlns:a16="http://schemas.microsoft.com/office/drawing/2014/main" id="{F79CF2FF-DCE5-42B8-5481-B28913F5658B}"/>
              </a:ext>
            </a:extLst>
          </p:cNvPr>
          <p:cNvSpPr txBox="1"/>
          <p:nvPr userDrawn="1"/>
        </p:nvSpPr>
        <p:spPr>
          <a:xfrm>
            <a:off x="7133908" y="3744468"/>
            <a:ext cx="109728" cy="215444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defRPr sz="800" b="0" i="0">
                <a:solidFill>
                  <a:srgbClr val="3B82F6"/>
                </a:solidFill>
                <a:latin typeface="Arial"/>
              </a:defRPr>
            </a:pPr>
            <a:r>
              <a:rPr sz="800"/>
              <a:t>•</a:t>
            </a:r>
          </a:p>
        </p:txBody>
      </p:sp>
      <p:sp>
        <p:nvSpPr>
          <p:cNvPr id="49" name="TextBox 48">
            <a:extLst>
              <a:ext uri="{FF2B5EF4-FFF2-40B4-BE49-F238E27FC236}">
                <a16:creationId xmlns:a16="http://schemas.microsoft.com/office/drawing/2014/main" id="{FDE2E491-C688-241A-B7F4-A170B681E624}"/>
              </a:ext>
            </a:extLst>
          </p:cNvPr>
          <p:cNvSpPr txBox="1"/>
          <p:nvPr userDrawn="1"/>
        </p:nvSpPr>
        <p:spPr>
          <a:xfrm>
            <a:off x="7280212" y="3744469"/>
            <a:ext cx="4572000" cy="246221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defRPr sz="850" b="0" i="0">
                <a:solidFill>
                  <a:srgbClr val="0F172A"/>
                </a:solidFill>
                <a:latin typeface="Arial"/>
              </a:defRPr>
            </a:pPr>
            <a:r>
              <a:rPr sz="1000"/>
              <a:t>{{opportunity_4}}</a:t>
            </a:r>
          </a:p>
        </p:txBody>
      </p:sp>
      <p:sp>
        <p:nvSpPr>
          <p:cNvPr id="50" name="TextBox 49">
            <a:extLst>
              <a:ext uri="{FF2B5EF4-FFF2-40B4-BE49-F238E27FC236}">
                <a16:creationId xmlns:a16="http://schemas.microsoft.com/office/drawing/2014/main" id="{EF7DAB14-6B86-8F38-6369-E60D35ACCD3A}"/>
              </a:ext>
            </a:extLst>
          </p:cNvPr>
          <p:cNvSpPr txBox="1"/>
          <p:nvPr userDrawn="1"/>
        </p:nvSpPr>
        <p:spPr>
          <a:xfrm>
            <a:off x="7133908" y="3982211"/>
            <a:ext cx="109728" cy="215444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defRPr sz="800" b="0" i="0">
                <a:solidFill>
                  <a:srgbClr val="3B82F6"/>
                </a:solidFill>
                <a:latin typeface="Arial"/>
              </a:defRPr>
            </a:pPr>
            <a:r>
              <a:rPr sz="800"/>
              <a:t>•</a:t>
            </a:r>
          </a:p>
        </p:txBody>
      </p:sp>
      <p:sp>
        <p:nvSpPr>
          <p:cNvPr id="51" name="TextBox 50">
            <a:extLst>
              <a:ext uri="{FF2B5EF4-FFF2-40B4-BE49-F238E27FC236}">
                <a16:creationId xmlns:a16="http://schemas.microsoft.com/office/drawing/2014/main" id="{D691B3A2-E56D-BA54-F0B1-A902A0C22900}"/>
              </a:ext>
            </a:extLst>
          </p:cNvPr>
          <p:cNvSpPr txBox="1"/>
          <p:nvPr userDrawn="1"/>
        </p:nvSpPr>
        <p:spPr>
          <a:xfrm>
            <a:off x="7280212" y="3982212"/>
            <a:ext cx="4572000" cy="246221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defRPr sz="850" b="0" i="0">
                <a:solidFill>
                  <a:srgbClr val="0F172A"/>
                </a:solidFill>
                <a:latin typeface="Arial"/>
              </a:defRPr>
            </a:pPr>
            <a:r>
              <a:rPr sz="1000"/>
              <a:t>{{opportunity_5}}</a:t>
            </a:r>
          </a:p>
        </p:txBody>
      </p:sp>
      <p:sp>
        <p:nvSpPr>
          <p:cNvPr id="52" name="Rounded Rectangle 58">
            <a:extLst>
              <a:ext uri="{FF2B5EF4-FFF2-40B4-BE49-F238E27FC236}">
                <a16:creationId xmlns:a16="http://schemas.microsoft.com/office/drawing/2014/main" id="{EB771542-4D3D-DB13-7887-57CFDCA31528}"/>
              </a:ext>
            </a:extLst>
          </p:cNvPr>
          <p:cNvSpPr/>
          <p:nvPr userDrawn="1"/>
        </p:nvSpPr>
        <p:spPr>
          <a:xfrm>
            <a:off x="166180" y="5150358"/>
            <a:ext cx="11859768" cy="1405890"/>
          </a:xfrm>
          <a:prstGeom prst="roundRect">
            <a:avLst/>
          </a:prstGeom>
          <a:solidFill>
            <a:srgbClr val="FFFBEB"/>
          </a:solidFill>
          <a:ln w="12700">
            <a:solidFill>
              <a:srgbClr val="FEF3C7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53" name="Rectangle 52">
            <a:extLst>
              <a:ext uri="{FF2B5EF4-FFF2-40B4-BE49-F238E27FC236}">
                <a16:creationId xmlns:a16="http://schemas.microsoft.com/office/drawing/2014/main" id="{F98ED8D1-4FE9-2118-0141-2D170379809E}"/>
              </a:ext>
            </a:extLst>
          </p:cNvPr>
          <p:cNvSpPr/>
          <p:nvPr userDrawn="1"/>
        </p:nvSpPr>
        <p:spPr>
          <a:xfrm>
            <a:off x="166180" y="5150358"/>
            <a:ext cx="54864" cy="1405890"/>
          </a:xfrm>
          <a:prstGeom prst="rect">
            <a:avLst/>
          </a:prstGeom>
          <a:solidFill>
            <a:srgbClr val="F59E0B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54" name="Oval 53">
            <a:extLst>
              <a:ext uri="{FF2B5EF4-FFF2-40B4-BE49-F238E27FC236}">
                <a16:creationId xmlns:a16="http://schemas.microsoft.com/office/drawing/2014/main" id="{4ADC707A-6A4B-982D-91D8-DEBD45B978B7}"/>
              </a:ext>
            </a:extLst>
          </p:cNvPr>
          <p:cNvSpPr/>
          <p:nvPr userDrawn="1"/>
        </p:nvSpPr>
        <p:spPr>
          <a:xfrm>
            <a:off x="330772" y="5241798"/>
            <a:ext cx="310896" cy="310896"/>
          </a:xfrm>
          <a:prstGeom prst="ellipse">
            <a:avLst/>
          </a:prstGeom>
          <a:solidFill>
            <a:srgbClr val="F59E0B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55" name="TextBox 54">
            <a:extLst>
              <a:ext uri="{FF2B5EF4-FFF2-40B4-BE49-F238E27FC236}">
                <a16:creationId xmlns:a16="http://schemas.microsoft.com/office/drawing/2014/main" id="{2DB805A5-190E-E9EF-694F-C8F018BE0321}"/>
              </a:ext>
            </a:extLst>
          </p:cNvPr>
          <p:cNvSpPr txBox="1"/>
          <p:nvPr userDrawn="1"/>
        </p:nvSpPr>
        <p:spPr>
          <a:xfrm>
            <a:off x="320940" y="5230590"/>
            <a:ext cx="310896" cy="338554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1600" b="1" i="0">
                <a:solidFill>
                  <a:srgbClr val="FFFFFF"/>
                </a:solidFill>
                <a:latin typeface="Arial"/>
              </a:defRPr>
            </a:pPr>
            <a:r>
              <a:rPr sz="1600" dirty="0"/>
              <a:t>T</a:t>
            </a:r>
          </a:p>
        </p:txBody>
      </p:sp>
      <p:sp>
        <p:nvSpPr>
          <p:cNvPr id="56" name="TextBox 55">
            <a:extLst>
              <a:ext uri="{FF2B5EF4-FFF2-40B4-BE49-F238E27FC236}">
                <a16:creationId xmlns:a16="http://schemas.microsoft.com/office/drawing/2014/main" id="{DBFAC42E-4426-6ACF-DD5F-DD3DB4E3507C}"/>
              </a:ext>
            </a:extLst>
          </p:cNvPr>
          <p:cNvSpPr txBox="1"/>
          <p:nvPr userDrawn="1"/>
        </p:nvSpPr>
        <p:spPr>
          <a:xfrm>
            <a:off x="733108" y="5260086"/>
            <a:ext cx="1280160" cy="26161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defRPr sz="1100" b="1" i="0">
                <a:solidFill>
                  <a:srgbClr val="F59E0B"/>
                </a:solidFill>
                <a:latin typeface="Arial"/>
              </a:defRPr>
            </a:pPr>
            <a:r>
              <a:rPr sz="1100"/>
              <a:t>THREATS</a:t>
            </a:r>
          </a:p>
        </p:txBody>
      </p:sp>
      <p:sp>
        <p:nvSpPr>
          <p:cNvPr id="57" name="TextBox 56">
            <a:extLst>
              <a:ext uri="{FF2B5EF4-FFF2-40B4-BE49-F238E27FC236}">
                <a16:creationId xmlns:a16="http://schemas.microsoft.com/office/drawing/2014/main" id="{DB28814B-1613-66D4-7AD2-3C217D3A2ACA}"/>
              </a:ext>
            </a:extLst>
          </p:cNvPr>
          <p:cNvSpPr txBox="1"/>
          <p:nvPr userDrawn="1"/>
        </p:nvSpPr>
        <p:spPr>
          <a:xfrm>
            <a:off x="2196148" y="5241798"/>
            <a:ext cx="109728" cy="215444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defRPr sz="800" b="0" i="0">
                <a:solidFill>
                  <a:srgbClr val="F59E0B"/>
                </a:solidFill>
                <a:latin typeface="Arial"/>
              </a:defRPr>
            </a:pPr>
            <a:r>
              <a:rPr sz="800"/>
              <a:t>•</a:t>
            </a:r>
          </a:p>
        </p:txBody>
      </p:sp>
      <p:sp>
        <p:nvSpPr>
          <p:cNvPr id="58" name="TextBox 57">
            <a:extLst>
              <a:ext uri="{FF2B5EF4-FFF2-40B4-BE49-F238E27FC236}">
                <a16:creationId xmlns:a16="http://schemas.microsoft.com/office/drawing/2014/main" id="{EDD4192E-3306-ECE1-FFF3-7498FE918457}"/>
              </a:ext>
            </a:extLst>
          </p:cNvPr>
          <p:cNvSpPr txBox="1"/>
          <p:nvPr userDrawn="1"/>
        </p:nvSpPr>
        <p:spPr>
          <a:xfrm>
            <a:off x="2342452" y="5241799"/>
            <a:ext cx="4572000" cy="246221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defRPr sz="850" b="0" i="0">
                <a:solidFill>
                  <a:srgbClr val="0F172A"/>
                </a:solidFill>
                <a:latin typeface="Arial"/>
              </a:defRPr>
            </a:pPr>
            <a:r>
              <a:rPr sz="1000"/>
              <a:t>{{threat_1}}</a:t>
            </a:r>
          </a:p>
        </p:txBody>
      </p:sp>
      <p:sp>
        <p:nvSpPr>
          <p:cNvPr id="59" name="TextBox 58">
            <a:extLst>
              <a:ext uri="{FF2B5EF4-FFF2-40B4-BE49-F238E27FC236}">
                <a16:creationId xmlns:a16="http://schemas.microsoft.com/office/drawing/2014/main" id="{28167FFD-224B-AC56-6D6F-4122FF3DF0AE}"/>
              </a:ext>
            </a:extLst>
          </p:cNvPr>
          <p:cNvSpPr txBox="1"/>
          <p:nvPr userDrawn="1"/>
        </p:nvSpPr>
        <p:spPr>
          <a:xfrm>
            <a:off x="2196148" y="5479542"/>
            <a:ext cx="109728" cy="215444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defRPr sz="800" b="0" i="0">
                <a:solidFill>
                  <a:srgbClr val="F59E0B"/>
                </a:solidFill>
                <a:latin typeface="Arial"/>
              </a:defRPr>
            </a:pPr>
            <a:r>
              <a:rPr sz="800"/>
              <a:t>•</a:t>
            </a:r>
          </a:p>
        </p:txBody>
      </p:sp>
      <p:sp>
        <p:nvSpPr>
          <p:cNvPr id="60" name="TextBox 59">
            <a:extLst>
              <a:ext uri="{FF2B5EF4-FFF2-40B4-BE49-F238E27FC236}">
                <a16:creationId xmlns:a16="http://schemas.microsoft.com/office/drawing/2014/main" id="{5F1D0199-46A0-CA31-125C-C39E0B52E008}"/>
              </a:ext>
            </a:extLst>
          </p:cNvPr>
          <p:cNvSpPr txBox="1"/>
          <p:nvPr userDrawn="1"/>
        </p:nvSpPr>
        <p:spPr>
          <a:xfrm>
            <a:off x="2342452" y="5479543"/>
            <a:ext cx="4572000" cy="246221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defRPr sz="850" b="0" i="0">
                <a:solidFill>
                  <a:srgbClr val="0F172A"/>
                </a:solidFill>
                <a:latin typeface="Arial"/>
              </a:defRPr>
            </a:pPr>
            <a:r>
              <a:rPr sz="1000"/>
              <a:t>{{threat_2}}</a:t>
            </a:r>
          </a:p>
        </p:txBody>
      </p:sp>
      <p:sp>
        <p:nvSpPr>
          <p:cNvPr id="61" name="TextBox 60">
            <a:extLst>
              <a:ext uri="{FF2B5EF4-FFF2-40B4-BE49-F238E27FC236}">
                <a16:creationId xmlns:a16="http://schemas.microsoft.com/office/drawing/2014/main" id="{545C2670-E6A5-867C-BD23-0A4B4C973786}"/>
              </a:ext>
            </a:extLst>
          </p:cNvPr>
          <p:cNvSpPr txBox="1"/>
          <p:nvPr userDrawn="1"/>
        </p:nvSpPr>
        <p:spPr>
          <a:xfrm>
            <a:off x="2196148" y="5717286"/>
            <a:ext cx="109728" cy="215444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defRPr sz="800" b="0" i="0">
                <a:solidFill>
                  <a:srgbClr val="F59E0B"/>
                </a:solidFill>
                <a:latin typeface="Arial"/>
              </a:defRPr>
            </a:pPr>
            <a:r>
              <a:rPr sz="800"/>
              <a:t>•</a:t>
            </a:r>
          </a:p>
        </p:txBody>
      </p:sp>
      <p:sp>
        <p:nvSpPr>
          <p:cNvPr id="62" name="TextBox 61">
            <a:extLst>
              <a:ext uri="{FF2B5EF4-FFF2-40B4-BE49-F238E27FC236}">
                <a16:creationId xmlns:a16="http://schemas.microsoft.com/office/drawing/2014/main" id="{A5B29AAC-C2EF-D126-E87F-74B453E73018}"/>
              </a:ext>
            </a:extLst>
          </p:cNvPr>
          <p:cNvSpPr txBox="1"/>
          <p:nvPr userDrawn="1"/>
        </p:nvSpPr>
        <p:spPr>
          <a:xfrm>
            <a:off x="2342452" y="5717287"/>
            <a:ext cx="4572000" cy="246221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defRPr sz="850" b="0" i="0">
                <a:solidFill>
                  <a:srgbClr val="0F172A"/>
                </a:solidFill>
                <a:latin typeface="Arial"/>
              </a:defRPr>
            </a:pPr>
            <a:r>
              <a:rPr sz="1000"/>
              <a:t>{{threat_3}}</a:t>
            </a:r>
          </a:p>
        </p:txBody>
      </p:sp>
      <p:sp>
        <p:nvSpPr>
          <p:cNvPr id="63" name="TextBox 62">
            <a:extLst>
              <a:ext uri="{FF2B5EF4-FFF2-40B4-BE49-F238E27FC236}">
                <a16:creationId xmlns:a16="http://schemas.microsoft.com/office/drawing/2014/main" id="{724D3BC3-69C4-5E86-2DF5-C0CFF5F19B13}"/>
              </a:ext>
            </a:extLst>
          </p:cNvPr>
          <p:cNvSpPr txBox="1"/>
          <p:nvPr userDrawn="1"/>
        </p:nvSpPr>
        <p:spPr>
          <a:xfrm>
            <a:off x="7133908" y="5241798"/>
            <a:ext cx="109728" cy="215444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defRPr sz="800" b="0" i="0">
                <a:solidFill>
                  <a:srgbClr val="F59E0B"/>
                </a:solidFill>
                <a:latin typeface="Arial"/>
              </a:defRPr>
            </a:pPr>
            <a:r>
              <a:rPr sz="800"/>
              <a:t>•</a:t>
            </a:r>
          </a:p>
        </p:txBody>
      </p:sp>
      <p:sp>
        <p:nvSpPr>
          <p:cNvPr id="64" name="TextBox 63">
            <a:extLst>
              <a:ext uri="{FF2B5EF4-FFF2-40B4-BE49-F238E27FC236}">
                <a16:creationId xmlns:a16="http://schemas.microsoft.com/office/drawing/2014/main" id="{5E341099-78B8-7ABC-A008-4F8777F9118D}"/>
              </a:ext>
            </a:extLst>
          </p:cNvPr>
          <p:cNvSpPr txBox="1"/>
          <p:nvPr userDrawn="1"/>
        </p:nvSpPr>
        <p:spPr>
          <a:xfrm>
            <a:off x="7280212" y="5241799"/>
            <a:ext cx="4572000" cy="246221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defRPr sz="850" b="0" i="0">
                <a:solidFill>
                  <a:srgbClr val="0F172A"/>
                </a:solidFill>
                <a:latin typeface="Arial"/>
              </a:defRPr>
            </a:pPr>
            <a:r>
              <a:rPr sz="1000"/>
              <a:t>{{threat_4}}</a:t>
            </a:r>
          </a:p>
        </p:txBody>
      </p:sp>
      <p:sp>
        <p:nvSpPr>
          <p:cNvPr id="65" name="TextBox 64">
            <a:extLst>
              <a:ext uri="{FF2B5EF4-FFF2-40B4-BE49-F238E27FC236}">
                <a16:creationId xmlns:a16="http://schemas.microsoft.com/office/drawing/2014/main" id="{02E9D40B-2DD5-030D-09C9-94534995C5F2}"/>
              </a:ext>
            </a:extLst>
          </p:cNvPr>
          <p:cNvSpPr txBox="1"/>
          <p:nvPr userDrawn="1"/>
        </p:nvSpPr>
        <p:spPr>
          <a:xfrm>
            <a:off x="7133908" y="5479542"/>
            <a:ext cx="109728" cy="215444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defRPr sz="800" b="0" i="0">
                <a:solidFill>
                  <a:srgbClr val="F59E0B"/>
                </a:solidFill>
                <a:latin typeface="Arial"/>
              </a:defRPr>
            </a:pPr>
            <a:r>
              <a:rPr sz="800"/>
              <a:t>•</a:t>
            </a:r>
          </a:p>
        </p:txBody>
      </p:sp>
      <p:sp>
        <p:nvSpPr>
          <p:cNvPr id="66" name="TextBox 65">
            <a:extLst>
              <a:ext uri="{FF2B5EF4-FFF2-40B4-BE49-F238E27FC236}">
                <a16:creationId xmlns:a16="http://schemas.microsoft.com/office/drawing/2014/main" id="{3B19A567-576D-9626-1630-8E9171B7B510}"/>
              </a:ext>
            </a:extLst>
          </p:cNvPr>
          <p:cNvSpPr txBox="1"/>
          <p:nvPr userDrawn="1"/>
        </p:nvSpPr>
        <p:spPr>
          <a:xfrm>
            <a:off x="7280212" y="5479543"/>
            <a:ext cx="4572000" cy="246221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defRPr sz="850" b="0" i="0">
                <a:solidFill>
                  <a:srgbClr val="0F172A"/>
                </a:solidFill>
                <a:latin typeface="Arial"/>
              </a:defRPr>
            </a:pPr>
            <a:r>
              <a:rPr sz="1000"/>
              <a:t>{{threat_5}}</a:t>
            </a:r>
          </a:p>
        </p:txBody>
      </p:sp>
      <p:sp>
        <p:nvSpPr>
          <p:cNvPr id="67" name="Rectangle 66">
            <a:extLst>
              <a:ext uri="{FF2B5EF4-FFF2-40B4-BE49-F238E27FC236}">
                <a16:creationId xmlns:a16="http://schemas.microsoft.com/office/drawing/2014/main" id="{45452A21-1433-E61D-1645-083320A015B7}"/>
              </a:ext>
            </a:extLst>
          </p:cNvPr>
          <p:cNvSpPr/>
          <p:nvPr userDrawn="1"/>
        </p:nvSpPr>
        <p:spPr>
          <a:xfrm>
            <a:off x="1588" y="6556248"/>
            <a:ext cx="12188952" cy="9144"/>
          </a:xfrm>
          <a:prstGeom prst="rect">
            <a:avLst/>
          </a:prstGeom>
          <a:solidFill>
            <a:srgbClr val="F0F0F5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68" name="TextBox 67">
            <a:extLst>
              <a:ext uri="{FF2B5EF4-FFF2-40B4-BE49-F238E27FC236}">
                <a16:creationId xmlns:a16="http://schemas.microsoft.com/office/drawing/2014/main" id="{1F84E48A-82F9-4FE7-840D-D9C8C37C3E2F}"/>
              </a:ext>
            </a:extLst>
          </p:cNvPr>
          <p:cNvSpPr txBox="1"/>
          <p:nvPr userDrawn="1"/>
        </p:nvSpPr>
        <p:spPr>
          <a:xfrm>
            <a:off x="1464628" y="174196"/>
            <a:ext cx="1554480" cy="237744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900" b="1" i="0">
                <a:solidFill>
                  <a:srgbClr val="C4B5FD"/>
                </a:solidFill>
                <a:latin typeface="Arial"/>
              </a:defRPr>
            </a:pPr>
            <a:r>
              <a:rPr sz="900" dirty="0">
                <a:solidFill>
                  <a:schemeClr val="accent4">
                    <a:lumMod val="40000"/>
                    <a:lumOff val="60000"/>
                  </a:schemeClr>
                </a:solidFill>
              </a:rPr>
              <a:t>SWOT ANALYSIS</a:t>
            </a:r>
          </a:p>
        </p:txBody>
      </p:sp>
      <p:sp>
        <p:nvSpPr>
          <p:cNvPr id="69" name="TextBox 68">
            <a:extLst>
              <a:ext uri="{FF2B5EF4-FFF2-40B4-BE49-F238E27FC236}">
                <a16:creationId xmlns:a16="http://schemas.microsoft.com/office/drawing/2014/main" id="{5E224C7D-D4F2-3B13-057C-923B7D67367E}"/>
              </a:ext>
            </a:extLst>
          </p:cNvPr>
          <p:cNvSpPr txBox="1"/>
          <p:nvPr userDrawn="1"/>
        </p:nvSpPr>
        <p:spPr>
          <a:xfrm>
            <a:off x="3201988" y="155908"/>
            <a:ext cx="4572000" cy="26161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defRPr sz="1100" b="0" i="0">
                <a:solidFill>
                  <a:srgbClr val="C0C0D0"/>
                </a:solidFill>
                <a:latin typeface="Arial"/>
              </a:defRPr>
            </a:pPr>
            <a:r>
              <a:rPr sz="1100" dirty="0">
                <a:solidFill>
                  <a:schemeClr val="bg1">
                    <a:lumMod val="75000"/>
                  </a:schemeClr>
                </a:solidFill>
              </a:rPr>
              <a:t>{{</a:t>
            </a:r>
            <a:r>
              <a:rPr sz="1100" dirty="0" err="1">
                <a:solidFill>
                  <a:schemeClr val="bg1">
                    <a:lumMod val="75000"/>
                  </a:schemeClr>
                </a:solidFill>
              </a:rPr>
              <a:t>drug_label</a:t>
            </a:r>
            <a:r>
              <a:rPr sz="1100" dirty="0">
                <a:solidFill>
                  <a:schemeClr val="bg1">
                    <a:lumMod val="75000"/>
                  </a:schemeClr>
                </a:solidFill>
              </a:rPr>
              <a:t>}}</a:t>
            </a:r>
          </a:p>
        </p:txBody>
      </p:sp>
    </p:spTree>
    <p:extLst>
      <p:ext uri="{BB962C8B-B14F-4D97-AF65-F5344CB8AC3E}">
        <p14:creationId xmlns:p14="http://schemas.microsoft.com/office/powerpoint/2010/main" val="3019726196"/>
      </p:ext>
    </p:extLst>
  </p:cSld>
  <p:clrMapOvr>
    <a:masterClrMapping/>
  </p:clrMapOvr>
</p:sldLayout>
</file>

<file path=ppt/slideLayouts/slideLayout23.xml><?xml version="1.0" encoding="utf-8"?>
<p:sldLayout xmlns:a="http://schemas.openxmlformats.org/drawingml/2006/main" xmlns:r="http://schemas.openxmlformats.org/officeDocument/2006/relationships" xmlns:p="http://schemas.openxmlformats.org/presentationml/2006/main" preserve="1" userDrawn="1">
  <p:cSld name="VISION_SI_4CARDS_ligh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8" name="Rounded Rectangle 9">
            <a:extLst>
              <a:ext uri="{FF2B5EF4-FFF2-40B4-BE49-F238E27FC236}">
                <a16:creationId xmlns:a16="http://schemas.microsoft.com/office/drawing/2014/main" id="{7B8F4556-C8A4-19EB-C472-6EC165EA2774}"/>
              </a:ext>
            </a:extLst>
          </p:cNvPr>
          <p:cNvSpPr/>
          <p:nvPr userDrawn="1"/>
        </p:nvSpPr>
        <p:spPr>
          <a:xfrm>
            <a:off x="365760" y="658368"/>
            <a:ext cx="11457432" cy="640080"/>
          </a:xfrm>
          <a:prstGeom prst="roundRect">
            <a:avLst/>
          </a:prstGeom>
          <a:solidFill>
            <a:srgbClr val="6A5188"/>
          </a:solidFill>
          <a:ln w="12700"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10" name="TextBox 9">
            <a:extLst>
              <a:ext uri="{FF2B5EF4-FFF2-40B4-BE49-F238E27FC236}">
                <a16:creationId xmlns:a16="http://schemas.microsoft.com/office/drawing/2014/main" id="{0E2BE4B3-7FF9-5BE4-F1D3-CAE244E31BA3}"/>
              </a:ext>
            </a:extLst>
          </p:cNvPr>
          <p:cNvSpPr txBox="1"/>
          <p:nvPr userDrawn="1"/>
        </p:nvSpPr>
        <p:spPr>
          <a:xfrm>
            <a:off x="548640" y="731519"/>
            <a:ext cx="11091672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900" b="1" i="0">
                <a:solidFill>
                  <a:srgbClr val="94A3B8"/>
                </a:solidFill>
                <a:latin typeface="Arial"/>
              </a:defRPr>
            </a:pPr>
            <a:r>
              <a:t>OVERARCHING MEDICAL AFFAIRS VISION</a:t>
            </a:r>
          </a:p>
        </p:txBody>
      </p:sp>
      <p:sp>
        <p:nvSpPr>
          <p:cNvPr id="11" name="TextBox 10">
            <a:extLst>
              <a:ext uri="{FF2B5EF4-FFF2-40B4-BE49-F238E27FC236}">
                <a16:creationId xmlns:a16="http://schemas.microsoft.com/office/drawing/2014/main" id="{03467852-CBB8-4883-D9C1-D5046D0EE5F0}"/>
              </a:ext>
            </a:extLst>
          </p:cNvPr>
          <p:cNvSpPr txBox="1"/>
          <p:nvPr userDrawn="1"/>
        </p:nvSpPr>
        <p:spPr>
          <a:xfrm>
            <a:off x="548640" y="932688"/>
            <a:ext cx="11091672" cy="2743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1200" b="0" i="0">
                <a:solidFill>
                  <a:srgbClr val="FFFFFF"/>
                </a:solidFill>
                <a:latin typeface="Arial"/>
              </a:defRPr>
            </a:pPr>
            <a:r>
              <a:t>{{vision_statement}}</a:t>
            </a:r>
          </a:p>
        </p:txBody>
      </p:sp>
      <p:sp>
        <p:nvSpPr>
          <p:cNvPr id="12" name="Rounded Rectangle 13">
            <a:extLst>
              <a:ext uri="{FF2B5EF4-FFF2-40B4-BE49-F238E27FC236}">
                <a16:creationId xmlns:a16="http://schemas.microsoft.com/office/drawing/2014/main" id="{456A6F08-3835-05AA-C4E6-400978CD441C}"/>
              </a:ext>
            </a:extLst>
          </p:cNvPr>
          <p:cNvSpPr/>
          <p:nvPr userDrawn="1"/>
        </p:nvSpPr>
        <p:spPr>
          <a:xfrm>
            <a:off x="365760" y="1426464"/>
            <a:ext cx="2768346" cy="3474720"/>
          </a:xfrm>
          <a:prstGeom prst="roundRect">
            <a:avLst/>
          </a:prstGeom>
          <a:solidFill>
            <a:srgbClr val="FFFFFF"/>
          </a:solidFill>
          <a:ln w="12700">
            <a:solidFill>
              <a:srgbClr val="E5E7EB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13" name="Rectangle 12">
            <a:extLst>
              <a:ext uri="{FF2B5EF4-FFF2-40B4-BE49-F238E27FC236}">
                <a16:creationId xmlns:a16="http://schemas.microsoft.com/office/drawing/2014/main" id="{E1153519-D672-ED2B-51FA-A13901EEBC16}"/>
              </a:ext>
            </a:extLst>
          </p:cNvPr>
          <p:cNvSpPr/>
          <p:nvPr userDrawn="1"/>
        </p:nvSpPr>
        <p:spPr>
          <a:xfrm>
            <a:off x="457200" y="1554480"/>
            <a:ext cx="274320" cy="274320"/>
          </a:xfrm>
          <a:prstGeom prst="rect">
            <a:avLst/>
          </a:prstGeom>
          <a:solidFill>
            <a:srgbClr val="8B5CF6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14" name="TextBox 13">
            <a:extLst>
              <a:ext uri="{FF2B5EF4-FFF2-40B4-BE49-F238E27FC236}">
                <a16:creationId xmlns:a16="http://schemas.microsoft.com/office/drawing/2014/main" id="{7597FFE9-6448-50A2-60A4-FCD1BDFEA581}"/>
              </a:ext>
            </a:extLst>
          </p:cNvPr>
          <p:cNvSpPr txBox="1"/>
          <p:nvPr userDrawn="1"/>
        </p:nvSpPr>
        <p:spPr>
          <a:xfrm>
            <a:off x="457200" y="1572768"/>
            <a:ext cx="274320" cy="276999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1200" b="1" i="0">
                <a:solidFill>
                  <a:srgbClr val="FFFFFF"/>
                </a:solidFill>
                <a:latin typeface="Arial"/>
              </a:defRPr>
            </a:pPr>
            <a:r>
              <a:rPr dirty="0"/>
              <a:t>1</a:t>
            </a:r>
          </a:p>
        </p:txBody>
      </p:sp>
      <p:sp>
        <p:nvSpPr>
          <p:cNvPr id="15" name="TextBox 14">
            <a:extLst>
              <a:ext uri="{FF2B5EF4-FFF2-40B4-BE49-F238E27FC236}">
                <a16:creationId xmlns:a16="http://schemas.microsoft.com/office/drawing/2014/main" id="{32D7306A-CADA-DD4E-09FE-BBA2C5A3837C}"/>
              </a:ext>
            </a:extLst>
          </p:cNvPr>
          <p:cNvSpPr txBox="1"/>
          <p:nvPr userDrawn="1"/>
        </p:nvSpPr>
        <p:spPr>
          <a:xfrm>
            <a:off x="804672" y="1554480"/>
            <a:ext cx="2237994" cy="2743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defRPr sz="1000" b="1" i="0">
                <a:solidFill>
                  <a:srgbClr val="8B5CF6"/>
                </a:solidFill>
                <a:latin typeface="Arial"/>
              </a:defRPr>
            </a:pPr>
            <a:r>
              <a:t>{{pillar_1_title}}</a:t>
            </a:r>
          </a:p>
        </p:txBody>
      </p:sp>
      <p:sp>
        <p:nvSpPr>
          <p:cNvPr id="16" name="TextBox 15">
            <a:extLst>
              <a:ext uri="{FF2B5EF4-FFF2-40B4-BE49-F238E27FC236}">
                <a16:creationId xmlns:a16="http://schemas.microsoft.com/office/drawing/2014/main" id="{E8C3DFAE-D16A-2DB2-F892-8A1DC2E9E10D}"/>
              </a:ext>
            </a:extLst>
          </p:cNvPr>
          <p:cNvSpPr txBox="1"/>
          <p:nvPr userDrawn="1"/>
        </p:nvSpPr>
        <p:spPr>
          <a:xfrm>
            <a:off x="493776" y="1901952"/>
            <a:ext cx="2512313" cy="4572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defRPr sz="800" b="0" i="0">
                <a:solidFill>
                  <a:srgbClr val="475569"/>
                </a:solidFill>
                <a:latin typeface="Arial"/>
              </a:defRPr>
            </a:pPr>
            <a:r>
              <a:t>{{pillar_1_subtitle}}</a:t>
            </a:r>
          </a:p>
        </p:txBody>
      </p:sp>
      <p:sp>
        <p:nvSpPr>
          <p:cNvPr id="17" name="Rectangle 16">
            <a:extLst>
              <a:ext uri="{FF2B5EF4-FFF2-40B4-BE49-F238E27FC236}">
                <a16:creationId xmlns:a16="http://schemas.microsoft.com/office/drawing/2014/main" id="{F7766D1B-DC13-77C0-234C-DB015520E78E}"/>
              </a:ext>
            </a:extLst>
          </p:cNvPr>
          <p:cNvSpPr/>
          <p:nvPr userDrawn="1"/>
        </p:nvSpPr>
        <p:spPr>
          <a:xfrm>
            <a:off x="493776" y="2386584"/>
            <a:ext cx="2512313" cy="9144"/>
          </a:xfrm>
          <a:prstGeom prst="rect">
            <a:avLst/>
          </a:prstGeom>
          <a:solidFill>
            <a:srgbClr val="E5E7EB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18" name="TextBox 17">
            <a:extLst>
              <a:ext uri="{FF2B5EF4-FFF2-40B4-BE49-F238E27FC236}">
                <a16:creationId xmlns:a16="http://schemas.microsoft.com/office/drawing/2014/main" id="{4E8B03BE-EC8A-2E7B-5EDD-3F59447519CD}"/>
              </a:ext>
            </a:extLst>
          </p:cNvPr>
          <p:cNvSpPr txBox="1"/>
          <p:nvPr userDrawn="1"/>
        </p:nvSpPr>
        <p:spPr>
          <a:xfrm>
            <a:off x="493776" y="2450592"/>
            <a:ext cx="2512313" cy="128016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defRPr sz="700" b="1" i="0">
                <a:solidFill>
                  <a:srgbClr val="94A3B8"/>
                </a:solidFill>
                <a:latin typeface="Arial"/>
              </a:defRPr>
            </a:pPr>
            <a:r>
              <a:t>KEY METRICS</a:t>
            </a:r>
          </a:p>
        </p:txBody>
      </p:sp>
      <p:sp>
        <p:nvSpPr>
          <p:cNvPr id="19" name="Rectangle 18">
            <a:extLst>
              <a:ext uri="{FF2B5EF4-FFF2-40B4-BE49-F238E27FC236}">
                <a16:creationId xmlns:a16="http://schemas.microsoft.com/office/drawing/2014/main" id="{87FCCBDC-15CB-1887-B8F2-62CA936C8E4F}"/>
              </a:ext>
            </a:extLst>
          </p:cNvPr>
          <p:cNvSpPr/>
          <p:nvPr userDrawn="1"/>
        </p:nvSpPr>
        <p:spPr>
          <a:xfrm>
            <a:off x="493776" y="2651760"/>
            <a:ext cx="45720" cy="45720"/>
          </a:xfrm>
          <a:prstGeom prst="rect">
            <a:avLst/>
          </a:prstGeom>
          <a:solidFill>
            <a:srgbClr val="C4B5FD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20" name="TextBox 19">
            <a:extLst>
              <a:ext uri="{FF2B5EF4-FFF2-40B4-BE49-F238E27FC236}">
                <a16:creationId xmlns:a16="http://schemas.microsoft.com/office/drawing/2014/main" id="{8656881D-06AC-A60B-9DBD-ADDCD0CE6A00}"/>
              </a:ext>
            </a:extLst>
          </p:cNvPr>
          <p:cNvSpPr txBox="1"/>
          <p:nvPr userDrawn="1"/>
        </p:nvSpPr>
        <p:spPr>
          <a:xfrm>
            <a:off x="585216" y="2615184"/>
            <a:ext cx="2311146" cy="146304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defRPr sz="750" b="0" i="0">
                <a:solidFill>
                  <a:srgbClr val="64748B"/>
                </a:solidFill>
                <a:latin typeface="Arial"/>
              </a:defRPr>
            </a:pPr>
            <a:r>
              <a:t>{{pillar_1_metric_1_label}}</a:t>
            </a:r>
          </a:p>
        </p:txBody>
      </p:sp>
      <p:sp>
        <p:nvSpPr>
          <p:cNvPr id="21" name="TextBox 20">
            <a:extLst>
              <a:ext uri="{FF2B5EF4-FFF2-40B4-BE49-F238E27FC236}">
                <a16:creationId xmlns:a16="http://schemas.microsoft.com/office/drawing/2014/main" id="{BCC92407-4F0E-6D4D-A79C-5C2EEEE74CF3}"/>
              </a:ext>
            </a:extLst>
          </p:cNvPr>
          <p:cNvSpPr txBox="1"/>
          <p:nvPr userDrawn="1"/>
        </p:nvSpPr>
        <p:spPr>
          <a:xfrm>
            <a:off x="493776" y="2595720"/>
            <a:ext cx="2512313" cy="128016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1" i="0">
                <a:solidFill>
                  <a:srgbClr val="8B5CF6"/>
                </a:solidFill>
                <a:latin typeface="Arial"/>
              </a:defRPr>
            </a:pPr>
            <a:r>
              <a:rPr dirty="0"/>
              <a:t>{{pillar_1_metric_1_value}}</a:t>
            </a:r>
          </a:p>
        </p:txBody>
      </p:sp>
      <p:sp>
        <p:nvSpPr>
          <p:cNvPr id="22" name="Rectangle 21">
            <a:extLst>
              <a:ext uri="{FF2B5EF4-FFF2-40B4-BE49-F238E27FC236}">
                <a16:creationId xmlns:a16="http://schemas.microsoft.com/office/drawing/2014/main" id="{E545B662-136F-D21F-F29E-F27C05DD08E6}"/>
              </a:ext>
            </a:extLst>
          </p:cNvPr>
          <p:cNvSpPr/>
          <p:nvPr userDrawn="1"/>
        </p:nvSpPr>
        <p:spPr>
          <a:xfrm>
            <a:off x="493776" y="2926080"/>
            <a:ext cx="45720" cy="45720"/>
          </a:xfrm>
          <a:prstGeom prst="rect">
            <a:avLst/>
          </a:prstGeom>
          <a:solidFill>
            <a:srgbClr val="C4B5FD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23" name="TextBox 22">
            <a:extLst>
              <a:ext uri="{FF2B5EF4-FFF2-40B4-BE49-F238E27FC236}">
                <a16:creationId xmlns:a16="http://schemas.microsoft.com/office/drawing/2014/main" id="{F46C0EA8-740B-1418-BD04-8F9D6AB9C068}"/>
              </a:ext>
            </a:extLst>
          </p:cNvPr>
          <p:cNvSpPr txBox="1"/>
          <p:nvPr userDrawn="1"/>
        </p:nvSpPr>
        <p:spPr>
          <a:xfrm>
            <a:off x="585216" y="2889504"/>
            <a:ext cx="2311146" cy="146304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defRPr sz="750" b="0" i="0">
                <a:solidFill>
                  <a:srgbClr val="64748B"/>
                </a:solidFill>
                <a:latin typeface="Arial"/>
              </a:defRPr>
            </a:pPr>
            <a:r>
              <a:t>{{pillar_1_metric_2_label}}</a:t>
            </a:r>
          </a:p>
        </p:txBody>
      </p:sp>
      <p:sp>
        <p:nvSpPr>
          <p:cNvPr id="24" name="TextBox 23">
            <a:extLst>
              <a:ext uri="{FF2B5EF4-FFF2-40B4-BE49-F238E27FC236}">
                <a16:creationId xmlns:a16="http://schemas.microsoft.com/office/drawing/2014/main" id="{2A2B12FE-07DF-0569-B249-8D2FA45AE460}"/>
              </a:ext>
            </a:extLst>
          </p:cNvPr>
          <p:cNvSpPr txBox="1"/>
          <p:nvPr userDrawn="1"/>
        </p:nvSpPr>
        <p:spPr>
          <a:xfrm>
            <a:off x="493776" y="2870040"/>
            <a:ext cx="2512313" cy="128016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1" i="0">
                <a:solidFill>
                  <a:srgbClr val="8B5CF6"/>
                </a:solidFill>
                <a:latin typeface="Arial"/>
              </a:defRPr>
            </a:pPr>
            <a:r>
              <a:rPr dirty="0"/>
              <a:t>{{pillar_1_metric_2_value}}</a:t>
            </a:r>
          </a:p>
        </p:txBody>
      </p:sp>
      <p:sp>
        <p:nvSpPr>
          <p:cNvPr id="25" name="Rectangle 24">
            <a:extLst>
              <a:ext uri="{FF2B5EF4-FFF2-40B4-BE49-F238E27FC236}">
                <a16:creationId xmlns:a16="http://schemas.microsoft.com/office/drawing/2014/main" id="{050D2C08-4A83-79C9-265B-D8725355672D}"/>
              </a:ext>
            </a:extLst>
          </p:cNvPr>
          <p:cNvSpPr/>
          <p:nvPr userDrawn="1"/>
        </p:nvSpPr>
        <p:spPr>
          <a:xfrm>
            <a:off x="493776" y="3200400"/>
            <a:ext cx="45720" cy="45720"/>
          </a:xfrm>
          <a:prstGeom prst="rect">
            <a:avLst/>
          </a:prstGeom>
          <a:solidFill>
            <a:srgbClr val="C4B5FD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26" name="TextBox 25">
            <a:extLst>
              <a:ext uri="{FF2B5EF4-FFF2-40B4-BE49-F238E27FC236}">
                <a16:creationId xmlns:a16="http://schemas.microsoft.com/office/drawing/2014/main" id="{00CAE78C-A4FC-305F-3474-75835E846EB2}"/>
              </a:ext>
            </a:extLst>
          </p:cNvPr>
          <p:cNvSpPr txBox="1"/>
          <p:nvPr userDrawn="1"/>
        </p:nvSpPr>
        <p:spPr>
          <a:xfrm>
            <a:off x="585216" y="3163824"/>
            <a:ext cx="2311146" cy="146304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defRPr sz="750" b="0" i="0">
                <a:solidFill>
                  <a:srgbClr val="64748B"/>
                </a:solidFill>
                <a:latin typeface="Arial"/>
              </a:defRPr>
            </a:pPr>
            <a:r>
              <a:t>{{pillar_1_metric_3_label}}</a:t>
            </a:r>
          </a:p>
        </p:txBody>
      </p:sp>
      <p:sp>
        <p:nvSpPr>
          <p:cNvPr id="27" name="TextBox 26">
            <a:extLst>
              <a:ext uri="{FF2B5EF4-FFF2-40B4-BE49-F238E27FC236}">
                <a16:creationId xmlns:a16="http://schemas.microsoft.com/office/drawing/2014/main" id="{D8808BB2-15D1-BE77-2D2F-98088EB8F93C}"/>
              </a:ext>
            </a:extLst>
          </p:cNvPr>
          <p:cNvSpPr txBox="1"/>
          <p:nvPr userDrawn="1"/>
        </p:nvSpPr>
        <p:spPr>
          <a:xfrm>
            <a:off x="493776" y="3144360"/>
            <a:ext cx="2512313" cy="128016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1" i="0">
                <a:solidFill>
                  <a:srgbClr val="8B5CF6"/>
                </a:solidFill>
                <a:latin typeface="Arial"/>
              </a:defRPr>
            </a:pPr>
            <a:r>
              <a:rPr dirty="0"/>
              <a:t>{{pillar_1_metric_3_value}}</a:t>
            </a:r>
          </a:p>
        </p:txBody>
      </p:sp>
      <p:sp>
        <p:nvSpPr>
          <p:cNvPr id="28" name="Rectangle 27">
            <a:extLst>
              <a:ext uri="{FF2B5EF4-FFF2-40B4-BE49-F238E27FC236}">
                <a16:creationId xmlns:a16="http://schemas.microsoft.com/office/drawing/2014/main" id="{DC467EDB-750A-9BE1-8753-CFBFA9705FF5}"/>
              </a:ext>
            </a:extLst>
          </p:cNvPr>
          <p:cNvSpPr/>
          <p:nvPr userDrawn="1"/>
        </p:nvSpPr>
        <p:spPr>
          <a:xfrm>
            <a:off x="493776" y="3493008"/>
            <a:ext cx="2512313" cy="9144"/>
          </a:xfrm>
          <a:prstGeom prst="rect">
            <a:avLst/>
          </a:prstGeom>
          <a:solidFill>
            <a:srgbClr val="E5E7EB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29" name="TextBox 28">
            <a:extLst>
              <a:ext uri="{FF2B5EF4-FFF2-40B4-BE49-F238E27FC236}">
                <a16:creationId xmlns:a16="http://schemas.microsoft.com/office/drawing/2014/main" id="{42B6D2FA-F017-6BF5-EE53-9A23793C9959}"/>
              </a:ext>
            </a:extLst>
          </p:cNvPr>
          <p:cNvSpPr txBox="1"/>
          <p:nvPr userDrawn="1"/>
        </p:nvSpPr>
        <p:spPr>
          <a:xfrm>
            <a:off x="493776" y="3566160"/>
            <a:ext cx="2512313" cy="128016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defRPr sz="700" b="1" i="0">
                <a:solidFill>
                  <a:srgbClr val="94A3B8"/>
                </a:solidFill>
                <a:latin typeface="Arial"/>
              </a:defRPr>
            </a:pPr>
            <a:r>
              <a:t>KEY ACTIONS</a:t>
            </a:r>
          </a:p>
        </p:txBody>
      </p:sp>
      <p:sp>
        <p:nvSpPr>
          <p:cNvPr id="30" name="TextBox 29">
            <a:extLst>
              <a:ext uri="{FF2B5EF4-FFF2-40B4-BE49-F238E27FC236}">
                <a16:creationId xmlns:a16="http://schemas.microsoft.com/office/drawing/2014/main" id="{94C8A7B5-9A5B-DDE0-6468-CED3F34B352F}"/>
              </a:ext>
            </a:extLst>
          </p:cNvPr>
          <p:cNvSpPr txBox="1"/>
          <p:nvPr userDrawn="1"/>
        </p:nvSpPr>
        <p:spPr>
          <a:xfrm>
            <a:off x="493776" y="3749039"/>
            <a:ext cx="128016" cy="146304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defRPr sz="800" b="0" i="0">
                <a:solidFill>
                  <a:srgbClr val="8B5CF6"/>
                </a:solidFill>
                <a:latin typeface="Arial"/>
              </a:defRPr>
            </a:pPr>
            <a:r>
              <a:t>→</a:t>
            </a:r>
          </a:p>
        </p:txBody>
      </p:sp>
      <p:sp>
        <p:nvSpPr>
          <p:cNvPr id="31" name="TextBox 30">
            <a:extLst>
              <a:ext uri="{FF2B5EF4-FFF2-40B4-BE49-F238E27FC236}">
                <a16:creationId xmlns:a16="http://schemas.microsoft.com/office/drawing/2014/main" id="{1997982E-46F1-AD35-8AE0-2F7A4847F343}"/>
              </a:ext>
            </a:extLst>
          </p:cNvPr>
          <p:cNvSpPr txBox="1"/>
          <p:nvPr userDrawn="1"/>
        </p:nvSpPr>
        <p:spPr>
          <a:xfrm>
            <a:off x="640080" y="3749039"/>
            <a:ext cx="236601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defRPr sz="800" b="0" i="0">
                <a:solidFill>
                  <a:srgbClr val="475569"/>
                </a:solidFill>
                <a:latin typeface="Arial"/>
              </a:defRPr>
            </a:pPr>
            <a:r>
              <a:t>{{pillar_1_action_1}}</a:t>
            </a:r>
          </a:p>
        </p:txBody>
      </p:sp>
      <p:sp>
        <p:nvSpPr>
          <p:cNvPr id="32" name="TextBox 31">
            <a:extLst>
              <a:ext uri="{FF2B5EF4-FFF2-40B4-BE49-F238E27FC236}">
                <a16:creationId xmlns:a16="http://schemas.microsoft.com/office/drawing/2014/main" id="{F23BA1F8-D511-A9BD-9A2D-9220C0414169}"/>
              </a:ext>
            </a:extLst>
          </p:cNvPr>
          <p:cNvSpPr txBox="1"/>
          <p:nvPr userDrawn="1"/>
        </p:nvSpPr>
        <p:spPr>
          <a:xfrm>
            <a:off x="493776" y="3986783"/>
            <a:ext cx="128016" cy="146304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defRPr sz="800" b="0" i="0">
                <a:solidFill>
                  <a:srgbClr val="8B5CF6"/>
                </a:solidFill>
                <a:latin typeface="Arial"/>
              </a:defRPr>
            </a:pPr>
            <a:r>
              <a:t>→</a:t>
            </a:r>
          </a:p>
        </p:txBody>
      </p:sp>
      <p:sp>
        <p:nvSpPr>
          <p:cNvPr id="33" name="TextBox 32">
            <a:extLst>
              <a:ext uri="{FF2B5EF4-FFF2-40B4-BE49-F238E27FC236}">
                <a16:creationId xmlns:a16="http://schemas.microsoft.com/office/drawing/2014/main" id="{86B0298E-699F-E30F-C9E3-60CC7DEF8D77}"/>
              </a:ext>
            </a:extLst>
          </p:cNvPr>
          <p:cNvSpPr txBox="1"/>
          <p:nvPr userDrawn="1"/>
        </p:nvSpPr>
        <p:spPr>
          <a:xfrm>
            <a:off x="640080" y="3986783"/>
            <a:ext cx="236601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defRPr sz="800" b="0" i="0">
                <a:solidFill>
                  <a:srgbClr val="475569"/>
                </a:solidFill>
                <a:latin typeface="Arial"/>
              </a:defRPr>
            </a:pPr>
            <a:r>
              <a:t>{{pillar_1_action_2}}</a:t>
            </a:r>
          </a:p>
        </p:txBody>
      </p:sp>
      <p:sp>
        <p:nvSpPr>
          <p:cNvPr id="34" name="TextBox 33">
            <a:extLst>
              <a:ext uri="{FF2B5EF4-FFF2-40B4-BE49-F238E27FC236}">
                <a16:creationId xmlns:a16="http://schemas.microsoft.com/office/drawing/2014/main" id="{4B344AA6-FF89-2A2E-119C-4DCEA05633AA}"/>
              </a:ext>
            </a:extLst>
          </p:cNvPr>
          <p:cNvSpPr txBox="1"/>
          <p:nvPr userDrawn="1"/>
        </p:nvSpPr>
        <p:spPr>
          <a:xfrm>
            <a:off x="493776" y="4224527"/>
            <a:ext cx="128016" cy="146304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defRPr sz="800" b="0" i="0">
                <a:solidFill>
                  <a:srgbClr val="8B5CF6"/>
                </a:solidFill>
                <a:latin typeface="Arial"/>
              </a:defRPr>
            </a:pPr>
            <a:r>
              <a:t>→</a:t>
            </a:r>
          </a:p>
        </p:txBody>
      </p:sp>
      <p:sp>
        <p:nvSpPr>
          <p:cNvPr id="35" name="TextBox 34">
            <a:extLst>
              <a:ext uri="{FF2B5EF4-FFF2-40B4-BE49-F238E27FC236}">
                <a16:creationId xmlns:a16="http://schemas.microsoft.com/office/drawing/2014/main" id="{4A6FC542-8C18-EF6E-9EE8-40965038149D}"/>
              </a:ext>
            </a:extLst>
          </p:cNvPr>
          <p:cNvSpPr txBox="1"/>
          <p:nvPr userDrawn="1"/>
        </p:nvSpPr>
        <p:spPr>
          <a:xfrm>
            <a:off x="640080" y="4224527"/>
            <a:ext cx="236601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defRPr sz="800" b="0" i="0">
                <a:solidFill>
                  <a:srgbClr val="475569"/>
                </a:solidFill>
                <a:latin typeface="Arial"/>
              </a:defRPr>
            </a:pPr>
            <a:r>
              <a:t>{{pillar_1_action_3}}</a:t>
            </a:r>
          </a:p>
        </p:txBody>
      </p:sp>
      <p:sp>
        <p:nvSpPr>
          <p:cNvPr id="36" name="Rounded Rectangle 37">
            <a:extLst>
              <a:ext uri="{FF2B5EF4-FFF2-40B4-BE49-F238E27FC236}">
                <a16:creationId xmlns:a16="http://schemas.microsoft.com/office/drawing/2014/main" id="{8C8B1CF2-A7B7-0479-D08F-341C2AB123E7}"/>
              </a:ext>
            </a:extLst>
          </p:cNvPr>
          <p:cNvSpPr/>
          <p:nvPr userDrawn="1"/>
        </p:nvSpPr>
        <p:spPr>
          <a:xfrm>
            <a:off x="3262122" y="1426464"/>
            <a:ext cx="2768346" cy="3474720"/>
          </a:xfrm>
          <a:prstGeom prst="roundRect">
            <a:avLst/>
          </a:prstGeom>
          <a:solidFill>
            <a:srgbClr val="FFFFFF"/>
          </a:solidFill>
          <a:ln w="12700">
            <a:solidFill>
              <a:srgbClr val="E5E7EB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37" name="Rectangle 36">
            <a:extLst>
              <a:ext uri="{FF2B5EF4-FFF2-40B4-BE49-F238E27FC236}">
                <a16:creationId xmlns:a16="http://schemas.microsoft.com/office/drawing/2014/main" id="{AC481A21-A4EC-6FE4-D15A-B7B0E8877F61}"/>
              </a:ext>
            </a:extLst>
          </p:cNvPr>
          <p:cNvSpPr/>
          <p:nvPr userDrawn="1"/>
        </p:nvSpPr>
        <p:spPr>
          <a:xfrm>
            <a:off x="3353562" y="1554480"/>
            <a:ext cx="274320" cy="274320"/>
          </a:xfrm>
          <a:prstGeom prst="rect">
            <a:avLst/>
          </a:prstGeom>
          <a:solidFill>
            <a:srgbClr val="6366F1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38" name="TextBox 37">
            <a:extLst>
              <a:ext uri="{FF2B5EF4-FFF2-40B4-BE49-F238E27FC236}">
                <a16:creationId xmlns:a16="http://schemas.microsoft.com/office/drawing/2014/main" id="{F5EE2F2A-C23A-CBED-1AED-6A69F9A6A894}"/>
              </a:ext>
            </a:extLst>
          </p:cNvPr>
          <p:cNvSpPr txBox="1"/>
          <p:nvPr userDrawn="1"/>
        </p:nvSpPr>
        <p:spPr>
          <a:xfrm>
            <a:off x="3353562" y="1572768"/>
            <a:ext cx="274320" cy="276999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1200" b="1" i="0">
                <a:solidFill>
                  <a:srgbClr val="FFFFFF"/>
                </a:solidFill>
                <a:latin typeface="Arial"/>
              </a:defRPr>
            </a:pPr>
            <a:r>
              <a:rPr dirty="0"/>
              <a:t>2</a:t>
            </a:r>
          </a:p>
        </p:txBody>
      </p:sp>
      <p:sp>
        <p:nvSpPr>
          <p:cNvPr id="39" name="TextBox 38">
            <a:extLst>
              <a:ext uri="{FF2B5EF4-FFF2-40B4-BE49-F238E27FC236}">
                <a16:creationId xmlns:a16="http://schemas.microsoft.com/office/drawing/2014/main" id="{D802EA19-AA27-AB7A-878D-403DFB0C16E5}"/>
              </a:ext>
            </a:extLst>
          </p:cNvPr>
          <p:cNvSpPr txBox="1"/>
          <p:nvPr userDrawn="1"/>
        </p:nvSpPr>
        <p:spPr>
          <a:xfrm>
            <a:off x="3701033" y="1554480"/>
            <a:ext cx="2237994" cy="2743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defRPr sz="1000" b="1" i="0">
                <a:solidFill>
                  <a:srgbClr val="6366F1"/>
                </a:solidFill>
                <a:latin typeface="Arial"/>
              </a:defRPr>
            </a:pPr>
            <a:r>
              <a:t>{{pillar_2_title}}</a:t>
            </a:r>
          </a:p>
        </p:txBody>
      </p:sp>
      <p:sp>
        <p:nvSpPr>
          <p:cNvPr id="40" name="TextBox 39">
            <a:extLst>
              <a:ext uri="{FF2B5EF4-FFF2-40B4-BE49-F238E27FC236}">
                <a16:creationId xmlns:a16="http://schemas.microsoft.com/office/drawing/2014/main" id="{485E99C6-19E7-482B-F0BE-F3BDD500DCE1}"/>
              </a:ext>
            </a:extLst>
          </p:cNvPr>
          <p:cNvSpPr txBox="1"/>
          <p:nvPr userDrawn="1"/>
        </p:nvSpPr>
        <p:spPr>
          <a:xfrm>
            <a:off x="3390138" y="1901952"/>
            <a:ext cx="2512313" cy="4572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defRPr sz="800" b="0" i="0">
                <a:solidFill>
                  <a:srgbClr val="475569"/>
                </a:solidFill>
                <a:latin typeface="Arial"/>
              </a:defRPr>
            </a:pPr>
            <a:r>
              <a:t>{{pillar_2_subtitle}}</a:t>
            </a:r>
          </a:p>
        </p:txBody>
      </p:sp>
      <p:sp>
        <p:nvSpPr>
          <p:cNvPr id="41" name="Rectangle 40">
            <a:extLst>
              <a:ext uri="{FF2B5EF4-FFF2-40B4-BE49-F238E27FC236}">
                <a16:creationId xmlns:a16="http://schemas.microsoft.com/office/drawing/2014/main" id="{C8392EE5-0BD2-9596-E7C0-4DEF1C677BCB}"/>
              </a:ext>
            </a:extLst>
          </p:cNvPr>
          <p:cNvSpPr/>
          <p:nvPr userDrawn="1"/>
        </p:nvSpPr>
        <p:spPr>
          <a:xfrm>
            <a:off x="3390138" y="2386584"/>
            <a:ext cx="2512313" cy="9144"/>
          </a:xfrm>
          <a:prstGeom prst="rect">
            <a:avLst/>
          </a:prstGeom>
          <a:solidFill>
            <a:srgbClr val="E5E7EB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42" name="TextBox 41">
            <a:extLst>
              <a:ext uri="{FF2B5EF4-FFF2-40B4-BE49-F238E27FC236}">
                <a16:creationId xmlns:a16="http://schemas.microsoft.com/office/drawing/2014/main" id="{309FB2F7-1C79-2F31-19DE-A6BA4DDBD788}"/>
              </a:ext>
            </a:extLst>
          </p:cNvPr>
          <p:cNvSpPr txBox="1"/>
          <p:nvPr userDrawn="1"/>
        </p:nvSpPr>
        <p:spPr>
          <a:xfrm>
            <a:off x="3390138" y="2450592"/>
            <a:ext cx="2512313" cy="128016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defRPr sz="700" b="1" i="0">
                <a:solidFill>
                  <a:srgbClr val="94A3B8"/>
                </a:solidFill>
                <a:latin typeface="Arial"/>
              </a:defRPr>
            </a:pPr>
            <a:r>
              <a:t>KEY METRICS</a:t>
            </a:r>
          </a:p>
        </p:txBody>
      </p:sp>
      <p:sp>
        <p:nvSpPr>
          <p:cNvPr id="43" name="Rectangle 42">
            <a:extLst>
              <a:ext uri="{FF2B5EF4-FFF2-40B4-BE49-F238E27FC236}">
                <a16:creationId xmlns:a16="http://schemas.microsoft.com/office/drawing/2014/main" id="{A43DCC8A-F312-33EA-5FA1-FB22942A3D2B}"/>
              </a:ext>
            </a:extLst>
          </p:cNvPr>
          <p:cNvSpPr/>
          <p:nvPr userDrawn="1"/>
        </p:nvSpPr>
        <p:spPr>
          <a:xfrm>
            <a:off x="3390138" y="2651760"/>
            <a:ext cx="45720" cy="45720"/>
          </a:xfrm>
          <a:prstGeom prst="rect">
            <a:avLst/>
          </a:prstGeom>
          <a:solidFill>
            <a:srgbClr val="A5B4FC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44" name="TextBox 43">
            <a:extLst>
              <a:ext uri="{FF2B5EF4-FFF2-40B4-BE49-F238E27FC236}">
                <a16:creationId xmlns:a16="http://schemas.microsoft.com/office/drawing/2014/main" id="{C021D8F0-8871-62B6-2872-494E836139DD}"/>
              </a:ext>
            </a:extLst>
          </p:cNvPr>
          <p:cNvSpPr txBox="1"/>
          <p:nvPr userDrawn="1"/>
        </p:nvSpPr>
        <p:spPr>
          <a:xfrm>
            <a:off x="3481578" y="2615184"/>
            <a:ext cx="2311146" cy="146304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defRPr sz="750" b="0" i="0">
                <a:solidFill>
                  <a:srgbClr val="64748B"/>
                </a:solidFill>
                <a:latin typeface="Arial"/>
              </a:defRPr>
            </a:pPr>
            <a:r>
              <a:t>{{pillar_2_metric_1_label}}</a:t>
            </a:r>
          </a:p>
        </p:txBody>
      </p:sp>
      <p:sp>
        <p:nvSpPr>
          <p:cNvPr id="45" name="TextBox 44">
            <a:extLst>
              <a:ext uri="{FF2B5EF4-FFF2-40B4-BE49-F238E27FC236}">
                <a16:creationId xmlns:a16="http://schemas.microsoft.com/office/drawing/2014/main" id="{2CC8EB51-D0FC-AFBD-AFE6-0FF92F0F08C9}"/>
              </a:ext>
            </a:extLst>
          </p:cNvPr>
          <p:cNvSpPr txBox="1"/>
          <p:nvPr userDrawn="1"/>
        </p:nvSpPr>
        <p:spPr>
          <a:xfrm>
            <a:off x="3390138" y="2595716"/>
            <a:ext cx="2512313" cy="128016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1" i="0">
                <a:solidFill>
                  <a:srgbClr val="6366F1"/>
                </a:solidFill>
                <a:latin typeface="Arial"/>
              </a:defRPr>
            </a:pPr>
            <a:r>
              <a:rPr dirty="0"/>
              <a:t>{{pillar_2_metric_1_value}}</a:t>
            </a:r>
          </a:p>
        </p:txBody>
      </p:sp>
      <p:sp>
        <p:nvSpPr>
          <p:cNvPr id="46" name="Rectangle 45">
            <a:extLst>
              <a:ext uri="{FF2B5EF4-FFF2-40B4-BE49-F238E27FC236}">
                <a16:creationId xmlns:a16="http://schemas.microsoft.com/office/drawing/2014/main" id="{6234BBF0-8E39-A7FA-D0FB-414B54CFEFFC}"/>
              </a:ext>
            </a:extLst>
          </p:cNvPr>
          <p:cNvSpPr/>
          <p:nvPr userDrawn="1"/>
        </p:nvSpPr>
        <p:spPr>
          <a:xfrm>
            <a:off x="3390138" y="2926080"/>
            <a:ext cx="45720" cy="45720"/>
          </a:xfrm>
          <a:prstGeom prst="rect">
            <a:avLst/>
          </a:prstGeom>
          <a:solidFill>
            <a:srgbClr val="A5B4FC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47" name="TextBox 46">
            <a:extLst>
              <a:ext uri="{FF2B5EF4-FFF2-40B4-BE49-F238E27FC236}">
                <a16:creationId xmlns:a16="http://schemas.microsoft.com/office/drawing/2014/main" id="{85A51886-BF7D-5840-42FF-B24F011E8C8F}"/>
              </a:ext>
            </a:extLst>
          </p:cNvPr>
          <p:cNvSpPr txBox="1"/>
          <p:nvPr userDrawn="1"/>
        </p:nvSpPr>
        <p:spPr>
          <a:xfrm>
            <a:off x="3481578" y="2889504"/>
            <a:ext cx="2311146" cy="146304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defRPr sz="750" b="0" i="0">
                <a:solidFill>
                  <a:srgbClr val="64748B"/>
                </a:solidFill>
                <a:latin typeface="Arial"/>
              </a:defRPr>
            </a:pPr>
            <a:r>
              <a:t>{{pillar_2_metric_2_label}}</a:t>
            </a:r>
          </a:p>
        </p:txBody>
      </p:sp>
      <p:sp>
        <p:nvSpPr>
          <p:cNvPr id="48" name="TextBox 47">
            <a:extLst>
              <a:ext uri="{FF2B5EF4-FFF2-40B4-BE49-F238E27FC236}">
                <a16:creationId xmlns:a16="http://schemas.microsoft.com/office/drawing/2014/main" id="{4FB8CC55-4EFC-987A-7365-16A2373F095F}"/>
              </a:ext>
            </a:extLst>
          </p:cNvPr>
          <p:cNvSpPr txBox="1"/>
          <p:nvPr userDrawn="1"/>
        </p:nvSpPr>
        <p:spPr>
          <a:xfrm>
            <a:off x="3390138" y="2870036"/>
            <a:ext cx="2512313" cy="128016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1" i="0">
                <a:solidFill>
                  <a:srgbClr val="6366F1"/>
                </a:solidFill>
                <a:latin typeface="Arial"/>
              </a:defRPr>
            </a:pPr>
            <a:r>
              <a:rPr dirty="0"/>
              <a:t>{{pillar_2_metric_2_value}}</a:t>
            </a:r>
          </a:p>
        </p:txBody>
      </p:sp>
      <p:sp>
        <p:nvSpPr>
          <p:cNvPr id="49" name="Rectangle 48">
            <a:extLst>
              <a:ext uri="{FF2B5EF4-FFF2-40B4-BE49-F238E27FC236}">
                <a16:creationId xmlns:a16="http://schemas.microsoft.com/office/drawing/2014/main" id="{42AF116E-8F43-3176-B261-942A2A87D2D2}"/>
              </a:ext>
            </a:extLst>
          </p:cNvPr>
          <p:cNvSpPr/>
          <p:nvPr userDrawn="1"/>
        </p:nvSpPr>
        <p:spPr>
          <a:xfrm>
            <a:off x="3390138" y="3200400"/>
            <a:ext cx="45720" cy="45720"/>
          </a:xfrm>
          <a:prstGeom prst="rect">
            <a:avLst/>
          </a:prstGeom>
          <a:solidFill>
            <a:srgbClr val="A5B4FC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50" name="TextBox 49">
            <a:extLst>
              <a:ext uri="{FF2B5EF4-FFF2-40B4-BE49-F238E27FC236}">
                <a16:creationId xmlns:a16="http://schemas.microsoft.com/office/drawing/2014/main" id="{CCF84759-997D-3C9D-FBAA-FC35FC3AF751}"/>
              </a:ext>
            </a:extLst>
          </p:cNvPr>
          <p:cNvSpPr txBox="1"/>
          <p:nvPr userDrawn="1"/>
        </p:nvSpPr>
        <p:spPr>
          <a:xfrm>
            <a:off x="3481578" y="3163824"/>
            <a:ext cx="2311146" cy="146304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defRPr sz="750" b="0" i="0">
                <a:solidFill>
                  <a:srgbClr val="64748B"/>
                </a:solidFill>
                <a:latin typeface="Arial"/>
              </a:defRPr>
            </a:pPr>
            <a:r>
              <a:t>{{pillar_2_metric_3_label}}</a:t>
            </a:r>
          </a:p>
        </p:txBody>
      </p:sp>
      <p:sp>
        <p:nvSpPr>
          <p:cNvPr id="51" name="TextBox 50">
            <a:extLst>
              <a:ext uri="{FF2B5EF4-FFF2-40B4-BE49-F238E27FC236}">
                <a16:creationId xmlns:a16="http://schemas.microsoft.com/office/drawing/2014/main" id="{35EE39D0-58FB-9BA8-3B71-C89FE84B9436}"/>
              </a:ext>
            </a:extLst>
          </p:cNvPr>
          <p:cNvSpPr txBox="1"/>
          <p:nvPr userDrawn="1"/>
        </p:nvSpPr>
        <p:spPr>
          <a:xfrm>
            <a:off x="3390138" y="3144356"/>
            <a:ext cx="2512313" cy="128016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1" i="0">
                <a:solidFill>
                  <a:srgbClr val="6366F1"/>
                </a:solidFill>
                <a:latin typeface="Arial"/>
              </a:defRPr>
            </a:pPr>
            <a:r>
              <a:t>{{pillar_2_metric_3_value}}</a:t>
            </a:r>
          </a:p>
        </p:txBody>
      </p:sp>
      <p:sp>
        <p:nvSpPr>
          <p:cNvPr id="52" name="Rectangle 51">
            <a:extLst>
              <a:ext uri="{FF2B5EF4-FFF2-40B4-BE49-F238E27FC236}">
                <a16:creationId xmlns:a16="http://schemas.microsoft.com/office/drawing/2014/main" id="{7C86B8CD-8518-BAD3-4A0D-BEE8031F926A}"/>
              </a:ext>
            </a:extLst>
          </p:cNvPr>
          <p:cNvSpPr/>
          <p:nvPr userDrawn="1"/>
        </p:nvSpPr>
        <p:spPr>
          <a:xfrm>
            <a:off x="3390138" y="3493008"/>
            <a:ext cx="2512313" cy="9144"/>
          </a:xfrm>
          <a:prstGeom prst="rect">
            <a:avLst/>
          </a:prstGeom>
          <a:solidFill>
            <a:srgbClr val="E5E7EB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53" name="TextBox 52">
            <a:extLst>
              <a:ext uri="{FF2B5EF4-FFF2-40B4-BE49-F238E27FC236}">
                <a16:creationId xmlns:a16="http://schemas.microsoft.com/office/drawing/2014/main" id="{C3760EBB-405D-1DD3-AD6E-DAD87FAA9A9C}"/>
              </a:ext>
            </a:extLst>
          </p:cNvPr>
          <p:cNvSpPr txBox="1"/>
          <p:nvPr userDrawn="1"/>
        </p:nvSpPr>
        <p:spPr>
          <a:xfrm>
            <a:off x="3390138" y="3566160"/>
            <a:ext cx="2512313" cy="128016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defRPr sz="700" b="1" i="0">
                <a:solidFill>
                  <a:srgbClr val="94A3B8"/>
                </a:solidFill>
                <a:latin typeface="Arial"/>
              </a:defRPr>
            </a:pPr>
            <a:r>
              <a:t>KEY ACTIONS</a:t>
            </a:r>
          </a:p>
        </p:txBody>
      </p:sp>
      <p:sp>
        <p:nvSpPr>
          <p:cNvPr id="54" name="TextBox 53">
            <a:extLst>
              <a:ext uri="{FF2B5EF4-FFF2-40B4-BE49-F238E27FC236}">
                <a16:creationId xmlns:a16="http://schemas.microsoft.com/office/drawing/2014/main" id="{84AD5BB5-05B3-0A14-B603-AD1ED50FA36E}"/>
              </a:ext>
            </a:extLst>
          </p:cNvPr>
          <p:cNvSpPr txBox="1"/>
          <p:nvPr userDrawn="1"/>
        </p:nvSpPr>
        <p:spPr>
          <a:xfrm>
            <a:off x="3390138" y="3749039"/>
            <a:ext cx="128016" cy="146304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defRPr sz="800" b="0" i="0">
                <a:solidFill>
                  <a:srgbClr val="6366F1"/>
                </a:solidFill>
                <a:latin typeface="Arial"/>
              </a:defRPr>
            </a:pPr>
            <a:r>
              <a:t>→</a:t>
            </a:r>
          </a:p>
        </p:txBody>
      </p:sp>
      <p:sp>
        <p:nvSpPr>
          <p:cNvPr id="55" name="TextBox 54">
            <a:extLst>
              <a:ext uri="{FF2B5EF4-FFF2-40B4-BE49-F238E27FC236}">
                <a16:creationId xmlns:a16="http://schemas.microsoft.com/office/drawing/2014/main" id="{4ED7DA9B-0363-F032-5BE2-51F5674C1F3F}"/>
              </a:ext>
            </a:extLst>
          </p:cNvPr>
          <p:cNvSpPr txBox="1"/>
          <p:nvPr userDrawn="1"/>
        </p:nvSpPr>
        <p:spPr>
          <a:xfrm>
            <a:off x="3536441" y="3749039"/>
            <a:ext cx="236601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defRPr sz="800" b="0" i="0">
                <a:solidFill>
                  <a:srgbClr val="475569"/>
                </a:solidFill>
                <a:latin typeface="Arial"/>
              </a:defRPr>
            </a:pPr>
            <a:r>
              <a:t>{{pillar_2_action_1}}</a:t>
            </a:r>
          </a:p>
        </p:txBody>
      </p:sp>
      <p:sp>
        <p:nvSpPr>
          <p:cNvPr id="56" name="TextBox 55">
            <a:extLst>
              <a:ext uri="{FF2B5EF4-FFF2-40B4-BE49-F238E27FC236}">
                <a16:creationId xmlns:a16="http://schemas.microsoft.com/office/drawing/2014/main" id="{3C9DD086-A4BA-FCF1-B3F3-F03CCC64F586}"/>
              </a:ext>
            </a:extLst>
          </p:cNvPr>
          <p:cNvSpPr txBox="1"/>
          <p:nvPr userDrawn="1"/>
        </p:nvSpPr>
        <p:spPr>
          <a:xfrm>
            <a:off x="3390138" y="3986783"/>
            <a:ext cx="128016" cy="146304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defRPr sz="800" b="0" i="0">
                <a:solidFill>
                  <a:srgbClr val="6366F1"/>
                </a:solidFill>
                <a:latin typeface="Arial"/>
              </a:defRPr>
            </a:pPr>
            <a:r>
              <a:t>→</a:t>
            </a:r>
          </a:p>
        </p:txBody>
      </p:sp>
      <p:sp>
        <p:nvSpPr>
          <p:cNvPr id="57" name="TextBox 56">
            <a:extLst>
              <a:ext uri="{FF2B5EF4-FFF2-40B4-BE49-F238E27FC236}">
                <a16:creationId xmlns:a16="http://schemas.microsoft.com/office/drawing/2014/main" id="{642719D4-005B-27BD-E7C4-2FBFCF7F00A0}"/>
              </a:ext>
            </a:extLst>
          </p:cNvPr>
          <p:cNvSpPr txBox="1"/>
          <p:nvPr userDrawn="1"/>
        </p:nvSpPr>
        <p:spPr>
          <a:xfrm>
            <a:off x="3536441" y="3986783"/>
            <a:ext cx="236601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defRPr sz="800" b="0" i="0">
                <a:solidFill>
                  <a:srgbClr val="475569"/>
                </a:solidFill>
                <a:latin typeface="Arial"/>
              </a:defRPr>
            </a:pPr>
            <a:r>
              <a:t>{{pillar_2_action_2}}</a:t>
            </a:r>
          </a:p>
        </p:txBody>
      </p:sp>
      <p:sp>
        <p:nvSpPr>
          <p:cNvPr id="58" name="TextBox 57">
            <a:extLst>
              <a:ext uri="{FF2B5EF4-FFF2-40B4-BE49-F238E27FC236}">
                <a16:creationId xmlns:a16="http://schemas.microsoft.com/office/drawing/2014/main" id="{92D237FD-E8EB-EBC8-C0C0-D6A95CD18D1A}"/>
              </a:ext>
            </a:extLst>
          </p:cNvPr>
          <p:cNvSpPr txBox="1"/>
          <p:nvPr userDrawn="1"/>
        </p:nvSpPr>
        <p:spPr>
          <a:xfrm>
            <a:off x="3390138" y="4224527"/>
            <a:ext cx="128016" cy="146304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defRPr sz="800" b="0" i="0">
                <a:solidFill>
                  <a:srgbClr val="6366F1"/>
                </a:solidFill>
                <a:latin typeface="Arial"/>
              </a:defRPr>
            </a:pPr>
            <a:r>
              <a:t>→</a:t>
            </a:r>
          </a:p>
        </p:txBody>
      </p:sp>
      <p:sp>
        <p:nvSpPr>
          <p:cNvPr id="59" name="TextBox 58">
            <a:extLst>
              <a:ext uri="{FF2B5EF4-FFF2-40B4-BE49-F238E27FC236}">
                <a16:creationId xmlns:a16="http://schemas.microsoft.com/office/drawing/2014/main" id="{03BE9F60-B068-651E-76B8-E889925CBA13}"/>
              </a:ext>
            </a:extLst>
          </p:cNvPr>
          <p:cNvSpPr txBox="1"/>
          <p:nvPr userDrawn="1"/>
        </p:nvSpPr>
        <p:spPr>
          <a:xfrm>
            <a:off x="3536441" y="4224527"/>
            <a:ext cx="236601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defRPr sz="800" b="0" i="0">
                <a:solidFill>
                  <a:srgbClr val="475569"/>
                </a:solidFill>
                <a:latin typeface="Arial"/>
              </a:defRPr>
            </a:pPr>
            <a:r>
              <a:t>{{pillar_2_action_3}}</a:t>
            </a:r>
          </a:p>
        </p:txBody>
      </p:sp>
      <p:sp>
        <p:nvSpPr>
          <p:cNvPr id="60" name="Rounded Rectangle 61">
            <a:extLst>
              <a:ext uri="{FF2B5EF4-FFF2-40B4-BE49-F238E27FC236}">
                <a16:creationId xmlns:a16="http://schemas.microsoft.com/office/drawing/2014/main" id="{8EBE8792-D4C6-A37D-BD82-92D9237AB55E}"/>
              </a:ext>
            </a:extLst>
          </p:cNvPr>
          <p:cNvSpPr/>
          <p:nvPr userDrawn="1"/>
        </p:nvSpPr>
        <p:spPr>
          <a:xfrm>
            <a:off x="6158484" y="1426464"/>
            <a:ext cx="2768346" cy="3474720"/>
          </a:xfrm>
          <a:prstGeom prst="roundRect">
            <a:avLst/>
          </a:prstGeom>
          <a:solidFill>
            <a:srgbClr val="FFFFFF"/>
          </a:solidFill>
          <a:ln w="12700">
            <a:solidFill>
              <a:srgbClr val="E5E7EB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61" name="Rectangle 60">
            <a:extLst>
              <a:ext uri="{FF2B5EF4-FFF2-40B4-BE49-F238E27FC236}">
                <a16:creationId xmlns:a16="http://schemas.microsoft.com/office/drawing/2014/main" id="{5AB6EBDD-F1C0-8226-4175-F7CEB52267E9}"/>
              </a:ext>
            </a:extLst>
          </p:cNvPr>
          <p:cNvSpPr/>
          <p:nvPr userDrawn="1"/>
        </p:nvSpPr>
        <p:spPr>
          <a:xfrm>
            <a:off x="6249924" y="1554480"/>
            <a:ext cx="274320" cy="274320"/>
          </a:xfrm>
          <a:prstGeom prst="rect">
            <a:avLst/>
          </a:prstGeom>
          <a:solidFill>
            <a:srgbClr val="3B82F6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62" name="TextBox 61">
            <a:extLst>
              <a:ext uri="{FF2B5EF4-FFF2-40B4-BE49-F238E27FC236}">
                <a16:creationId xmlns:a16="http://schemas.microsoft.com/office/drawing/2014/main" id="{6C4CF43B-6C2A-711C-7013-04F4933206E7}"/>
              </a:ext>
            </a:extLst>
          </p:cNvPr>
          <p:cNvSpPr txBox="1"/>
          <p:nvPr userDrawn="1"/>
        </p:nvSpPr>
        <p:spPr>
          <a:xfrm>
            <a:off x="6249924" y="1572768"/>
            <a:ext cx="274320" cy="276999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1200" b="1" i="0">
                <a:solidFill>
                  <a:srgbClr val="FFFFFF"/>
                </a:solidFill>
                <a:latin typeface="Arial"/>
              </a:defRPr>
            </a:pPr>
            <a:r>
              <a:rPr dirty="0"/>
              <a:t>3</a:t>
            </a:r>
          </a:p>
        </p:txBody>
      </p:sp>
      <p:sp>
        <p:nvSpPr>
          <p:cNvPr id="63" name="TextBox 62">
            <a:extLst>
              <a:ext uri="{FF2B5EF4-FFF2-40B4-BE49-F238E27FC236}">
                <a16:creationId xmlns:a16="http://schemas.microsoft.com/office/drawing/2014/main" id="{DFC4F4E8-7A22-2C40-8585-B9A39B94868A}"/>
              </a:ext>
            </a:extLst>
          </p:cNvPr>
          <p:cNvSpPr txBox="1"/>
          <p:nvPr userDrawn="1"/>
        </p:nvSpPr>
        <p:spPr>
          <a:xfrm>
            <a:off x="6597396" y="1554480"/>
            <a:ext cx="2237994" cy="2743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defRPr sz="1000" b="1" i="0">
                <a:solidFill>
                  <a:srgbClr val="3B82F6"/>
                </a:solidFill>
                <a:latin typeface="Arial"/>
              </a:defRPr>
            </a:pPr>
            <a:r>
              <a:t>{{pillar_3_title}}</a:t>
            </a:r>
          </a:p>
        </p:txBody>
      </p:sp>
      <p:sp>
        <p:nvSpPr>
          <p:cNvPr id="64" name="TextBox 63">
            <a:extLst>
              <a:ext uri="{FF2B5EF4-FFF2-40B4-BE49-F238E27FC236}">
                <a16:creationId xmlns:a16="http://schemas.microsoft.com/office/drawing/2014/main" id="{E198E397-5A08-403E-82ED-3F7DFFE0C262}"/>
              </a:ext>
            </a:extLst>
          </p:cNvPr>
          <p:cNvSpPr txBox="1"/>
          <p:nvPr userDrawn="1"/>
        </p:nvSpPr>
        <p:spPr>
          <a:xfrm>
            <a:off x="6286500" y="1901952"/>
            <a:ext cx="2512313" cy="4572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defRPr sz="800" b="0" i="0">
                <a:solidFill>
                  <a:srgbClr val="475569"/>
                </a:solidFill>
                <a:latin typeface="Arial"/>
              </a:defRPr>
            </a:pPr>
            <a:r>
              <a:t>{{pillar_3_subtitle}}</a:t>
            </a:r>
          </a:p>
        </p:txBody>
      </p:sp>
      <p:sp>
        <p:nvSpPr>
          <p:cNvPr id="65" name="Rectangle 64">
            <a:extLst>
              <a:ext uri="{FF2B5EF4-FFF2-40B4-BE49-F238E27FC236}">
                <a16:creationId xmlns:a16="http://schemas.microsoft.com/office/drawing/2014/main" id="{6F70BFE6-048F-19BA-863E-099ADD8D2A82}"/>
              </a:ext>
            </a:extLst>
          </p:cNvPr>
          <p:cNvSpPr/>
          <p:nvPr userDrawn="1"/>
        </p:nvSpPr>
        <p:spPr>
          <a:xfrm>
            <a:off x="6286500" y="2386584"/>
            <a:ext cx="2512313" cy="9144"/>
          </a:xfrm>
          <a:prstGeom prst="rect">
            <a:avLst/>
          </a:prstGeom>
          <a:solidFill>
            <a:srgbClr val="E5E7EB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66" name="TextBox 65">
            <a:extLst>
              <a:ext uri="{FF2B5EF4-FFF2-40B4-BE49-F238E27FC236}">
                <a16:creationId xmlns:a16="http://schemas.microsoft.com/office/drawing/2014/main" id="{5964EDEF-BECA-B831-740C-CE7FF723DB12}"/>
              </a:ext>
            </a:extLst>
          </p:cNvPr>
          <p:cNvSpPr txBox="1"/>
          <p:nvPr userDrawn="1"/>
        </p:nvSpPr>
        <p:spPr>
          <a:xfrm>
            <a:off x="6286500" y="2450592"/>
            <a:ext cx="2512313" cy="128016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defRPr sz="700" b="1" i="0">
                <a:solidFill>
                  <a:srgbClr val="94A3B8"/>
                </a:solidFill>
                <a:latin typeface="Arial"/>
              </a:defRPr>
            </a:pPr>
            <a:r>
              <a:t>KEY METRICS</a:t>
            </a:r>
          </a:p>
        </p:txBody>
      </p:sp>
      <p:sp>
        <p:nvSpPr>
          <p:cNvPr id="67" name="Rectangle 66">
            <a:extLst>
              <a:ext uri="{FF2B5EF4-FFF2-40B4-BE49-F238E27FC236}">
                <a16:creationId xmlns:a16="http://schemas.microsoft.com/office/drawing/2014/main" id="{54ECAEE6-D7D4-5146-E986-7969A97DE066}"/>
              </a:ext>
            </a:extLst>
          </p:cNvPr>
          <p:cNvSpPr/>
          <p:nvPr userDrawn="1"/>
        </p:nvSpPr>
        <p:spPr>
          <a:xfrm>
            <a:off x="6286500" y="2651760"/>
            <a:ext cx="45720" cy="45720"/>
          </a:xfrm>
          <a:prstGeom prst="rect">
            <a:avLst/>
          </a:prstGeom>
          <a:solidFill>
            <a:srgbClr val="93C5FD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68" name="TextBox 67">
            <a:extLst>
              <a:ext uri="{FF2B5EF4-FFF2-40B4-BE49-F238E27FC236}">
                <a16:creationId xmlns:a16="http://schemas.microsoft.com/office/drawing/2014/main" id="{620B6FEB-9656-6CED-A551-474BE939B675}"/>
              </a:ext>
            </a:extLst>
          </p:cNvPr>
          <p:cNvSpPr txBox="1"/>
          <p:nvPr userDrawn="1"/>
        </p:nvSpPr>
        <p:spPr>
          <a:xfrm>
            <a:off x="6377940" y="2615184"/>
            <a:ext cx="2311146" cy="146304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defRPr sz="750" b="0" i="0">
                <a:solidFill>
                  <a:srgbClr val="64748B"/>
                </a:solidFill>
                <a:latin typeface="Arial"/>
              </a:defRPr>
            </a:pPr>
            <a:r>
              <a:rPr dirty="0"/>
              <a:t>{{pillar_3_metric_1_label}}</a:t>
            </a:r>
          </a:p>
        </p:txBody>
      </p:sp>
      <p:sp>
        <p:nvSpPr>
          <p:cNvPr id="69" name="TextBox 68">
            <a:extLst>
              <a:ext uri="{FF2B5EF4-FFF2-40B4-BE49-F238E27FC236}">
                <a16:creationId xmlns:a16="http://schemas.microsoft.com/office/drawing/2014/main" id="{826DA093-0835-F193-337B-EA7B9A598E8B}"/>
              </a:ext>
            </a:extLst>
          </p:cNvPr>
          <p:cNvSpPr txBox="1"/>
          <p:nvPr userDrawn="1"/>
        </p:nvSpPr>
        <p:spPr>
          <a:xfrm>
            <a:off x="6286500" y="2595716"/>
            <a:ext cx="2512313" cy="128016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1" i="0">
                <a:solidFill>
                  <a:srgbClr val="3B82F6"/>
                </a:solidFill>
                <a:latin typeface="Arial"/>
              </a:defRPr>
            </a:pPr>
            <a:r>
              <a:rPr dirty="0"/>
              <a:t>{{pillar_3_metric_1_value}}</a:t>
            </a:r>
          </a:p>
        </p:txBody>
      </p:sp>
      <p:sp>
        <p:nvSpPr>
          <p:cNvPr id="70" name="Rectangle 69">
            <a:extLst>
              <a:ext uri="{FF2B5EF4-FFF2-40B4-BE49-F238E27FC236}">
                <a16:creationId xmlns:a16="http://schemas.microsoft.com/office/drawing/2014/main" id="{4A4A2587-C176-B471-8FA5-6888EEAB794E}"/>
              </a:ext>
            </a:extLst>
          </p:cNvPr>
          <p:cNvSpPr/>
          <p:nvPr userDrawn="1"/>
        </p:nvSpPr>
        <p:spPr>
          <a:xfrm>
            <a:off x="6286500" y="2926080"/>
            <a:ext cx="45720" cy="45720"/>
          </a:xfrm>
          <a:prstGeom prst="rect">
            <a:avLst/>
          </a:prstGeom>
          <a:solidFill>
            <a:srgbClr val="93C5FD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71" name="TextBox 70">
            <a:extLst>
              <a:ext uri="{FF2B5EF4-FFF2-40B4-BE49-F238E27FC236}">
                <a16:creationId xmlns:a16="http://schemas.microsoft.com/office/drawing/2014/main" id="{29857844-2F74-61F4-4F52-9D218146A02F}"/>
              </a:ext>
            </a:extLst>
          </p:cNvPr>
          <p:cNvSpPr txBox="1"/>
          <p:nvPr userDrawn="1"/>
        </p:nvSpPr>
        <p:spPr>
          <a:xfrm>
            <a:off x="6377940" y="2889504"/>
            <a:ext cx="2311146" cy="146304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defRPr sz="750" b="0" i="0">
                <a:solidFill>
                  <a:srgbClr val="64748B"/>
                </a:solidFill>
                <a:latin typeface="Arial"/>
              </a:defRPr>
            </a:pPr>
            <a:r>
              <a:t>{{pillar_3_metric_2_label}}</a:t>
            </a:r>
          </a:p>
        </p:txBody>
      </p:sp>
      <p:sp>
        <p:nvSpPr>
          <p:cNvPr id="72" name="TextBox 71">
            <a:extLst>
              <a:ext uri="{FF2B5EF4-FFF2-40B4-BE49-F238E27FC236}">
                <a16:creationId xmlns:a16="http://schemas.microsoft.com/office/drawing/2014/main" id="{61170CFF-82B3-558D-2D1A-DBAF80F10EBD}"/>
              </a:ext>
            </a:extLst>
          </p:cNvPr>
          <p:cNvSpPr txBox="1"/>
          <p:nvPr userDrawn="1"/>
        </p:nvSpPr>
        <p:spPr>
          <a:xfrm>
            <a:off x="6286500" y="2870036"/>
            <a:ext cx="2512313" cy="128016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1" i="0">
                <a:solidFill>
                  <a:srgbClr val="3B82F6"/>
                </a:solidFill>
                <a:latin typeface="Arial"/>
              </a:defRPr>
            </a:pPr>
            <a:r>
              <a:rPr dirty="0"/>
              <a:t>{{pillar_3_metric_2_value}}</a:t>
            </a:r>
          </a:p>
        </p:txBody>
      </p:sp>
      <p:sp>
        <p:nvSpPr>
          <p:cNvPr id="73" name="Rectangle 72">
            <a:extLst>
              <a:ext uri="{FF2B5EF4-FFF2-40B4-BE49-F238E27FC236}">
                <a16:creationId xmlns:a16="http://schemas.microsoft.com/office/drawing/2014/main" id="{1FC8DA5B-FF8C-1A40-6230-15DEF2F5AB92}"/>
              </a:ext>
            </a:extLst>
          </p:cNvPr>
          <p:cNvSpPr/>
          <p:nvPr userDrawn="1"/>
        </p:nvSpPr>
        <p:spPr>
          <a:xfrm>
            <a:off x="6286500" y="3200400"/>
            <a:ext cx="45720" cy="45720"/>
          </a:xfrm>
          <a:prstGeom prst="rect">
            <a:avLst/>
          </a:prstGeom>
          <a:solidFill>
            <a:srgbClr val="93C5FD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74" name="TextBox 73">
            <a:extLst>
              <a:ext uri="{FF2B5EF4-FFF2-40B4-BE49-F238E27FC236}">
                <a16:creationId xmlns:a16="http://schemas.microsoft.com/office/drawing/2014/main" id="{3BC30224-D74D-0D19-57AC-151A7E066FBB}"/>
              </a:ext>
            </a:extLst>
          </p:cNvPr>
          <p:cNvSpPr txBox="1"/>
          <p:nvPr userDrawn="1"/>
        </p:nvSpPr>
        <p:spPr>
          <a:xfrm>
            <a:off x="6377940" y="3163824"/>
            <a:ext cx="2311146" cy="146304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defRPr sz="750" b="0" i="0">
                <a:solidFill>
                  <a:srgbClr val="64748B"/>
                </a:solidFill>
                <a:latin typeface="Arial"/>
              </a:defRPr>
            </a:pPr>
            <a:r>
              <a:t>{{pillar_3_metric_3_label}}</a:t>
            </a:r>
          </a:p>
        </p:txBody>
      </p:sp>
      <p:sp>
        <p:nvSpPr>
          <p:cNvPr id="75" name="TextBox 74">
            <a:extLst>
              <a:ext uri="{FF2B5EF4-FFF2-40B4-BE49-F238E27FC236}">
                <a16:creationId xmlns:a16="http://schemas.microsoft.com/office/drawing/2014/main" id="{F02BD675-1000-A5C3-8868-8DCA57F8FF41}"/>
              </a:ext>
            </a:extLst>
          </p:cNvPr>
          <p:cNvSpPr txBox="1"/>
          <p:nvPr userDrawn="1"/>
        </p:nvSpPr>
        <p:spPr>
          <a:xfrm>
            <a:off x="6286500" y="3144356"/>
            <a:ext cx="2512313" cy="128016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1" i="0">
                <a:solidFill>
                  <a:srgbClr val="3B82F6"/>
                </a:solidFill>
                <a:latin typeface="Arial"/>
              </a:defRPr>
            </a:pPr>
            <a:r>
              <a:t>{{pillar_3_metric_3_value}}</a:t>
            </a:r>
          </a:p>
        </p:txBody>
      </p:sp>
      <p:sp>
        <p:nvSpPr>
          <p:cNvPr id="76" name="Rectangle 75">
            <a:extLst>
              <a:ext uri="{FF2B5EF4-FFF2-40B4-BE49-F238E27FC236}">
                <a16:creationId xmlns:a16="http://schemas.microsoft.com/office/drawing/2014/main" id="{5C2AF06F-7206-B4E4-623F-F38202008F46}"/>
              </a:ext>
            </a:extLst>
          </p:cNvPr>
          <p:cNvSpPr/>
          <p:nvPr userDrawn="1"/>
        </p:nvSpPr>
        <p:spPr>
          <a:xfrm>
            <a:off x="6286500" y="3493008"/>
            <a:ext cx="2512313" cy="9144"/>
          </a:xfrm>
          <a:prstGeom prst="rect">
            <a:avLst/>
          </a:prstGeom>
          <a:solidFill>
            <a:srgbClr val="E5E7EB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77" name="TextBox 76">
            <a:extLst>
              <a:ext uri="{FF2B5EF4-FFF2-40B4-BE49-F238E27FC236}">
                <a16:creationId xmlns:a16="http://schemas.microsoft.com/office/drawing/2014/main" id="{F8BE0B67-7FF5-23E4-A98E-5E3736DE2DBD}"/>
              </a:ext>
            </a:extLst>
          </p:cNvPr>
          <p:cNvSpPr txBox="1"/>
          <p:nvPr userDrawn="1"/>
        </p:nvSpPr>
        <p:spPr>
          <a:xfrm>
            <a:off x="6286500" y="3566160"/>
            <a:ext cx="2512313" cy="128016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defRPr sz="700" b="1" i="0">
                <a:solidFill>
                  <a:srgbClr val="94A3B8"/>
                </a:solidFill>
                <a:latin typeface="Arial"/>
              </a:defRPr>
            </a:pPr>
            <a:r>
              <a:t>KEY ACTIONS</a:t>
            </a:r>
          </a:p>
        </p:txBody>
      </p:sp>
      <p:sp>
        <p:nvSpPr>
          <p:cNvPr id="78" name="TextBox 77">
            <a:extLst>
              <a:ext uri="{FF2B5EF4-FFF2-40B4-BE49-F238E27FC236}">
                <a16:creationId xmlns:a16="http://schemas.microsoft.com/office/drawing/2014/main" id="{44E217BE-B9D4-0E16-7C2F-FF5BEB3F4206}"/>
              </a:ext>
            </a:extLst>
          </p:cNvPr>
          <p:cNvSpPr txBox="1"/>
          <p:nvPr userDrawn="1"/>
        </p:nvSpPr>
        <p:spPr>
          <a:xfrm>
            <a:off x="6286500" y="3749039"/>
            <a:ext cx="128016" cy="146304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defRPr sz="800" b="0" i="0">
                <a:solidFill>
                  <a:srgbClr val="3B82F6"/>
                </a:solidFill>
                <a:latin typeface="Arial"/>
              </a:defRPr>
            </a:pPr>
            <a:r>
              <a:t>→</a:t>
            </a:r>
          </a:p>
        </p:txBody>
      </p:sp>
      <p:sp>
        <p:nvSpPr>
          <p:cNvPr id="79" name="TextBox 78">
            <a:extLst>
              <a:ext uri="{FF2B5EF4-FFF2-40B4-BE49-F238E27FC236}">
                <a16:creationId xmlns:a16="http://schemas.microsoft.com/office/drawing/2014/main" id="{65641ECB-0211-4721-AE8E-6860EF9B2A7B}"/>
              </a:ext>
            </a:extLst>
          </p:cNvPr>
          <p:cNvSpPr txBox="1"/>
          <p:nvPr userDrawn="1"/>
        </p:nvSpPr>
        <p:spPr>
          <a:xfrm>
            <a:off x="6432804" y="3749039"/>
            <a:ext cx="236601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defRPr sz="800" b="0" i="0">
                <a:solidFill>
                  <a:srgbClr val="475569"/>
                </a:solidFill>
                <a:latin typeface="Arial"/>
              </a:defRPr>
            </a:pPr>
            <a:r>
              <a:t>{{pillar_3_action_1}}</a:t>
            </a:r>
          </a:p>
        </p:txBody>
      </p:sp>
      <p:sp>
        <p:nvSpPr>
          <p:cNvPr id="80" name="TextBox 79">
            <a:extLst>
              <a:ext uri="{FF2B5EF4-FFF2-40B4-BE49-F238E27FC236}">
                <a16:creationId xmlns:a16="http://schemas.microsoft.com/office/drawing/2014/main" id="{5BD2B1B8-371C-155E-DEA5-C2BDFDFFF803}"/>
              </a:ext>
            </a:extLst>
          </p:cNvPr>
          <p:cNvSpPr txBox="1"/>
          <p:nvPr userDrawn="1"/>
        </p:nvSpPr>
        <p:spPr>
          <a:xfrm>
            <a:off x="6286500" y="3986783"/>
            <a:ext cx="128016" cy="146304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defRPr sz="800" b="0" i="0">
                <a:solidFill>
                  <a:srgbClr val="3B82F6"/>
                </a:solidFill>
                <a:latin typeface="Arial"/>
              </a:defRPr>
            </a:pPr>
            <a:r>
              <a:t>→</a:t>
            </a:r>
          </a:p>
        </p:txBody>
      </p:sp>
      <p:sp>
        <p:nvSpPr>
          <p:cNvPr id="81" name="TextBox 80">
            <a:extLst>
              <a:ext uri="{FF2B5EF4-FFF2-40B4-BE49-F238E27FC236}">
                <a16:creationId xmlns:a16="http://schemas.microsoft.com/office/drawing/2014/main" id="{32A39378-947D-14A3-1D64-228F88106468}"/>
              </a:ext>
            </a:extLst>
          </p:cNvPr>
          <p:cNvSpPr txBox="1"/>
          <p:nvPr userDrawn="1"/>
        </p:nvSpPr>
        <p:spPr>
          <a:xfrm>
            <a:off x="6432804" y="3986783"/>
            <a:ext cx="236601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defRPr sz="800" b="0" i="0">
                <a:solidFill>
                  <a:srgbClr val="475569"/>
                </a:solidFill>
                <a:latin typeface="Arial"/>
              </a:defRPr>
            </a:pPr>
            <a:r>
              <a:t>{{pillar_3_action_2}}</a:t>
            </a:r>
          </a:p>
        </p:txBody>
      </p:sp>
      <p:sp>
        <p:nvSpPr>
          <p:cNvPr id="82" name="TextBox 81">
            <a:extLst>
              <a:ext uri="{FF2B5EF4-FFF2-40B4-BE49-F238E27FC236}">
                <a16:creationId xmlns:a16="http://schemas.microsoft.com/office/drawing/2014/main" id="{5007093A-9EBC-42A9-037B-C4416D21E554}"/>
              </a:ext>
            </a:extLst>
          </p:cNvPr>
          <p:cNvSpPr txBox="1"/>
          <p:nvPr userDrawn="1"/>
        </p:nvSpPr>
        <p:spPr>
          <a:xfrm>
            <a:off x="6286500" y="4224527"/>
            <a:ext cx="128016" cy="146304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defRPr sz="800" b="0" i="0">
                <a:solidFill>
                  <a:srgbClr val="3B82F6"/>
                </a:solidFill>
                <a:latin typeface="Arial"/>
              </a:defRPr>
            </a:pPr>
            <a:r>
              <a:t>→</a:t>
            </a:r>
          </a:p>
        </p:txBody>
      </p:sp>
      <p:sp>
        <p:nvSpPr>
          <p:cNvPr id="83" name="TextBox 82">
            <a:extLst>
              <a:ext uri="{FF2B5EF4-FFF2-40B4-BE49-F238E27FC236}">
                <a16:creationId xmlns:a16="http://schemas.microsoft.com/office/drawing/2014/main" id="{4A15B65F-12BD-ACE6-59E3-3BE7F0AFEEA5}"/>
              </a:ext>
            </a:extLst>
          </p:cNvPr>
          <p:cNvSpPr txBox="1"/>
          <p:nvPr userDrawn="1"/>
        </p:nvSpPr>
        <p:spPr>
          <a:xfrm>
            <a:off x="6432804" y="4224527"/>
            <a:ext cx="236601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defRPr sz="800" b="0" i="0">
                <a:solidFill>
                  <a:srgbClr val="475569"/>
                </a:solidFill>
                <a:latin typeface="Arial"/>
              </a:defRPr>
            </a:pPr>
            <a:r>
              <a:t>{{pillar_3_action_3}}</a:t>
            </a:r>
          </a:p>
        </p:txBody>
      </p:sp>
      <p:sp>
        <p:nvSpPr>
          <p:cNvPr id="84" name="Rounded Rectangle 85">
            <a:extLst>
              <a:ext uri="{FF2B5EF4-FFF2-40B4-BE49-F238E27FC236}">
                <a16:creationId xmlns:a16="http://schemas.microsoft.com/office/drawing/2014/main" id="{DB6CC0E1-A868-7304-D0A5-07323A5C3BDD}"/>
              </a:ext>
            </a:extLst>
          </p:cNvPr>
          <p:cNvSpPr/>
          <p:nvPr userDrawn="1"/>
        </p:nvSpPr>
        <p:spPr>
          <a:xfrm>
            <a:off x="9054846" y="1426464"/>
            <a:ext cx="2768346" cy="3474720"/>
          </a:xfrm>
          <a:prstGeom prst="roundRect">
            <a:avLst/>
          </a:prstGeom>
          <a:solidFill>
            <a:srgbClr val="FFFFFF"/>
          </a:solidFill>
          <a:ln w="12700">
            <a:solidFill>
              <a:srgbClr val="E5E7EB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85" name="Rectangle 84">
            <a:extLst>
              <a:ext uri="{FF2B5EF4-FFF2-40B4-BE49-F238E27FC236}">
                <a16:creationId xmlns:a16="http://schemas.microsoft.com/office/drawing/2014/main" id="{D2DAC1E0-17DB-6033-0465-B997459EB4EB}"/>
              </a:ext>
            </a:extLst>
          </p:cNvPr>
          <p:cNvSpPr/>
          <p:nvPr userDrawn="1"/>
        </p:nvSpPr>
        <p:spPr>
          <a:xfrm>
            <a:off x="9146286" y="1554480"/>
            <a:ext cx="274320" cy="274320"/>
          </a:xfrm>
          <a:prstGeom prst="rect">
            <a:avLst/>
          </a:prstGeom>
          <a:solidFill>
            <a:srgbClr val="06B6D4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86" name="TextBox 85">
            <a:extLst>
              <a:ext uri="{FF2B5EF4-FFF2-40B4-BE49-F238E27FC236}">
                <a16:creationId xmlns:a16="http://schemas.microsoft.com/office/drawing/2014/main" id="{8FAE407F-C566-E800-F608-3B76439FF39B}"/>
              </a:ext>
            </a:extLst>
          </p:cNvPr>
          <p:cNvSpPr txBox="1"/>
          <p:nvPr userDrawn="1"/>
        </p:nvSpPr>
        <p:spPr>
          <a:xfrm>
            <a:off x="9146286" y="1572768"/>
            <a:ext cx="274320" cy="276999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1200" b="1" i="0">
                <a:solidFill>
                  <a:srgbClr val="FFFFFF"/>
                </a:solidFill>
                <a:latin typeface="Arial"/>
              </a:defRPr>
            </a:pPr>
            <a:r>
              <a:rPr dirty="0"/>
              <a:t>4</a:t>
            </a:r>
          </a:p>
        </p:txBody>
      </p:sp>
      <p:sp>
        <p:nvSpPr>
          <p:cNvPr id="87" name="TextBox 86">
            <a:extLst>
              <a:ext uri="{FF2B5EF4-FFF2-40B4-BE49-F238E27FC236}">
                <a16:creationId xmlns:a16="http://schemas.microsoft.com/office/drawing/2014/main" id="{00A421BC-3FA6-4A33-8B0D-11BFF21E1E9B}"/>
              </a:ext>
            </a:extLst>
          </p:cNvPr>
          <p:cNvSpPr txBox="1"/>
          <p:nvPr userDrawn="1"/>
        </p:nvSpPr>
        <p:spPr>
          <a:xfrm>
            <a:off x="9493758" y="1554480"/>
            <a:ext cx="2237994" cy="2743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defRPr sz="1000" b="1" i="0">
                <a:solidFill>
                  <a:srgbClr val="06B6D4"/>
                </a:solidFill>
                <a:latin typeface="Arial"/>
              </a:defRPr>
            </a:pPr>
            <a:r>
              <a:t>{{pillar_4_title}}</a:t>
            </a:r>
          </a:p>
        </p:txBody>
      </p:sp>
      <p:sp>
        <p:nvSpPr>
          <p:cNvPr id="88" name="TextBox 87">
            <a:extLst>
              <a:ext uri="{FF2B5EF4-FFF2-40B4-BE49-F238E27FC236}">
                <a16:creationId xmlns:a16="http://schemas.microsoft.com/office/drawing/2014/main" id="{2BC9A5F4-09D2-068C-08A8-14345CFC6A1D}"/>
              </a:ext>
            </a:extLst>
          </p:cNvPr>
          <p:cNvSpPr txBox="1"/>
          <p:nvPr userDrawn="1"/>
        </p:nvSpPr>
        <p:spPr>
          <a:xfrm>
            <a:off x="9182862" y="1901952"/>
            <a:ext cx="2512313" cy="4572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defRPr sz="800" b="0" i="0">
                <a:solidFill>
                  <a:srgbClr val="475569"/>
                </a:solidFill>
                <a:latin typeface="Arial"/>
              </a:defRPr>
            </a:pPr>
            <a:r>
              <a:t>{{pillar_4_subtitle}}</a:t>
            </a:r>
          </a:p>
        </p:txBody>
      </p:sp>
      <p:sp>
        <p:nvSpPr>
          <p:cNvPr id="89" name="Rectangle 88">
            <a:extLst>
              <a:ext uri="{FF2B5EF4-FFF2-40B4-BE49-F238E27FC236}">
                <a16:creationId xmlns:a16="http://schemas.microsoft.com/office/drawing/2014/main" id="{D06C8D71-DA91-3C98-8A9A-68A125A781E3}"/>
              </a:ext>
            </a:extLst>
          </p:cNvPr>
          <p:cNvSpPr/>
          <p:nvPr userDrawn="1"/>
        </p:nvSpPr>
        <p:spPr>
          <a:xfrm>
            <a:off x="9182862" y="2386584"/>
            <a:ext cx="2512313" cy="9144"/>
          </a:xfrm>
          <a:prstGeom prst="rect">
            <a:avLst/>
          </a:prstGeom>
          <a:solidFill>
            <a:srgbClr val="E5E7EB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90" name="TextBox 89">
            <a:extLst>
              <a:ext uri="{FF2B5EF4-FFF2-40B4-BE49-F238E27FC236}">
                <a16:creationId xmlns:a16="http://schemas.microsoft.com/office/drawing/2014/main" id="{972A5D97-B5F7-66BA-DAC5-26ECACF96F7D}"/>
              </a:ext>
            </a:extLst>
          </p:cNvPr>
          <p:cNvSpPr txBox="1"/>
          <p:nvPr userDrawn="1"/>
        </p:nvSpPr>
        <p:spPr>
          <a:xfrm>
            <a:off x="9182862" y="2450592"/>
            <a:ext cx="2512313" cy="128016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defRPr sz="700" b="1" i="0">
                <a:solidFill>
                  <a:srgbClr val="94A3B8"/>
                </a:solidFill>
                <a:latin typeface="Arial"/>
              </a:defRPr>
            </a:pPr>
            <a:r>
              <a:t>KEY METRICS</a:t>
            </a:r>
          </a:p>
        </p:txBody>
      </p:sp>
      <p:sp>
        <p:nvSpPr>
          <p:cNvPr id="91" name="Rectangle 90">
            <a:extLst>
              <a:ext uri="{FF2B5EF4-FFF2-40B4-BE49-F238E27FC236}">
                <a16:creationId xmlns:a16="http://schemas.microsoft.com/office/drawing/2014/main" id="{1FC23C5B-FCAA-0452-98B1-40CE01033512}"/>
              </a:ext>
            </a:extLst>
          </p:cNvPr>
          <p:cNvSpPr/>
          <p:nvPr userDrawn="1"/>
        </p:nvSpPr>
        <p:spPr>
          <a:xfrm>
            <a:off x="9182862" y="2651760"/>
            <a:ext cx="45720" cy="45720"/>
          </a:xfrm>
          <a:prstGeom prst="rect">
            <a:avLst/>
          </a:prstGeom>
          <a:solidFill>
            <a:srgbClr val="67E8F9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92" name="TextBox 91">
            <a:extLst>
              <a:ext uri="{FF2B5EF4-FFF2-40B4-BE49-F238E27FC236}">
                <a16:creationId xmlns:a16="http://schemas.microsoft.com/office/drawing/2014/main" id="{9EF44B8A-EC5F-A331-F9D5-F6FA9D08D2B8}"/>
              </a:ext>
            </a:extLst>
          </p:cNvPr>
          <p:cNvSpPr txBox="1"/>
          <p:nvPr userDrawn="1"/>
        </p:nvSpPr>
        <p:spPr>
          <a:xfrm>
            <a:off x="9274302" y="2615184"/>
            <a:ext cx="2311146" cy="146304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defRPr sz="750" b="0" i="0">
                <a:solidFill>
                  <a:srgbClr val="64748B"/>
                </a:solidFill>
                <a:latin typeface="Arial"/>
              </a:defRPr>
            </a:pPr>
            <a:r>
              <a:t>{{pillar_4_metric_1_label}}</a:t>
            </a:r>
          </a:p>
        </p:txBody>
      </p:sp>
      <p:sp>
        <p:nvSpPr>
          <p:cNvPr id="93" name="TextBox 92">
            <a:extLst>
              <a:ext uri="{FF2B5EF4-FFF2-40B4-BE49-F238E27FC236}">
                <a16:creationId xmlns:a16="http://schemas.microsoft.com/office/drawing/2014/main" id="{C6941C22-0829-B2AC-81C0-ECA90A364092}"/>
              </a:ext>
            </a:extLst>
          </p:cNvPr>
          <p:cNvSpPr txBox="1"/>
          <p:nvPr userDrawn="1"/>
        </p:nvSpPr>
        <p:spPr>
          <a:xfrm>
            <a:off x="9182862" y="2595716"/>
            <a:ext cx="2512313" cy="128016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1" i="0">
                <a:solidFill>
                  <a:srgbClr val="06B6D4"/>
                </a:solidFill>
                <a:latin typeface="Arial"/>
              </a:defRPr>
            </a:pPr>
            <a:r>
              <a:t>{{pillar_4_metric_1_value}}</a:t>
            </a:r>
          </a:p>
        </p:txBody>
      </p:sp>
      <p:sp>
        <p:nvSpPr>
          <p:cNvPr id="94" name="Rectangle 93">
            <a:extLst>
              <a:ext uri="{FF2B5EF4-FFF2-40B4-BE49-F238E27FC236}">
                <a16:creationId xmlns:a16="http://schemas.microsoft.com/office/drawing/2014/main" id="{89C92013-3A3D-1CC5-52C4-A945DA9965A7}"/>
              </a:ext>
            </a:extLst>
          </p:cNvPr>
          <p:cNvSpPr/>
          <p:nvPr userDrawn="1"/>
        </p:nvSpPr>
        <p:spPr>
          <a:xfrm>
            <a:off x="9182862" y="2926080"/>
            <a:ext cx="45720" cy="45720"/>
          </a:xfrm>
          <a:prstGeom prst="rect">
            <a:avLst/>
          </a:prstGeom>
          <a:solidFill>
            <a:srgbClr val="67E8F9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95" name="TextBox 94">
            <a:extLst>
              <a:ext uri="{FF2B5EF4-FFF2-40B4-BE49-F238E27FC236}">
                <a16:creationId xmlns:a16="http://schemas.microsoft.com/office/drawing/2014/main" id="{BD974C9C-3936-224A-828C-BE08C7D9DFFD}"/>
              </a:ext>
            </a:extLst>
          </p:cNvPr>
          <p:cNvSpPr txBox="1"/>
          <p:nvPr userDrawn="1"/>
        </p:nvSpPr>
        <p:spPr>
          <a:xfrm>
            <a:off x="9274302" y="2889504"/>
            <a:ext cx="2311146" cy="146304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defRPr sz="750" b="0" i="0">
                <a:solidFill>
                  <a:srgbClr val="64748B"/>
                </a:solidFill>
                <a:latin typeface="Arial"/>
              </a:defRPr>
            </a:pPr>
            <a:r>
              <a:t>{{pillar_4_metric_2_label}}</a:t>
            </a:r>
          </a:p>
        </p:txBody>
      </p:sp>
      <p:sp>
        <p:nvSpPr>
          <p:cNvPr id="96" name="TextBox 95">
            <a:extLst>
              <a:ext uri="{FF2B5EF4-FFF2-40B4-BE49-F238E27FC236}">
                <a16:creationId xmlns:a16="http://schemas.microsoft.com/office/drawing/2014/main" id="{FFA51E84-694D-8C78-36F5-D99909A76762}"/>
              </a:ext>
            </a:extLst>
          </p:cNvPr>
          <p:cNvSpPr txBox="1"/>
          <p:nvPr userDrawn="1"/>
        </p:nvSpPr>
        <p:spPr>
          <a:xfrm>
            <a:off x="9182862" y="2870036"/>
            <a:ext cx="2512313" cy="128016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1" i="0">
                <a:solidFill>
                  <a:srgbClr val="06B6D4"/>
                </a:solidFill>
                <a:latin typeface="Arial"/>
              </a:defRPr>
            </a:pPr>
            <a:r>
              <a:t>{{pillar_4_metric_2_value}}</a:t>
            </a:r>
          </a:p>
        </p:txBody>
      </p:sp>
      <p:sp>
        <p:nvSpPr>
          <p:cNvPr id="97" name="Rectangle 96">
            <a:extLst>
              <a:ext uri="{FF2B5EF4-FFF2-40B4-BE49-F238E27FC236}">
                <a16:creationId xmlns:a16="http://schemas.microsoft.com/office/drawing/2014/main" id="{AB75D633-02DD-CC9F-F9EC-060BBEC0E98B}"/>
              </a:ext>
            </a:extLst>
          </p:cNvPr>
          <p:cNvSpPr/>
          <p:nvPr userDrawn="1"/>
        </p:nvSpPr>
        <p:spPr>
          <a:xfrm>
            <a:off x="9182862" y="3200400"/>
            <a:ext cx="45720" cy="45720"/>
          </a:xfrm>
          <a:prstGeom prst="rect">
            <a:avLst/>
          </a:prstGeom>
          <a:solidFill>
            <a:srgbClr val="67E8F9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98" name="TextBox 97">
            <a:extLst>
              <a:ext uri="{FF2B5EF4-FFF2-40B4-BE49-F238E27FC236}">
                <a16:creationId xmlns:a16="http://schemas.microsoft.com/office/drawing/2014/main" id="{D77E8553-9460-D4EA-723D-8502E436EA80}"/>
              </a:ext>
            </a:extLst>
          </p:cNvPr>
          <p:cNvSpPr txBox="1"/>
          <p:nvPr userDrawn="1"/>
        </p:nvSpPr>
        <p:spPr>
          <a:xfrm>
            <a:off x="9274302" y="3163824"/>
            <a:ext cx="2311146" cy="146304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defRPr sz="750" b="0" i="0">
                <a:solidFill>
                  <a:srgbClr val="64748B"/>
                </a:solidFill>
                <a:latin typeface="Arial"/>
              </a:defRPr>
            </a:pPr>
            <a:r>
              <a:t>{{pillar_4_metric_3_label}}</a:t>
            </a:r>
          </a:p>
        </p:txBody>
      </p:sp>
      <p:sp>
        <p:nvSpPr>
          <p:cNvPr id="99" name="TextBox 98">
            <a:extLst>
              <a:ext uri="{FF2B5EF4-FFF2-40B4-BE49-F238E27FC236}">
                <a16:creationId xmlns:a16="http://schemas.microsoft.com/office/drawing/2014/main" id="{870E3507-2246-6398-7C3A-DF633F046192}"/>
              </a:ext>
            </a:extLst>
          </p:cNvPr>
          <p:cNvSpPr txBox="1"/>
          <p:nvPr userDrawn="1"/>
        </p:nvSpPr>
        <p:spPr>
          <a:xfrm>
            <a:off x="9182862" y="3144356"/>
            <a:ext cx="2512313" cy="128016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1" i="0">
                <a:solidFill>
                  <a:srgbClr val="06B6D4"/>
                </a:solidFill>
                <a:latin typeface="Arial"/>
              </a:defRPr>
            </a:pPr>
            <a:r>
              <a:t>{{pillar_4_metric_3_value}}</a:t>
            </a:r>
          </a:p>
        </p:txBody>
      </p:sp>
      <p:sp>
        <p:nvSpPr>
          <p:cNvPr id="100" name="Rectangle 99">
            <a:extLst>
              <a:ext uri="{FF2B5EF4-FFF2-40B4-BE49-F238E27FC236}">
                <a16:creationId xmlns:a16="http://schemas.microsoft.com/office/drawing/2014/main" id="{0C50D83B-6696-1FCB-DF85-9F035840CA94}"/>
              </a:ext>
            </a:extLst>
          </p:cNvPr>
          <p:cNvSpPr/>
          <p:nvPr userDrawn="1"/>
        </p:nvSpPr>
        <p:spPr>
          <a:xfrm>
            <a:off x="9182862" y="3493008"/>
            <a:ext cx="2512313" cy="9144"/>
          </a:xfrm>
          <a:prstGeom prst="rect">
            <a:avLst/>
          </a:prstGeom>
          <a:solidFill>
            <a:srgbClr val="E5E7EB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101" name="TextBox 100">
            <a:extLst>
              <a:ext uri="{FF2B5EF4-FFF2-40B4-BE49-F238E27FC236}">
                <a16:creationId xmlns:a16="http://schemas.microsoft.com/office/drawing/2014/main" id="{8ACC7F51-B478-F5CD-3105-44625383373D}"/>
              </a:ext>
            </a:extLst>
          </p:cNvPr>
          <p:cNvSpPr txBox="1"/>
          <p:nvPr userDrawn="1"/>
        </p:nvSpPr>
        <p:spPr>
          <a:xfrm>
            <a:off x="9182862" y="3566160"/>
            <a:ext cx="2512313" cy="128016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defRPr sz="700" b="1" i="0">
                <a:solidFill>
                  <a:srgbClr val="94A3B8"/>
                </a:solidFill>
                <a:latin typeface="Arial"/>
              </a:defRPr>
            </a:pPr>
            <a:r>
              <a:t>KEY ACTIONS</a:t>
            </a:r>
          </a:p>
        </p:txBody>
      </p:sp>
      <p:sp>
        <p:nvSpPr>
          <p:cNvPr id="102" name="TextBox 101">
            <a:extLst>
              <a:ext uri="{FF2B5EF4-FFF2-40B4-BE49-F238E27FC236}">
                <a16:creationId xmlns:a16="http://schemas.microsoft.com/office/drawing/2014/main" id="{6E60585E-5C55-36CC-F269-356AC876634F}"/>
              </a:ext>
            </a:extLst>
          </p:cNvPr>
          <p:cNvSpPr txBox="1"/>
          <p:nvPr userDrawn="1"/>
        </p:nvSpPr>
        <p:spPr>
          <a:xfrm>
            <a:off x="9182862" y="3749039"/>
            <a:ext cx="128016" cy="146304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defRPr sz="800" b="0" i="0">
                <a:solidFill>
                  <a:srgbClr val="06B6D4"/>
                </a:solidFill>
                <a:latin typeface="Arial"/>
              </a:defRPr>
            </a:pPr>
            <a:r>
              <a:t>→</a:t>
            </a:r>
          </a:p>
        </p:txBody>
      </p:sp>
      <p:sp>
        <p:nvSpPr>
          <p:cNvPr id="103" name="TextBox 102">
            <a:extLst>
              <a:ext uri="{FF2B5EF4-FFF2-40B4-BE49-F238E27FC236}">
                <a16:creationId xmlns:a16="http://schemas.microsoft.com/office/drawing/2014/main" id="{3E36679D-D2F5-8ADE-999F-A527407D1268}"/>
              </a:ext>
            </a:extLst>
          </p:cNvPr>
          <p:cNvSpPr txBox="1"/>
          <p:nvPr userDrawn="1"/>
        </p:nvSpPr>
        <p:spPr>
          <a:xfrm>
            <a:off x="9329166" y="3749039"/>
            <a:ext cx="236601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defRPr sz="800" b="0" i="0">
                <a:solidFill>
                  <a:srgbClr val="475569"/>
                </a:solidFill>
                <a:latin typeface="Arial"/>
              </a:defRPr>
            </a:pPr>
            <a:r>
              <a:t>{{pillar_4_action_1}}</a:t>
            </a:r>
          </a:p>
        </p:txBody>
      </p:sp>
      <p:sp>
        <p:nvSpPr>
          <p:cNvPr id="104" name="TextBox 103">
            <a:extLst>
              <a:ext uri="{FF2B5EF4-FFF2-40B4-BE49-F238E27FC236}">
                <a16:creationId xmlns:a16="http://schemas.microsoft.com/office/drawing/2014/main" id="{D072B3E6-2966-0199-E013-061985722B7C}"/>
              </a:ext>
            </a:extLst>
          </p:cNvPr>
          <p:cNvSpPr txBox="1"/>
          <p:nvPr userDrawn="1"/>
        </p:nvSpPr>
        <p:spPr>
          <a:xfrm>
            <a:off x="9182862" y="3986783"/>
            <a:ext cx="128016" cy="146304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defRPr sz="800" b="0" i="0">
                <a:solidFill>
                  <a:srgbClr val="06B6D4"/>
                </a:solidFill>
                <a:latin typeface="Arial"/>
              </a:defRPr>
            </a:pPr>
            <a:r>
              <a:t>→</a:t>
            </a:r>
          </a:p>
        </p:txBody>
      </p:sp>
      <p:sp>
        <p:nvSpPr>
          <p:cNvPr id="105" name="TextBox 104">
            <a:extLst>
              <a:ext uri="{FF2B5EF4-FFF2-40B4-BE49-F238E27FC236}">
                <a16:creationId xmlns:a16="http://schemas.microsoft.com/office/drawing/2014/main" id="{F150F5EC-30FA-BDD9-1E7E-CDECBB6384B9}"/>
              </a:ext>
            </a:extLst>
          </p:cNvPr>
          <p:cNvSpPr txBox="1"/>
          <p:nvPr userDrawn="1"/>
        </p:nvSpPr>
        <p:spPr>
          <a:xfrm>
            <a:off x="9329166" y="3986783"/>
            <a:ext cx="236601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defRPr sz="800" b="0" i="0">
                <a:solidFill>
                  <a:srgbClr val="475569"/>
                </a:solidFill>
                <a:latin typeface="Arial"/>
              </a:defRPr>
            </a:pPr>
            <a:r>
              <a:t>{{pillar_4_action_2}}</a:t>
            </a:r>
          </a:p>
        </p:txBody>
      </p:sp>
      <p:sp>
        <p:nvSpPr>
          <p:cNvPr id="106" name="TextBox 105">
            <a:extLst>
              <a:ext uri="{FF2B5EF4-FFF2-40B4-BE49-F238E27FC236}">
                <a16:creationId xmlns:a16="http://schemas.microsoft.com/office/drawing/2014/main" id="{25209691-9D5C-A90A-A6E3-F1DD84ED2994}"/>
              </a:ext>
            </a:extLst>
          </p:cNvPr>
          <p:cNvSpPr txBox="1"/>
          <p:nvPr userDrawn="1"/>
        </p:nvSpPr>
        <p:spPr>
          <a:xfrm>
            <a:off x="9182862" y="4224527"/>
            <a:ext cx="128016" cy="146304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defRPr sz="800" b="0" i="0">
                <a:solidFill>
                  <a:srgbClr val="06B6D4"/>
                </a:solidFill>
                <a:latin typeface="Arial"/>
              </a:defRPr>
            </a:pPr>
            <a:r>
              <a:t>→</a:t>
            </a:r>
          </a:p>
        </p:txBody>
      </p:sp>
      <p:sp>
        <p:nvSpPr>
          <p:cNvPr id="107" name="TextBox 106">
            <a:extLst>
              <a:ext uri="{FF2B5EF4-FFF2-40B4-BE49-F238E27FC236}">
                <a16:creationId xmlns:a16="http://schemas.microsoft.com/office/drawing/2014/main" id="{20A89DE7-25BA-DF5A-735A-2DD6BC42FA15}"/>
              </a:ext>
            </a:extLst>
          </p:cNvPr>
          <p:cNvSpPr txBox="1"/>
          <p:nvPr userDrawn="1"/>
        </p:nvSpPr>
        <p:spPr>
          <a:xfrm>
            <a:off x="9329166" y="4224527"/>
            <a:ext cx="236601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defRPr sz="800" b="0" i="0">
                <a:solidFill>
                  <a:srgbClr val="475569"/>
                </a:solidFill>
                <a:latin typeface="Arial"/>
              </a:defRPr>
            </a:pPr>
            <a:r>
              <a:t>{{pillar_4_action_3}}</a:t>
            </a:r>
          </a:p>
        </p:txBody>
      </p:sp>
      <p:sp>
        <p:nvSpPr>
          <p:cNvPr id="108" name="Rounded Rectangle 109">
            <a:extLst>
              <a:ext uri="{FF2B5EF4-FFF2-40B4-BE49-F238E27FC236}">
                <a16:creationId xmlns:a16="http://schemas.microsoft.com/office/drawing/2014/main" id="{F80A5C44-ABAC-C85F-2714-3381A1C48428}"/>
              </a:ext>
            </a:extLst>
          </p:cNvPr>
          <p:cNvSpPr/>
          <p:nvPr userDrawn="1"/>
        </p:nvSpPr>
        <p:spPr>
          <a:xfrm>
            <a:off x="365760" y="5029199"/>
            <a:ext cx="11457432" cy="640080"/>
          </a:xfrm>
          <a:prstGeom prst="roundRect">
            <a:avLst/>
          </a:prstGeom>
          <a:solidFill>
            <a:srgbClr val="F5F3FF"/>
          </a:solidFill>
          <a:ln w="25400">
            <a:solidFill>
              <a:srgbClr val="634C7F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110" name="TextBox 109">
            <a:extLst>
              <a:ext uri="{FF2B5EF4-FFF2-40B4-BE49-F238E27FC236}">
                <a16:creationId xmlns:a16="http://schemas.microsoft.com/office/drawing/2014/main" id="{699C042C-86C6-684D-F3CE-C99D3FF0D133}"/>
              </a:ext>
            </a:extLst>
          </p:cNvPr>
          <p:cNvSpPr txBox="1"/>
          <p:nvPr userDrawn="1"/>
        </p:nvSpPr>
        <p:spPr>
          <a:xfrm>
            <a:off x="548640" y="5120639"/>
            <a:ext cx="11091672" cy="16459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900" b="1" i="0">
                <a:solidFill>
                  <a:srgbClr val="8B5CF6"/>
                </a:solidFill>
                <a:latin typeface="Arial"/>
              </a:defRPr>
            </a:pPr>
            <a:r>
              <a:t>FOUNDATIONAL ENABLERS</a:t>
            </a:r>
          </a:p>
        </p:txBody>
      </p:sp>
      <p:sp>
        <p:nvSpPr>
          <p:cNvPr id="111" name="TextBox 110">
            <a:extLst>
              <a:ext uri="{FF2B5EF4-FFF2-40B4-BE49-F238E27FC236}">
                <a16:creationId xmlns:a16="http://schemas.microsoft.com/office/drawing/2014/main" id="{D33B3DB2-B668-3A63-A975-685DFDACF9C3}"/>
              </a:ext>
            </a:extLst>
          </p:cNvPr>
          <p:cNvSpPr txBox="1"/>
          <p:nvPr userDrawn="1"/>
        </p:nvSpPr>
        <p:spPr>
          <a:xfrm>
            <a:off x="548640" y="5340095"/>
            <a:ext cx="2126894" cy="25603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800" b="0" i="0">
                <a:solidFill>
                  <a:srgbClr val="475569"/>
                </a:solidFill>
                <a:latin typeface="Arial"/>
              </a:defRPr>
            </a:pPr>
            <a:r>
              <a:t>{{enabler_1}}</a:t>
            </a:r>
          </a:p>
        </p:txBody>
      </p:sp>
      <p:sp>
        <p:nvSpPr>
          <p:cNvPr id="112" name="TextBox 111">
            <a:extLst>
              <a:ext uri="{FF2B5EF4-FFF2-40B4-BE49-F238E27FC236}">
                <a16:creationId xmlns:a16="http://schemas.microsoft.com/office/drawing/2014/main" id="{DA1EF553-B27B-B213-E5C3-7AD1C6E68DB4}"/>
              </a:ext>
            </a:extLst>
          </p:cNvPr>
          <p:cNvSpPr txBox="1"/>
          <p:nvPr userDrawn="1"/>
        </p:nvSpPr>
        <p:spPr>
          <a:xfrm>
            <a:off x="2766974" y="5340095"/>
            <a:ext cx="2126894" cy="25603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800" b="0" i="0">
                <a:solidFill>
                  <a:srgbClr val="475569"/>
                </a:solidFill>
                <a:latin typeface="Arial"/>
              </a:defRPr>
            </a:pPr>
            <a:r>
              <a:t>{{enabler_2}}</a:t>
            </a:r>
          </a:p>
        </p:txBody>
      </p:sp>
      <p:sp>
        <p:nvSpPr>
          <p:cNvPr id="113" name="TextBox 112">
            <a:extLst>
              <a:ext uri="{FF2B5EF4-FFF2-40B4-BE49-F238E27FC236}">
                <a16:creationId xmlns:a16="http://schemas.microsoft.com/office/drawing/2014/main" id="{A45A3F7E-FB82-B9A0-5568-3B25C3C9F741}"/>
              </a:ext>
            </a:extLst>
          </p:cNvPr>
          <p:cNvSpPr txBox="1"/>
          <p:nvPr userDrawn="1"/>
        </p:nvSpPr>
        <p:spPr>
          <a:xfrm>
            <a:off x="4985308" y="5340095"/>
            <a:ext cx="2126894" cy="25603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800" b="0" i="0">
                <a:solidFill>
                  <a:srgbClr val="475569"/>
                </a:solidFill>
                <a:latin typeface="Arial"/>
              </a:defRPr>
            </a:pPr>
            <a:r>
              <a:t>{{enabler_3}}</a:t>
            </a:r>
          </a:p>
        </p:txBody>
      </p:sp>
      <p:sp>
        <p:nvSpPr>
          <p:cNvPr id="114" name="TextBox 113">
            <a:extLst>
              <a:ext uri="{FF2B5EF4-FFF2-40B4-BE49-F238E27FC236}">
                <a16:creationId xmlns:a16="http://schemas.microsoft.com/office/drawing/2014/main" id="{C7E16088-2B0F-DEC8-CA45-A3A426EE9602}"/>
              </a:ext>
            </a:extLst>
          </p:cNvPr>
          <p:cNvSpPr txBox="1"/>
          <p:nvPr userDrawn="1"/>
        </p:nvSpPr>
        <p:spPr>
          <a:xfrm>
            <a:off x="7203643" y="5340095"/>
            <a:ext cx="2126894" cy="25603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800" b="0" i="0">
                <a:solidFill>
                  <a:srgbClr val="475569"/>
                </a:solidFill>
                <a:latin typeface="Arial"/>
              </a:defRPr>
            </a:pPr>
            <a:r>
              <a:t>{{enabler_4}}</a:t>
            </a:r>
          </a:p>
        </p:txBody>
      </p:sp>
      <p:sp>
        <p:nvSpPr>
          <p:cNvPr id="115" name="TextBox 114">
            <a:extLst>
              <a:ext uri="{FF2B5EF4-FFF2-40B4-BE49-F238E27FC236}">
                <a16:creationId xmlns:a16="http://schemas.microsoft.com/office/drawing/2014/main" id="{A4140C2B-8FF2-EA58-EFF2-6A1E98DFDC93}"/>
              </a:ext>
            </a:extLst>
          </p:cNvPr>
          <p:cNvSpPr txBox="1"/>
          <p:nvPr userDrawn="1"/>
        </p:nvSpPr>
        <p:spPr>
          <a:xfrm>
            <a:off x="9421977" y="5340095"/>
            <a:ext cx="2126894" cy="25603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800" b="0" i="0">
                <a:solidFill>
                  <a:srgbClr val="475569"/>
                </a:solidFill>
                <a:latin typeface="Arial"/>
              </a:defRPr>
            </a:pPr>
            <a:r>
              <a:t>{{enabler_5}}</a:t>
            </a:r>
          </a:p>
        </p:txBody>
      </p:sp>
      <p:sp>
        <p:nvSpPr>
          <p:cNvPr id="116" name="TextBox 115">
            <a:extLst>
              <a:ext uri="{FF2B5EF4-FFF2-40B4-BE49-F238E27FC236}">
                <a16:creationId xmlns:a16="http://schemas.microsoft.com/office/drawing/2014/main" id="{2E4A14AD-8DE9-045E-1ECD-EEB1AC0C3ECD}"/>
              </a:ext>
            </a:extLst>
          </p:cNvPr>
          <p:cNvSpPr txBox="1"/>
          <p:nvPr userDrawn="1"/>
        </p:nvSpPr>
        <p:spPr>
          <a:xfrm>
            <a:off x="1463040" y="75807"/>
            <a:ext cx="1554480" cy="237744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900" b="1" i="0">
                <a:solidFill>
                  <a:srgbClr val="C4B5FD"/>
                </a:solidFill>
                <a:latin typeface="Arial"/>
              </a:defRPr>
            </a:pPr>
            <a:r>
              <a:rPr dirty="0"/>
              <a:t>STRATEGIC IMPERATIVES</a:t>
            </a:r>
          </a:p>
        </p:txBody>
      </p:sp>
      <p:sp>
        <p:nvSpPr>
          <p:cNvPr id="117" name="TextBox 116">
            <a:extLst>
              <a:ext uri="{FF2B5EF4-FFF2-40B4-BE49-F238E27FC236}">
                <a16:creationId xmlns:a16="http://schemas.microsoft.com/office/drawing/2014/main" id="{27314C30-17D2-E236-71BF-F38BB9A440B4}"/>
              </a:ext>
            </a:extLst>
          </p:cNvPr>
          <p:cNvSpPr txBox="1"/>
          <p:nvPr userDrawn="1"/>
        </p:nvSpPr>
        <p:spPr>
          <a:xfrm>
            <a:off x="3200400" y="109728"/>
            <a:ext cx="4572000" cy="26161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defRPr sz="1100" b="0" i="0">
                <a:solidFill>
                  <a:srgbClr val="C0C0D0"/>
                </a:solidFill>
                <a:latin typeface="Arial"/>
              </a:defRPr>
            </a:pPr>
            <a:r>
              <a:rPr dirty="0">
                <a:solidFill>
                  <a:schemeClr val="bg1">
                    <a:lumMod val="85000"/>
                  </a:schemeClr>
                </a:solidFill>
              </a:rPr>
              <a:t>{{</a:t>
            </a:r>
            <a:r>
              <a:rPr dirty="0" err="1">
                <a:solidFill>
                  <a:schemeClr val="bg1">
                    <a:lumMod val="85000"/>
                  </a:schemeClr>
                </a:solidFill>
              </a:rPr>
              <a:t>drug_label</a:t>
            </a:r>
            <a:r>
              <a:rPr dirty="0">
                <a:solidFill>
                  <a:schemeClr val="bg1">
                    <a:lumMod val="85000"/>
                  </a:schemeClr>
                </a:solidFill>
              </a:rPr>
              <a:t>}}</a:t>
            </a:r>
          </a:p>
        </p:txBody>
      </p:sp>
    </p:spTree>
    <p:extLst>
      <p:ext uri="{BB962C8B-B14F-4D97-AF65-F5344CB8AC3E}">
        <p14:creationId xmlns:p14="http://schemas.microsoft.com/office/powerpoint/2010/main" val="3994201007"/>
      </p:ext>
    </p:extLst>
  </p:cSld>
  <p:clrMapOvr>
    <a:masterClrMapping/>
  </p:clrMapOvr>
</p:sldLayout>
</file>

<file path=ppt/slideLayouts/slideLayout24.xml><?xml version="1.0" encoding="utf-8"?>
<p:sldLayout xmlns:a="http://schemas.openxmlformats.org/drawingml/2006/main" xmlns:r="http://schemas.openxmlformats.org/officeDocument/2006/relationships" xmlns:p="http://schemas.openxmlformats.org/presentationml/2006/main" preserve="1" userDrawn="1">
  <p:cSld name="TACTICAL_PLAN_ligh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1" name="TextBox 10">
            <a:extLst>
              <a:ext uri="{FF2B5EF4-FFF2-40B4-BE49-F238E27FC236}">
                <a16:creationId xmlns:a16="http://schemas.microsoft.com/office/drawing/2014/main" id="{0BF88C6B-452B-601B-8FDA-C8B0E4430F21}"/>
              </a:ext>
            </a:extLst>
          </p:cNvPr>
          <p:cNvSpPr txBox="1"/>
          <p:nvPr userDrawn="1"/>
        </p:nvSpPr>
        <p:spPr>
          <a:xfrm>
            <a:off x="329184" y="548640"/>
            <a:ext cx="9144000" cy="320040"/>
          </a:xfrm>
          <a:prstGeom prst="rect">
            <a:avLst/>
          </a:prstGeom>
          <a:noFill/>
        </p:spPr>
        <p:txBody>
          <a:bodyPr wrap="square"/>
          <a:lstStyle/>
          <a:p>
            <a:pPr>
              <a:defRPr sz="2000" b="1">
                <a:solidFill>
                  <a:srgbClr val="F1F5F9"/>
                </a:solidFill>
                <a:latin typeface="Calibri"/>
              </a:defRPr>
            </a:pPr>
            <a:r>
              <a:rPr dirty="0">
                <a:solidFill>
                  <a:srgbClr val="7030A0"/>
                </a:solidFill>
              </a:rPr>
              <a:t>{{</a:t>
            </a:r>
            <a:r>
              <a:rPr dirty="0" err="1">
                <a:solidFill>
                  <a:srgbClr val="7030A0"/>
                </a:solidFill>
              </a:rPr>
              <a:t>slide_title</a:t>
            </a:r>
            <a:r>
              <a:rPr dirty="0">
                <a:solidFill>
                  <a:srgbClr val="7030A0"/>
                </a:solidFill>
              </a:rPr>
              <a:t>}}</a:t>
            </a:r>
          </a:p>
        </p:txBody>
      </p:sp>
      <p:sp>
        <p:nvSpPr>
          <p:cNvPr id="12" name="TextBox 11">
            <a:extLst>
              <a:ext uri="{FF2B5EF4-FFF2-40B4-BE49-F238E27FC236}">
                <a16:creationId xmlns:a16="http://schemas.microsoft.com/office/drawing/2014/main" id="{211F9124-A127-BDA8-98EA-8701F12B0CEA}"/>
              </a:ext>
            </a:extLst>
          </p:cNvPr>
          <p:cNvSpPr txBox="1"/>
          <p:nvPr userDrawn="1"/>
        </p:nvSpPr>
        <p:spPr>
          <a:xfrm>
            <a:off x="329184" y="804672"/>
            <a:ext cx="7315200" cy="137160"/>
          </a:xfrm>
          <a:prstGeom prst="rect">
            <a:avLst/>
          </a:prstGeom>
          <a:noFill/>
        </p:spPr>
        <p:txBody>
          <a:bodyPr wrap="square"/>
          <a:lstStyle/>
          <a:p>
            <a:pPr>
              <a:defRPr sz="900" b="0">
                <a:solidFill>
                  <a:srgbClr val="94A3B8"/>
                </a:solidFill>
                <a:latin typeface="Calibri"/>
              </a:defRPr>
            </a:pPr>
            <a:r>
              <a:rPr>
                <a:solidFill>
                  <a:srgbClr val="7030A0"/>
                </a:solidFill>
              </a:rPr>
              <a:t>{{slide_subtitle}}</a:t>
            </a:r>
          </a:p>
        </p:txBody>
      </p:sp>
      <p:sp>
        <p:nvSpPr>
          <p:cNvPr id="13" name="Rectangle 12">
            <a:extLst>
              <a:ext uri="{FF2B5EF4-FFF2-40B4-BE49-F238E27FC236}">
                <a16:creationId xmlns:a16="http://schemas.microsoft.com/office/drawing/2014/main" id="{759C7FC9-A0B9-C4C0-8281-2E17388EDE1E}"/>
              </a:ext>
            </a:extLst>
          </p:cNvPr>
          <p:cNvSpPr/>
          <p:nvPr userDrawn="1"/>
        </p:nvSpPr>
        <p:spPr>
          <a:xfrm>
            <a:off x="0" y="960120"/>
            <a:ext cx="12188952" cy="7315"/>
          </a:xfrm>
          <a:prstGeom prst="rect">
            <a:avLst/>
          </a:prstGeom>
          <a:solidFill>
            <a:srgbClr val="303A4A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14" name="Rounded Rectangle 16">
            <a:extLst>
              <a:ext uri="{FF2B5EF4-FFF2-40B4-BE49-F238E27FC236}">
                <a16:creationId xmlns:a16="http://schemas.microsoft.com/office/drawing/2014/main" id="{F11CA430-3609-2652-92A0-0E5DEAB4FF60}"/>
              </a:ext>
            </a:extLst>
          </p:cNvPr>
          <p:cNvSpPr/>
          <p:nvPr userDrawn="1"/>
        </p:nvSpPr>
        <p:spPr>
          <a:xfrm>
            <a:off x="329184" y="1051560"/>
            <a:ext cx="11521440" cy="320040"/>
          </a:xfrm>
          <a:prstGeom prst="roundRect">
            <a:avLst/>
          </a:prstGeom>
          <a:solidFill>
            <a:srgbClr val="634C7F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15" name="TextBox 14">
            <a:extLst>
              <a:ext uri="{FF2B5EF4-FFF2-40B4-BE49-F238E27FC236}">
                <a16:creationId xmlns:a16="http://schemas.microsoft.com/office/drawing/2014/main" id="{10017FAE-750A-AD94-2403-10BAF163AD57}"/>
              </a:ext>
            </a:extLst>
          </p:cNvPr>
          <p:cNvSpPr txBox="1"/>
          <p:nvPr userDrawn="1"/>
        </p:nvSpPr>
        <p:spPr>
          <a:xfrm>
            <a:off x="402336" y="1124712"/>
            <a:ext cx="731520" cy="182880"/>
          </a:xfrm>
          <a:prstGeom prst="rect">
            <a:avLst/>
          </a:prstGeom>
          <a:noFill/>
        </p:spPr>
        <p:txBody>
          <a:bodyPr wrap="square"/>
          <a:lstStyle/>
          <a:p>
            <a:pPr>
              <a:defRPr sz="750" b="1">
                <a:solidFill>
                  <a:srgbClr val="FFFFFF"/>
                </a:solidFill>
                <a:latin typeface="Calibri"/>
              </a:defRPr>
            </a:pPr>
            <a:r>
              <a:t>TYPE</a:t>
            </a:r>
          </a:p>
        </p:txBody>
      </p:sp>
      <p:sp>
        <p:nvSpPr>
          <p:cNvPr id="16" name="TextBox 15">
            <a:extLst>
              <a:ext uri="{FF2B5EF4-FFF2-40B4-BE49-F238E27FC236}">
                <a16:creationId xmlns:a16="http://schemas.microsoft.com/office/drawing/2014/main" id="{B17E9D3C-CF99-227E-9977-1B32AFD2B9C7}"/>
              </a:ext>
            </a:extLst>
          </p:cNvPr>
          <p:cNvSpPr txBox="1"/>
          <p:nvPr userDrawn="1"/>
        </p:nvSpPr>
        <p:spPr>
          <a:xfrm>
            <a:off x="1152144" y="1124712"/>
            <a:ext cx="1280160" cy="182880"/>
          </a:xfrm>
          <a:prstGeom prst="rect">
            <a:avLst/>
          </a:prstGeom>
          <a:noFill/>
        </p:spPr>
        <p:txBody>
          <a:bodyPr wrap="square"/>
          <a:lstStyle/>
          <a:p>
            <a:pPr>
              <a:defRPr sz="750" b="1">
                <a:solidFill>
                  <a:srgbClr val="FFFFFF"/>
                </a:solidFill>
                <a:latin typeface="Calibri"/>
              </a:defRPr>
            </a:pPr>
            <a:r>
              <a:t>TACTIC</a:t>
            </a:r>
          </a:p>
        </p:txBody>
      </p:sp>
      <p:sp>
        <p:nvSpPr>
          <p:cNvPr id="17" name="TextBox 16">
            <a:extLst>
              <a:ext uri="{FF2B5EF4-FFF2-40B4-BE49-F238E27FC236}">
                <a16:creationId xmlns:a16="http://schemas.microsoft.com/office/drawing/2014/main" id="{E8452D27-FB75-CB85-4327-37F98916C29B}"/>
              </a:ext>
            </a:extLst>
          </p:cNvPr>
          <p:cNvSpPr txBox="1"/>
          <p:nvPr userDrawn="1"/>
        </p:nvSpPr>
        <p:spPr>
          <a:xfrm>
            <a:off x="2478024" y="1124712"/>
            <a:ext cx="3291840" cy="182880"/>
          </a:xfrm>
          <a:prstGeom prst="rect">
            <a:avLst/>
          </a:prstGeom>
          <a:noFill/>
        </p:spPr>
        <p:txBody>
          <a:bodyPr wrap="square"/>
          <a:lstStyle/>
          <a:p>
            <a:pPr>
              <a:defRPr sz="750" b="1">
                <a:solidFill>
                  <a:srgbClr val="FFFFFF"/>
                </a:solidFill>
                <a:latin typeface="Calibri"/>
              </a:defRPr>
            </a:pPr>
            <a:r>
              <a:t>DESCRIPTION</a:t>
            </a:r>
          </a:p>
        </p:txBody>
      </p:sp>
      <p:sp>
        <p:nvSpPr>
          <p:cNvPr id="18" name="TextBox 17">
            <a:extLst>
              <a:ext uri="{FF2B5EF4-FFF2-40B4-BE49-F238E27FC236}">
                <a16:creationId xmlns:a16="http://schemas.microsoft.com/office/drawing/2014/main" id="{635A31E0-8227-F009-DAAC-6E9AAD82F0AE}"/>
              </a:ext>
            </a:extLst>
          </p:cNvPr>
          <p:cNvSpPr txBox="1"/>
          <p:nvPr userDrawn="1"/>
        </p:nvSpPr>
        <p:spPr>
          <a:xfrm>
            <a:off x="5815584" y="1124712"/>
            <a:ext cx="2926080" cy="182880"/>
          </a:xfrm>
          <a:prstGeom prst="rect">
            <a:avLst/>
          </a:prstGeom>
          <a:noFill/>
        </p:spPr>
        <p:txBody>
          <a:bodyPr wrap="square"/>
          <a:lstStyle/>
          <a:p>
            <a:pPr>
              <a:defRPr sz="750" b="1">
                <a:solidFill>
                  <a:srgbClr val="FFFFFF"/>
                </a:solidFill>
                <a:latin typeface="Calibri"/>
              </a:defRPr>
            </a:pPr>
            <a:r>
              <a:t>KPI / SUCCESS METRIC</a:t>
            </a:r>
          </a:p>
        </p:txBody>
      </p:sp>
      <p:sp>
        <p:nvSpPr>
          <p:cNvPr id="19" name="TextBox 18">
            <a:extLst>
              <a:ext uri="{FF2B5EF4-FFF2-40B4-BE49-F238E27FC236}">
                <a16:creationId xmlns:a16="http://schemas.microsoft.com/office/drawing/2014/main" id="{72271FD9-E479-0AFB-ADDC-8A2FA9EC5180}"/>
              </a:ext>
            </a:extLst>
          </p:cNvPr>
          <p:cNvSpPr txBox="1"/>
          <p:nvPr userDrawn="1"/>
        </p:nvSpPr>
        <p:spPr>
          <a:xfrm>
            <a:off x="8787384" y="1124712"/>
            <a:ext cx="1463040" cy="182880"/>
          </a:xfrm>
          <a:prstGeom prst="rect">
            <a:avLst/>
          </a:prstGeom>
          <a:noFill/>
        </p:spPr>
        <p:txBody>
          <a:bodyPr wrap="square"/>
          <a:lstStyle/>
          <a:p>
            <a:pPr>
              <a:defRPr sz="750" b="1">
                <a:solidFill>
                  <a:srgbClr val="FFFFFF"/>
                </a:solidFill>
                <a:latin typeface="Calibri"/>
              </a:defRPr>
            </a:pPr>
            <a:r>
              <a:t>TIMELINE</a:t>
            </a:r>
          </a:p>
        </p:txBody>
      </p:sp>
      <p:sp>
        <p:nvSpPr>
          <p:cNvPr id="20" name="TextBox 19">
            <a:extLst>
              <a:ext uri="{FF2B5EF4-FFF2-40B4-BE49-F238E27FC236}">
                <a16:creationId xmlns:a16="http://schemas.microsoft.com/office/drawing/2014/main" id="{18E1E3BE-8127-40E6-C45A-564B7A47D2CF}"/>
              </a:ext>
            </a:extLst>
          </p:cNvPr>
          <p:cNvSpPr txBox="1"/>
          <p:nvPr userDrawn="1"/>
        </p:nvSpPr>
        <p:spPr>
          <a:xfrm>
            <a:off x="10296144" y="1124712"/>
            <a:ext cx="1371600" cy="182880"/>
          </a:xfrm>
          <a:prstGeom prst="rect">
            <a:avLst/>
          </a:prstGeom>
          <a:noFill/>
        </p:spPr>
        <p:txBody>
          <a:bodyPr wrap="square"/>
          <a:lstStyle/>
          <a:p>
            <a:pPr>
              <a:defRPr sz="750" b="1">
                <a:solidFill>
                  <a:srgbClr val="FFFFFF"/>
                </a:solidFill>
                <a:latin typeface="Calibri"/>
              </a:defRPr>
            </a:pPr>
            <a:r>
              <a:t>PRIORITY</a:t>
            </a:r>
          </a:p>
        </p:txBody>
      </p:sp>
      <p:sp>
        <p:nvSpPr>
          <p:cNvPr id="21" name="Rectangle 20">
            <a:extLst>
              <a:ext uri="{FF2B5EF4-FFF2-40B4-BE49-F238E27FC236}">
                <a16:creationId xmlns:a16="http://schemas.microsoft.com/office/drawing/2014/main" id="{C4506180-FC1B-5658-BCF4-4B603CA66DD8}"/>
              </a:ext>
            </a:extLst>
          </p:cNvPr>
          <p:cNvSpPr/>
          <p:nvPr userDrawn="1"/>
        </p:nvSpPr>
        <p:spPr>
          <a:xfrm>
            <a:off x="329184" y="1417319"/>
            <a:ext cx="11521440" cy="566928"/>
          </a:xfrm>
          <a:prstGeom prst="rect">
            <a:avLst/>
          </a:prstGeom>
          <a:solidFill>
            <a:schemeClr val="bg1">
              <a:lumMod val="95000"/>
            </a:schemeClr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22" name="Rectangle 21">
            <a:extLst>
              <a:ext uri="{FF2B5EF4-FFF2-40B4-BE49-F238E27FC236}">
                <a16:creationId xmlns:a16="http://schemas.microsoft.com/office/drawing/2014/main" id="{1CAAC914-D0C7-BA72-9644-A63726B3AE64}"/>
              </a:ext>
            </a:extLst>
          </p:cNvPr>
          <p:cNvSpPr/>
          <p:nvPr userDrawn="1"/>
        </p:nvSpPr>
        <p:spPr>
          <a:xfrm>
            <a:off x="329184" y="1979676"/>
            <a:ext cx="11521440" cy="4572"/>
          </a:xfrm>
          <a:prstGeom prst="rect">
            <a:avLst/>
          </a:prstGeom>
          <a:solidFill>
            <a:srgbClr val="303A4A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23" name="Rounded Rectangle 25">
            <a:extLst>
              <a:ext uri="{FF2B5EF4-FFF2-40B4-BE49-F238E27FC236}">
                <a16:creationId xmlns:a16="http://schemas.microsoft.com/office/drawing/2014/main" id="{0605565C-D71E-2ACA-B746-FDA1F5F0F113}"/>
              </a:ext>
            </a:extLst>
          </p:cNvPr>
          <p:cNvSpPr/>
          <p:nvPr userDrawn="1"/>
        </p:nvSpPr>
        <p:spPr>
          <a:xfrm>
            <a:off x="402336" y="1554479"/>
            <a:ext cx="685800" cy="201168"/>
          </a:xfrm>
          <a:prstGeom prst="roundRect">
            <a:avLst/>
          </a:prstGeom>
          <a:noFill/>
          <a:ln w="5080">
            <a:solidFill>
              <a:srgbClr val="A78BFA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24" name="TextBox 23">
            <a:extLst>
              <a:ext uri="{FF2B5EF4-FFF2-40B4-BE49-F238E27FC236}">
                <a16:creationId xmlns:a16="http://schemas.microsoft.com/office/drawing/2014/main" id="{EAA54F2F-B290-0EF9-E378-6C14470AC021}"/>
              </a:ext>
            </a:extLst>
          </p:cNvPr>
          <p:cNvSpPr txBox="1"/>
          <p:nvPr userDrawn="1"/>
        </p:nvSpPr>
        <p:spPr>
          <a:xfrm>
            <a:off x="329184" y="1554479"/>
            <a:ext cx="731519" cy="182880"/>
          </a:xfrm>
          <a:prstGeom prst="rect">
            <a:avLst/>
          </a:prstGeom>
          <a:noFill/>
        </p:spPr>
        <p:txBody>
          <a:bodyPr wrap="square"/>
          <a:lstStyle/>
          <a:p>
            <a:pPr algn="ctr">
              <a:defRPr sz="750" b="1">
                <a:solidFill>
                  <a:srgbClr val="A78BFA"/>
                </a:solidFill>
                <a:latin typeface="Calibri"/>
              </a:defRPr>
            </a:pPr>
            <a:r>
              <a:rPr dirty="0">
                <a:solidFill>
                  <a:schemeClr val="accent4">
                    <a:lumMod val="75000"/>
                  </a:schemeClr>
                </a:solidFill>
              </a:rPr>
              <a:t>{{tactic_1_type}}</a:t>
            </a:r>
          </a:p>
        </p:txBody>
      </p:sp>
      <p:sp>
        <p:nvSpPr>
          <p:cNvPr id="25" name="TextBox 24">
            <a:extLst>
              <a:ext uri="{FF2B5EF4-FFF2-40B4-BE49-F238E27FC236}">
                <a16:creationId xmlns:a16="http://schemas.microsoft.com/office/drawing/2014/main" id="{94C5F9D5-CDBA-B29E-36D3-306149EF8CF8}"/>
              </a:ext>
            </a:extLst>
          </p:cNvPr>
          <p:cNvSpPr txBox="1"/>
          <p:nvPr userDrawn="1"/>
        </p:nvSpPr>
        <p:spPr>
          <a:xfrm>
            <a:off x="1152144" y="1490472"/>
            <a:ext cx="1280160" cy="420623"/>
          </a:xfrm>
          <a:prstGeom prst="rect">
            <a:avLst/>
          </a:prstGeom>
          <a:noFill/>
        </p:spPr>
        <p:txBody>
          <a:bodyPr wrap="square"/>
          <a:lstStyle/>
          <a:p>
            <a:pPr>
              <a:defRPr sz="900" b="1">
                <a:solidFill>
                  <a:srgbClr val="F1F5F9"/>
                </a:solidFill>
                <a:latin typeface="Calibri"/>
              </a:defRPr>
            </a:pPr>
            <a:r>
              <a:rPr>
                <a:solidFill>
                  <a:schemeClr val="accent4">
                    <a:lumMod val="75000"/>
                  </a:schemeClr>
                </a:solidFill>
              </a:rPr>
              <a:t>{{tactic_1_name}}</a:t>
            </a:r>
          </a:p>
        </p:txBody>
      </p:sp>
      <p:sp>
        <p:nvSpPr>
          <p:cNvPr id="26" name="TextBox 25">
            <a:extLst>
              <a:ext uri="{FF2B5EF4-FFF2-40B4-BE49-F238E27FC236}">
                <a16:creationId xmlns:a16="http://schemas.microsoft.com/office/drawing/2014/main" id="{E9E999B1-F813-89B3-6261-3BDC2864B0C0}"/>
              </a:ext>
            </a:extLst>
          </p:cNvPr>
          <p:cNvSpPr txBox="1"/>
          <p:nvPr userDrawn="1"/>
        </p:nvSpPr>
        <p:spPr>
          <a:xfrm>
            <a:off x="2478024" y="1472184"/>
            <a:ext cx="3246120" cy="457200"/>
          </a:xfrm>
          <a:prstGeom prst="rect">
            <a:avLst/>
          </a:prstGeom>
          <a:noFill/>
        </p:spPr>
        <p:txBody>
          <a:bodyPr wrap="square"/>
          <a:lstStyle/>
          <a:p>
            <a:pPr>
              <a:defRPr sz="800" b="0">
                <a:solidFill>
                  <a:srgbClr val="CBD5E1"/>
                </a:solidFill>
                <a:latin typeface="Calibri"/>
              </a:defRPr>
            </a:pPr>
            <a:r>
              <a:rPr dirty="0">
                <a:solidFill>
                  <a:schemeClr val="accent4">
                    <a:lumMod val="50000"/>
                  </a:schemeClr>
                </a:solidFill>
              </a:rPr>
              <a:t>{{tactic_1_desc}}</a:t>
            </a:r>
          </a:p>
        </p:txBody>
      </p:sp>
      <p:sp>
        <p:nvSpPr>
          <p:cNvPr id="27" name="TextBox 26">
            <a:extLst>
              <a:ext uri="{FF2B5EF4-FFF2-40B4-BE49-F238E27FC236}">
                <a16:creationId xmlns:a16="http://schemas.microsoft.com/office/drawing/2014/main" id="{6FE69D5E-B0BB-5268-F962-78773E195717}"/>
              </a:ext>
            </a:extLst>
          </p:cNvPr>
          <p:cNvSpPr txBox="1"/>
          <p:nvPr userDrawn="1"/>
        </p:nvSpPr>
        <p:spPr>
          <a:xfrm>
            <a:off x="5815584" y="1472184"/>
            <a:ext cx="2880360" cy="457200"/>
          </a:xfrm>
          <a:prstGeom prst="rect">
            <a:avLst/>
          </a:prstGeom>
          <a:noFill/>
        </p:spPr>
        <p:txBody>
          <a:bodyPr wrap="square"/>
          <a:lstStyle/>
          <a:p>
            <a:pPr>
              <a:defRPr sz="800" b="0">
                <a:solidFill>
                  <a:srgbClr val="CBD5E1"/>
                </a:solidFill>
                <a:latin typeface="Calibri"/>
              </a:defRPr>
            </a:pPr>
            <a:r>
              <a:rPr>
                <a:solidFill>
                  <a:schemeClr val="accent4">
                    <a:lumMod val="50000"/>
                  </a:schemeClr>
                </a:solidFill>
              </a:rPr>
              <a:t>{{tactic_1_kpi}}</a:t>
            </a:r>
          </a:p>
        </p:txBody>
      </p:sp>
      <p:sp>
        <p:nvSpPr>
          <p:cNvPr id="28" name="Rounded Rectangle 30">
            <a:extLst>
              <a:ext uri="{FF2B5EF4-FFF2-40B4-BE49-F238E27FC236}">
                <a16:creationId xmlns:a16="http://schemas.microsoft.com/office/drawing/2014/main" id="{68BF0725-6A01-9D60-9AA0-815E34F92BDC}"/>
              </a:ext>
            </a:extLst>
          </p:cNvPr>
          <p:cNvSpPr/>
          <p:nvPr userDrawn="1"/>
        </p:nvSpPr>
        <p:spPr>
          <a:xfrm>
            <a:off x="8693763" y="1554479"/>
            <a:ext cx="294790" cy="164592"/>
          </a:xfrm>
          <a:prstGeom prst="roundRect">
            <a:avLst/>
          </a:prstGeom>
          <a:solidFill>
            <a:srgbClr val="1E293B"/>
          </a:solidFill>
          <a:ln w="3810">
            <a:solidFill>
              <a:srgbClr val="303A4A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sz="500">
              <a:solidFill>
                <a:schemeClr val="bg1">
                  <a:lumMod val="85000"/>
                </a:schemeClr>
              </a:solidFill>
            </a:endParaRPr>
          </a:p>
        </p:txBody>
      </p:sp>
      <p:sp>
        <p:nvSpPr>
          <p:cNvPr id="29" name="TextBox 28">
            <a:extLst>
              <a:ext uri="{FF2B5EF4-FFF2-40B4-BE49-F238E27FC236}">
                <a16:creationId xmlns:a16="http://schemas.microsoft.com/office/drawing/2014/main" id="{F0D4E38C-AFD8-BA99-00D3-E1DBD884F9AD}"/>
              </a:ext>
            </a:extLst>
          </p:cNvPr>
          <p:cNvSpPr txBox="1"/>
          <p:nvPr userDrawn="1"/>
        </p:nvSpPr>
        <p:spPr>
          <a:xfrm>
            <a:off x="8626764" y="1563623"/>
            <a:ext cx="361788" cy="146304"/>
          </a:xfrm>
          <a:prstGeom prst="rect">
            <a:avLst/>
          </a:prstGeom>
          <a:noFill/>
        </p:spPr>
        <p:txBody>
          <a:bodyPr wrap="square"/>
          <a:lstStyle/>
          <a:p>
            <a:pPr algn="ctr">
              <a:defRPr sz="600" b="1">
                <a:solidFill>
                  <a:srgbClr val="64748B"/>
                </a:solidFill>
                <a:latin typeface="Calibri"/>
              </a:defRPr>
            </a:pPr>
            <a:r>
              <a:rPr sz="500" dirty="0">
                <a:solidFill>
                  <a:schemeClr val="bg1">
                    <a:lumMod val="85000"/>
                  </a:schemeClr>
                </a:solidFill>
              </a:rPr>
              <a:t>Q1</a:t>
            </a:r>
          </a:p>
        </p:txBody>
      </p:sp>
      <p:sp>
        <p:nvSpPr>
          <p:cNvPr id="30" name="Rounded Rectangle 32">
            <a:extLst>
              <a:ext uri="{FF2B5EF4-FFF2-40B4-BE49-F238E27FC236}">
                <a16:creationId xmlns:a16="http://schemas.microsoft.com/office/drawing/2014/main" id="{5757D72A-F44A-BD0B-E0CE-4E9F8C4DA959}"/>
              </a:ext>
            </a:extLst>
          </p:cNvPr>
          <p:cNvSpPr/>
          <p:nvPr userDrawn="1"/>
        </p:nvSpPr>
        <p:spPr>
          <a:xfrm>
            <a:off x="8922363" y="1554479"/>
            <a:ext cx="294790" cy="164592"/>
          </a:xfrm>
          <a:prstGeom prst="roundRect">
            <a:avLst/>
          </a:prstGeom>
          <a:solidFill>
            <a:srgbClr val="1E293B"/>
          </a:solidFill>
          <a:ln w="3810">
            <a:solidFill>
              <a:srgbClr val="303A4A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sz="500">
              <a:solidFill>
                <a:schemeClr val="bg1">
                  <a:lumMod val="85000"/>
                </a:schemeClr>
              </a:solidFill>
            </a:endParaRPr>
          </a:p>
        </p:txBody>
      </p:sp>
      <p:sp>
        <p:nvSpPr>
          <p:cNvPr id="31" name="TextBox 30">
            <a:extLst>
              <a:ext uri="{FF2B5EF4-FFF2-40B4-BE49-F238E27FC236}">
                <a16:creationId xmlns:a16="http://schemas.microsoft.com/office/drawing/2014/main" id="{36674E57-41D5-56D1-E7B0-7B8A50C815F5}"/>
              </a:ext>
            </a:extLst>
          </p:cNvPr>
          <p:cNvSpPr txBox="1"/>
          <p:nvPr userDrawn="1"/>
        </p:nvSpPr>
        <p:spPr>
          <a:xfrm>
            <a:off x="8922363" y="1563623"/>
            <a:ext cx="294790" cy="146304"/>
          </a:xfrm>
          <a:prstGeom prst="rect">
            <a:avLst/>
          </a:prstGeom>
          <a:noFill/>
        </p:spPr>
        <p:txBody>
          <a:bodyPr wrap="square"/>
          <a:lstStyle/>
          <a:p>
            <a:pPr algn="ctr">
              <a:defRPr sz="600" b="1">
                <a:solidFill>
                  <a:srgbClr val="64748B"/>
                </a:solidFill>
                <a:latin typeface="Calibri"/>
              </a:defRPr>
            </a:pPr>
            <a:r>
              <a:rPr sz="500">
                <a:solidFill>
                  <a:schemeClr val="bg1">
                    <a:lumMod val="85000"/>
                  </a:schemeClr>
                </a:solidFill>
              </a:rPr>
              <a:t>Q2</a:t>
            </a:r>
          </a:p>
        </p:txBody>
      </p:sp>
      <p:sp>
        <p:nvSpPr>
          <p:cNvPr id="32" name="Rounded Rectangle 34">
            <a:extLst>
              <a:ext uri="{FF2B5EF4-FFF2-40B4-BE49-F238E27FC236}">
                <a16:creationId xmlns:a16="http://schemas.microsoft.com/office/drawing/2014/main" id="{BA12A3FC-05E4-0608-C027-43B273E5398C}"/>
              </a:ext>
            </a:extLst>
          </p:cNvPr>
          <p:cNvSpPr/>
          <p:nvPr userDrawn="1"/>
        </p:nvSpPr>
        <p:spPr>
          <a:xfrm>
            <a:off x="9150963" y="1554479"/>
            <a:ext cx="294790" cy="164592"/>
          </a:xfrm>
          <a:prstGeom prst="roundRect">
            <a:avLst/>
          </a:prstGeom>
          <a:solidFill>
            <a:srgbClr val="1E293B"/>
          </a:solidFill>
          <a:ln w="3810">
            <a:solidFill>
              <a:srgbClr val="303A4A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sz="500">
              <a:solidFill>
                <a:schemeClr val="bg1">
                  <a:lumMod val="85000"/>
                </a:schemeClr>
              </a:solidFill>
            </a:endParaRPr>
          </a:p>
        </p:txBody>
      </p:sp>
      <p:sp>
        <p:nvSpPr>
          <p:cNvPr id="33" name="TextBox 32">
            <a:extLst>
              <a:ext uri="{FF2B5EF4-FFF2-40B4-BE49-F238E27FC236}">
                <a16:creationId xmlns:a16="http://schemas.microsoft.com/office/drawing/2014/main" id="{225B22EC-4F28-6756-1C84-A4D2BD8BA664}"/>
              </a:ext>
            </a:extLst>
          </p:cNvPr>
          <p:cNvSpPr txBox="1"/>
          <p:nvPr userDrawn="1"/>
        </p:nvSpPr>
        <p:spPr>
          <a:xfrm>
            <a:off x="9150963" y="1563623"/>
            <a:ext cx="294790" cy="146304"/>
          </a:xfrm>
          <a:prstGeom prst="rect">
            <a:avLst/>
          </a:prstGeom>
          <a:noFill/>
        </p:spPr>
        <p:txBody>
          <a:bodyPr wrap="square"/>
          <a:lstStyle/>
          <a:p>
            <a:pPr algn="ctr">
              <a:defRPr sz="600" b="1">
                <a:solidFill>
                  <a:srgbClr val="64748B"/>
                </a:solidFill>
                <a:latin typeface="Calibri"/>
              </a:defRPr>
            </a:pPr>
            <a:r>
              <a:rPr sz="500">
                <a:solidFill>
                  <a:schemeClr val="bg1">
                    <a:lumMod val="85000"/>
                  </a:schemeClr>
                </a:solidFill>
              </a:rPr>
              <a:t>Q3</a:t>
            </a:r>
          </a:p>
        </p:txBody>
      </p:sp>
      <p:sp>
        <p:nvSpPr>
          <p:cNvPr id="34" name="Rounded Rectangle 36">
            <a:extLst>
              <a:ext uri="{FF2B5EF4-FFF2-40B4-BE49-F238E27FC236}">
                <a16:creationId xmlns:a16="http://schemas.microsoft.com/office/drawing/2014/main" id="{2E4F62EB-F1EA-8FB9-7ED5-A69C00DC2E83}"/>
              </a:ext>
            </a:extLst>
          </p:cNvPr>
          <p:cNvSpPr/>
          <p:nvPr userDrawn="1"/>
        </p:nvSpPr>
        <p:spPr>
          <a:xfrm>
            <a:off x="9379563" y="1554479"/>
            <a:ext cx="294790" cy="164592"/>
          </a:xfrm>
          <a:prstGeom prst="roundRect">
            <a:avLst/>
          </a:prstGeom>
          <a:solidFill>
            <a:srgbClr val="1E293B"/>
          </a:solidFill>
          <a:ln w="3810">
            <a:solidFill>
              <a:srgbClr val="303A4A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sz="500">
              <a:solidFill>
                <a:schemeClr val="bg1">
                  <a:lumMod val="85000"/>
                </a:schemeClr>
              </a:solidFill>
            </a:endParaRPr>
          </a:p>
        </p:txBody>
      </p:sp>
      <p:sp>
        <p:nvSpPr>
          <p:cNvPr id="35" name="TextBox 34">
            <a:extLst>
              <a:ext uri="{FF2B5EF4-FFF2-40B4-BE49-F238E27FC236}">
                <a16:creationId xmlns:a16="http://schemas.microsoft.com/office/drawing/2014/main" id="{D1EF6C2D-4DFA-4D64-769E-7509C34E7CCD}"/>
              </a:ext>
            </a:extLst>
          </p:cNvPr>
          <p:cNvSpPr txBox="1"/>
          <p:nvPr userDrawn="1"/>
        </p:nvSpPr>
        <p:spPr>
          <a:xfrm>
            <a:off x="9379563" y="1563623"/>
            <a:ext cx="294790" cy="146304"/>
          </a:xfrm>
          <a:prstGeom prst="rect">
            <a:avLst/>
          </a:prstGeom>
          <a:noFill/>
        </p:spPr>
        <p:txBody>
          <a:bodyPr wrap="square"/>
          <a:lstStyle/>
          <a:p>
            <a:pPr algn="ctr">
              <a:defRPr sz="600" b="1">
                <a:solidFill>
                  <a:srgbClr val="64748B"/>
                </a:solidFill>
                <a:latin typeface="Calibri"/>
              </a:defRPr>
            </a:pPr>
            <a:r>
              <a:rPr sz="500">
                <a:solidFill>
                  <a:schemeClr val="bg1">
                    <a:lumMod val="85000"/>
                  </a:schemeClr>
                </a:solidFill>
              </a:rPr>
              <a:t>Q4</a:t>
            </a:r>
          </a:p>
        </p:txBody>
      </p:sp>
      <p:sp>
        <p:nvSpPr>
          <p:cNvPr id="36" name="Rounded Rectangle 38">
            <a:extLst>
              <a:ext uri="{FF2B5EF4-FFF2-40B4-BE49-F238E27FC236}">
                <a16:creationId xmlns:a16="http://schemas.microsoft.com/office/drawing/2014/main" id="{454FAD16-E9F6-370D-9513-F59CA54E5F14}"/>
              </a:ext>
            </a:extLst>
          </p:cNvPr>
          <p:cNvSpPr/>
          <p:nvPr userDrawn="1"/>
        </p:nvSpPr>
        <p:spPr>
          <a:xfrm>
            <a:off x="9608163" y="1554479"/>
            <a:ext cx="294790" cy="164592"/>
          </a:xfrm>
          <a:prstGeom prst="roundRect">
            <a:avLst/>
          </a:prstGeom>
          <a:solidFill>
            <a:srgbClr val="162032"/>
          </a:solidFill>
          <a:ln w="3810">
            <a:solidFill>
              <a:srgbClr val="303A4A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sz="500">
              <a:solidFill>
                <a:schemeClr val="bg1">
                  <a:lumMod val="85000"/>
                </a:schemeClr>
              </a:solidFill>
            </a:endParaRPr>
          </a:p>
        </p:txBody>
      </p:sp>
      <p:sp>
        <p:nvSpPr>
          <p:cNvPr id="37" name="TextBox 36">
            <a:extLst>
              <a:ext uri="{FF2B5EF4-FFF2-40B4-BE49-F238E27FC236}">
                <a16:creationId xmlns:a16="http://schemas.microsoft.com/office/drawing/2014/main" id="{78F7BEAF-4C9A-92A2-278A-9D66AD68C365}"/>
              </a:ext>
            </a:extLst>
          </p:cNvPr>
          <p:cNvSpPr txBox="1"/>
          <p:nvPr userDrawn="1"/>
        </p:nvSpPr>
        <p:spPr>
          <a:xfrm>
            <a:off x="9608163" y="1563623"/>
            <a:ext cx="294790" cy="146304"/>
          </a:xfrm>
          <a:prstGeom prst="rect">
            <a:avLst/>
          </a:prstGeom>
          <a:noFill/>
        </p:spPr>
        <p:txBody>
          <a:bodyPr wrap="square"/>
          <a:lstStyle/>
          <a:p>
            <a:pPr algn="ctr">
              <a:defRPr sz="600" b="1">
                <a:solidFill>
                  <a:srgbClr val="64748B"/>
                </a:solidFill>
                <a:latin typeface="Calibri"/>
              </a:defRPr>
            </a:pPr>
            <a:r>
              <a:rPr sz="500">
                <a:solidFill>
                  <a:schemeClr val="bg1">
                    <a:lumMod val="85000"/>
                  </a:schemeClr>
                </a:solidFill>
              </a:rPr>
              <a:t>Q1</a:t>
            </a:r>
          </a:p>
        </p:txBody>
      </p:sp>
      <p:sp>
        <p:nvSpPr>
          <p:cNvPr id="38" name="Rounded Rectangle 40">
            <a:extLst>
              <a:ext uri="{FF2B5EF4-FFF2-40B4-BE49-F238E27FC236}">
                <a16:creationId xmlns:a16="http://schemas.microsoft.com/office/drawing/2014/main" id="{3907F182-4FF2-1776-D41C-E5E65FC28EFD}"/>
              </a:ext>
            </a:extLst>
          </p:cNvPr>
          <p:cNvSpPr/>
          <p:nvPr userDrawn="1"/>
        </p:nvSpPr>
        <p:spPr>
          <a:xfrm>
            <a:off x="9836763" y="1554479"/>
            <a:ext cx="294790" cy="164592"/>
          </a:xfrm>
          <a:prstGeom prst="roundRect">
            <a:avLst/>
          </a:prstGeom>
          <a:solidFill>
            <a:srgbClr val="162032"/>
          </a:solidFill>
          <a:ln w="3810">
            <a:solidFill>
              <a:srgbClr val="303A4A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sz="500">
              <a:solidFill>
                <a:schemeClr val="bg1">
                  <a:lumMod val="85000"/>
                </a:schemeClr>
              </a:solidFill>
            </a:endParaRPr>
          </a:p>
        </p:txBody>
      </p:sp>
      <p:sp>
        <p:nvSpPr>
          <p:cNvPr id="39" name="TextBox 38">
            <a:extLst>
              <a:ext uri="{FF2B5EF4-FFF2-40B4-BE49-F238E27FC236}">
                <a16:creationId xmlns:a16="http://schemas.microsoft.com/office/drawing/2014/main" id="{7CB0A273-5DC2-6BF5-1244-DADC35883F30}"/>
              </a:ext>
            </a:extLst>
          </p:cNvPr>
          <p:cNvSpPr txBox="1"/>
          <p:nvPr userDrawn="1"/>
        </p:nvSpPr>
        <p:spPr>
          <a:xfrm>
            <a:off x="9836763" y="1563623"/>
            <a:ext cx="294790" cy="146304"/>
          </a:xfrm>
          <a:prstGeom prst="rect">
            <a:avLst/>
          </a:prstGeom>
          <a:noFill/>
        </p:spPr>
        <p:txBody>
          <a:bodyPr wrap="square"/>
          <a:lstStyle/>
          <a:p>
            <a:pPr algn="ctr">
              <a:defRPr sz="600" b="1">
                <a:solidFill>
                  <a:srgbClr val="64748B"/>
                </a:solidFill>
                <a:latin typeface="Calibri"/>
              </a:defRPr>
            </a:pPr>
            <a:r>
              <a:rPr sz="500">
                <a:solidFill>
                  <a:schemeClr val="bg1">
                    <a:lumMod val="85000"/>
                  </a:schemeClr>
                </a:solidFill>
              </a:rPr>
              <a:t>Q2</a:t>
            </a:r>
          </a:p>
        </p:txBody>
      </p:sp>
      <p:sp>
        <p:nvSpPr>
          <p:cNvPr id="40" name="TextBox 39">
            <a:extLst>
              <a:ext uri="{FF2B5EF4-FFF2-40B4-BE49-F238E27FC236}">
                <a16:creationId xmlns:a16="http://schemas.microsoft.com/office/drawing/2014/main" id="{BA18E5DA-2EAD-31FA-EDFC-0BB82B40AA43}"/>
              </a:ext>
            </a:extLst>
          </p:cNvPr>
          <p:cNvSpPr txBox="1"/>
          <p:nvPr userDrawn="1"/>
        </p:nvSpPr>
        <p:spPr>
          <a:xfrm>
            <a:off x="8721707" y="1755648"/>
            <a:ext cx="2009933" cy="109728"/>
          </a:xfrm>
          <a:prstGeom prst="rect">
            <a:avLst/>
          </a:prstGeom>
          <a:noFill/>
        </p:spPr>
        <p:txBody>
          <a:bodyPr wrap="square"/>
          <a:lstStyle/>
          <a:p>
            <a:pPr>
              <a:defRPr sz="550" b="0">
                <a:solidFill>
                  <a:srgbClr val="64748B"/>
                </a:solidFill>
                <a:latin typeface="Calibri"/>
              </a:defRPr>
            </a:pPr>
            <a:r>
              <a:rPr sz="800" dirty="0">
                <a:solidFill>
                  <a:schemeClr val="accent4">
                    <a:lumMod val="50000"/>
                  </a:schemeClr>
                </a:solidFill>
              </a:rPr>
              <a:t>2027 ——— 2028</a:t>
            </a:r>
          </a:p>
        </p:txBody>
      </p:sp>
      <p:sp>
        <p:nvSpPr>
          <p:cNvPr id="41" name="Rounded Rectangle 43">
            <a:extLst>
              <a:ext uri="{FF2B5EF4-FFF2-40B4-BE49-F238E27FC236}">
                <a16:creationId xmlns:a16="http://schemas.microsoft.com/office/drawing/2014/main" id="{4A977E2A-272D-1B90-41B6-53C696155320}"/>
              </a:ext>
            </a:extLst>
          </p:cNvPr>
          <p:cNvSpPr/>
          <p:nvPr userDrawn="1"/>
        </p:nvSpPr>
        <p:spPr>
          <a:xfrm>
            <a:off x="10341863" y="1554479"/>
            <a:ext cx="640080" cy="201168"/>
          </a:xfrm>
          <a:prstGeom prst="roundRect">
            <a:avLst/>
          </a:prstGeom>
          <a:noFill/>
          <a:ln w="3810">
            <a:solidFill>
              <a:srgbClr val="303A4A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42" name="TextBox 41">
            <a:extLst>
              <a:ext uri="{FF2B5EF4-FFF2-40B4-BE49-F238E27FC236}">
                <a16:creationId xmlns:a16="http://schemas.microsoft.com/office/drawing/2014/main" id="{CD901966-D5F8-2FE1-C4FE-C9D8551F591F}"/>
              </a:ext>
            </a:extLst>
          </p:cNvPr>
          <p:cNvSpPr txBox="1"/>
          <p:nvPr userDrawn="1"/>
        </p:nvSpPr>
        <p:spPr>
          <a:xfrm>
            <a:off x="10360152" y="1572767"/>
            <a:ext cx="603504" cy="164592"/>
          </a:xfrm>
          <a:prstGeom prst="rect">
            <a:avLst/>
          </a:prstGeom>
          <a:noFill/>
        </p:spPr>
        <p:txBody>
          <a:bodyPr wrap="square"/>
          <a:lstStyle/>
          <a:p>
            <a:pPr algn="ctr">
              <a:defRPr sz="750" b="1">
                <a:solidFill>
                  <a:srgbClr val="94A3B8"/>
                </a:solidFill>
                <a:latin typeface="Calibri"/>
              </a:defRPr>
            </a:pPr>
            <a:r>
              <a:rPr>
                <a:solidFill>
                  <a:schemeClr val="accent4">
                    <a:lumMod val="50000"/>
                  </a:schemeClr>
                </a:solidFill>
              </a:rPr>
              <a:t>{{tactic_1_priority}}</a:t>
            </a:r>
          </a:p>
        </p:txBody>
      </p:sp>
      <p:sp>
        <p:nvSpPr>
          <p:cNvPr id="43" name="Rectangle 42">
            <a:extLst>
              <a:ext uri="{FF2B5EF4-FFF2-40B4-BE49-F238E27FC236}">
                <a16:creationId xmlns:a16="http://schemas.microsoft.com/office/drawing/2014/main" id="{DB6052B4-62F5-EAFA-C2F9-286EBFDA52BD}"/>
              </a:ext>
            </a:extLst>
          </p:cNvPr>
          <p:cNvSpPr/>
          <p:nvPr userDrawn="1"/>
        </p:nvSpPr>
        <p:spPr>
          <a:xfrm>
            <a:off x="329184" y="1984248"/>
            <a:ext cx="11521440" cy="566928"/>
          </a:xfrm>
          <a:prstGeom prst="rect">
            <a:avLst/>
          </a:prstGeom>
          <a:solidFill>
            <a:srgbClr val="9F8AB8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44" name="Rectangle 43">
            <a:extLst>
              <a:ext uri="{FF2B5EF4-FFF2-40B4-BE49-F238E27FC236}">
                <a16:creationId xmlns:a16="http://schemas.microsoft.com/office/drawing/2014/main" id="{EA32691A-65D8-DAAC-BAA0-BD1E769AC5F0}"/>
              </a:ext>
            </a:extLst>
          </p:cNvPr>
          <p:cNvSpPr/>
          <p:nvPr userDrawn="1"/>
        </p:nvSpPr>
        <p:spPr>
          <a:xfrm>
            <a:off x="329184" y="2546604"/>
            <a:ext cx="11521440" cy="4572"/>
          </a:xfrm>
          <a:prstGeom prst="rect">
            <a:avLst/>
          </a:prstGeom>
          <a:solidFill>
            <a:srgbClr val="303A4A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45" name="Rounded Rectangle 47">
            <a:extLst>
              <a:ext uri="{FF2B5EF4-FFF2-40B4-BE49-F238E27FC236}">
                <a16:creationId xmlns:a16="http://schemas.microsoft.com/office/drawing/2014/main" id="{29A117FC-3F1C-A37F-B9B6-B864FFDCE10F}"/>
              </a:ext>
            </a:extLst>
          </p:cNvPr>
          <p:cNvSpPr/>
          <p:nvPr userDrawn="1"/>
        </p:nvSpPr>
        <p:spPr>
          <a:xfrm>
            <a:off x="402336" y="2121408"/>
            <a:ext cx="685800" cy="201168"/>
          </a:xfrm>
          <a:prstGeom prst="roundRect">
            <a:avLst/>
          </a:prstGeom>
          <a:noFill/>
          <a:ln w="5080">
            <a:solidFill>
              <a:srgbClr val="A78BFA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46" name="TextBox 45">
            <a:extLst>
              <a:ext uri="{FF2B5EF4-FFF2-40B4-BE49-F238E27FC236}">
                <a16:creationId xmlns:a16="http://schemas.microsoft.com/office/drawing/2014/main" id="{C8DF7543-80D2-2B28-152D-1F864C0EE13B}"/>
              </a:ext>
            </a:extLst>
          </p:cNvPr>
          <p:cNvSpPr txBox="1"/>
          <p:nvPr userDrawn="1"/>
        </p:nvSpPr>
        <p:spPr>
          <a:xfrm>
            <a:off x="329184" y="2121408"/>
            <a:ext cx="731519" cy="182880"/>
          </a:xfrm>
          <a:prstGeom prst="rect">
            <a:avLst/>
          </a:prstGeom>
          <a:noFill/>
        </p:spPr>
        <p:txBody>
          <a:bodyPr wrap="square"/>
          <a:lstStyle/>
          <a:p>
            <a:pPr algn="ctr">
              <a:defRPr sz="750" b="1">
                <a:solidFill>
                  <a:srgbClr val="A78BFA"/>
                </a:solidFill>
                <a:latin typeface="Calibri"/>
              </a:defRPr>
            </a:pPr>
            <a:r>
              <a:rPr dirty="0">
                <a:solidFill>
                  <a:schemeClr val="bg1"/>
                </a:solidFill>
              </a:rPr>
              <a:t>{{tactic_2_type}}</a:t>
            </a:r>
          </a:p>
        </p:txBody>
      </p:sp>
      <p:sp>
        <p:nvSpPr>
          <p:cNvPr id="47" name="TextBox 46">
            <a:extLst>
              <a:ext uri="{FF2B5EF4-FFF2-40B4-BE49-F238E27FC236}">
                <a16:creationId xmlns:a16="http://schemas.microsoft.com/office/drawing/2014/main" id="{A62EBCAE-C145-97DF-83F1-7DD9F0FFB24E}"/>
              </a:ext>
            </a:extLst>
          </p:cNvPr>
          <p:cNvSpPr txBox="1"/>
          <p:nvPr userDrawn="1"/>
        </p:nvSpPr>
        <p:spPr>
          <a:xfrm>
            <a:off x="1152144" y="2057400"/>
            <a:ext cx="1280160" cy="420623"/>
          </a:xfrm>
          <a:prstGeom prst="rect">
            <a:avLst/>
          </a:prstGeom>
          <a:noFill/>
        </p:spPr>
        <p:txBody>
          <a:bodyPr wrap="square"/>
          <a:lstStyle/>
          <a:p>
            <a:pPr>
              <a:defRPr sz="900" b="1">
                <a:solidFill>
                  <a:srgbClr val="F1F5F9"/>
                </a:solidFill>
                <a:latin typeface="Calibri"/>
              </a:defRPr>
            </a:pPr>
            <a:r>
              <a:t>{{tactic_2_name}}</a:t>
            </a:r>
          </a:p>
        </p:txBody>
      </p:sp>
      <p:sp>
        <p:nvSpPr>
          <p:cNvPr id="48" name="TextBox 47">
            <a:extLst>
              <a:ext uri="{FF2B5EF4-FFF2-40B4-BE49-F238E27FC236}">
                <a16:creationId xmlns:a16="http://schemas.microsoft.com/office/drawing/2014/main" id="{4095DD2B-656A-B6ED-3724-C777799CEB1D}"/>
              </a:ext>
            </a:extLst>
          </p:cNvPr>
          <p:cNvSpPr txBox="1"/>
          <p:nvPr userDrawn="1"/>
        </p:nvSpPr>
        <p:spPr>
          <a:xfrm>
            <a:off x="2478024" y="2039112"/>
            <a:ext cx="3246120" cy="457200"/>
          </a:xfrm>
          <a:prstGeom prst="rect">
            <a:avLst/>
          </a:prstGeom>
          <a:noFill/>
        </p:spPr>
        <p:txBody>
          <a:bodyPr wrap="square"/>
          <a:lstStyle/>
          <a:p>
            <a:pPr>
              <a:defRPr sz="800" b="0">
                <a:solidFill>
                  <a:srgbClr val="CBD5E1"/>
                </a:solidFill>
                <a:latin typeface="Calibri"/>
              </a:defRPr>
            </a:pPr>
            <a:r>
              <a:rPr>
                <a:solidFill>
                  <a:schemeClr val="bg1"/>
                </a:solidFill>
              </a:rPr>
              <a:t>{{tactic_2_desc}}</a:t>
            </a:r>
          </a:p>
        </p:txBody>
      </p:sp>
      <p:sp>
        <p:nvSpPr>
          <p:cNvPr id="49" name="TextBox 48">
            <a:extLst>
              <a:ext uri="{FF2B5EF4-FFF2-40B4-BE49-F238E27FC236}">
                <a16:creationId xmlns:a16="http://schemas.microsoft.com/office/drawing/2014/main" id="{5C6EE1DB-46F9-3000-1BA2-0D8F0BC81CC8}"/>
              </a:ext>
            </a:extLst>
          </p:cNvPr>
          <p:cNvSpPr txBox="1"/>
          <p:nvPr userDrawn="1"/>
        </p:nvSpPr>
        <p:spPr>
          <a:xfrm>
            <a:off x="5815584" y="2039112"/>
            <a:ext cx="2880360" cy="457200"/>
          </a:xfrm>
          <a:prstGeom prst="rect">
            <a:avLst/>
          </a:prstGeom>
          <a:noFill/>
        </p:spPr>
        <p:txBody>
          <a:bodyPr wrap="square"/>
          <a:lstStyle/>
          <a:p>
            <a:pPr>
              <a:defRPr sz="800" b="0">
                <a:solidFill>
                  <a:srgbClr val="CBD5E1"/>
                </a:solidFill>
                <a:latin typeface="Calibri"/>
              </a:defRPr>
            </a:pPr>
            <a:r>
              <a:rPr>
                <a:solidFill>
                  <a:schemeClr val="bg1"/>
                </a:solidFill>
              </a:rPr>
              <a:t>{{tactic_2_kpi}}</a:t>
            </a:r>
          </a:p>
        </p:txBody>
      </p:sp>
      <p:sp>
        <p:nvSpPr>
          <p:cNvPr id="50" name="Rounded Rectangle 52">
            <a:extLst>
              <a:ext uri="{FF2B5EF4-FFF2-40B4-BE49-F238E27FC236}">
                <a16:creationId xmlns:a16="http://schemas.microsoft.com/office/drawing/2014/main" id="{1E356FCD-4148-19D9-99CD-AB158248E824}"/>
              </a:ext>
            </a:extLst>
          </p:cNvPr>
          <p:cNvSpPr/>
          <p:nvPr userDrawn="1"/>
        </p:nvSpPr>
        <p:spPr>
          <a:xfrm>
            <a:off x="8693763" y="2121408"/>
            <a:ext cx="294790" cy="164592"/>
          </a:xfrm>
          <a:prstGeom prst="roundRect">
            <a:avLst/>
          </a:prstGeom>
          <a:solidFill>
            <a:srgbClr val="1E293B"/>
          </a:solidFill>
          <a:ln w="3810">
            <a:solidFill>
              <a:srgbClr val="303A4A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sz="500">
              <a:solidFill>
                <a:schemeClr val="bg1">
                  <a:lumMod val="85000"/>
                </a:schemeClr>
              </a:solidFill>
            </a:endParaRPr>
          </a:p>
        </p:txBody>
      </p:sp>
      <p:sp>
        <p:nvSpPr>
          <p:cNvPr id="51" name="TextBox 50">
            <a:extLst>
              <a:ext uri="{FF2B5EF4-FFF2-40B4-BE49-F238E27FC236}">
                <a16:creationId xmlns:a16="http://schemas.microsoft.com/office/drawing/2014/main" id="{48DDBF85-760C-B2B6-DA70-5E55A8236EC7}"/>
              </a:ext>
            </a:extLst>
          </p:cNvPr>
          <p:cNvSpPr txBox="1"/>
          <p:nvPr userDrawn="1"/>
        </p:nvSpPr>
        <p:spPr>
          <a:xfrm>
            <a:off x="8693763" y="2130552"/>
            <a:ext cx="294790" cy="146304"/>
          </a:xfrm>
          <a:prstGeom prst="rect">
            <a:avLst/>
          </a:prstGeom>
          <a:noFill/>
        </p:spPr>
        <p:txBody>
          <a:bodyPr wrap="square"/>
          <a:lstStyle/>
          <a:p>
            <a:pPr algn="ctr">
              <a:defRPr sz="600" b="1">
                <a:solidFill>
                  <a:srgbClr val="64748B"/>
                </a:solidFill>
                <a:latin typeface="Calibri"/>
              </a:defRPr>
            </a:pPr>
            <a:r>
              <a:rPr sz="500">
                <a:solidFill>
                  <a:schemeClr val="bg1">
                    <a:lumMod val="85000"/>
                  </a:schemeClr>
                </a:solidFill>
              </a:rPr>
              <a:t>Q1</a:t>
            </a:r>
          </a:p>
        </p:txBody>
      </p:sp>
      <p:sp>
        <p:nvSpPr>
          <p:cNvPr id="52" name="Rounded Rectangle 54">
            <a:extLst>
              <a:ext uri="{FF2B5EF4-FFF2-40B4-BE49-F238E27FC236}">
                <a16:creationId xmlns:a16="http://schemas.microsoft.com/office/drawing/2014/main" id="{95711134-2D65-1A6E-7E4C-5FC83E8DA766}"/>
              </a:ext>
            </a:extLst>
          </p:cNvPr>
          <p:cNvSpPr/>
          <p:nvPr userDrawn="1"/>
        </p:nvSpPr>
        <p:spPr>
          <a:xfrm>
            <a:off x="8922363" y="2121408"/>
            <a:ext cx="294790" cy="164592"/>
          </a:xfrm>
          <a:prstGeom prst="roundRect">
            <a:avLst/>
          </a:prstGeom>
          <a:solidFill>
            <a:srgbClr val="1E293B"/>
          </a:solidFill>
          <a:ln w="3810">
            <a:solidFill>
              <a:srgbClr val="303A4A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sz="500">
              <a:solidFill>
                <a:schemeClr val="bg1">
                  <a:lumMod val="85000"/>
                </a:schemeClr>
              </a:solidFill>
            </a:endParaRPr>
          </a:p>
        </p:txBody>
      </p:sp>
      <p:sp>
        <p:nvSpPr>
          <p:cNvPr id="53" name="TextBox 52">
            <a:extLst>
              <a:ext uri="{FF2B5EF4-FFF2-40B4-BE49-F238E27FC236}">
                <a16:creationId xmlns:a16="http://schemas.microsoft.com/office/drawing/2014/main" id="{EB6BF499-A177-4A79-0675-66B17B1F97F2}"/>
              </a:ext>
            </a:extLst>
          </p:cNvPr>
          <p:cNvSpPr txBox="1"/>
          <p:nvPr userDrawn="1"/>
        </p:nvSpPr>
        <p:spPr>
          <a:xfrm>
            <a:off x="8922363" y="2130552"/>
            <a:ext cx="294790" cy="146304"/>
          </a:xfrm>
          <a:prstGeom prst="rect">
            <a:avLst/>
          </a:prstGeom>
          <a:noFill/>
        </p:spPr>
        <p:txBody>
          <a:bodyPr wrap="square"/>
          <a:lstStyle/>
          <a:p>
            <a:pPr algn="ctr">
              <a:defRPr sz="600" b="1">
                <a:solidFill>
                  <a:srgbClr val="64748B"/>
                </a:solidFill>
                <a:latin typeface="Calibri"/>
              </a:defRPr>
            </a:pPr>
            <a:r>
              <a:rPr sz="500">
                <a:solidFill>
                  <a:schemeClr val="bg1">
                    <a:lumMod val="85000"/>
                  </a:schemeClr>
                </a:solidFill>
              </a:rPr>
              <a:t>Q2</a:t>
            </a:r>
          </a:p>
        </p:txBody>
      </p:sp>
      <p:sp>
        <p:nvSpPr>
          <p:cNvPr id="54" name="Rounded Rectangle 56">
            <a:extLst>
              <a:ext uri="{FF2B5EF4-FFF2-40B4-BE49-F238E27FC236}">
                <a16:creationId xmlns:a16="http://schemas.microsoft.com/office/drawing/2014/main" id="{C9CA5CEF-6AC9-6BAB-3467-6722C7259C8E}"/>
              </a:ext>
            </a:extLst>
          </p:cNvPr>
          <p:cNvSpPr/>
          <p:nvPr userDrawn="1"/>
        </p:nvSpPr>
        <p:spPr>
          <a:xfrm>
            <a:off x="9150963" y="2121408"/>
            <a:ext cx="294790" cy="164592"/>
          </a:xfrm>
          <a:prstGeom prst="roundRect">
            <a:avLst/>
          </a:prstGeom>
          <a:solidFill>
            <a:srgbClr val="1E293B"/>
          </a:solidFill>
          <a:ln w="3810">
            <a:solidFill>
              <a:srgbClr val="303A4A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sz="500">
              <a:solidFill>
                <a:schemeClr val="bg1">
                  <a:lumMod val="85000"/>
                </a:schemeClr>
              </a:solidFill>
            </a:endParaRPr>
          </a:p>
        </p:txBody>
      </p:sp>
      <p:sp>
        <p:nvSpPr>
          <p:cNvPr id="55" name="TextBox 54">
            <a:extLst>
              <a:ext uri="{FF2B5EF4-FFF2-40B4-BE49-F238E27FC236}">
                <a16:creationId xmlns:a16="http://schemas.microsoft.com/office/drawing/2014/main" id="{E9F73250-874A-7F07-03B9-52EE548DA08F}"/>
              </a:ext>
            </a:extLst>
          </p:cNvPr>
          <p:cNvSpPr txBox="1"/>
          <p:nvPr userDrawn="1"/>
        </p:nvSpPr>
        <p:spPr>
          <a:xfrm>
            <a:off x="9150963" y="2130552"/>
            <a:ext cx="294790" cy="146304"/>
          </a:xfrm>
          <a:prstGeom prst="rect">
            <a:avLst/>
          </a:prstGeom>
          <a:noFill/>
        </p:spPr>
        <p:txBody>
          <a:bodyPr wrap="square"/>
          <a:lstStyle/>
          <a:p>
            <a:pPr algn="ctr">
              <a:defRPr sz="600" b="1">
                <a:solidFill>
                  <a:srgbClr val="64748B"/>
                </a:solidFill>
                <a:latin typeface="Calibri"/>
              </a:defRPr>
            </a:pPr>
            <a:r>
              <a:rPr sz="500">
                <a:solidFill>
                  <a:schemeClr val="bg1">
                    <a:lumMod val="85000"/>
                  </a:schemeClr>
                </a:solidFill>
              </a:rPr>
              <a:t>Q3</a:t>
            </a:r>
          </a:p>
        </p:txBody>
      </p:sp>
      <p:sp>
        <p:nvSpPr>
          <p:cNvPr id="56" name="Rounded Rectangle 58">
            <a:extLst>
              <a:ext uri="{FF2B5EF4-FFF2-40B4-BE49-F238E27FC236}">
                <a16:creationId xmlns:a16="http://schemas.microsoft.com/office/drawing/2014/main" id="{60614D8F-E2EA-7224-9EF7-25343DE1304C}"/>
              </a:ext>
            </a:extLst>
          </p:cNvPr>
          <p:cNvSpPr/>
          <p:nvPr userDrawn="1"/>
        </p:nvSpPr>
        <p:spPr>
          <a:xfrm>
            <a:off x="9379563" y="2121408"/>
            <a:ext cx="294790" cy="164592"/>
          </a:xfrm>
          <a:prstGeom prst="roundRect">
            <a:avLst/>
          </a:prstGeom>
          <a:solidFill>
            <a:srgbClr val="1E293B"/>
          </a:solidFill>
          <a:ln w="3810">
            <a:solidFill>
              <a:srgbClr val="303A4A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sz="500">
              <a:solidFill>
                <a:schemeClr val="bg1">
                  <a:lumMod val="85000"/>
                </a:schemeClr>
              </a:solidFill>
            </a:endParaRPr>
          </a:p>
        </p:txBody>
      </p:sp>
      <p:sp>
        <p:nvSpPr>
          <p:cNvPr id="57" name="TextBox 56">
            <a:extLst>
              <a:ext uri="{FF2B5EF4-FFF2-40B4-BE49-F238E27FC236}">
                <a16:creationId xmlns:a16="http://schemas.microsoft.com/office/drawing/2014/main" id="{D20A9957-1A61-8B8B-D27A-504E2F4C2045}"/>
              </a:ext>
            </a:extLst>
          </p:cNvPr>
          <p:cNvSpPr txBox="1"/>
          <p:nvPr userDrawn="1"/>
        </p:nvSpPr>
        <p:spPr>
          <a:xfrm>
            <a:off x="9379563" y="2130552"/>
            <a:ext cx="294790" cy="146304"/>
          </a:xfrm>
          <a:prstGeom prst="rect">
            <a:avLst/>
          </a:prstGeom>
          <a:noFill/>
        </p:spPr>
        <p:txBody>
          <a:bodyPr wrap="square"/>
          <a:lstStyle/>
          <a:p>
            <a:pPr algn="ctr">
              <a:defRPr sz="600" b="1">
                <a:solidFill>
                  <a:srgbClr val="64748B"/>
                </a:solidFill>
                <a:latin typeface="Calibri"/>
              </a:defRPr>
            </a:pPr>
            <a:r>
              <a:rPr sz="500">
                <a:solidFill>
                  <a:schemeClr val="bg1">
                    <a:lumMod val="85000"/>
                  </a:schemeClr>
                </a:solidFill>
              </a:rPr>
              <a:t>Q4</a:t>
            </a:r>
          </a:p>
        </p:txBody>
      </p:sp>
      <p:sp>
        <p:nvSpPr>
          <p:cNvPr id="58" name="Rounded Rectangle 60">
            <a:extLst>
              <a:ext uri="{FF2B5EF4-FFF2-40B4-BE49-F238E27FC236}">
                <a16:creationId xmlns:a16="http://schemas.microsoft.com/office/drawing/2014/main" id="{F8F3E461-25AF-9353-5102-5E48F53D4061}"/>
              </a:ext>
            </a:extLst>
          </p:cNvPr>
          <p:cNvSpPr/>
          <p:nvPr userDrawn="1"/>
        </p:nvSpPr>
        <p:spPr>
          <a:xfrm>
            <a:off x="9608163" y="2121408"/>
            <a:ext cx="294790" cy="164592"/>
          </a:xfrm>
          <a:prstGeom prst="roundRect">
            <a:avLst/>
          </a:prstGeom>
          <a:solidFill>
            <a:srgbClr val="162032"/>
          </a:solidFill>
          <a:ln w="3810">
            <a:solidFill>
              <a:srgbClr val="303A4A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sz="500">
              <a:solidFill>
                <a:schemeClr val="bg1">
                  <a:lumMod val="85000"/>
                </a:schemeClr>
              </a:solidFill>
            </a:endParaRPr>
          </a:p>
        </p:txBody>
      </p:sp>
      <p:sp>
        <p:nvSpPr>
          <p:cNvPr id="59" name="TextBox 58">
            <a:extLst>
              <a:ext uri="{FF2B5EF4-FFF2-40B4-BE49-F238E27FC236}">
                <a16:creationId xmlns:a16="http://schemas.microsoft.com/office/drawing/2014/main" id="{778D1B5D-308E-5B92-46FE-5D9679F08532}"/>
              </a:ext>
            </a:extLst>
          </p:cNvPr>
          <p:cNvSpPr txBox="1"/>
          <p:nvPr userDrawn="1"/>
        </p:nvSpPr>
        <p:spPr>
          <a:xfrm>
            <a:off x="9608163" y="2130552"/>
            <a:ext cx="294790" cy="146304"/>
          </a:xfrm>
          <a:prstGeom prst="rect">
            <a:avLst/>
          </a:prstGeom>
          <a:noFill/>
        </p:spPr>
        <p:txBody>
          <a:bodyPr wrap="square"/>
          <a:lstStyle/>
          <a:p>
            <a:pPr algn="ctr">
              <a:defRPr sz="600" b="1">
                <a:solidFill>
                  <a:srgbClr val="64748B"/>
                </a:solidFill>
                <a:latin typeface="Calibri"/>
              </a:defRPr>
            </a:pPr>
            <a:r>
              <a:rPr sz="500">
                <a:solidFill>
                  <a:schemeClr val="bg1">
                    <a:lumMod val="85000"/>
                  </a:schemeClr>
                </a:solidFill>
              </a:rPr>
              <a:t>Q1</a:t>
            </a:r>
          </a:p>
        </p:txBody>
      </p:sp>
      <p:sp>
        <p:nvSpPr>
          <p:cNvPr id="60" name="Rounded Rectangle 62">
            <a:extLst>
              <a:ext uri="{FF2B5EF4-FFF2-40B4-BE49-F238E27FC236}">
                <a16:creationId xmlns:a16="http://schemas.microsoft.com/office/drawing/2014/main" id="{2442399C-6B50-1FD1-1CCA-3FC84A407890}"/>
              </a:ext>
            </a:extLst>
          </p:cNvPr>
          <p:cNvSpPr/>
          <p:nvPr userDrawn="1"/>
        </p:nvSpPr>
        <p:spPr>
          <a:xfrm>
            <a:off x="9836763" y="2121408"/>
            <a:ext cx="294790" cy="164592"/>
          </a:xfrm>
          <a:prstGeom prst="roundRect">
            <a:avLst/>
          </a:prstGeom>
          <a:solidFill>
            <a:srgbClr val="162032"/>
          </a:solidFill>
          <a:ln w="3810">
            <a:solidFill>
              <a:srgbClr val="303A4A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sz="500">
              <a:solidFill>
                <a:schemeClr val="bg1">
                  <a:lumMod val="85000"/>
                </a:schemeClr>
              </a:solidFill>
            </a:endParaRPr>
          </a:p>
        </p:txBody>
      </p:sp>
      <p:sp>
        <p:nvSpPr>
          <p:cNvPr id="61" name="TextBox 60">
            <a:extLst>
              <a:ext uri="{FF2B5EF4-FFF2-40B4-BE49-F238E27FC236}">
                <a16:creationId xmlns:a16="http://schemas.microsoft.com/office/drawing/2014/main" id="{6D21ECDC-9859-667B-A6EC-15B643B825A6}"/>
              </a:ext>
            </a:extLst>
          </p:cNvPr>
          <p:cNvSpPr txBox="1"/>
          <p:nvPr userDrawn="1"/>
        </p:nvSpPr>
        <p:spPr>
          <a:xfrm>
            <a:off x="9836763" y="2130552"/>
            <a:ext cx="294790" cy="146304"/>
          </a:xfrm>
          <a:prstGeom prst="rect">
            <a:avLst/>
          </a:prstGeom>
          <a:noFill/>
        </p:spPr>
        <p:txBody>
          <a:bodyPr wrap="square"/>
          <a:lstStyle/>
          <a:p>
            <a:pPr algn="ctr">
              <a:defRPr sz="600" b="1">
                <a:solidFill>
                  <a:srgbClr val="64748B"/>
                </a:solidFill>
                <a:latin typeface="Calibri"/>
              </a:defRPr>
            </a:pPr>
            <a:r>
              <a:rPr sz="500">
                <a:solidFill>
                  <a:schemeClr val="bg1">
                    <a:lumMod val="85000"/>
                  </a:schemeClr>
                </a:solidFill>
              </a:rPr>
              <a:t>Q2</a:t>
            </a:r>
          </a:p>
        </p:txBody>
      </p:sp>
      <p:sp>
        <p:nvSpPr>
          <p:cNvPr id="62" name="TextBox 61">
            <a:extLst>
              <a:ext uri="{FF2B5EF4-FFF2-40B4-BE49-F238E27FC236}">
                <a16:creationId xmlns:a16="http://schemas.microsoft.com/office/drawing/2014/main" id="{CE7E98A4-F073-11F6-2FFB-BD78A4D3D3BD}"/>
              </a:ext>
            </a:extLst>
          </p:cNvPr>
          <p:cNvSpPr txBox="1"/>
          <p:nvPr userDrawn="1"/>
        </p:nvSpPr>
        <p:spPr>
          <a:xfrm>
            <a:off x="8721707" y="2322576"/>
            <a:ext cx="2009933" cy="109728"/>
          </a:xfrm>
          <a:prstGeom prst="rect">
            <a:avLst/>
          </a:prstGeom>
          <a:noFill/>
        </p:spPr>
        <p:txBody>
          <a:bodyPr wrap="square"/>
          <a:lstStyle/>
          <a:p>
            <a:pPr>
              <a:defRPr sz="550" b="0">
                <a:solidFill>
                  <a:srgbClr val="64748B"/>
                </a:solidFill>
                <a:latin typeface="Calibri"/>
              </a:defRPr>
            </a:pPr>
            <a:r>
              <a:rPr sz="800">
                <a:solidFill>
                  <a:schemeClr val="bg1"/>
                </a:solidFill>
              </a:rPr>
              <a:t>2027 ——— 2028</a:t>
            </a:r>
          </a:p>
        </p:txBody>
      </p:sp>
      <p:sp>
        <p:nvSpPr>
          <p:cNvPr id="63" name="Rounded Rectangle 65">
            <a:extLst>
              <a:ext uri="{FF2B5EF4-FFF2-40B4-BE49-F238E27FC236}">
                <a16:creationId xmlns:a16="http://schemas.microsoft.com/office/drawing/2014/main" id="{5CDF2588-7F5E-1BB5-AE9F-3CEDFC78F155}"/>
              </a:ext>
            </a:extLst>
          </p:cNvPr>
          <p:cNvSpPr/>
          <p:nvPr userDrawn="1"/>
        </p:nvSpPr>
        <p:spPr>
          <a:xfrm>
            <a:off x="10341863" y="2121408"/>
            <a:ext cx="640080" cy="201168"/>
          </a:xfrm>
          <a:prstGeom prst="roundRect">
            <a:avLst/>
          </a:prstGeom>
          <a:noFill/>
          <a:ln w="3810">
            <a:solidFill>
              <a:srgbClr val="303A4A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64" name="TextBox 63">
            <a:extLst>
              <a:ext uri="{FF2B5EF4-FFF2-40B4-BE49-F238E27FC236}">
                <a16:creationId xmlns:a16="http://schemas.microsoft.com/office/drawing/2014/main" id="{C20F9980-38CA-D329-3220-C4D8AACCFDBA}"/>
              </a:ext>
            </a:extLst>
          </p:cNvPr>
          <p:cNvSpPr txBox="1"/>
          <p:nvPr userDrawn="1"/>
        </p:nvSpPr>
        <p:spPr>
          <a:xfrm>
            <a:off x="10360152" y="2139696"/>
            <a:ext cx="603504" cy="164592"/>
          </a:xfrm>
          <a:prstGeom prst="rect">
            <a:avLst/>
          </a:prstGeom>
          <a:noFill/>
        </p:spPr>
        <p:txBody>
          <a:bodyPr wrap="square"/>
          <a:lstStyle/>
          <a:p>
            <a:pPr algn="ctr">
              <a:defRPr sz="750" b="1">
                <a:solidFill>
                  <a:srgbClr val="94A3B8"/>
                </a:solidFill>
                <a:latin typeface="Calibri"/>
              </a:defRPr>
            </a:pPr>
            <a:r>
              <a:rPr>
                <a:solidFill>
                  <a:schemeClr val="bg1"/>
                </a:solidFill>
              </a:rPr>
              <a:t>{{tactic_2_priority}}</a:t>
            </a:r>
          </a:p>
        </p:txBody>
      </p:sp>
      <p:sp>
        <p:nvSpPr>
          <p:cNvPr id="65" name="Rectangle 64">
            <a:extLst>
              <a:ext uri="{FF2B5EF4-FFF2-40B4-BE49-F238E27FC236}">
                <a16:creationId xmlns:a16="http://schemas.microsoft.com/office/drawing/2014/main" id="{B9689D0E-6F3D-157F-D0A4-6FD70BF1BD98}"/>
              </a:ext>
            </a:extLst>
          </p:cNvPr>
          <p:cNvSpPr/>
          <p:nvPr userDrawn="1"/>
        </p:nvSpPr>
        <p:spPr>
          <a:xfrm>
            <a:off x="329184" y="2551176"/>
            <a:ext cx="11521440" cy="566928"/>
          </a:xfrm>
          <a:prstGeom prst="rect">
            <a:avLst/>
          </a:prstGeom>
          <a:solidFill>
            <a:schemeClr val="bg1">
              <a:lumMod val="95000"/>
            </a:schemeClr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66" name="Rectangle 65">
            <a:extLst>
              <a:ext uri="{FF2B5EF4-FFF2-40B4-BE49-F238E27FC236}">
                <a16:creationId xmlns:a16="http://schemas.microsoft.com/office/drawing/2014/main" id="{3482F676-D02A-369E-A9FD-102E1A7419CC}"/>
              </a:ext>
            </a:extLst>
          </p:cNvPr>
          <p:cNvSpPr/>
          <p:nvPr userDrawn="1"/>
        </p:nvSpPr>
        <p:spPr>
          <a:xfrm>
            <a:off x="329184" y="3113532"/>
            <a:ext cx="11521440" cy="4572"/>
          </a:xfrm>
          <a:prstGeom prst="rect">
            <a:avLst/>
          </a:prstGeom>
          <a:solidFill>
            <a:srgbClr val="303A4A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67" name="Rounded Rectangle 69">
            <a:extLst>
              <a:ext uri="{FF2B5EF4-FFF2-40B4-BE49-F238E27FC236}">
                <a16:creationId xmlns:a16="http://schemas.microsoft.com/office/drawing/2014/main" id="{4F13F011-42D9-B469-FE0D-2C0311A4AFCE}"/>
              </a:ext>
            </a:extLst>
          </p:cNvPr>
          <p:cNvSpPr/>
          <p:nvPr userDrawn="1"/>
        </p:nvSpPr>
        <p:spPr>
          <a:xfrm>
            <a:off x="402336" y="2688336"/>
            <a:ext cx="685800" cy="201168"/>
          </a:xfrm>
          <a:prstGeom prst="roundRect">
            <a:avLst/>
          </a:prstGeom>
          <a:noFill/>
          <a:ln w="5080">
            <a:solidFill>
              <a:srgbClr val="A78BFA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68" name="TextBox 67">
            <a:extLst>
              <a:ext uri="{FF2B5EF4-FFF2-40B4-BE49-F238E27FC236}">
                <a16:creationId xmlns:a16="http://schemas.microsoft.com/office/drawing/2014/main" id="{05F196E6-581D-81EB-824B-881CE8964A8F}"/>
              </a:ext>
            </a:extLst>
          </p:cNvPr>
          <p:cNvSpPr txBox="1"/>
          <p:nvPr userDrawn="1"/>
        </p:nvSpPr>
        <p:spPr>
          <a:xfrm>
            <a:off x="329184" y="2688336"/>
            <a:ext cx="731519" cy="182880"/>
          </a:xfrm>
          <a:prstGeom prst="rect">
            <a:avLst/>
          </a:prstGeom>
          <a:noFill/>
        </p:spPr>
        <p:txBody>
          <a:bodyPr wrap="square"/>
          <a:lstStyle/>
          <a:p>
            <a:pPr algn="ctr">
              <a:defRPr sz="750" b="1">
                <a:solidFill>
                  <a:srgbClr val="A78BFA"/>
                </a:solidFill>
                <a:latin typeface="Calibri"/>
              </a:defRPr>
            </a:pPr>
            <a:r>
              <a:rPr>
                <a:solidFill>
                  <a:schemeClr val="accent4">
                    <a:lumMod val="75000"/>
                  </a:schemeClr>
                </a:solidFill>
              </a:rPr>
              <a:t>{{tactic_3_type}}</a:t>
            </a:r>
          </a:p>
        </p:txBody>
      </p:sp>
      <p:sp>
        <p:nvSpPr>
          <p:cNvPr id="69" name="TextBox 68">
            <a:extLst>
              <a:ext uri="{FF2B5EF4-FFF2-40B4-BE49-F238E27FC236}">
                <a16:creationId xmlns:a16="http://schemas.microsoft.com/office/drawing/2014/main" id="{6FF8BD00-3394-ED42-1338-6C454C5E03F8}"/>
              </a:ext>
            </a:extLst>
          </p:cNvPr>
          <p:cNvSpPr txBox="1"/>
          <p:nvPr userDrawn="1"/>
        </p:nvSpPr>
        <p:spPr>
          <a:xfrm>
            <a:off x="1152144" y="2624328"/>
            <a:ext cx="1280160" cy="420623"/>
          </a:xfrm>
          <a:prstGeom prst="rect">
            <a:avLst/>
          </a:prstGeom>
          <a:noFill/>
        </p:spPr>
        <p:txBody>
          <a:bodyPr wrap="square"/>
          <a:lstStyle/>
          <a:p>
            <a:pPr>
              <a:defRPr sz="900" b="1">
                <a:solidFill>
                  <a:srgbClr val="F1F5F9"/>
                </a:solidFill>
                <a:latin typeface="Calibri"/>
              </a:defRPr>
            </a:pPr>
            <a:r>
              <a:rPr>
                <a:solidFill>
                  <a:schemeClr val="accent4">
                    <a:lumMod val="75000"/>
                  </a:schemeClr>
                </a:solidFill>
              </a:rPr>
              <a:t>{{tactic_3_name}}</a:t>
            </a:r>
          </a:p>
        </p:txBody>
      </p:sp>
      <p:sp>
        <p:nvSpPr>
          <p:cNvPr id="70" name="TextBox 69">
            <a:extLst>
              <a:ext uri="{FF2B5EF4-FFF2-40B4-BE49-F238E27FC236}">
                <a16:creationId xmlns:a16="http://schemas.microsoft.com/office/drawing/2014/main" id="{465DD772-95B7-608B-CCC6-8BAFC8DACF60}"/>
              </a:ext>
            </a:extLst>
          </p:cNvPr>
          <p:cNvSpPr txBox="1"/>
          <p:nvPr userDrawn="1"/>
        </p:nvSpPr>
        <p:spPr>
          <a:xfrm>
            <a:off x="2478024" y="2606040"/>
            <a:ext cx="3246120" cy="457200"/>
          </a:xfrm>
          <a:prstGeom prst="rect">
            <a:avLst/>
          </a:prstGeom>
          <a:noFill/>
        </p:spPr>
        <p:txBody>
          <a:bodyPr wrap="square"/>
          <a:lstStyle/>
          <a:p>
            <a:pPr>
              <a:defRPr sz="800" b="0">
                <a:solidFill>
                  <a:srgbClr val="CBD5E1"/>
                </a:solidFill>
                <a:latin typeface="Calibri"/>
              </a:defRPr>
            </a:pPr>
            <a:r>
              <a:rPr>
                <a:solidFill>
                  <a:schemeClr val="accent4">
                    <a:lumMod val="50000"/>
                  </a:schemeClr>
                </a:solidFill>
              </a:rPr>
              <a:t>{{tactic_3_desc}}</a:t>
            </a:r>
          </a:p>
        </p:txBody>
      </p:sp>
      <p:sp>
        <p:nvSpPr>
          <p:cNvPr id="71" name="TextBox 70">
            <a:extLst>
              <a:ext uri="{FF2B5EF4-FFF2-40B4-BE49-F238E27FC236}">
                <a16:creationId xmlns:a16="http://schemas.microsoft.com/office/drawing/2014/main" id="{86A00456-516F-A288-4915-80ABE80244C6}"/>
              </a:ext>
            </a:extLst>
          </p:cNvPr>
          <p:cNvSpPr txBox="1"/>
          <p:nvPr userDrawn="1"/>
        </p:nvSpPr>
        <p:spPr>
          <a:xfrm>
            <a:off x="5815584" y="2606040"/>
            <a:ext cx="2880360" cy="457200"/>
          </a:xfrm>
          <a:prstGeom prst="rect">
            <a:avLst/>
          </a:prstGeom>
          <a:noFill/>
        </p:spPr>
        <p:txBody>
          <a:bodyPr wrap="square"/>
          <a:lstStyle/>
          <a:p>
            <a:pPr>
              <a:defRPr sz="800" b="0">
                <a:solidFill>
                  <a:srgbClr val="CBD5E1"/>
                </a:solidFill>
                <a:latin typeface="Calibri"/>
              </a:defRPr>
            </a:pPr>
            <a:r>
              <a:rPr>
                <a:solidFill>
                  <a:schemeClr val="accent4">
                    <a:lumMod val="50000"/>
                  </a:schemeClr>
                </a:solidFill>
              </a:rPr>
              <a:t>{{tactic_3_kpi}}</a:t>
            </a:r>
          </a:p>
        </p:txBody>
      </p:sp>
      <p:sp>
        <p:nvSpPr>
          <p:cNvPr id="72" name="Rounded Rectangle 74">
            <a:extLst>
              <a:ext uri="{FF2B5EF4-FFF2-40B4-BE49-F238E27FC236}">
                <a16:creationId xmlns:a16="http://schemas.microsoft.com/office/drawing/2014/main" id="{1D7B0066-405E-AFCA-A06E-86E38D5F3623}"/>
              </a:ext>
            </a:extLst>
          </p:cNvPr>
          <p:cNvSpPr/>
          <p:nvPr userDrawn="1"/>
        </p:nvSpPr>
        <p:spPr>
          <a:xfrm>
            <a:off x="8693763" y="2688336"/>
            <a:ext cx="294790" cy="164592"/>
          </a:xfrm>
          <a:prstGeom prst="roundRect">
            <a:avLst/>
          </a:prstGeom>
          <a:solidFill>
            <a:srgbClr val="1E293B"/>
          </a:solidFill>
          <a:ln w="3810">
            <a:solidFill>
              <a:srgbClr val="303A4A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sz="500">
              <a:solidFill>
                <a:schemeClr val="bg1">
                  <a:lumMod val="85000"/>
                </a:schemeClr>
              </a:solidFill>
            </a:endParaRPr>
          </a:p>
        </p:txBody>
      </p:sp>
      <p:sp>
        <p:nvSpPr>
          <p:cNvPr id="73" name="TextBox 72">
            <a:extLst>
              <a:ext uri="{FF2B5EF4-FFF2-40B4-BE49-F238E27FC236}">
                <a16:creationId xmlns:a16="http://schemas.microsoft.com/office/drawing/2014/main" id="{0850D59B-A6EB-0533-F7B1-4FCDCAD55302}"/>
              </a:ext>
            </a:extLst>
          </p:cNvPr>
          <p:cNvSpPr txBox="1"/>
          <p:nvPr userDrawn="1"/>
        </p:nvSpPr>
        <p:spPr>
          <a:xfrm>
            <a:off x="8693763" y="2697480"/>
            <a:ext cx="294790" cy="146304"/>
          </a:xfrm>
          <a:prstGeom prst="rect">
            <a:avLst/>
          </a:prstGeom>
          <a:noFill/>
        </p:spPr>
        <p:txBody>
          <a:bodyPr wrap="square"/>
          <a:lstStyle/>
          <a:p>
            <a:pPr algn="ctr">
              <a:defRPr sz="600" b="1">
                <a:solidFill>
                  <a:srgbClr val="64748B"/>
                </a:solidFill>
                <a:latin typeface="Calibri"/>
              </a:defRPr>
            </a:pPr>
            <a:r>
              <a:rPr sz="500">
                <a:solidFill>
                  <a:schemeClr val="bg1">
                    <a:lumMod val="85000"/>
                  </a:schemeClr>
                </a:solidFill>
              </a:rPr>
              <a:t>Q1</a:t>
            </a:r>
          </a:p>
        </p:txBody>
      </p:sp>
      <p:sp>
        <p:nvSpPr>
          <p:cNvPr id="74" name="Rounded Rectangle 76">
            <a:extLst>
              <a:ext uri="{FF2B5EF4-FFF2-40B4-BE49-F238E27FC236}">
                <a16:creationId xmlns:a16="http://schemas.microsoft.com/office/drawing/2014/main" id="{6C291711-04DC-5AC1-BADE-444E787A188C}"/>
              </a:ext>
            </a:extLst>
          </p:cNvPr>
          <p:cNvSpPr/>
          <p:nvPr userDrawn="1"/>
        </p:nvSpPr>
        <p:spPr>
          <a:xfrm>
            <a:off x="8922363" y="2688336"/>
            <a:ext cx="294790" cy="164592"/>
          </a:xfrm>
          <a:prstGeom prst="roundRect">
            <a:avLst/>
          </a:prstGeom>
          <a:solidFill>
            <a:srgbClr val="1E293B"/>
          </a:solidFill>
          <a:ln w="3810">
            <a:solidFill>
              <a:srgbClr val="303A4A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sz="500">
              <a:solidFill>
                <a:schemeClr val="bg1">
                  <a:lumMod val="85000"/>
                </a:schemeClr>
              </a:solidFill>
            </a:endParaRPr>
          </a:p>
        </p:txBody>
      </p:sp>
      <p:sp>
        <p:nvSpPr>
          <p:cNvPr id="75" name="TextBox 74">
            <a:extLst>
              <a:ext uri="{FF2B5EF4-FFF2-40B4-BE49-F238E27FC236}">
                <a16:creationId xmlns:a16="http://schemas.microsoft.com/office/drawing/2014/main" id="{F6CB091F-D092-493E-D1FF-E0B83D4237F1}"/>
              </a:ext>
            </a:extLst>
          </p:cNvPr>
          <p:cNvSpPr txBox="1"/>
          <p:nvPr userDrawn="1"/>
        </p:nvSpPr>
        <p:spPr>
          <a:xfrm>
            <a:off x="8922363" y="2697480"/>
            <a:ext cx="294790" cy="146304"/>
          </a:xfrm>
          <a:prstGeom prst="rect">
            <a:avLst/>
          </a:prstGeom>
          <a:noFill/>
        </p:spPr>
        <p:txBody>
          <a:bodyPr wrap="square"/>
          <a:lstStyle/>
          <a:p>
            <a:pPr algn="ctr">
              <a:defRPr sz="600" b="1">
                <a:solidFill>
                  <a:srgbClr val="64748B"/>
                </a:solidFill>
                <a:latin typeface="Calibri"/>
              </a:defRPr>
            </a:pPr>
            <a:r>
              <a:rPr sz="500">
                <a:solidFill>
                  <a:schemeClr val="bg1">
                    <a:lumMod val="85000"/>
                  </a:schemeClr>
                </a:solidFill>
              </a:rPr>
              <a:t>Q2</a:t>
            </a:r>
          </a:p>
        </p:txBody>
      </p:sp>
      <p:sp>
        <p:nvSpPr>
          <p:cNvPr id="76" name="Rounded Rectangle 78">
            <a:extLst>
              <a:ext uri="{FF2B5EF4-FFF2-40B4-BE49-F238E27FC236}">
                <a16:creationId xmlns:a16="http://schemas.microsoft.com/office/drawing/2014/main" id="{B7BE2CF6-98A9-782F-929E-E733EB640125}"/>
              </a:ext>
            </a:extLst>
          </p:cNvPr>
          <p:cNvSpPr/>
          <p:nvPr userDrawn="1"/>
        </p:nvSpPr>
        <p:spPr>
          <a:xfrm>
            <a:off x="9150963" y="2688336"/>
            <a:ext cx="294790" cy="164592"/>
          </a:xfrm>
          <a:prstGeom prst="roundRect">
            <a:avLst/>
          </a:prstGeom>
          <a:solidFill>
            <a:srgbClr val="1E293B"/>
          </a:solidFill>
          <a:ln w="3810">
            <a:solidFill>
              <a:srgbClr val="303A4A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sz="500">
              <a:solidFill>
                <a:schemeClr val="bg1">
                  <a:lumMod val="85000"/>
                </a:schemeClr>
              </a:solidFill>
            </a:endParaRPr>
          </a:p>
        </p:txBody>
      </p:sp>
      <p:sp>
        <p:nvSpPr>
          <p:cNvPr id="77" name="TextBox 76">
            <a:extLst>
              <a:ext uri="{FF2B5EF4-FFF2-40B4-BE49-F238E27FC236}">
                <a16:creationId xmlns:a16="http://schemas.microsoft.com/office/drawing/2014/main" id="{4D37B605-06B3-5643-DE32-6FC1C3791DF9}"/>
              </a:ext>
            </a:extLst>
          </p:cNvPr>
          <p:cNvSpPr txBox="1"/>
          <p:nvPr userDrawn="1"/>
        </p:nvSpPr>
        <p:spPr>
          <a:xfrm>
            <a:off x="9150963" y="2697480"/>
            <a:ext cx="294790" cy="146304"/>
          </a:xfrm>
          <a:prstGeom prst="rect">
            <a:avLst/>
          </a:prstGeom>
          <a:noFill/>
        </p:spPr>
        <p:txBody>
          <a:bodyPr wrap="square"/>
          <a:lstStyle/>
          <a:p>
            <a:pPr algn="ctr">
              <a:defRPr sz="600" b="1">
                <a:solidFill>
                  <a:srgbClr val="64748B"/>
                </a:solidFill>
                <a:latin typeface="Calibri"/>
              </a:defRPr>
            </a:pPr>
            <a:r>
              <a:rPr sz="500">
                <a:solidFill>
                  <a:schemeClr val="bg1">
                    <a:lumMod val="85000"/>
                  </a:schemeClr>
                </a:solidFill>
              </a:rPr>
              <a:t>Q3</a:t>
            </a:r>
          </a:p>
        </p:txBody>
      </p:sp>
      <p:sp>
        <p:nvSpPr>
          <p:cNvPr id="78" name="Rounded Rectangle 80">
            <a:extLst>
              <a:ext uri="{FF2B5EF4-FFF2-40B4-BE49-F238E27FC236}">
                <a16:creationId xmlns:a16="http://schemas.microsoft.com/office/drawing/2014/main" id="{06FE3E88-747F-BA7F-0423-66C83945B572}"/>
              </a:ext>
            </a:extLst>
          </p:cNvPr>
          <p:cNvSpPr/>
          <p:nvPr userDrawn="1"/>
        </p:nvSpPr>
        <p:spPr>
          <a:xfrm>
            <a:off x="9379563" y="2688336"/>
            <a:ext cx="294790" cy="164592"/>
          </a:xfrm>
          <a:prstGeom prst="roundRect">
            <a:avLst/>
          </a:prstGeom>
          <a:solidFill>
            <a:srgbClr val="1E293B"/>
          </a:solidFill>
          <a:ln w="3810">
            <a:solidFill>
              <a:srgbClr val="303A4A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sz="500">
              <a:solidFill>
                <a:schemeClr val="bg1">
                  <a:lumMod val="85000"/>
                </a:schemeClr>
              </a:solidFill>
            </a:endParaRPr>
          </a:p>
        </p:txBody>
      </p:sp>
      <p:sp>
        <p:nvSpPr>
          <p:cNvPr id="79" name="TextBox 78">
            <a:extLst>
              <a:ext uri="{FF2B5EF4-FFF2-40B4-BE49-F238E27FC236}">
                <a16:creationId xmlns:a16="http://schemas.microsoft.com/office/drawing/2014/main" id="{7094795B-FF44-F3CC-8ADA-1829F8B47D82}"/>
              </a:ext>
            </a:extLst>
          </p:cNvPr>
          <p:cNvSpPr txBox="1"/>
          <p:nvPr userDrawn="1"/>
        </p:nvSpPr>
        <p:spPr>
          <a:xfrm>
            <a:off x="9379563" y="2697480"/>
            <a:ext cx="294790" cy="146304"/>
          </a:xfrm>
          <a:prstGeom prst="rect">
            <a:avLst/>
          </a:prstGeom>
          <a:noFill/>
        </p:spPr>
        <p:txBody>
          <a:bodyPr wrap="square"/>
          <a:lstStyle/>
          <a:p>
            <a:pPr algn="ctr">
              <a:defRPr sz="600" b="1">
                <a:solidFill>
                  <a:srgbClr val="64748B"/>
                </a:solidFill>
                <a:latin typeface="Calibri"/>
              </a:defRPr>
            </a:pPr>
            <a:r>
              <a:rPr sz="500">
                <a:solidFill>
                  <a:schemeClr val="bg1">
                    <a:lumMod val="85000"/>
                  </a:schemeClr>
                </a:solidFill>
              </a:rPr>
              <a:t>Q4</a:t>
            </a:r>
          </a:p>
        </p:txBody>
      </p:sp>
      <p:sp>
        <p:nvSpPr>
          <p:cNvPr id="80" name="Rounded Rectangle 82">
            <a:extLst>
              <a:ext uri="{FF2B5EF4-FFF2-40B4-BE49-F238E27FC236}">
                <a16:creationId xmlns:a16="http://schemas.microsoft.com/office/drawing/2014/main" id="{14E78BD4-12D7-400A-8BA8-94F7D04032FE}"/>
              </a:ext>
            </a:extLst>
          </p:cNvPr>
          <p:cNvSpPr/>
          <p:nvPr userDrawn="1"/>
        </p:nvSpPr>
        <p:spPr>
          <a:xfrm>
            <a:off x="9608163" y="2688336"/>
            <a:ext cx="294790" cy="164592"/>
          </a:xfrm>
          <a:prstGeom prst="roundRect">
            <a:avLst/>
          </a:prstGeom>
          <a:solidFill>
            <a:srgbClr val="162032"/>
          </a:solidFill>
          <a:ln w="3810">
            <a:solidFill>
              <a:srgbClr val="303A4A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sz="500">
              <a:solidFill>
                <a:schemeClr val="bg1">
                  <a:lumMod val="85000"/>
                </a:schemeClr>
              </a:solidFill>
            </a:endParaRPr>
          </a:p>
        </p:txBody>
      </p:sp>
      <p:sp>
        <p:nvSpPr>
          <p:cNvPr id="81" name="TextBox 80">
            <a:extLst>
              <a:ext uri="{FF2B5EF4-FFF2-40B4-BE49-F238E27FC236}">
                <a16:creationId xmlns:a16="http://schemas.microsoft.com/office/drawing/2014/main" id="{131C3E53-EA94-50B1-190C-EA373D4F3C03}"/>
              </a:ext>
            </a:extLst>
          </p:cNvPr>
          <p:cNvSpPr txBox="1"/>
          <p:nvPr userDrawn="1"/>
        </p:nvSpPr>
        <p:spPr>
          <a:xfrm>
            <a:off x="9608163" y="2697480"/>
            <a:ext cx="294790" cy="146304"/>
          </a:xfrm>
          <a:prstGeom prst="rect">
            <a:avLst/>
          </a:prstGeom>
          <a:noFill/>
        </p:spPr>
        <p:txBody>
          <a:bodyPr wrap="square"/>
          <a:lstStyle/>
          <a:p>
            <a:pPr algn="ctr">
              <a:defRPr sz="600" b="1">
                <a:solidFill>
                  <a:srgbClr val="64748B"/>
                </a:solidFill>
                <a:latin typeface="Calibri"/>
              </a:defRPr>
            </a:pPr>
            <a:r>
              <a:rPr sz="500">
                <a:solidFill>
                  <a:schemeClr val="bg1">
                    <a:lumMod val="85000"/>
                  </a:schemeClr>
                </a:solidFill>
              </a:rPr>
              <a:t>Q1</a:t>
            </a:r>
          </a:p>
        </p:txBody>
      </p:sp>
      <p:sp>
        <p:nvSpPr>
          <p:cNvPr id="82" name="Rounded Rectangle 84">
            <a:extLst>
              <a:ext uri="{FF2B5EF4-FFF2-40B4-BE49-F238E27FC236}">
                <a16:creationId xmlns:a16="http://schemas.microsoft.com/office/drawing/2014/main" id="{FB505EF4-9AEB-6CCB-D015-1DAC5CDA2B40}"/>
              </a:ext>
            </a:extLst>
          </p:cNvPr>
          <p:cNvSpPr/>
          <p:nvPr userDrawn="1"/>
        </p:nvSpPr>
        <p:spPr>
          <a:xfrm>
            <a:off x="9836763" y="2688336"/>
            <a:ext cx="294790" cy="164592"/>
          </a:xfrm>
          <a:prstGeom prst="roundRect">
            <a:avLst/>
          </a:prstGeom>
          <a:solidFill>
            <a:srgbClr val="162032"/>
          </a:solidFill>
          <a:ln w="3810">
            <a:solidFill>
              <a:srgbClr val="303A4A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sz="500">
              <a:solidFill>
                <a:schemeClr val="bg1">
                  <a:lumMod val="85000"/>
                </a:schemeClr>
              </a:solidFill>
            </a:endParaRPr>
          </a:p>
        </p:txBody>
      </p:sp>
      <p:sp>
        <p:nvSpPr>
          <p:cNvPr id="83" name="TextBox 82">
            <a:extLst>
              <a:ext uri="{FF2B5EF4-FFF2-40B4-BE49-F238E27FC236}">
                <a16:creationId xmlns:a16="http://schemas.microsoft.com/office/drawing/2014/main" id="{87B2637E-BA03-B2A2-5760-1CC67368D003}"/>
              </a:ext>
            </a:extLst>
          </p:cNvPr>
          <p:cNvSpPr txBox="1"/>
          <p:nvPr userDrawn="1"/>
        </p:nvSpPr>
        <p:spPr>
          <a:xfrm>
            <a:off x="9836763" y="2697480"/>
            <a:ext cx="294790" cy="146304"/>
          </a:xfrm>
          <a:prstGeom prst="rect">
            <a:avLst/>
          </a:prstGeom>
          <a:noFill/>
        </p:spPr>
        <p:txBody>
          <a:bodyPr wrap="square"/>
          <a:lstStyle/>
          <a:p>
            <a:pPr algn="ctr">
              <a:defRPr sz="600" b="1">
                <a:solidFill>
                  <a:srgbClr val="64748B"/>
                </a:solidFill>
                <a:latin typeface="Calibri"/>
              </a:defRPr>
            </a:pPr>
            <a:r>
              <a:rPr sz="500">
                <a:solidFill>
                  <a:schemeClr val="bg1">
                    <a:lumMod val="85000"/>
                  </a:schemeClr>
                </a:solidFill>
              </a:rPr>
              <a:t>Q2</a:t>
            </a:r>
          </a:p>
        </p:txBody>
      </p:sp>
      <p:sp>
        <p:nvSpPr>
          <p:cNvPr id="84" name="TextBox 83">
            <a:extLst>
              <a:ext uri="{FF2B5EF4-FFF2-40B4-BE49-F238E27FC236}">
                <a16:creationId xmlns:a16="http://schemas.microsoft.com/office/drawing/2014/main" id="{381BF47D-4E8B-7FE6-1370-CDFA854186E3}"/>
              </a:ext>
            </a:extLst>
          </p:cNvPr>
          <p:cNvSpPr txBox="1"/>
          <p:nvPr userDrawn="1"/>
        </p:nvSpPr>
        <p:spPr>
          <a:xfrm>
            <a:off x="8721707" y="2889504"/>
            <a:ext cx="2009933" cy="109728"/>
          </a:xfrm>
          <a:prstGeom prst="rect">
            <a:avLst/>
          </a:prstGeom>
          <a:noFill/>
        </p:spPr>
        <p:txBody>
          <a:bodyPr wrap="square"/>
          <a:lstStyle/>
          <a:p>
            <a:pPr>
              <a:defRPr sz="550" b="0">
                <a:solidFill>
                  <a:srgbClr val="64748B"/>
                </a:solidFill>
                <a:latin typeface="Calibri"/>
              </a:defRPr>
            </a:pPr>
            <a:r>
              <a:rPr sz="800">
                <a:solidFill>
                  <a:schemeClr val="accent4">
                    <a:lumMod val="50000"/>
                  </a:schemeClr>
                </a:solidFill>
              </a:rPr>
              <a:t>2027 ——— 2028</a:t>
            </a:r>
          </a:p>
        </p:txBody>
      </p:sp>
      <p:sp>
        <p:nvSpPr>
          <p:cNvPr id="85" name="Rounded Rectangle 87">
            <a:extLst>
              <a:ext uri="{FF2B5EF4-FFF2-40B4-BE49-F238E27FC236}">
                <a16:creationId xmlns:a16="http://schemas.microsoft.com/office/drawing/2014/main" id="{DEA8A773-A54F-470A-AE48-0546380E9E2A}"/>
              </a:ext>
            </a:extLst>
          </p:cNvPr>
          <p:cNvSpPr/>
          <p:nvPr userDrawn="1"/>
        </p:nvSpPr>
        <p:spPr>
          <a:xfrm>
            <a:off x="10341863" y="2688336"/>
            <a:ext cx="640080" cy="201168"/>
          </a:xfrm>
          <a:prstGeom prst="roundRect">
            <a:avLst/>
          </a:prstGeom>
          <a:noFill/>
          <a:ln w="3810">
            <a:solidFill>
              <a:srgbClr val="303A4A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86" name="TextBox 85">
            <a:extLst>
              <a:ext uri="{FF2B5EF4-FFF2-40B4-BE49-F238E27FC236}">
                <a16:creationId xmlns:a16="http://schemas.microsoft.com/office/drawing/2014/main" id="{9AF1D3D0-F6A8-E4F0-BC58-43057B140843}"/>
              </a:ext>
            </a:extLst>
          </p:cNvPr>
          <p:cNvSpPr txBox="1"/>
          <p:nvPr userDrawn="1"/>
        </p:nvSpPr>
        <p:spPr>
          <a:xfrm>
            <a:off x="10360152" y="2706624"/>
            <a:ext cx="603504" cy="164592"/>
          </a:xfrm>
          <a:prstGeom prst="rect">
            <a:avLst/>
          </a:prstGeom>
          <a:noFill/>
        </p:spPr>
        <p:txBody>
          <a:bodyPr wrap="square"/>
          <a:lstStyle/>
          <a:p>
            <a:pPr algn="ctr">
              <a:defRPr sz="750" b="1">
                <a:solidFill>
                  <a:srgbClr val="94A3B8"/>
                </a:solidFill>
                <a:latin typeface="Calibri"/>
              </a:defRPr>
            </a:pPr>
            <a:r>
              <a:rPr>
                <a:solidFill>
                  <a:schemeClr val="accent4">
                    <a:lumMod val="50000"/>
                  </a:schemeClr>
                </a:solidFill>
              </a:rPr>
              <a:t>{{tactic_3_priority}}</a:t>
            </a:r>
          </a:p>
        </p:txBody>
      </p:sp>
      <p:sp>
        <p:nvSpPr>
          <p:cNvPr id="87" name="Rectangle 86">
            <a:extLst>
              <a:ext uri="{FF2B5EF4-FFF2-40B4-BE49-F238E27FC236}">
                <a16:creationId xmlns:a16="http://schemas.microsoft.com/office/drawing/2014/main" id="{2A58E2F6-26D8-0BE4-B1A2-F598594BAD4E}"/>
              </a:ext>
            </a:extLst>
          </p:cNvPr>
          <p:cNvSpPr/>
          <p:nvPr userDrawn="1"/>
        </p:nvSpPr>
        <p:spPr>
          <a:xfrm>
            <a:off x="329184" y="3118103"/>
            <a:ext cx="11521440" cy="566928"/>
          </a:xfrm>
          <a:prstGeom prst="rect">
            <a:avLst/>
          </a:prstGeom>
          <a:solidFill>
            <a:srgbClr val="9F8AB8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88" name="Rectangle 87">
            <a:extLst>
              <a:ext uri="{FF2B5EF4-FFF2-40B4-BE49-F238E27FC236}">
                <a16:creationId xmlns:a16="http://schemas.microsoft.com/office/drawing/2014/main" id="{24E9BA1F-4EA0-7D1E-601A-6705BC625C11}"/>
              </a:ext>
            </a:extLst>
          </p:cNvPr>
          <p:cNvSpPr/>
          <p:nvPr userDrawn="1"/>
        </p:nvSpPr>
        <p:spPr>
          <a:xfrm>
            <a:off x="329184" y="3680459"/>
            <a:ext cx="11521440" cy="4572"/>
          </a:xfrm>
          <a:prstGeom prst="rect">
            <a:avLst/>
          </a:prstGeom>
          <a:solidFill>
            <a:srgbClr val="303A4A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89" name="Rounded Rectangle 91">
            <a:extLst>
              <a:ext uri="{FF2B5EF4-FFF2-40B4-BE49-F238E27FC236}">
                <a16:creationId xmlns:a16="http://schemas.microsoft.com/office/drawing/2014/main" id="{762F1AA2-1514-0FC6-EAD2-261548DED5C3}"/>
              </a:ext>
            </a:extLst>
          </p:cNvPr>
          <p:cNvSpPr/>
          <p:nvPr userDrawn="1"/>
        </p:nvSpPr>
        <p:spPr>
          <a:xfrm>
            <a:off x="402336" y="3255263"/>
            <a:ext cx="685800" cy="201168"/>
          </a:xfrm>
          <a:prstGeom prst="roundRect">
            <a:avLst/>
          </a:prstGeom>
          <a:noFill/>
          <a:ln w="5080">
            <a:solidFill>
              <a:srgbClr val="A78BFA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90" name="TextBox 89">
            <a:extLst>
              <a:ext uri="{FF2B5EF4-FFF2-40B4-BE49-F238E27FC236}">
                <a16:creationId xmlns:a16="http://schemas.microsoft.com/office/drawing/2014/main" id="{C674C9C3-2E6D-7EFE-EAA2-9214902F7F72}"/>
              </a:ext>
            </a:extLst>
          </p:cNvPr>
          <p:cNvSpPr txBox="1"/>
          <p:nvPr userDrawn="1"/>
        </p:nvSpPr>
        <p:spPr>
          <a:xfrm>
            <a:off x="329184" y="3255263"/>
            <a:ext cx="731519" cy="182880"/>
          </a:xfrm>
          <a:prstGeom prst="rect">
            <a:avLst/>
          </a:prstGeom>
          <a:noFill/>
        </p:spPr>
        <p:txBody>
          <a:bodyPr wrap="square"/>
          <a:lstStyle/>
          <a:p>
            <a:pPr algn="ctr">
              <a:defRPr sz="750" b="1">
                <a:solidFill>
                  <a:srgbClr val="A78BFA"/>
                </a:solidFill>
                <a:latin typeface="Calibri"/>
              </a:defRPr>
            </a:pPr>
            <a:r>
              <a:rPr>
                <a:solidFill>
                  <a:schemeClr val="bg1"/>
                </a:solidFill>
              </a:rPr>
              <a:t>{{tactic_4_type}}</a:t>
            </a:r>
          </a:p>
        </p:txBody>
      </p:sp>
      <p:sp>
        <p:nvSpPr>
          <p:cNvPr id="91" name="TextBox 90">
            <a:extLst>
              <a:ext uri="{FF2B5EF4-FFF2-40B4-BE49-F238E27FC236}">
                <a16:creationId xmlns:a16="http://schemas.microsoft.com/office/drawing/2014/main" id="{9FC68E23-2F50-C028-0FA8-EEDB1C125E76}"/>
              </a:ext>
            </a:extLst>
          </p:cNvPr>
          <p:cNvSpPr txBox="1"/>
          <p:nvPr userDrawn="1"/>
        </p:nvSpPr>
        <p:spPr>
          <a:xfrm>
            <a:off x="1152144" y="3191256"/>
            <a:ext cx="1280160" cy="420623"/>
          </a:xfrm>
          <a:prstGeom prst="rect">
            <a:avLst/>
          </a:prstGeom>
          <a:noFill/>
        </p:spPr>
        <p:txBody>
          <a:bodyPr wrap="square"/>
          <a:lstStyle/>
          <a:p>
            <a:pPr>
              <a:defRPr sz="900" b="1">
                <a:solidFill>
                  <a:srgbClr val="F1F5F9"/>
                </a:solidFill>
                <a:latin typeface="Calibri"/>
              </a:defRPr>
            </a:pPr>
            <a:r>
              <a:t>{{tactic_4_name}}</a:t>
            </a:r>
          </a:p>
        </p:txBody>
      </p:sp>
      <p:sp>
        <p:nvSpPr>
          <p:cNvPr id="92" name="TextBox 91">
            <a:extLst>
              <a:ext uri="{FF2B5EF4-FFF2-40B4-BE49-F238E27FC236}">
                <a16:creationId xmlns:a16="http://schemas.microsoft.com/office/drawing/2014/main" id="{45BF78A6-7C25-0238-499D-3E1C884B73DB}"/>
              </a:ext>
            </a:extLst>
          </p:cNvPr>
          <p:cNvSpPr txBox="1"/>
          <p:nvPr userDrawn="1"/>
        </p:nvSpPr>
        <p:spPr>
          <a:xfrm>
            <a:off x="2478024" y="3172968"/>
            <a:ext cx="3246120" cy="457200"/>
          </a:xfrm>
          <a:prstGeom prst="rect">
            <a:avLst/>
          </a:prstGeom>
          <a:noFill/>
        </p:spPr>
        <p:txBody>
          <a:bodyPr wrap="square"/>
          <a:lstStyle/>
          <a:p>
            <a:pPr>
              <a:defRPr sz="800" b="0">
                <a:solidFill>
                  <a:srgbClr val="CBD5E1"/>
                </a:solidFill>
                <a:latin typeface="Calibri"/>
              </a:defRPr>
            </a:pPr>
            <a:r>
              <a:rPr>
                <a:solidFill>
                  <a:schemeClr val="bg1"/>
                </a:solidFill>
              </a:rPr>
              <a:t>{{tactic_4_desc}}</a:t>
            </a:r>
          </a:p>
        </p:txBody>
      </p:sp>
      <p:sp>
        <p:nvSpPr>
          <p:cNvPr id="93" name="TextBox 92">
            <a:extLst>
              <a:ext uri="{FF2B5EF4-FFF2-40B4-BE49-F238E27FC236}">
                <a16:creationId xmlns:a16="http://schemas.microsoft.com/office/drawing/2014/main" id="{1472AB4D-8BE5-4D4C-CCED-1B30D774DC8B}"/>
              </a:ext>
            </a:extLst>
          </p:cNvPr>
          <p:cNvSpPr txBox="1"/>
          <p:nvPr userDrawn="1"/>
        </p:nvSpPr>
        <p:spPr>
          <a:xfrm>
            <a:off x="5815584" y="3172968"/>
            <a:ext cx="2880360" cy="457200"/>
          </a:xfrm>
          <a:prstGeom prst="rect">
            <a:avLst/>
          </a:prstGeom>
          <a:noFill/>
        </p:spPr>
        <p:txBody>
          <a:bodyPr wrap="square"/>
          <a:lstStyle/>
          <a:p>
            <a:pPr>
              <a:defRPr sz="800" b="0">
                <a:solidFill>
                  <a:srgbClr val="CBD5E1"/>
                </a:solidFill>
                <a:latin typeface="Calibri"/>
              </a:defRPr>
            </a:pPr>
            <a:r>
              <a:rPr>
                <a:solidFill>
                  <a:schemeClr val="bg1"/>
                </a:solidFill>
              </a:rPr>
              <a:t>{{tactic_4_kpi}}</a:t>
            </a:r>
          </a:p>
        </p:txBody>
      </p:sp>
      <p:sp>
        <p:nvSpPr>
          <p:cNvPr id="94" name="Rounded Rectangle 96">
            <a:extLst>
              <a:ext uri="{FF2B5EF4-FFF2-40B4-BE49-F238E27FC236}">
                <a16:creationId xmlns:a16="http://schemas.microsoft.com/office/drawing/2014/main" id="{A474EFE2-E4AB-C550-57D8-23744BCE0239}"/>
              </a:ext>
            </a:extLst>
          </p:cNvPr>
          <p:cNvSpPr/>
          <p:nvPr userDrawn="1"/>
        </p:nvSpPr>
        <p:spPr>
          <a:xfrm>
            <a:off x="8693763" y="3255263"/>
            <a:ext cx="294790" cy="164592"/>
          </a:xfrm>
          <a:prstGeom prst="roundRect">
            <a:avLst/>
          </a:prstGeom>
          <a:solidFill>
            <a:srgbClr val="1E293B"/>
          </a:solidFill>
          <a:ln w="3810">
            <a:solidFill>
              <a:srgbClr val="303A4A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sz="500">
              <a:solidFill>
                <a:schemeClr val="bg1">
                  <a:lumMod val="85000"/>
                </a:schemeClr>
              </a:solidFill>
            </a:endParaRPr>
          </a:p>
        </p:txBody>
      </p:sp>
      <p:sp>
        <p:nvSpPr>
          <p:cNvPr id="95" name="TextBox 94">
            <a:extLst>
              <a:ext uri="{FF2B5EF4-FFF2-40B4-BE49-F238E27FC236}">
                <a16:creationId xmlns:a16="http://schemas.microsoft.com/office/drawing/2014/main" id="{22FBDA6D-FCD2-FC84-3D07-6EE582C7D893}"/>
              </a:ext>
            </a:extLst>
          </p:cNvPr>
          <p:cNvSpPr txBox="1"/>
          <p:nvPr userDrawn="1"/>
        </p:nvSpPr>
        <p:spPr>
          <a:xfrm>
            <a:off x="8693763" y="3264408"/>
            <a:ext cx="294790" cy="146304"/>
          </a:xfrm>
          <a:prstGeom prst="rect">
            <a:avLst/>
          </a:prstGeom>
          <a:noFill/>
        </p:spPr>
        <p:txBody>
          <a:bodyPr wrap="square"/>
          <a:lstStyle/>
          <a:p>
            <a:pPr algn="ctr">
              <a:defRPr sz="600" b="1">
                <a:solidFill>
                  <a:srgbClr val="64748B"/>
                </a:solidFill>
                <a:latin typeface="Calibri"/>
              </a:defRPr>
            </a:pPr>
            <a:r>
              <a:rPr sz="500">
                <a:solidFill>
                  <a:schemeClr val="bg1">
                    <a:lumMod val="85000"/>
                  </a:schemeClr>
                </a:solidFill>
              </a:rPr>
              <a:t>Q1</a:t>
            </a:r>
          </a:p>
        </p:txBody>
      </p:sp>
      <p:sp>
        <p:nvSpPr>
          <p:cNvPr id="96" name="Rounded Rectangle 98">
            <a:extLst>
              <a:ext uri="{FF2B5EF4-FFF2-40B4-BE49-F238E27FC236}">
                <a16:creationId xmlns:a16="http://schemas.microsoft.com/office/drawing/2014/main" id="{799ADF24-09A2-B37A-7435-B539A598CB29}"/>
              </a:ext>
            </a:extLst>
          </p:cNvPr>
          <p:cNvSpPr/>
          <p:nvPr userDrawn="1"/>
        </p:nvSpPr>
        <p:spPr>
          <a:xfrm>
            <a:off x="8922363" y="3255263"/>
            <a:ext cx="294790" cy="164592"/>
          </a:xfrm>
          <a:prstGeom prst="roundRect">
            <a:avLst/>
          </a:prstGeom>
          <a:solidFill>
            <a:srgbClr val="1E293B"/>
          </a:solidFill>
          <a:ln w="3810">
            <a:solidFill>
              <a:srgbClr val="303A4A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sz="500">
              <a:solidFill>
                <a:schemeClr val="bg1">
                  <a:lumMod val="85000"/>
                </a:schemeClr>
              </a:solidFill>
            </a:endParaRPr>
          </a:p>
        </p:txBody>
      </p:sp>
      <p:sp>
        <p:nvSpPr>
          <p:cNvPr id="97" name="TextBox 96">
            <a:extLst>
              <a:ext uri="{FF2B5EF4-FFF2-40B4-BE49-F238E27FC236}">
                <a16:creationId xmlns:a16="http://schemas.microsoft.com/office/drawing/2014/main" id="{C30DE64A-D687-D51C-093E-56826543CF60}"/>
              </a:ext>
            </a:extLst>
          </p:cNvPr>
          <p:cNvSpPr txBox="1"/>
          <p:nvPr userDrawn="1"/>
        </p:nvSpPr>
        <p:spPr>
          <a:xfrm>
            <a:off x="8922363" y="3264408"/>
            <a:ext cx="294790" cy="146304"/>
          </a:xfrm>
          <a:prstGeom prst="rect">
            <a:avLst/>
          </a:prstGeom>
          <a:noFill/>
        </p:spPr>
        <p:txBody>
          <a:bodyPr wrap="square"/>
          <a:lstStyle/>
          <a:p>
            <a:pPr algn="ctr">
              <a:defRPr sz="600" b="1">
                <a:solidFill>
                  <a:srgbClr val="64748B"/>
                </a:solidFill>
                <a:latin typeface="Calibri"/>
              </a:defRPr>
            </a:pPr>
            <a:r>
              <a:rPr sz="500">
                <a:solidFill>
                  <a:schemeClr val="bg1">
                    <a:lumMod val="85000"/>
                  </a:schemeClr>
                </a:solidFill>
              </a:rPr>
              <a:t>Q2</a:t>
            </a:r>
          </a:p>
        </p:txBody>
      </p:sp>
      <p:sp>
        <p:nvSpPr>
          <p:cNvPr id="98" name="Rounded Rectangle 100">
            <a:extLst>
              <a:ext uri="{FF2B5EF4-FFF2-40B4-BE49-F238E27FC236}">
                <a16:creationId xmlns:a16="http://schemas.microsoft.com/office/drawing/2014/main" id="{BFF9C679-1B48-D394-7DE7-F5B86BA873FA}"/>
              </a:ext>
            </a:extLst>
          </p:cNvPr>
          <p:cNvSpPr/>
          <p:nvPr userDrawn="1"/>
        </p:nvSpPr>
        <p:spPr>
          <a:xfrm>
            <a:off x="9150963" y="3255263"/>
            <a:ext cx="294790" cy="164592"/>
          </a:xfrm>
          <a:prstGeom prst="roundRect">
            <a:avLst/>
          </a:prstGeom>
          <a:solidFill>
            <a:srgbClr val="1E293B"/>
          </a:solidFill>
          <a:ln w="3810">
            <a:solidFill>
              <a:srgbClr val="303A4A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sz="500">
              <a:solidFill>
                <a:schemeClr val="bg1">
                  <a:lumMod val="85000"/>
                </a:schemeClr>
              </a:solidFill>
            </a:endParaRPr>
          </a:p>
        </p:txBody>
      </p:sp>
      <p:sp>
        <p:nvSpPr>
          <p:cNvPr id="99" name="TextBox 98">
            <a:extLst>
              <a:ext uri="{FF2B5EF4-FFF2-40B4-BE49-F238E27FC236}">
                <a16:creationId xmlns:a16="http://schemas.microsoft.com/office/drawing/2014/main" id="{214CB509-2E2E-2F26-CCC8-6DCCD5B098F3}"/>
              </a:ext>
            </a:extLst>
          </p:cNvPr>
          <p:cNvSpPr txBox="1"/>
          <p:nvPr userDrawn="1"/>
        </p:nvSpPr>
        <p:spPr>
          <a:xfrm>
            <a:off x="9150963" y="3264408"/>
            <a:ext cx="294790" cy="146304"/>
          </a:xfrm>
          <a:prstGeom prst="rect">
            <a:avLst/>
          </a:prstGeom>
          <a:noFill/>
        </p:spPr>
        <p:txBody>
          <a:bodyPr wrap="square"/>
          <a:lstStyle/>
          <a:p>
            <a:pPr algn="ctr">
              <a:defRPr sz="600" b="1">
                <a:solidFill>
                  <a:srgbClr val="64748B"/>
                </a:solidFill>
                <a:latin typeface="Calibri"/>
              </a:defRPr>
            </a:pPr>
            <a:r>
              <a:rPr sz="500">
                <a:solidFill>
                  <a:schemeClr val="bg1">
                    <a:lumMod val="85000"/>
                  </a:schemeClr>
                </a:solidFill>
              </a:rPr>
              <a:t>Q3</a:t>
            </a:r>
          </a:p>
        </p:txBody>
      </p:sp>
      <p:sp>
        <p:nvSpPr>
          <p:cNvPr id="100" name="Rounded Rectangle 102">
            <a:extLst>
              <a:ext uri="{FF2B5EF4-FFF2-40B4-BE49-F238E27FC236}">
                <a16:creationId xmlns:a16="http://schemas.microsoft.com/office/drawing/2014/main" id="{26652DDE-04F3-71EB-5E6A-BC6E73D29E32}"/>
              </a:ext>
            </a:extLst>
          </p:cNvPr>
          <p:cNvSpPr/>
          <p:nvPr userDrawn="1"/>
        </p:nvSpPr>
        <p:spPr>
          <a:xfrm>
            <a:off x="9379563" y="3255263"/>
            <a:ext cx="294790" cy="164592"/>
          </a:xfrm>
          <a:prstGeom prst="roundRect">
            <a:avLst/>
          </a:prstGeom>
          <a:solidFill>
            <a:srgbClr val="1E293B"/>
          </a:solidFill>
          <a:ln w="3810">
            <a:solidFill>
              <a:srgbClr val="303A4A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sz="500">
              <a:solidFill>
                <a:schemeClr val="bg1">
                  <a:lumMod val="85000"/>
                </a:schemeClr>
              </a:solidFill>
            </a:endParaRPr>
          </a:p>
        </p:txBody>
      </p:sp>
      <p:sp>
        <p:nvSpPr>
          <p:cNvPr id="101" name="TextBox 100">
            <a:extLst>
              <a:ext uri="{FF2B5EF4-FFF2-40B4-BE49-F238E27FC236}">
                <a16:creationId xmlns:a16="http://schemas.microsoft.com/office/drawing/2014/main" id="{FC6AC65F-3F04-FF70-4BFE-9DCAAC760412}"/>
              </a:ext>
            </a:extLst>
          </p:cNvPr>
          <p:cNvSpPr txBox="1"/>
          <p:nvPr userDrawn="1"/>
        </p:nvSpPr>
        <p:spPr>
          <a:xfrm>
            <a:off x="9379563" y="3264408"/>
            <a:ext cx="294790" cy="146304"/>
          </a:xfrm>
          <a:prstGeom prst="rect">
            <a:avLst/>
          </a:prstGeom>
          <a:noFill/>
        </p:spPr>
        <p:txBody>
          <a:bodyPr wrap="square"/>
          <a:lstStyle/>
          <a:p>
            <a:pPr algn="ctr">
              <a:defRPr sz="600" b="1">
                <a:solidFill>
                  <a:srgbClr val="64748B"/>
                </a:solidFill>
                <a:latin typeface="Calibri"/>
              </a:defRPr>
            </a:pPr>
            <a:r>
              <a:rPr sz="500">
                <a:solidFill>
                  <a:schemeClr val="bg1">
                    <a:lumMod val="85000"/>
                  </a:schemeClr>
                </a:solidFill>
              </a:rPr>
              <a:t>Q4</a:t>
            </a:r>
          </a:p>
        </p:txBody>
      </p:sp>
      <p:sp>
        <p:nvSpPr>
          <p:cNvPr id="102" name="Rounded Rectangle 104">
            <a:extLst>
              <a:ext uri="{FF2B5EF4-FFF2-40B4-BE49-F238E27FC236}">
                <a16:creationId xmlns:a16="http://schemas.microsoft.com/office/drawing/2014/main" id="{7591725E-81F4-B157-EC4A-0ED7500B9E01}"/>
              </a:ext>
            </a:extLst>
          </p:cNvPr>
          <p:cNvSpPr/>
          <p:nvPr userDrawn="1"/>
        </p:nvSpPr>
        <p:spPr>
          <a:xfrm>
            <a:off x="9608163" y="3255263"/>
            <a:ext cx="294790" cy="164592"/>
          </a:xfrm>
          <a:prstGeom prst="roundRect">
            <a:avLst/>
          </a:prstGeom>
          <a:solidFill>
            <a:srgbClr val="162032"/>
          </a:solidFill>
          <a:ln w="3810">
            <a:solidFill>
              <a:srgbClr val="303A4A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sz="500">
              <a:solidFill>
                <a:schemeClr val="bg1">
                  <a:lumMod val="85000"/>
                </a:schemeClr>
              </a:solidFill>
            </a:endParaRPr>
          </a:p>
        </p:txBody>
      </p:sp>
      <p:sp>
        <p:nvSpPr>
          <p:cNvPr id="103" name="TextBox 102">
            <a:extLst>
              <a:ext uri="{FF2B5EF4-FFF2-40B4-BE49-F238E27FC236}">
                <a16:creationId xmlns:a16="http://schemas.microsoft.com/office/drawing/2014/main" id="{4475AA78-3716-73FD-B089-A6AD5300C7CB}"/>
              </a:ext>
            </a:extLst>
          </p:cNvPr>
          <p:cNvSpPr txBox="1"/>
          <p:nvPr userDrawn="1"/>
        </p:nvSpPr>
        <p:spPr>
          <a:xfrm>
            <a:off x="9608163" y="3264408"/>
            <a:ext cx="294790" cy="146304"/>
          </a:xfrm>
          <a:prstGeom prst="rect">
            <a:avLst/>
          </a:prstGeom>
          <a:noFill/>
        </p:spPr>
        <p:txBody>
          <a:bodyPr wrap="square"/>
          <a:lstStyle/>
          <a:p>
            <a:pPr algn="ctr">
              <a:defRPr sz="600" b="1">
                <a:solidFill>
                  <a:srgbClr val="64748B"/>
                </a:solidFill>
                <a:latin typeface="Calibri"/>
              </a:defRPr>
            </a:pPr>
            <a:r>
              <a:rPr sz="500">
                <a:solidFill>
                  <a:schemeClr val="bg1">
                    <a:lumMod val="85000"/>
                  </a:schemeClr>
                </a:solidFill>
              </a:rPr>
              <a:t>Q1</a:t>
            </a:r>
          </a:p>
        </p:txBody>
      </p:sp>
      <p:sp>
        <p:nvSpPr>
          <p:cNvPr id="104" name="Rounded Rectangle 106">
            <a:extLst>
              <a:ext uri="{FF2B5EF4-FFF2-40B4-BE49-F238E27FC236}">
                <a16:creationId xmlns:a16="http://schemas.microsoft.com/office/drawing/2014/main" id="{4F6216AD-C940-F0EA-34B2-30DFC0DE25AB}"/>
              </a:ext>
            </a:extLst>
          </p:cNvPr>
          <p:cNvSpPr/>
          <p:nvPr userDrawn="1"/>
        </p:nvSpPr>
        <p:spPr>
          <a:xfrm>
            <a:off x="9836763" y="3255263"/>
            <a:ext cx="294790" cy="164592"/>
          </a:xfrm>
          <a:prstGeom prst="roundRect">
            <a:avLst/>
          </a:prstGeom>
          <a:solidFill>
            <a:srgbClr val="162032"/>
          </a:solidFill>
          <a:ln w="3810">
            <a:solidFill>
              <a:srgbClr val="303A4A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sz="500">
              <a:solidFill>
                <a:schemeClr val="bg1">
                  <a:lumMod val="85000"/>
                </a:schemeClr>
              </a:solidFill>
            </a:endParaRPr>
          </a:p>
        </p:txBody>
      </p:sp>
      <p:sp>
        <p:nvSpPr>
          <p:cNvPr id="105" name="TextBox 104">
            <a:extLst>
              <a:ext uri="{FF2B5EF4-FFF2-40B4-BE49-F238E27FC236}">
                <a16:creationId xmlns:a16="http://schemas.microsoft.com/office/drawing/2014/main" id="{A7B3FF54-C321-35D6-079A-09A384A5FC1E}"/>
              </a:ext>
            </a:extLst>
          </p:cNvPr>
          <p:cNvSpPr txBox="1"/>
          <p:nvPr userDrawn="1"/>
        </p:nvSpPr>
        <p:spPr>
          <a:xfrm>
            <a:off x="9836763" y="3264408"/>
            <a:ext cx="294790" cy="146304"/>
          </a:xfrm>
          <a:prstGeom prst="rect">
            <a:avLst/>
          </a:prstGeom>
          <a:noFill/>
        </p:spPr>
        <p:txBody>
          <a:bodyPr wrap="square"/>
          <a:lstStyle/>
          <a:p>
            <a:pPr algn="ctr">
              <a:defRPr sz="600" b="1">
                <a:solidFill>
                  <a:srgbClr val="64748B"/>
                </a:solidFill>
                <a:latin typeface="Calibri"/>
              </a:defRPr>
            </a:pPr>
            <a:r>
              <a:rPr sz="500">
                <a:solidFill>
                  <a:schemeClr val="bg1">
                    <a:lumMod val="85000"/>
                  </a:schemeClr>
                </a:solidFill>
              </a:rPr>
              <a:t>Q2</a:t>
            </a:r>
          </a:p>
        </p:txBody>
      </p:sp>
      <p:sp>
        <p:nvSpPr>
          <p:cNvPr id="106" name="TextBox 105">
            <a:extLst>
              <a:ext uri="{FF2B5EF4-FFF2-40B4-BE49-F238E27FC236}">
                <a16:creationId xmlns:a16="http://schemas.microsoft.com/office/drawing/2014/main" id="{54BEFC36-D084-C939-4176-BEC43184BCC5}"/>
              </a:ext>
            </a:extLst>
          </p:cNvPr>
          <p:cNvSpPr txBox="1"/>
          <p:nvPr userDrawn="1"/>
        </p:nvSpPr>
        <p:spPr>
          <a:xfrm>
            <a:off x="8721707" y="3456432"/>
            <a:ext cx="2009933" cy="109728"/>
          </a:xfrm>
          <a:prstGeom prst="rect">
            <a:avLst/>
          </a:prstGeom>
          <a:noFill/>
        </p:spPr>
        <p:txBody>
          <a:bodyPr wrap="square"/>
          <a:lstStyle/>
          <a:p>
            <a:pPr>
              <a:defRPr sz="550" b="0">
                <a:solidFill>
                  <a:srgbClr val="64748B"/>
                </a:solidFill>
                <a:latin typeface="Calibri"/>
              </a:defRPr>
            </a:pPr>
            <a:r>
              <a:rPr sz="800">
                <a:solidFill>
                  <a:schemeClr val="bg1"/>
                </a:solidFill>
              </a:rPr>
              <a:t>2027 ——— 2028</a:t>
            </a:r>
          </a:p>
        </p:txBody>
      </p:sp>
      <p:sp>
        <p:nvSpPr>
          <p:cNvPr id="107" name="Rounded Rectangle 109">
            <a:extLst>
              <a:ext uri="{FF2B5EF4-FFF2-40B4-BE49-F238E27FC236}">
                <a16:creationId xmlns:a16="http://schemas.microsoft.com/office/drawing/2014/main" id="{9C7003DF-45D8-2C6F-2456-732D1351CE0E}"/>
              </a:ext>
            </a:extLst>
          </p:cNvPr>
          <p:cNvSpPr/>
          <p:nvPr userDrawn="1"/>
        </p:nvSpPr>
        <p:spPr>
          <a:xfrm>
            <a:off x="10341863" y="3255263"/>
            <a:ext cx="640080" cy="201168"/>
          </a:xfrm>
          <a:prstGeom prst="roundRect">
            <a:avLst/>
          </a:prstGeom>
          <a:noFill/>
          <a:ln w="3810">
            <a:solidFill>
              <a:srgbClr val="303A4A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108" name="TextBox 107">
            <a:extLst>
              <a:ext uri="{FF2B5EF4-FFF2-40B4-BE49-F238E27FC236}">
                <a16:creationId xmlns:a16="http://schemas.microsoft.com/office/drawing/2014/main" id="{694BE336-61F9-4491-A8E8-53EC4496A460}"/>
              </a:ext>
            </a:extLst>
          </p:cNvPr>
          <p:cNvSpPr txBox="1"/>
          <p:nvPr userDrawn="1"/>
        </p:nvSpPr>
        <p:spPr>
          <a:xfrm>
            <a:off x="10360152" y="3273551"/>
            <a:ext cx="603504" cy="164592"/>
          </a:xfrm>
          <a:prstGeom prst="rect">
            <a:avLst/>
          </a:prstGeom>
          <a:noFill/>
        </p:spPr>
        <p:txBody>
          <a:bodyPr wrap="square"/>
          <a:lstStyle/>
          <a:p>
            <a:pPr algn="ctr">
              <a:defRPr sz="750" b="1">
                <a:solidFill>
                  <a:srgbClr val="94A3B8"/>
                </a:solidFill>
                <a:latin typeface="Calibri"/>
              </a:defRPr>
            </a:pPr>
            <a:r>
              <a:rPr>
                <a:solidFill>
                  <a:schemeClr val="bg1"/>
                </a:solidFill>
              </a:rPr>
              <a:t>{{tactic_4_priority}}</a:t>
            </a:r>
          </a:p>
        </p:txBody>
      </p:sp>
      <p:sp>
        <p:nvSpPr>
          <p:cNvPr id="109" name="Rectangle 108">
            <a:extLst>
              <a:ext uri="{FF2B5EF4-FFF2-40B4-BE49-F238E27FC236}">
                <a16:creationId xmlns:a16="http://schemas.microsoft.com/office/drawing/2014/main" id="{86EF827D-27D5-6AAD-7F04-B0B56513C2C7}"/>
              </a:ext>
            </a:extLst>
          </p:cNvPr>
          <p:cNvSpPr/>
          <p:nvPr userDrawn="1"/>
        </p:nvSpPr>
        <p:spPr>
          <a:xfrm>
            <a:off x="329184" y="3685031"/>
            <a:ext cx="11521440" cy="566928"/>
          </a:xfrm>
          <a:prstGeom prst="rect">
            <a:avLst/>
          </a:prstGeom>
          <a:solidFill>
            <a:schemeClr val="bg1">
              <a:lumMod val="95000"/>
            </a:schemeClr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110" name="Rectangle 109">
            <a:extLst>
              <a:ext uri="{FF2B5EF4-FFF2-40B4-BE49-F238E27FC236}">
                <a16:creationId xmlns:a16="http://schemas.microsoft.com/office/drawing/2014/main" id="{7D274F46-55DA-98CC-A70D-D958A0941EBE}"/>
              </a:ext>
            </a:extLst>
          </p:cNvPr>
          <p:cNvSpPr/>
          <p:nvPr userDrawn="1"/>
        </p:nvSpPr>
        <p:spPr>
          <a:xfrm>
            <a:off x="329184" y="4247388"/>
            <a:ext cx="11521440" cy="4572"/>
          </a:xfrm>
          <a:prstGeom prst="rect">
            <a:avLst/>
          </a:prstGeom>
          <a:solidFill>
            <a:srgbClr val="303A4A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111" name="Rounded Rectangle 113">
            <a:extLst>
              <a:ext uri="{FF2B5EF4-FFF2-40B4-BE49-F238E27FC236}">
                <a16:creationId xmlns:a16="http://schemas.microsoft.com/office/drawing/2014/main" id="{259B49F4-F3BC-EEA0-8838-6268614A6F98}"/>
              </a:ext>
            </a:extLst>
          </p:cNvPr>
          <p:cNvSpPr/>
          <p:nvPr userDrawn="1"/>
        </p:nvSpPr>
        <p:spPr>
          <a:xfrm>
            <a:off x="402336" y="3822191"/>
            <a:ext cx="685800" cy="201168"/>
          </a:xfrm>
          <a:prstGeom prst="roundRect">
            <a:avLst/>
          </a:prstGeom>
          <a:noFill/>
          <a:ln w="5080">
            <a:solidFill>
              <a:srgbClr val="A78BFA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112" name="TextBox 111">
            <a:extLst>
              <a:ext uri="{FF2B5EF4-FFF2-40B4-BE49-F238E27FC236}">
                <a16:creationId xmlns:a16="http://schemas.microsoft.com/office/drawing/2014/main" id="{C382A6A6-B484-1D4C-8C64-FABBDA06D8AC}"/>
              </a:ext>
            </a:extLst>
          </p:cNvPr>
          <p:cNvSpPr txBox="1"/>
          <p:nvPr userDrawn="1"/>
        </p:nvSpPr>
        <p:spPr>
          <a:xfrm>
            <a:off x="329184" y="3822191"/>
            <a:ext cx="731519" cy="182880"/>
          </a:xfrm>
          <a:prstGeom prst="rect">
            <a:avLst/>
          </a:prstGeom>
          <a:noFill/>
        </p:spPr>
        <p:txBody>
          <a:bodyPr wrap="square"/>
          <a:lstStyle/>
          <a:p>
            <a:pPr algn="ctr">
              <a:defRPr sz="750" b="1">
                <a:solidFill>
                  <a:srgbClr val="A78BFA"/>
                </a:solidFill>
                <a:latin typeface="Calibri"/>
              </a:defRPr>
            </a:pPr>
            <a:r>
              <a:rPr>
                <a:solidFill>
                  <a:schemeClr val="accent4">
                    <a:lumMod val="75000"/>
                  </a:schemeClr>
                </a:solidFill>
              </a:rPr>
              <a:t>{{tactic_5_type}}</a:t>
            </a:r>
          </a:p>
        </p:txBody>
      </p:sp>
      <p:sp>
        <p:nvSpPr>
          <p:cNvPr id="113" name="TextBox 112">
            <a:extLst>
              <a:ext uri="{FF2B5EF4-FFF2-40B4-BE49-F238E27FC236}">
                <a16:creationId xmlns:a16="http://schemas.microsoft.com/office/drawing/2014/main" id="{B0871B99-B537-F033-1683-E52F009CB058}"/>
              </a:ext>
            </a:extLst>
          </p:cNvPr>
          <p:cNvSpPr txBox="1"/>
          <p:nvPr userDrawn="1"/>
        </p:nvSpPr>
        <p:spPr>
          <a:xfrm>
            <a:off x="1152144" y="3758183"/>
            <a:ext cx="1280160" cy="420623"/>
          </a:xfrm>
          <a:prstGeom prst="rect">
            <a:avLst/>
          </a:prstGeom>
          <a:noFill/>
        </p:spPr>
        <p:txBody>
          <a:bodyPr wrap="square"/>
          <a:lstStyle/>
          <a:p>
            <a:pPr>
              <a:defRPr sz="900" b="1">
                <a:solidFill>
                  <a:srgbClr val="F1F5F9"/>
                </a:solidFill>
                <a:latin typeface="Calibri"/>
              </a:defRPr>
            </a:pPr>
            <a:r>
              <a:rPr dirty="0">
                <a:solidFill>
                  <a:schemeClr val="accent4">
                    <a:lumMod val="75000"/>
                  </a:schemeClr>
                </a:solidFill>
              </a:rPr>
              <a:t>{{tactic_5_name}}</a:t>
            </a:r>
          </a:p>
        </p:txBody>
      </p:sp>
      <p:sp>
        <p:nvSpPr>
          <p:cNvPr id="114" name="TextBox 113">
            <a:extLst>
              <a:ext uri="{FF2B5EF4-FFF2-40B4-BE49-F238E27FC236}">
                <a16:creationId xmlns:a16="http://schemas.microsoft.com/office/drawing/2014/main" id="{57FDA947-CDD0-4930-074C-734E75F31A7E}"/>
              </a:ext>
            </a:extLst>
          </p:cNvPr>
          <p:cNvSpPr txBox="1"/>
          <p:nvPr userDrawn="1"/>
        </p:nvSpPr>
        <p:spPr>
          <a:xfrm>
            <a:off x="2478024" y="3739895"/>
            <a:ext cx="3246120" cy="457200"/>
          </a:xfrm>
          <a:prstGeom prst="rect">
            <a:avLst/>
          </a:prstGeom>
          <a:noFill/>
        </p:spPr>
        <p:txBody>
          <a:bodyPr wrap="square"/>
          <a:lstStyle/>
          <a:p>
            <a:pPr>
              <a:defRPr sz="800" b="0">
                <a:solidFill>
                  <a:srgbClr val="CBD5E1"/>
                </a:solidFill>
                <a:latin typeface="Calibri"/>
              </a:defRPr>
            </a:pPr>
            <a:r>
              <a:rPr>
                <a:solidFill>
                  <a:schemeClr val="accent4">
                    <a:lumMod val="50000"/>
                  </a:schemeClr>
                </a:solidFill>
              </a:rPr>
              <a:t>{{tactic_5_desc}}</a:t>
            </a:r>
          </a:p>
        </p:txBody>
      </p:sp>
      <p:sp>
        <p:nvSpPr>
          <p:cNvPr id="115" name="TextBox 114">
            <a:extLst>
              <a:ext uri="{FF2B5EF4-FFF2-40B4-BE49-F238E27FC236}">
                <a16:creationId xmlns:a16="http://schemas.microsoft.com/office/drawing/2014/main" id="{A4046312-F0A2-69F1-02A0-F80404141FA1}"/>
              </a:ext>
            </a:extLst>
          </p:cNvPr>
          <p:cNvSpPr txBox="1"/>
          <p:nvPr userDrawn="1"/>
        </p:nvSpPr>
        <p:spPr>
          <a:xfrm>
            <a:off x="5815584" y="3739895"/>
            <a:ext cx="2880360" cy="457200"/>
          </a:xfrm>
          <a:prstGeom prst="rect">
            <a:avLst/>
          </a:prstGeom>
          <a:noFill/>
        </p:spPr>
        <p:txBody>
          <a:bodyPr wrap="square"/>
          <a:lstStyle/>
          <a:p>
            <a:pPr>
              <a:defRPr sz="800" b="0">
                <a:solidFill>
                  <a:srgbClr val="CBD5E1"/>
                </a:solidFill>
                <a:latin typeface="Calibri"/>
              </a:defRPr>
            </a:pPr>
            <a:r>
              <a:rPr>
                <a:solidFill>
                  <a:schemeClr val="accent4">
                    <a:lumMod val="50000"/>
                  </a:schemeClr>
                </a:solidFill>
              </a:rPr>
              <a:t>{{tactic_5_kpi}}</a:t>
            </a:r>
          </a:p>
        </p:txBody>
      </p:sp>
      <p:sp>
        <p:nvSpPr>
          <p:cNvPr id="116" name="Rounded Rectangle 118">
            <a:extLst>
              <a:ext uri="{FF2B5EF4-FFF2-40B4-BE49-F238E27FC236}">
                <a16:creationId xmlns:a16="http://schemas.microsoft.com/office/drawing/2014/main" id="{03192AED-95B1-E2A9-11F1-72947C640050}"/>
              </a:ext>
            </a:extLst>
          </p:cNvPr>
          <p:cNvSpPr/>
          <p:nvPr userDrawn="1"/>
        </p:nvSpPr>
        <p:spPr>
          <a:xfrm>
            <a:off x="8693763" y="3822191"/>
            <a:ext cx="294790" cy="164592"/>
          </a:xfrm>
          <a:prstGeom prst="roundRect">
            <a:avLst/>
          </a:prstGeom>
          <a:solidFill>
            <a:srgbClr val="1E293B"/>
          </a:solidFill>
          <a:ln w="3810">
            <a:solidFill>
              <a:srgbClr val="303A4A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sz="500">
              <a:solidFill>
                <a:schemeClr val="bg1">
                  <a:lumMod val="85000"/>
                </a:schemeClr>
              </a:solidFill>
            </a:endParaRPr>
          </a:p>
        </p:txBody>
      </p:sp>
      <p:sp>
        <p:nvSpPr>
          <p:cNvPr id="117" name="TextBox 116">
            <a:extLst>
              <a:ext uri="{FF2B5EF4-FFF2-40B4-BE49-F238E27FC236}">
                <a16:creationId xmlns:a16="http://schemas.microsoft.com/office/drawing/2014/main" id="{D087B3B7-6D94-58AD-9DF6-6CDDC77FA99B}"/>
              </a:ext>
            </a:extLst>
          </p:cNvPr>
          <p:cNvSpPr txBox="1"/>
          <p:nvPr userDrawn="1"/>
        </p:nvSpPr>
        <p:spPr>
          <a:xfrm>
            <a:off x="8693763" y="3831335"/>
            <a:ext cx="294790" cy="146304"/>
          </a:xfrm>
          <a:prstGeom prst="rect">
            <a:avLst/>
          </a:prstGeom>
          <a:noFill/>
        </p:spPr>
        <p:txBody>
          <a:bodyPr wrap="square"/>
          <a:lstStyle/>
          <a:p>
            <a:pPr algn="ctr">
              <a:defRPr sz="600" b="1">
                <a:solidFill>
                  <a:srgbClr val="64748B"/>
                </a:solidFill>
                <a:latin typeface="Calibri"/>
              </a:defRPr>
            </a:pPr>
            <a:r>
              <a:rPr sz="500">
                <a:solidFill>
                  <a:schemeClr val="bg1">
                    <a:lumMod val="85000"/>
                  </a:schemeClr>
                </a:solidFill>
              </a:rPr>
              <a:t>Q1</a:t>
            </a:r>
          </a:p>
        </p:txBody>
      </p:sp>
      <p:sp>
        <p:nvSpPr>
          <p:cNvPr id="118" name="Rounded Rectangle 120">
            <a:extLst>
              <a:ext uri="{FF2B5EF4-FFF2-40B4-BE49-F238E27FC236}">
                <a16:creationId xmlns:a16="http://schemas.microsoft.com/office/drawing/2014/main" id="{A8E16FD0-3FDC-AE81-15CA-3F0E5EFF2365}"/>
              </a:ext>
            </a:extLst>
          </p:cNvPr>
          <p:cNvSpPr/>
          <p:nvPr userDrawn="1"/>
        </p:nvSpPr>
        <p:spPr>
          <a:xfrm>
            <a:off x="8922363" y="3822191"/>
            <a:ext cx="294790" cy="164592"/>
          </a:xfrm>
          <a:prstGeom prst="roundRect">
            <a:avLst/>
          </a:prstGeom>
          <a:solidFill>
            <a:srgbClr val="1E293B"/>
          </a:solidFill>
          <a:ln w="3810">
            <a:solidFill>
              <a:srgbClr val="303A4A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sz="500">
              <a:solidFill>
                <a:schemeClr val="bg1">
                  <a:lumMod val="85000"/>
                </a:schemeClr>
              </a:solidFill>
            </a:endParaRPr>
          </a:p>
        </p:txBody>
      </p:sp>
      <p:sp>
        <p:nvSpPr>
          <p:cNvPr id="119" name="TextBox 118">
            <a:extLst>
              <a:ext uri="{FF2B5EF4-FFF2-40B4-BE49-F238E27FC236}">
                <a16:creationId xmlns:a16="http://schemas.microsoft.com/office/drawing/2014/main" id="{7764A889-FB26-6C81-A70A-DA59279A7C55}"/>
              </a:ext>
            </a:extLst>
          </p:cNvPr>
          <p:cNvSpPr txBox="1"/>
          <p:nvPr userDrawn="1"/>
        </p:nvSpPr>
        <p:spPr>
          <a:xfrm>
            <a:off x="8922363" y="3831335"/>
            <a:ext cx="294790" cy="146304"/>
          </a:xfrm>
          <a:prstGeom prst="rect">
            <a:avLst/>
          </a:prstGeom>
          <a:noFill/>
        </p:spPr>
        <p:txBody>
          <a:bodyPr wrap="square"/>
          <a:lstStyle/>
          <a:p>
            <a:pPr algn="ctr">
              <a:defRPr sz="600" b="1">
                <a:solidFill>
                  <a:srgbClr val="64748B"/>
                </a:solidFill>
                <a:latin typeface="Calibri"/>
              </a:defRPr>
            </a:pPr>
            <a:r>
              <a:rPr sz="500">
                <a:solidFill>
                  <a:schemeClr val="bg1">
                    <a:lumMod val="85000"/>
                  </a:schemeClr>
                </a:solidFill>
              </a:rPr>
              <a:t>Q2</a:t>
            </a:r>
          </a:p>
        </p:txBody>
      </p:sp>
      <p:sp>
        <p:nvSpPr>
          <p:cNvPr id="120" name="Rounded Rectangle 122">
            <a:extLst>
              <a:ext uri="{FF2B5EF4-FFF2-40B4-BE49-F238E27FC236}">
                <a16:creationId xmlns:a16="http://schemas.microsoft.com/office/drawing/2014/main" id="{D6BF73EB-E10E-7047-FAAB-8F03213414B6}"/>
              </a:ext>
            </a:extLst>
          </p:cNvPr>
          <p:cNvSpPr/>
          <p:nvPr userDrawn="1"/>
        </p:nvSpPr>
        <p:spPr>
          <a:xfrm>
            <a:off x="9150963" y="3822191"/>
            <a:ext cx="294790" cy="164592"/>
          </a:xfrm>
          <a:prstGeom prst="roundRect">
            <a:avLst/>
          </a:prstGeom>
          <a:solidFill>
            <a:srgbClr val="1E293B"/>
          </a:solidFill>
          <a:ln w="3810">
            <a:solidFill>
              <a:srgbClr val="303A4A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sz="500">
              <a:solidFill>
                <a:schemeClr val="bg1">
                  <a:lumMod val="85000"/>
                </a:schemeClr>
              </a:solidFill>
            </a:endParaRPr>
          </a:p>
        </p:txBody>
      </p:sp>
      <p:sp>
        <p:nvSpPr>
          <p:cNvPr id="121" name="TextBox 120">
            <a:extLst>
              <a:ext uri="{FF2B5EF4-FFF2-40B4-BE49-F238E27FC236}">
                <a16:creationId xmlns:a16="http://schemas.microsoft.com/office/drawing/2014/main" id="{837D7018-8AF7-C530-BC05-294EAAB29CE3}"/>
              </a:ext>
            </a:extLst>
          </p:cNvPr>
          <p:cNvSpPr txBox="1"/>
          <p:nvPr userDrawn="1"/>
        </p:nvSpPr>
        <p:spPr>
          <a:xfrm>
            <a:off x="9150963" y="3831335"/>
            <a:ext cx="294790" cy="146304"/>
          </a:xfrm>
          <a:prstGeom prst="rect">
            <a:avLst/>
          </a:prstGeom>
          <a:noFill/>
        </p:spPr>
        <p:txBody>
          <a:bodyPr wrap="square"/>
          <a:lstStyle/>
          <a:p>
            <a:pPr algn="ctr">
              <a:defRPr sz="600" b="1">
                <a:solidFill>
                  <a:srgbClr val="64748B"/>
                </a:solidFill>
                <a:latin typeface="Calibri"/>
              </a:defRPr>
            </a:pPr>
            <a:r>
              <a:rPr sz="500">
                <a:solidFill>
                  <a:schemeClr val="bg1">
                    <a:lumMod val="85000"/>
                  </a:schemeClr>
                </a:solidFill>
              </a:rPr>
              <a:t>Q3</a:t>
            </a:r>
          </a:p>
        </p:txBody>
      </p:sp>
      <p:sp>
        <p:nvSpPr>
          <p:cNvPr id="122" name="Rounded Rectangle 124">
            <a:extLst>
              <a:ext uri="{FF2B5EF4-FFF2-40B4-BE49-F238E27FC236}">
                <a16:creationId xmlns:a16="http://schemas.microsoft.com/office/drawing/2014/main" id="{7159B8AE-93D4-9EB3-4A4A-7B89BDB0DE4C}"/>
              </a:ext>
            </a:extLst>
          </p:cNvPr>
          <p:cNvSpPr/>
          <p:nvPr userDrawn="1"/>
        </p:nvSpPr>
        <p:spPr>
          <a:xfrm>
            <a:off x="9379563" y="3822191"/>
            <a:ext cx="294790" cy="164592"/>
          </a:xfrm>
          <a:prstGeom prst="roundRect">
            <a:avLst/>
          </a:prstGeom>
          <a:solidFill>
            <a:srgbClr val="1E293B"/>
          </a:solidFill>
          <a:ln w="3810">
            <a:solidFill>
              <a:srgbClr val="303A4A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sz="500">
              <a:solidFill>
                <a:schemeClr val="bg1">
                  <a:lumMod val="85000"/>
                </a:schemeClr>
              </a:solidFill>
            </a:endParaRPr>
          </a:p>
        </p:txBody>
      </p:sp>
      <p:sp>
        <p:nvSpPr>
          <p:cNvPr id="123" name="TextBox 122">
            <a:extLst>
              <a:ext uri="{FF2B5EF4-FFF2-40B4-BE49-F238E27FC236}">
                <a16:creationId xmlns:a16="http://schemas.microsoft.com/office/drawing/2014/main" id="{DD5FEFA5-8CCC-DA96-B6AF-CFF54ED4F602}"/>
              </a:ext>
            </a:extLst>
          </p:cNvPr>
          <p:cNvSpPr txBox="1"/>
          <p:nvPr userDrawn="1"/>
        </p:nvSpPr>
        <p:spPr>
          <a:xfrm>
            <a:off x="9379563" y="3831335"/>
            <a:ext cx="294790" cy="146304"/>
          </a:xfrm>
          <a:prstGeom prst="rect">
            <a:avLst/>
          </a:prstGeom>
          <a:noFill/>
        </p:spPr>
        <p:txBody>
          <a:bodyPr wrap="square"/>
          <a:lstStyle/>
          <a:p>
            <a:pPr algn="ctr">
              <a:defRPr sz="600" b="1">
                <a:solidFill>
                  <a:srgbClr val="64748B"/>
                </a:solidFill>
                <a:latin typeface="Calibri"/>
              </a:defRPr>
            </a:pPr>
            <a:r>
              <a:rPr sz="500">
                <a:solidFill>
                  <a:schemeClr val="bg1">
                    <a:lumMod val="85000"/>
                  </a:schemeClr>
                </a:solidFill>
              </a:rPr>
              <a:t>Q4</a:t>
            </a:r>
          </a:p>
        </p:txBody>
      </p:sp>
      <p:sp>
        <p:nvSpPr>
          <p:cNvPr id="124" name="Rounded Rectangle 126">
            <a:extLst>
              <a:ext uri="{FF2B5EF4-FFF2-40B4-BE49-F238E27FC236}">
                <a16:creationId xmlns:a16="http://schemas.microsoft.com/office/drawing/2014/main" id="{EFA3F399-853A-10FA-5343-E37DE7720E08}"/>
              </a:ext>
            </a:extLst>
          </p:cNvPr>
          <p:cNvSpPr/>
          <p:nvPr userDrawn="1"/>
        </p:nvSpPr>
        <p:spPr>
          <a:xfrm>
            <a:off x="9608163" y="3822191"/>
            <a:ext cx="294790" cy="164592"/>
          </a:xfrm>
          <a:prstGeom prst="roundRect">
            <a:avLst/>
          </a:prstGeom>
          <a:solidFill>
            <a:srgbClr val="162032"/>
          </a:solidFill>
          <a:ln w="3810">
            <a:solidFill>
              <a:srgbClr val="303A4A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sz="500">
              <a:solidFill>
                <a:schemeClr val="bg1">
                  <a:lumMod val="85000"/>
                </a:schemeClr>
              </a:solidFill>
            </a:endParaRPr>
          </a:p>
        </p:txBody>
      </p:sp>
      <p:sp>
        <p:nvSpPr>
          <p:cNvPr id="125" name="TextBox 124">
            <a:extLst>
              <a:ext uri="{FF2B5EF4-FFF2-40B4-BE49-F238E27FC236}">
                <a16:creationId xmlns:a16="http://schemas.microsoft.com/office/drawing/2014/main" id="{A00D787E-ED61-986E-7DFC-EF690E4E94B6}"/>
              </a:ext>
            </a:extLst>
          </p:cNvPr>
          <p:cNvSpPr txBox="1"/>
          <p:nvPr userDrawn="1"/>
        </p:nvSpPr>
        <p:spPr>
          <a:xfrm>
            <a:off x="9608163" y="3831335"/>
            <a:ext cx="294790" cy="146304"/>
          </a:xfrm>
          <a:prstGeom prst="rect">
            <a:avLst/>
          </a:prstGeom>
          <a:noFill/>
        </p:spPr>
        <p:txBody>
          <a:bodyPr wrap="square"/>
          <a:lstStyle/>
          <a:p>
            <a:pPr algn="ctr">
              <a:defRPr sz="600" b="1">
                <a:solidFill>
                  <a:srgbClr val="64748B"/>
                </a:solidFill>
                <a:latin typeface="Calibri"/>
              </a:defRPr>
            </a:pPr>
            <a:r>
              <a:rPr sz="500">
                <a:solidFill>
                  <a:schemeClr val="bg1">
                    <a:lumMod val="85000"/>
                  </a:schemeClr>
                </a:solidFill>
              </a:rPr>
              <a:t>Q1</a:t>
            </a:r>
          </a:p>
        </p:txBody>
      </p:sp>
      <p:sp>
        <p:nvSpPr>
          <p:cNvPr id="126" name="Rounded Rectangle 128">
            <a:extLst>
              <a:ext uri="{FF2B5EF4-FFF2-40B4-BE49-F238E27FC236}">
                <a16:creationId xmlns:a16="http://schemas.microsoft.com/office/drawing/2014/main" id="{BA0C1F55-1C01-C8CE-57C1-0856517CE7F1}"/>
              </a:ext>
            </a:extLst>
          </p:cNvPr>
          <p:cNvSpPr/>
          <p:nvPr userDrawn="1"/>
        </p:nvSpPr>
        <p:spPr>
          <a:xfrm>
            <a:off x="9836763" y="3822191"/>
            <a:ext cx="294790" cy="164592"/>
          </a:xfrm>
          <a:prstGeom prst="roundRect">
            <a:avLst/>
          </a:prstGeom>
          <a:solidFill>
            <a:srgbClr val="162032"/>
          </a:solidFill>
          <a:ln w="3810">
            <a:solidFill>
              <a:srgbClr val="303A4A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sz="500">
              <a:solidFill>
                <a:schemeClr val="bg1">
                  <a:lumMod val="85000"/>
                </a:schemeClr>
              </a:solidFill>
            </a:endParaRPr>
          </a:p>
        </p:txBody>
      </p:sp>
      <p:sp>
        <p:nvSpPr>
          <p:cNvPr id="127" name="TextBox 126">
            <a:extLst>
              <a:ext uri="{FF2B5EF4-FFF2-40B4-BE49-F238E27FC236}">
                <a16:creationId xmlns:a16="http://schemas.microsoft.com/office/drawing/2014/main" id="{3BC9594B-4155-01C3-5A29-5AA5308275A4}"/>
              </a:ext>
            </a:extLst>
          </p:cNvPr>
          <p:cNvSpPr txBox="1"/>
          <p:nvPr userDrawn="1"/>
        </p:nvSpPr>
        <p:spPr>
          <a:xfrm>
            <a:off x="9836763" y="3831335"/>
            <a:ext cx="294790" cy="146304"/>
          </a:xfrm>
          <a:prstGeom prst="rect">
            <a:avLst/>
          </a:prstGeom>
          <a:noFill/>
        </p:spPr>
        <p:txBody>
          <a:bodyPr wrap="square"/>
          <a:lstStyle/>
          <a:p>
            <a:pPr algn="ctr">
              <a:defRPr sz="600" b="1">
                <a:solidFill>
                  <a:srgbClr val="64748B"/>
                </a:solidFill>
                <a:latin typeface="Calibri"/>
              </a:defRPr>
            </a:pPr>
            <a:r>
              <a:rPr sz="500">
                <a:solidFill>
                  <a:schemeClr val="bg1">
                    <a:lumMod val="85000"/>
                  </a:schemeClr>
                </a:solidFill>
              </a:rPr>
              <a:t>Q2</a:t>
            </a:r>
          </a:p>
        </p:txBody>
      </p:sp>
      <p:sp>
        <p:nvSpPr>
          <p:cNvPr id="128" name="TextBox 127">
            <a:extLst>
              <a:ext uri="{FF2B5EF4-FFF2-40B4-BE49-F238E27FC236}">
                <a16:creationId xmlns:a16="http://schemas.microsoft.com/office/drawing/2014/main" id="{1D1644FA-A6B6-5315-2998-E82D7B8720B2}"/>
              </a:ext>
            </a:extLst>
          </p:cNvPr>
          <p:cNvSpPr txBox="1"/>
          <p:nvPr userDrawn="1"/>
        </p:nvSpPr>
        <p:spPr>
          <a:xfrm>
            <a:off x="8721707" y="4023359"/>
            <a:ext cx="2009933" cy="109728"/>
          </a:xfrm>
          <a:prstGeom prst="rect">
            <a:avLst/>
          </a:prstGeom>
          <a:noFill/>
        </p:spPr>
        <p:txBody>
          <a:bodyPr wrap="square"/>
          <a:lstStyle/>
          <a:p>
            <a:pPr>
              <a:defRPr sz="550" b="0">
                <a:solidFill>
                  <a:srgbClr val="64748B"/>
                </a:solidFill>
                <a:latin typeface="Calibri"/>
              </a:defRPr>
            </a:pPr>
            <a:r>
              <a:rPr sz="800">
                <a:solidFill>
                  <a:schemeClr val="accent4">
                    <a:lumMod val="50000"/>
                  </a:schemeClr>
                </a:solidFill>
              </a:rPr>
              <a:t>2027 ——— 2028</a:t>
            </a:r>
          </a:p>
        </p:txBody>
      </p:sp>
      <p:sp>
        <p:nvSpPr>
          <p:cNvPr id="129" name="Rounded Rectangle 131">
            <a:extLst>
              <a:ext uri="{FF2B5EF4-FFF2-40B4-BE49-F238E27FC236}">
                <a16:creationId xmlns:a16="http://schemas.microsoft.com/office/drawing/2014/main" id="{F4D7D256-00C5-C008-7257-75BE88B7D6D6}"/>
              </a:ext>
            </a:extLst>
          </p:cNvPr>
          <p:cNvSpPr/>
          <p:nvPr userDrawn="1"/>
        </p:nvSpPr>
        <p:spPr>
          <a:xfrm>
            <a:off x="10341863" y="3822191"/>
            <a:ext cx="640080" cy="201168"/>
          </a:xfrm>
          <a:prstGeom prst="roundRect">
            <a:avLst/>
          </a:prstGeom>
          <a:noFill/>
          <a:ln w="3810">
            <a:solidFill>
              <a:srgbClr val="303A4A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130" name="TextBox 129">
            <a:extLst>
              <a:ext uri="{FF2B5EF4-FFF2-40B4-BE49-F238E27FC236}">
                <a16:creationId xmlns:a16="http://schemas.microsoft.com/office/drawing/2014/main" id="{66FEE827-11EF-4717-0F7A-935E73260E38}"/>
              </a:ext>
            </a:extLst>
          </p:cNvPr>
          <p:cNvSpPr txBox="1"/>
          <p:nvPr userDrawn="1"/>
        </p:nvSpPr>
        <p:spPr>
          <a:xfrm>
            <a:off x="10360152" y="3840479"/>
            <a:ext cx="603504" cy="164592"/>
          </a:xfrm>
          <a:prstGeom prst="rect">
            <a:avLst/>
          </a:prstGeom>
          <a:noFill/>
        </p:spPr>
        <p:txBody>
          <a:bodyPr wrap="square"/>
          <a:lstStyle/>
          <a:p>
            <a:pPr algn="ctr">
              <a:defRPr sz="750" b="1">
                <a:solidFill>
                  <a:srgbClr val="94A3B8"/>
                </a:solidFill>
                <a:latin typeface="Calibri"/>
              </a:defRPr>
            </a:pPr>
            <a:r>
              <a:rPr>
                <a:solidFill>
                  <a:schemeClr val="accent4">
                    <a:lumMod val="50000"/>
                  </a:schemeClr>
                </a:solidFill>
              </a:rPr>
              <a:t>{{tactic_5_priority}}</a:t>
            </a:r>
          </a:p>
        </p:txBody>
      </p:sp>
      <p:sp>
        <p:nvSpPr>
          <p:cNvPr id="131" name="Rectangle 130">
            <a:extLst>
              <a:ext uri="{FF2B5EF4-FFF2-40B4-BE49-F238E27FC236}">
                <a16:creationId xmlns:a16="http://schemas.microsoft.com/office/drawing/2014/main" id="{BAD42DE8-378C-FBD0-CC35-9047B60120DA}"/>
              </a:ext>
            </a:extLst>
          </p:cNvPr>
          <p:cNvSpPr/>
          <p:nvPr userDrawn="1"/>
        </p:nvSpPr>
        <p:spPr>
          <a:xfrm>
            <a:off x="329184" y="4251960"/>
            <a:ext cx="11521440" cy="566928"/>
          </a:xfrm>
          <a:prstGeom prst="rect">
            <a:avLst/>
          </a:prstGeom>
          <a:solidFill>
            <a:srgbClr val="9F8AB8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132" name="Rectangle 131">
            <a:extLst>
              <a:ext uri="{FF2B5EF4-FFF2-40B4-BE49-F238E27FC236}">
                <a16:creationId xmlns:a16="http://schemas.microsoft.com/office/drawing/2014/main" id="{3AE9B652-ACED-C93D-D17B-1AC838C37352}"/>
              </a:ext>
            </a:extLst>
          </p:cNvPr>
          <p:cNvSpPr/>
          <p:nvPr userDrawn="1"/>
        </p:nvSpPr>
        <p:spPr>
          <a:xfrm>
            <a:off x="329184" y="4814316"/>
            <a:ext cx="11521440" cy="4572"/>
          </a:xfrm>
          <a:prstGeom prst="rect">
            <a:avLst/>
          </a:prstGeom>
          <a:solidFill>
            <a:srgbClr val="303A4A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133" name="Rounded Rectangle 135">
            <a:extLst>
              <a:ext uri="{FF2B5EF4-FFF2-40B4-BE49-F238E27FC236}">
                <a16:creationId xmlns:a16="http://schemas.microsoft.com/office/drawing/2014/main" id="{0E74613B-66D4-E3E0-7141-FBD90496B68C}"/>
              </a:ext>
            </a:extLst>
          </p:cNvPr>
          <p:cNvSpPr/>
          <p:nvPr userDrawn="1"/>
        </p:nvSpPr>
        <p:spPr>
          <a:xfrm>
            <a:off x="402336" y="4389120"/>
            <a:ext cx="685800" cy="201168"/>
          </a:xfrm>
          <a:prstGeom prst="roundRect">
            <a:avLst/>
          </a:prstGeom>
          <a:noFill/>
          <a:ln w="5080">
            <a:solidFill>
              <a:srgbClr val="A78BFA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134" name="TextBox 133">
            <a:extLst>
              <a:ext uri="{FF2B5EF4-FFF2-40B4-BE49-F238E27FC236}">
                <a16:creationId xmlns:a16="http://schemas.microsoft.com/office/drawing/2014/main" id="{62119BD3-5224-783E-0FD8-D9516E288C76}"/>
              </a:ext>
            </a:extLst>
          </p:cNvPr>
          <p:cNvSpPr txBox="1"/>
          <p:nvPr userDrawn="1"/>
        </p:nvSpPr>
        <p:spPr>
          <a:xfrm>
            <a:off x="329184" y="4389120"/>
            <a:ext cx="731519" cy="182880"/>
          </a:xfrm>
          <a:prstGeom prst="rect">
            <a:avLst/>
          </a:prstGeom>
          <a:noFill/>
        </p:spPr>
        <p:txBody>
          <a:bodyPr wrap="square"/>
          <a:lstStyle/>
          <a:p>
            <a:pPr algn="ctr">
              <a:defRPr sz="750" b="1">
                <a:solidFill>
                  <a:srgbClr val="A78BFA"/>
                </a:solidFill>
                <a:latin typeface="Calibri"/>
              </a:defRPr>
            </a:pPr>
            <a:r>
              <a:rPr>
                <a:solidFill>
                  <a:schemeClr val="bg1"/>
                </a:solidFill>
              </a:rPr>
              <a:t>{{tactic_6_type}}</a:t>
            </a:r>
          </a:p>
        </p:txBody>
      </p:sp>
      <p:sp>
        <p:nvSpPr>
          <p:cNvPr id="135" name="TextBox 134">
            <a:extLst>
              <a:ext uri="{FF2B5EF4-FFF2-40B4-BE49-F238E27FC236}">
                <a16:creationId xmlns:a16="http://schemas.microsoft.com/office/drawing/2014/main" id="{BACFB190-2745-A3AA-0C1B-F21A78467C70}"/>
              </a:ext>
            </a:extLst>
          </p:cNvPr>
          <p:cNvSpPr txBox="1"/>
          <p:nvPr userDrawn="1"/>
        </p:nvSpPr>
        <p:spPr>
          <a:xfrm>
            <a:off x="1152144" y="4325112"/>
            <a:ext cx="1280160" cy="420623"/>
          </a:xfrm>
          <a:prstGeom prst="rect">
            <a:avLst/>
          </a:prstGeom>
          <a:noFill/>
        </p:spPr>
        <p:txBody>
          <a:bodyPr wrap="square"/>
          <a:lstStyle/>
          <a:p>
            <a:pPr>
              <a:defRPr sz="900" b="1">
                <a:solidFill>
                  <a:srgbClr val="F1F5F9"/>
                </a:solidFill>
                <a:latin typeface="Calibri"/>
              </a:defRPr>
            </a:pPr>
            <a:r>
              <a:t>{{tactic_6_name}}</a:t>
            </a:r>
          </a:p>
        </p:txBody>
      </p:sp>
      <p:sp>
        <p:nvSpPr>
          <p:cNvPr id="136" name="TextBox 135">
            <a:extLst>
              <a:ext uri="{FF2B5EF4-FFF2-40B4-BE49-F238E27FC236}">
                <a16:creationId xmlns:a16="http://schemas.microsoft.com/office/drawing/2014/main" id="{F9A27F30-7476-9F5B-0887-432504D5FE45}"/>
              </a:ext>
            </a:extLst>
          </p:cNvPr>
          <p:cNvSpPr txBox="1"/>
          <p:nvPr userDrawn="1"/>
        </p:nvSpPr>
        <p:spPr>
          <a:xfrm>
            <a:off x="2478024" y="4306824"/>
            <a:ext cx="3246120" cy="457200"/>
          </a:xfrm>
          <a:prstGeom prst="rect">
            <a:avLst/>
          </a:prstGeom>
          <a:noFill/>
        </p:spPr>
        <p:txBody>
          <a:bodyPr wrap="square"/>
          <a:lstStyle/>
          <a:p>
            <a:pPr>
              <a:defRPr sz="800" b="0">
                <a:solidFill>
                  <a:srgbClr val="CBD5E1"/>
                </a:solidFill>
                <a:latin typeface="Calibri"/>
              </a:defRPr>
            </a:pPr>
            <a:r>
              <a:rPr>
                <a:solidFill>
                  <a:schemeClr val="bg1"/>
                </a:solidFill>
              </a:rPr>
              <a:t>{{tactic_6_desc}}</a:t>
            </a:r>
          </a:p>
        </p:txBody>
      </p:sp>
      <p:sp>
        <p:nvSpPr>
          <p:cNvPr id="137" name="TextBox 136">
            <a:extLst>
              <a:ext uri="{FF2B5EF4-FFF2-40B4-BE49-F238E27FC236}">
                <a16:creationId xmlns:a16="http://schemas.microsoft.com/office/drawing/2014/main" id="{5810FC2C-43A0-0205-C65E-987B605DD4BE}"/>
              </a:ext>
            </a:extLst>
          </p:cNvPr>
          <p:cNvSpPr txBox="1"/>
          <p:nvPr userDrawn="1"/>
        </p:nvSpPr>
        <p:spPr>
          <a:xfrm>
            <a:off x="5815584" y="4306824"/>
            <a:ext cx="2880360" cy="457200"/>
          </a:xfrm>
          <a:prstGeom prst="rect">
            <a:avLst/>
          </a:prstGeom>
          <a:noFill/>
        </p:spPr>
        <p:txBody>
          <a:bodyPr wrap="square"/>
          <a:lstStyle/>
          <a:p>
            <a:pPr>
              <a:defRPr sz="800" b="0">
                <a:solidFill>
                  <a:srgbClr val="CBD5E1"/>
                </a:solidFill>
                <a:latin typeface="Calibri"/>
              </a:defRPr>
            </a:pPr>
            <a:r>
              <a:rPr>
                <a:solidFill>
                  <a:schemeClr val="bg1"/>
                </a:solidFill>
              </a:rPr>
              <a:t>{{tactic_6_kpi}}</a:t>
            </a:r>
          </a:p>
        </p:txBody>
      </p:sp>
      <p:sp>
        <p:nvSpPr>
          <p:cNvPr id="138" name="Rounded Rectangle 140">
            <a:extLst>
              <a:ext uri="{FF2B5EF4-FFF2-40B4-BE49-F238E27FC236}">
                <a16:creationId xmlns:a16="http://schemas.microsoft.com/office/drawing/2014/main" id="{22E45CA1-4F27-76BE-63E6-7AB4DB5F84F8}"/>
              </a:ext>
            </a:extLst>
          </p:cNvPr>
          <p:cNvSpPr/>
          <p:nvPr userDrawn="1"/>
        </p:nvSpPr>
        <p:spPr>
          <a:xfrm>
            <a:off x="8693763" y="4389120"/>
            <a:ext cx="294790" cy="164592"/>
          </a:xfrm>
          <a:prstGeom prst="roundRect">
            <a:avLst/>
          </a:prstGeom>
          <a:solidFill>
            <a:srgbClr val="1E293B"/>
          </a:solidFill>
          <a:ln w="3810">
            <a:solidFill>
              <a:srgbClr val="303A4A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sz="500">
              <a:solidFill>
                <a:schemeClr val="bg1">
                  <a:lumMod val="85000"/>
                </a:schemeClr>
              </a:solidFill>
            </a:endParaRPr>
          </a:p>
        </p:txBody>
      </p:sp>
      <p:sp>
        <p:nvSpPr>
          <p:cNvPr id="139" name="TextBox 138">
            <a:extLst>
              <a:ext uri="{FF2B5EF4-FFF2-40B4-BE49-F238E27FC236}">
                <a16:creationId xmlns:a16="http://schemas.microsoft.com/office/drawing/2014/main" id="{91985202-F40F-3203-B380-93C7B7266958}"/>
              </a:ext>
            </a:extLst>
          </p:cNvPr>
          <p:cNvSpPr txBox="1"/>
          <p:nvPr userDrawn="1"/>
        </p:nvSpPr>
        <p:spPr>
          <a:xfrm>
            <a:off x="8693763" y="4398264"/>
            <a:ext cx="294790" cy="146304"/>
          </a:xfrm>
          <a:prstGeom prst="rect">
            <a:avLst/>
          </a:prstGeom>
          <a:noFill/>
        </p:spPr>
        <p:txBody>
          <a:bodyPr wrap="square"/>
          <a:lstStyle/>
          <a:p>
            <a:pPr algn="ctr">
              <a:defRPr sz="600" b="1">
                <a:solidFill>
                  <a:srgbClr val="64748B"/>
                </a:solidFill>
                <a:latin typeface="Calibri"/>
              </a:defRPr>
            </a:pPr>
            <a:r>
              <a:rPr sz="500">
                <a:solidFill>
                  <a:schemeClr val="bg1">
                    <a:lumMod val="85000"/>
                  </a:schemeClr>
                </a:solidFill>
              </a:rPr>
              <a:t>Q1</a:t>
            </a:r>
          </a:p>
        </p:txBody>
      </p:sp>
      <p:sp>
        <p:nvSpPr>
          <p:cNvPr id="140" name="Rounded Rectangle 142">
            <a:extLst>
              <a:ext uri="{FF2B5EF4-FFF2-40B4-BE49-F238E27FC236}">
                <a16:creationId xmlns:a16="http://schemas.microsoft.com/office/drawing/2014/main" id="{50BA78C2-8DF3-6B0A-2B53-7D65998EDD78}"/>
              </a:ext>
            </a:extLst>
          </p:cNvPr>
          <p:cNvSpPr/>
          <p:nvPr userDrawn="1"/>
        </p:nvSpPr>
        <p:spPr>
          <a:xfrm>
            <a:off x="8922363" y="4389120"/>
            <a:ext cx="294790" cy="164592"/>
          </a:xfrm>
          <a:prstGeom prst="roundRect">
            <a:avLst/>
          </a:prstGeom>
          <a:solidFill>
            <a:srgbClr val="1E293B"/>
          </a:solidFill>
          <a:ln w="3810">
            <a:solidFill>
              <a:srgbClr val="303A4A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sz="500">
              <a:solidFill>
                <a:schemeClr val="bg1">
                  <a:lumMod val="85000"/>
                </a:schemeClr>
              </a:solidFill>
            </a:endParaRPr>
          </a:p>
        </p:txBody>
      </p:sp>
      <p:sp>
        <p:nvSpPr>
          <p:cNvPr id="141" name="TextBox 140">
            <a:extLst>
              <a:ext uri="{FF2B5EF4-FFF2-40B4-BE49-F238E27FC236}">
                <a16:creationId xmlns:a16="http://schemas.microsoft.com/office/drawing/2014/main" id="{FA681D71-05A1-2359-6765-2488C480D8F3}"/>
              </a:ext>
            </a:extLst>
          </p:cNvPr>
          <p:cNvSpPr txBox="1"/>
          <p:nvPr userDrawn="1"/>
        </p:nvSpPr>
        <p:spPr>
          <a:xfrm>
            <a:off x="8922363" y="4398264"/>
            <a:ext cx="294790" cy="146304"/>
          </a:xfrm>
          <a:prstGeom prst="rect">
            <a:avLst/>
          </a:prstGeom>
          <a:noFill/>
        </p:spPr>
        <p:txBody>
          <a:bodyPr wrap="square"/>
          <a:lstStyle/>
          <a:p>
            <a:pPr algn="ctr">
              <a:defRPr sz="600" b="1">
                <a:solidFill>
                  <a:srgbClr val="64748B"/>
                </a:solidFill>
                <a:latin typeface="Calibri"/>
              </a:defRPr>
            </a:pPr>
            <a:r>
              <a:rPr sz="500">
                <a:solidFill>
                  <a:schemeClr val="bg1">
                    <a:lumMod val="85000"/>
                  </a:schemeClr>
                </a:solidFill>
              </a:rPr>
              <a:t>Q2</a:t>
            </a:r>
          </a:p>
        </p:txBody>
      </p:sp>
      <p:sp>
        <p:nvSpPr>
          <p:cNvPr id="142" name="Rounded Rectangle 144">
            <a:extLst>
              <a:ext uri="{FF2B5EF4-FFF2-40B4-BE49-F238E27FC236}">
                <a16:creationId xmlns:a16="http://schemas.microsoft.com/office/drawing/2014/main" id="{0D3CBA1E-D31A-F3D9-865B-A42EB3B50DFF}"/>
              </a:ext>
            </a:extLst>
          </p:cNvPr>
          <p:cNvSpPr/>
          <p:nvPr userDrawn="1"/>
        </p:nvSpPr>
        <p:spPr>
          <a:xfrm>
            <a:off x="9150963" y="4389120"/>
            <a:ext cx="294790" cy="164592"/>
          </a:xfrm>
          <a:prstGeom prst="roundRect">
            <a:avLst/>
          </a:prstGeom>
          <a:solidFill>
            <a:srgbClr val="1E293B"/>
          </a:solidFill>
          <a:ln w="3810">
            <a:solidFill>
              <a:srgbClr val="303A4A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sz="500">
              <a:solidFill>
                <a:schemeClr val="bg1">
                  <a:lumMod val="85000"/>
                </a:schemeClr>
              </a:solidFill>
            </a:endParaRPr>
          </a:p>
        </p:txBody>
      </p:sp>
      <p:sp>
        <p:nvSpPr>
          <p:cNvPr id="143" name="TextBox 142">
            <a:extLst>
              <a:ext uri="{FF2B5EF4-FFF2-40B4-BE49-F238E27FC236}">
                <a16:creationId xmlns:a16="http://schemas.microsoft.com/office/drawing/2014/main" id="{EE7DD8DA-7BF9-9316-BDD9-698004A3A5F2}"/>
              </a:ext>
            </a:extLst>
          </p:cNvPr>
          <p:cNvSpPr txBox="1"/>
          <p:nvPr userDrawn="1"/>
        </p:nvSpPr>
        <p:spPr>
          <a:xfrm>
            <a:off x="9150963" y="4398264"/>
            <a:ext cx="294790" cy="146304"/>
          </a:xfrm>
          <a:prstGeom prst="rect">
            <a:avLst/>
          </a:prstGeom>
          <a:noFill/>
        </p:spPr>
        <p:txBody>
          <a:bodyPr wrap="square"/>
          <a:lstStyle/>
          <a:p>
            <a:pPr algn="ctr">
              <a:defRPr sz="600" b="1">
                <a:solidFill>
                  <a:srgbClr val="64748B"/>
                </a:solidFill>
                <a:latin typeface="Calibri"/>
              </a:defRPr>
            </a:pPr>
            <a:r>
              <a:rPr sz="500">
                <a:solidFill>
                  <a:schemeClr val="bg1">
                    <a:lumMod val="85000"/>
                  </a:schemeClr>
                </a:solidFill>
              </a:rPr>
              <a:t>Q3</a:t>
            </a:r>
          </a:p>
        </p:txBody>
      </p:sp>
      <p:sp>
        <p:nvSpPr>
          <p:cNvPr id="144" name="Rounded Rectangle 146">
            <a:extLst>
              <a:ext uri="{FF2B5EF4-FFF2-40B4-BE49-F238E27FC236}">
                <a16:creationId xmlns:a16="http://schemas.microsoft.com/office/drawing/2014/main" id="{478F3EAC-90FC-E94F-0BCB-18F76FEADB2A}"/>
              </a:ext>
            </a:extLst>
          </p:cNvPr>
          <p:cNvSpPr/>
          <p:nvPr userDrawn="1"/>
        </p:nvSpPr>
        <p:spPr>
          <a:xfrm>
            <a:off x="9379563" y="4389120"/>
            <a:ext cx="294790" cy="164592"/>
          </a:xfrm>
          <a:prstGeom prst="roundRect">
            <a:avLst/>
          </a:prstGeom>
          <a:solidFill>
            <a:srgbClr val="1E293B"/>
          </a:solidFill>
          <a:ln w="3810">
            <a:solidFill>
              <a:srgbClr val="303A4A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sz="500">
              <a:solidFill>
                <a:schemeClr val="bg1">
                  <a:lumMod val="85000"/>
                </a:schemeClr>
              </a:solidFill>
            </a:endParaRPr>
          </a:p>
        </p:txBody>
      </p:sp>
      <p:sp>
        <p:nvSpPr>
          <p:cNvPr id="145" name="TextBox 144">
            <a:extLst>
              <a:ext uri="{FF2B5EF4-FFF2-40B4-BE49-F238E27FC236}">
                <a16:creationId xmlns:a16="http://schemas.microsoft.com/office/drawing/2014/main" id="{F3A81B81-4842-42A5-B3C9-BF5017456074}"/>
              </a:ext>
            </a:extLst>
          </p:cNvPr>
          <p:cNvSpPr txBox="1"/>
          <p:nvPr userDrawn="1"/>
        </p:nvSpPr>
        <p:spPr>
          <a:xfrm>
            <a:off x="9379563" y="4398264"/>
            <a:ext cx="294790" cy="146304"/>
          </a:xfrm>
          <a:prstGeom prst="rect">
            <a:avLst/>
          </a:prstGeom>
          <a:noFill/>
        </p:spPr>
        <p:txBody>
          <a:bodyPr wrap="square"/>
          <a:lstStyle/>
          <a:p>
            <a:pPr algn="ctr">
              <a:defRPr sz="600" b="1">
                <a:solidFill>
                  <a:srgbClr val="64748B"/>
                </a:solidFill>
                <a:latin typeface="Calibri"/>
              </a:defRPr>
            </a:pPr>
            <a:r>
              <a:rPr sz="500">
                <a:solidFill>
                  <a:schemeClr val="bg1">
                    <a:lumMod val="85000"/>
                  </a:schemeClr>
                </a:solidFill>
              </a:rPr>
              <a:t>Q4</a:t>
            </a:r>
          </a:p>
        </p:txBody>
      </p:sp>
      <p:sp>
        <p:nvSpPr>
          <p:cNvPr id="146" name="Rounded Rectangle 148">
            <a:extLst>
              <a:ext uri="{FF2B5EF4-FFF2-40B4-BE49-F238E27FC236}">
                <a16:creationId xmlns:a16="http://schemas.microsoft.com/office/drawing/2014/main" id="{52908DDB-10AD-6228-A24E-6A84374518BF}"/>
              </a:ext>
            </a:extLst>
          </p:cNvPr>
          <p:cNvSpPr/>
          <p:nvPr userDrawn="1"/>
        </p:nvSpPr>
        <p:spPr>
          <a:xfrm>
            <a:off x="9608163" y="4389120"/>
            <a:ext cx="294790" cy="164592"/>
          </a:xfrm>
          <a:prstGeom prst="roundRect">
            <a:avLst/>
          </a:prstGeom>
          <a:solidFill>
            <a:srgbClr val="162032"/>
          </a:solidFill>
          <a:ln w="3810">
            <a:solidFill>
              <a:srgbClr val="303A4A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sz="500">
              <a:solidFill>
                <a:schemeClr val="bg1">
                  <a:lumMod val="85000"/>
                </a:schemeClr>
              </a:solidFill>
            </a:endParaRPr>
          </a:p>
        </p:txBody>
      </p:sp>
      <p:sp>
        <p:nvSpPr>
          <p:cNvPr id="147" name="TextBox 146">
            <a:extLst>
              <a:ext uri="{FF2B5EF4-FFF2-40B4-BE49-F238E27FC236}">
                <a16:creationId xmlns:a16="http://schemas.microsoft.com/office/drawing/2014/main" id="{A16D817B-0F6E-CFA4-782D-A91B1B5CD549}"/>
              </a:ext>
            </a:extLst>
          </p:cNvPr>
          <p:cNvSpPr txBox="1"/>
          <p:nvPr userDrawn="1"/>
        </p:nvSpPr>
        <p:spPr>
          <a:xfrm>
            <a:off x="9608163" y="4398264"/>
            <a:ext cx="294790" cy="146304"/>
          </a:xfrm>
          <a:prstGeom prst="rect">
            <a:avLst/>
          </a:prstGeom>
          <a:noFill/>
        </p:spPr>
        <p:txBody>
          <a:bodyPr wrap="square"/>
          <a:lstStyle/>
          <a:p>
            <a:pPr algn="ctr">
              <a:defRPr sz="600" b="1">
                <a:solidFill>
                  <a:srgbClr val="64748B"/>
                </a:solidFill>
                <a:latin typeface="Calibri"/>
              </a:defRPr>
            </a:pPr>
            <a:r>
              <a:rPr sz="500">
                <a:solidFill>
                  <a:schemeClr val="bg1">
                    <a:lumMod val="85000"/>
                  </a:schemeClr>
                </a:solidFill>
              </a:rPr>
              <a:t>Q1</a:t>
            </a:r>
          </a:p>
        </p:txBody>
      </p:sp>
      <p:sp>
        <p:nvSpPr>
          <p:cNvPr id="148" name="Rounded Rectangle 150">
            <a:extLst>
              <a:ext uri="{FF2B5EF4-FFF2-40B4-BE49-F238E27FC236}">
                <a16:creationId xmlns:a16="http://schemas.microsoft.com/office/drawing/2014/main" id="{87936644-5E59-9E9A-F3F5-2DC939C720C8}"/>
              </a:ext>
            </a:extLst>
          </p:cNvPr>
          <p:cNvSpPr/>
          <p:nvPr userDrawn="1"/>
        </p:nvSpPr>
        <p:spPr>
          <a:xfrm>
            <a:off x="9836763" y="4389120"/>
            <a:ext cx="294790" cy="164592"/>
          </a:xfrm>
          <a:prstGeom prst="roundRect">
            <a:avLst/>
          </a:prstGeom>
          <a:solidFill>
            <a:srgbClr val="162032"/>
          </a:solidFill>
          <a:ln w="3810">
            <a:solidFill>
              <a:srgbClr val="303A4A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sz="500">
              <a:solidFill>
                <a:schemeClr val="bg1">
                  <a:lumMod val="85000"/>
                </a:schemeClr>
              </a:solidFill>
            </a:endParaRPr>
          </a:p>
        </p:txBody>
      </p:sp>
      <p:sp>
        <p:nvSpPr>
          <p:cNvPr id="149" name="TextBox 148">
            <a:extLst>
              <a:ext uri="{FF2B5EF4-FFF2-40B4-BE49-F238E27FC236}">
                <a16:creationId xmlns:a16="http://schemas.microsoft.com/office/drawing/2014/main" id="{A2E6E111-CEE5-C0B1-5A32-9A7D3E333386}"/>
              </a:ext>
            </a:extLst>
          </p:cNvPr>
          <p:cNvSpPr txBox="1"/>
          <p:nvPr userDrawn="1"/>
        </p:nvSpPr>
        <p:spPr>
          <a:xfrm>
            <a:off x="9836763" y="4398264"/>
            <a:ext cx="294790" cy="146304"/>
          </a:xfrm>
          <a:prstGeom prst="rect">
            <a:avLst/>
          </a:prstGeom>
          <a:noFill/>
        </p:spPr>
        <p:txBody>
          <a:bodyPr wrap="square"/>
          <a:lstStyle/>
          <a:p>
            <a:pPr algn="ctr">
              <a:defRPr sz="600" b="1">
                <a:solidFill>
                  <a:srgbClr val="64748B"/>
                </a:solidFill>
                <a:latin typeface="Calibri"/>
              </a:defRPr>
            </a:pPr>
            <a:r>
              <a:rPr sz="500">
                <a:solidFill>
                  <a:schemeClr val="bg1">
                    <a:lumMod val="85000"/>
                  </a:schemeClr>
                </a:solidFill>
              </a:rPr>
              <a:t>Q2</a:t>
            </a:r>
          </a:p>
        </p:txBody>
      </p:sp>
      <p:sp>
        <p:nvSpPr>
          <p:cNvPr id="150" name="TextBox 149">
            <a:extLst>
              <a:ext uri="{FF2B5EF4-FFF2-40B4-BE49-F238E27FC236}">
                <a16:creationId xmlns:a16="http://schemas.microsoft.com/office/drawing/2014/main" id="{100904FF-BD81-CD40-3816-962C7FCD52CE}"/>
              </a:ext>
            </a:extLst>
          </p:cNvPr>
          <p:cNvSpPr txBox="1"/>
          <p:nvPr userDrawn="1"/>
        </p:nvSpPr>
        <p:spPr>
          <a:xfrm>
            <a:off x="8721707" y="4590288"/>
            <a:ext cx="2009933" cy="109728"/>
          </a:xfrm>
          <a:prstGeom prst="rect">
            <a:avLst/>
          </a:prstGeom>
          <a:noFill/>
        </p:spPr>
        <p:txBody>
          <a:bodyPr wrap="square"/>
          <a:lstStyle/>
          <a:p>
            <a:pPr>
              <a:defRPr sz="550" b="0">
                <a:solidFill>
                  <a:srgbClr val="64748B"/>
                </a:solidFill>
                <a:latin typeface="Calibri"/>
              </a:defRPr>
            </a:pPr>
            <a:r>
              <a:rPr sz="800">
                <a:solidFill>
                  <a:schemeClr val="bg1"/>
                </a:solidFill>
              </a:rPr>
              <a:t>2027 ——— 2028</a:t>
            </a:r>
          </a:p>
        </p:txBody>
      </p:sp>
      <p:sp>
        <p:nvSpPr>
          <p:cNvPr id="151" name="Rounded Rectangle 153">
            <a:extLst>
              <a:ext uri="{FF2B5EF4-FFF2-40B4-BE49-F238E27FC236}">
                <a16:creationId xmlns:a16="http://schemas.microsoft.com/office/drawing/2014/main" id="{09423677-934B-7D62-FC2F-739D917C1977}"/>
              </a:ext>
            </a:extLst>
          </p:cNvPr>
          <p:cNvSpPr/>
          <p:nvPr userDrawn="1"/>
        </p:nvSpPr>
        <p:spPr>
          <a:xfrm>
            <a:off x="10341863" y="4389120"/>
            <a:ext cx="640080" cy="201168"/>
          </a:xfrm>
          <a:prstGeom prst="roundRect">
            <a:avLst/>
          </a:prstGeom>
          <a:noFill/>
          <a:ln w="3810">
            <a:solidFill>
              <a:srgbClr val="303A4A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152" name="TextBox 151">
            <a:extLst>
              <a:ext uri="{FF2B5EF4-FFF2-40B4-BE49-F238E27FC236}">
                <a16:creationId xmlns:a16="http://schemas.microsoft.com/office/drawing/2014/main" id="{AED8D6E9-9254-1785-1A4A-B4A8DA016F3A}"/>
              </a:ext>
            </a:extLst>
          </p:cNvPr>
          <p:cNvSpPr txBox="1"/>
          <p:nvPr userDrawn="1"/>
        </p:nvSpPr>
        <p:spPr>
          <a:xfrm>
            <a:off x="10360152" y="4407408"/>
            <a:ext cx="603504" cy="164592"/>
          </a:xfrm>
          <a:prstGeom prst="rect">
            <a:avLst/>
          </a:prstGeom>
          <a:noFill/>
        </p:spPr>
        <p:txBody>
          <a:bodyPr wrap="square"/>
          <a:lstStyle/>
          <a:p>
            <a:pPr algn="ctr">
              <a:defRPr sz="750" b="1">
                <a:solidFill>
                  <a:srgbClr val="94A3B8"/>
                </a:solidFill>
                <a:latin typeface="Calibri"/>
              </a:defRPr>
            </a:pPr>
            <a:r>
              <a:rPr>
                <a:solidFill>
                  <a:schemeClr val="bg1"/>
                </a:solidFill>
              </a:rPr>
              <a:t>{{tactic_6_priority}}</a:t>
            </a:r>
          </a:p>
        </p:txBody>
      </p:sp>
      <p:sp>
        <p:nvSpPr>
          <p:cNvPr id="153" name="Rectangle 152">
            <a:extLst>
              <a:ext uri="{FF2B5EF4-FFF2-40B4-BE49-F238E27FC236}">
                <a16:creationId xmlns:a16="http://schemas.microsoft.com/office/drawing/2014/main" id="{0F41D775-D610-55EE-8402-AA72E41FFEED}"/>
              </a:ext>
            </a:extLst>
          </p:cNvPr>
          <p:cNvSpPr/>
          <p:nvPr userDrawn="1"/>
        </p:nvSpPr>
        <p:spPr>
          <a:xfrm>
            <a:off x="329184" y="4818888"/>
            <a:ext cx="11521440" cy="566928"/>
          </a:xfrm>
          <a:prstGeom prst="rect">
            <a:avLst/>
          </a:prstGeom>
          <a:solidFill>
            <a:schemeClr val="bg1">
              <a:lumMod val="95000"/>
            </a:schemeClr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154" name="Rectangle 153">
            <a:extLst>
              <a:ext uri="{FF2B5EF4-FFF2-40B4-BE49-F238E27FC236}">
                <a16:creationId xmlns:a16="http://schemas.microsoft.com/office/drawing/2014/main" id="{9EEF52BC-6FD3-6284-90E6-947D857D66AB}"/>
              </a:ext>
            </a:extLst>
          </p:cNvPr>
          <p:cNvSpPr/>
          <p:nvPr userDrawn="1"/>
        </p:nvSpPr>
        <p:spPr>
          <a:xfrm>
            <a:off x="329184" y="5381244"/>
            <a:ext cx="11521440" cy="4572"/>
          </a:xfrm>
          <a:prstGeom prst="rect">
            <a:avLst/>
          </a:prstGeom>
          <a:solidFill>
            <a:srgbClr val="303A4A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155" name="Rounded Rectangle 157">
            <a:extLst>
              <a:ext uri="{FF2B5EF4-FFF2-40B4-BE49-F238E27FC236}">
                <a16:creationId xmlns:a16="http://schemas.microsoft.com/office/drawing/2014/main" id="{B06D8F30-3B13-1B8B-A3A1-ECBE67D5A082}"/>
              </a:ext>
            </a:extLst>
          </p:cNvPr>
          <p:cNvSpPr/>
          <p:nvPr userDrawn="1"/>
        </p:nvSpPr>
        <p:spPr>
          <a:xfrm>
            <a:off x="402336" y="4956048"/>
            <a:ext cx="685800" cy="201168"/>
          </a:xfrm>
          <a:prstGeom prst="roundRect">
            <a:avLst/>
          </a:prstGeom>
          <a:noFill/>
          <a:ln w="5080">
            <a:solidFill>
              <a:srgbClr val="A78BFA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156" name="TextBox 155">
            <a:extLst>
              <a:ext uri="{FF2B5EF4-FFF2-40B4-BE49-F238E27FC236}">
                <a16:creationId xmlns:a16="http://schemas.microsoft.com/office/drawing/2014/main" id="{B68C4B47-0D8D-F0F8-B1CC-6BD0902A65B9}"/>
              </a:ext>
            </a:extLst>
          </p:cNvPr>
          <p:cNvSpPr txBox="1"/>
          <p:nvPr userDrawn="1"/>
        </p:nvSpPr>
        <p:spPr>
          <a:xfrm>
            <a:off x="329184" y="4956048"/>
            <a:ext cx="731519" cy="182880"/>
          </a:xfrm>
          <a:prstGeom prst="rect">
            <a:avLst/>
          </a:prstGeom>
          <a:noFill/>
        </p:spPr>
        <p:txBody>
          <a:bodyPr wrap="square"/>
          <a:lstStyle/>
          <a:p>
            <a:pPr algn="ctr">
              <a:defRPr sz="750" b="1">
                <a:solidFill>
                  <a:srgbClr val="A78BFA"/>
                </a:solidFill>
                <a:latin typeface="Calibri"/>
              </a:defRPr>
            </a:pPr>
            <a:r>
              <a:rPr>
                <a:solidFill>
                  <a:schemeClr val="accent4">
                    <a:lumMod val="75000"/>
                  </a:schemeClr>
                </a:solidFill>
              </a:rPr>
              <a:t>{{tactic_7_type}}</a:t>
            </a:r>
          </a:p>
        </p:txBody>
      </p:sp>
      <p:sp>
        <p:nvSpPr>
          <p:cNvPr id="157" name="TextBox 156">
            <a:extLst>
              <a:ext uri="{FF2B5EF4-FFF2-40B4-BE49-F238E27FC236}">
                <a16:creationId xmlns:a16="http://schemas.microsoft.com/office/drawing/2014/main" id="{877C5EF6-6528-D2FF-A1E0-2BF6F86504C3}"/>
              </a:ext>
            </a:extLst>
          </p:cNvPr>
          <p:cNvSpPr txBox="1"/>
          <p:nvPr userDrawn="1"/>
        </p:nvSpPr>
        <p:spPr>
          <a:xfrm>
            <a:off x="1152144" y="4892040"/>
            <a:ext cx="1280160" cy="420623"/>
          </a:xfrm>
          <a:prstGeom prst="rect">
            <a:avLst/>
          </a:prstGeom>
          <a:noFill/>
        </p:spPr>
        <p:txBody>
          <a:bodyPr wrap="square"/>
          <a:lstStyle/>
          <a:p>
            <a:pPr>
              <a:defRPr sz="900" b="1">
                <a:solidFill>
                  <a:srgbClr val="F1F5F9"/>
                </a:solidFill>
                <a:latin typeface="Calibri"/>
              </a:defRPr>
            </a:pPr>
            <a:r>
              <a:rPr>
                <a:solidFill>
                  <a:schemeClr val="accent4">
                    <a:lumMod val="75000"/>
                  </a:schemeClr>
                </a:solidFill>
              </a:rPr>
              <a:t>{{tactic_7_name}}</a:t>
            </a:r>
          </a:p>
        </p:txBody>
      </p:sp>
      <p:sp>
        <p:nvSpPr>
          <p:cNvPr id="158" name="TextBox 157">
            <a:extLst>
              <a:ext uri="{FF2B5EF4-FFF2-40B4-BE49-F238E27FC236}">
                <a16:creationId xmlns:a16="http://schemas.microsoft.com/office/drawing/2014/main" id="{D0E11E34-2D31-A7AB-35BD-DD4E458136A3}"/>
              </a:ext>
            </a:extLst>
          </p:cNvPr>
          <p:cNvSpPr txBox="1"/>
          <p:nvPr userDrawn="1"/>
        </p:nvSpPr>
        <p:spPr>
          <a:xfrm>
            <a:off x="2478024" y="4873751"/>
            <a:ext cx="3246120" cy="457200"/>
          </a:xfrm>
          <a:prstGeom prst="rect">
            <a:avLst/>
          </a:prstGeom>
          <a:noFill/>
        </p:spPr>
        <p:txBody>
          <a:bodyPr wrap="square"/>
          <a:lstStyle/>
          <a:p>
            <a:pPr>
              <a:defRPr sz="800" b="0">
                <a:solidFill>
                  <a:srgbClr val="CBD5E1"/>
                </a:solidFill>
                <a:latin typeface="Calibri"/>
              </a:defRPr>
            </a:pPr>
            <a:r>
              <a:rPr>
                <a:solidFill>
                  <a:schemeClr val="accent4">
                    <a:lumMod val="50000"/>
                  </a:schemeClr>
                </a:solidFill>
              </a:rPr>
              <a:t>{{tactic_7_desc}}</a:t>
            </a:r>
          </a:p>
        </p:txBody>
      </p:sp>
      <p:sp>
        <p:nvSpPr>
          <p:cNvPr id="159" name="TextBox 158">
            <a:extLst>
              <a:ext uri="{FF2B5EF4-FFF2-40B4-BE49-F238E27FC236}">
                <a16:creationId xmlns:a16="http://schemas.microsoft.com/office/drawing/2014/main" id="{6AA983E6-D5FC-DF00-F542-1DACC424C2D3}"/>
              </a:ext>
            </a:extLst>
          </p:cNvPr>
          <p:cNvSpPr txBox="1"/>
          <p:nvPr userDrawn="1"/>
        </p:nvSpPr>
        <p:spPr>
          <a:xfrm>
            <a:off x="5815584" y="4873751"/>
            <a:ext cx="2880360" cy="457200"/>
          </a:xfrm>
          <a:prstGeom prst="rect">
            <a:avLst/>
          </a:prstGeom>
          <a:noFill/>
        </p:spPr>
        <p:txBody>
          <a:bodyPr wrap="square"/>
          <a:lstStyle/>
          <a:p>
            <a:pPr>
              <a:defRPr sz="800" b="0">
                <a:solidFill>
                  <a:srgbClr val="CBD5E1"/>
                </a:solidFill>
                <a:latin typeface="Calibri"/>
              </a:defRPr>
            </a:pPr>
            <a:r>
              <a:rPr>
                <a:solidFill>
                  <a:schemeClr val="accent4">
                    <a:lumMod val="50000"/>
                  </a:schemeClr>
                </a:solidFill>
              </a:rPr>
              <a:t>{{tactic_7_kpi}}</a:t>
            </a:r>
          </a:p>
        </p:txBody>
      </p:sp>
      <p:sp>
        <p:nvSpPr>
          <p:cNvPr id="160" name="Rounded Rectangle 162">
            <a:extLst>
              <a:ext uri="{FF2B5EF4-FFF2-40B4-BE49-F238E27FC236}">
                <a16:creationId xmlns:a16="http://schemas.microsoft.com/office/drawing/2014/main" id="{31658558-158C-1A04-79BB-4237966EC105}"/>
              </a:ext>
            </a:extLst>
          </p:cNvPr>
          <p:cNvSpPr/>
          <p:nvPr userDrawn="1"/>
        </p:nvSpPr>
        <p:spPr>
          <a:xfrm>
            <a:off x="8693763" y="4956048"/>
            <a:ext cx="294790" cy="164592"/>
          </a:xfrm>
          <a:prstGeom prst="roundRect">
            <a:avLst/>
          </a:prstGeom>
          <a:solidFill>
            <a:srgbClr val="1E293B"/>
          </a:solidFill>
          <a:ln w="3810">
            <a:solidFill>
              <a:srgbClr val="303A4A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sz="500">
              <a:solidFill>
                <a:schemeClr val="bg1">
                  <a:lumMod val="85000"/>
                </a:schemeClr>
              </a:solidFill>
            </a:endParaRPr>
          </a:p>
        </p:txBody>
      </p:sp>
      <p:sp>
        <p:nvSpPr>
          <p:cNvPr id="161" name="TextBox 160">
            <a:extLst>
              <a:ext uri="{FF2B5EF4-FFF2-40B4-BE49-F238E27FC236}">
                <a16:creationId xmlns:a16="http://schemas.microsoft.com/office/drawing/2014/main" id="{16CB696F-2C1F-2A62-2778-DA3BF9D530F2}"/>
              </a:ext>
            </a:extLst>
          </p:cNvPr>
          <p:cNvSpPr txBox="1"/>
          <p:nvPr userDrawn="1"/>
        </p:nvSpPr>
        <p:spPr>
          <a:xfrm>
            <a:off x="8693763" y="4965192"/>
            <a:ext cx="294790" cy="146304"/>
          </a:xfrm>
          <a:prstGeom prst="rect">
            <a:avLst/>
          </a:prstGeom>
          <a:noFill/>
        </p:spPr>
        <p:txBody>
          <a:bodyPr wrap="square"/>
          <a:lstStyle/>
          <a:p>
            <a:pPr algn="ctr">
              <a:defRPr sz="600" b="1">
                <a:solidFill>
                  <a:srgbClr val="64748B"/>
                </a:solidFill>
                <a:latin typeface="Calibri"/>
              </a:defRPr>
            </a:pPr>
            <a:r>
              <a:rPr sz="500">
                <a:solidFill>
                  <a:schemeClr val="bg1">
                    <a:lumMod val="85000"/>
                  </a:schemeClr>
                </a:solidFill>
              </a:rPr>
              <a:t>Q1</a:t>
            </a:r>
          </a:p>
        </p:txBody>
      </p:sp>
      <p:sp>
        <p:nvSpPr>
          <p:cNvPr id="162" name="Rounded Rectangle 164">
            <a:extLst>
              <a:ext uri="{FF2B5EF4-FFF2-40B4-BE49-F238E27FC236}">
                <a16:creationId xmlns:a16="http://schemas.microsoft.com/office/drawing/2014/main" id="{87BBECA9-3816-B716-B657-9C46ED148F2A}"/>
              </a:ext>
            </a:extLst>
          </p:cNvPr>
          <p:cNvSpPr/>
          <p:nvPr userDrawn="1"/>
        </p:nvSpPr>
        <p:spPr>
          <a:xfrm>
            <a:off x="8922363" y="4956048"/>
            <a:ext cx="294790" cy="164592"/>
          </a:xfrm>
          <a:prstGeom prst="roundRect">
            <a:avLst/>
          </a:prstGeom>
          <a:solidFill>
            <a:srgbClr val="1E293B"/>
          </a:solidFill>
          <a:ln w="3810">
            <a:solidFill>
              <a:srgbClr val="303A4A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sz="500">
              <a:solidFill>
                <a:schemeClr val="bg1">
                  <a:lumMod val="85000"/>
                </a:schemeClr>
              </a:solidFill>
            </a:endParaRPr>
          </a:p>
        </p:txBody>
      </p:sp>
      <p:sp>
        <p:nvSpPr>
          <p:cNvPr id="163" name="TextBox 162">
            <a:extLst>
              <a:ext uri="{FF2B5EF4-FFF2-40B4-BE49-F238E27FC236}">
                <a16:creationId xmlns:a16="http://schemas.microsoft.com/office/drawing/2014/main" id="{A223294C-B0C9-BCF0-8A93-C94ADF816C54}"/>
              </a:ext>
            </a:extLst>
          </p:cNvPr>
          <p:cNvSpPr txBox="1"/>
          <p:nvPr userDrawn="1"/>
        </p:nvSpPr>
        <p:spPr>
          <a:xfrm>
            <a:off x="8922363" y="4965192"/>
            <a:ext cx="294790" cy="146304"/>
          </a:xfrm>
          <a:prstGeom prst="rect">
            <a:avLst/>
          </a:prstGeom>
          <a:noFill/>
        </p:spPr>
        <p:txBody>
          <a:bodyPr wrap="square"/>
          <a:lstStyle/>
          <a:p>
            <a:pPr algn="ctr">
              <a:defRPr sz="600" b="1">
                <a:solidFill>
                  <a:srgbClr val="64748B"/>
                </a:solidFill>
                <a:latin typeface="Calibri"/>
              </a:defRPr>
            </a:pPr>
            <a:r>
              <a:rPr sz="500">
                <a:solidFill>
                  <a:schemeClr val="bg1">
                    <a:lumMod val="85000"/>
                  </a:schemeClr>
                </a:solidFill>
              </a:rPr>
              <a:t>Q2</a:t>
            </a:r>
          </a:p>
        </p:txBody>
      </p:sp>
      <p:sp>
        <p:nvSpPr>
          <p:cNvPr id="164" name="Rounded Rectangle 166">
            <a:extLst>
              <a:ext uri="{FF2B5EF4-FFF2-40B4-BE49-F238E27FC236}">
                <a16:creationId xmlns:a16="http://schemas.microsoft.com/office/drawing/2014/main" id="{94E004A1-1E1C-D5B9-9C4B-BBE663B3A227}"/>
              </a:ext>
            </a:extLst>
          </p:cNvPr>
          <p:cNvSpPr/>
          <p:nvPr userDrawn="1"/>
        </p:nvSpPr>
        <p:spPr>
          <a:xfrm>
            <a:off x="9150963" y="4956048"/>
            <a:ext cx="294790" cy="164592"/>
          </a:xfrm>
          <a:prstGeom prst="roundRect">
            <a:avLst/>
          </a:prstGeom>
          <a:solidFill>
            <a:srgbClr val="1E293B"/>
          </a:solidFill>
          <a:ln w="3810">
            <a:solidFill>
              <a:srgbClr val="303A4A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sz="500">
              <a:solidFill>
                <a:schemeClr val="bg1">
                  <a:lumMod val="85000"/>
                </a:schemeClr>
              </a:solidFill>
            </a:endParaRPr>
          </a:p>
        </p:txBody>
      </p:sp>
      <p:sp>
        <p:nvSpPr>
          <p:cNvPr id="165" name="TextBox 164">
            <a:extLst>
              <a:ext uri="{FF2B5EF4-FFF2-40B4-BE49-F238E27FC236}">
                <a16:creationId xmlns:a16="http://schemas.microsoft.com/office/drawing/2014/main" id="{6E998A6B-F922-62B1-487C-BE1CB238D90D}"/>
              </a:ext>
            </a:extLst>
          </p:cNvPr>
          <p:cNvSpPr txBox="1"/>
          <p:nvPr userDrawn="1"/>
        </p:nvSpPr>
        <p:spPr>
          <a:xfrm>
            <a:off x="9150963" y="4965192"/>
            <a:ext cx="294790" cy="146304"/>
          </a:xfrm>
          <a:prstGeom prst="rect">
            <a:avLst/>
          </a:prstGeom>
          <a:noFill/>
        </p:spPr>
        <p:txBody>
          <a:bodyPr wrap="square"/>
          <a:lstStyle/>
          <a:p>
            <a:pPr algn="ctr">
              <a:defRPr sz="600" b="1">
                <a:solidFill>
                  <a:srgbClr val="64748B"/>
                </a:solidFill>
                <a:latin typeface="Calibri"/>
              </a:defRPr>
            </a:pPr>
            <a:r>
              <a:rPr sz="500">
                <a:solidFill>
                  <a:schemeClr val="bg1">
                    <a:lumMod val="85000"/>
                  </a:schemeClr>
                </a:solidFill>
              </a:rPr>
              <a:t>Q3</a:t>
            </a:r>
          </a:p>
        </p:txBody>
      </p:sp>
      <p:sp>
        <p:nvSpPr>
          <p:cNvPr id="166" name="Rounded Rectangle 168">
            <a:extLst>
              <a:ext uri="{FF2B5EF4-FFF2-40B4-BE49-F238E27FC236}">
                <a16:creationId xmlns:a16="http://schemas.microsoft.com/office/drawing/2014/main" id="{B5463371-24BB-54E5-46AA-0E1144D76CE9}"/>
              </a:ext>
            </a:extLst>
          </p:cNvPr>
          <p:cNvSpPr/>
          <p:nvPr userDrawn="1"/>
        </p:nvSpPr>
        <p:spPr>
          <a:xfrm>
            <a:off x="9379563" y="4956048"/>
            <a:ext cx="294790" cy="164592"/>
          </a:xfrm>
          <a:prstGeom prst="roundRect">
            <a:avLst/>
          </a:prstGeom>
          <a:solidFill>
            <a:srgbClr val="1E293B"/>
          </a:solidFill>
          <a:ln w="3810">
            <a:solidFill>
              <a:srgbClr val="303A4A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sz="500">
              <a:solidFill>
                <a:schemeClr val="bg1">
                  <a:lumMod val="85000"/>
                </a:schemeClr>
              </a:solidFill>
            </a:endParaRPr>
          </a:p>
        </p:txBody>
      </p:sp>
      <p:sp>
        <p:nvSpPr>
          <p:cNvPr id="167" name="TextBox 166">
            <a:extLst>
              <a:ext uri="{FF2B5EF4-FFF2-40B4-BE49-F238E27FC236}">
                <a16:creationId xmlns:a16="http://schemas.microsoft.com/office/drawing/2014/main" id="{81E4FF46-C248-55EC-33A3-225A976F3E0E}"/>
              </a:ext>
            </a:extLst>
          </p:cNvPr>
          <p:cNvSpPr txBox="1"/>
          <p:nvPr userDrawn="1"/>
        </p:nvSpPr>
        <p:spPr>
          <a:xfrm>
            <a:off x="9379563" y="4965192"/>
            <a:ext cx="294790" cy="146304"/>
          </a:xfrm>
          <a:prstGeom prst="rect">
            <a:avLst/>
          </a:prstGeom>
          <a:noFill/>
        </p:spPr>
        <p:txBody>
          <a:bodyPr wrap="square"/>
          <a:lstStyle/>
          <a:p>
            <a:pPr algn="ctr">
              <a:defRPr sz="600" b="1">
                <a:solidFill>
                  <a:srgbClr val="64748B"/>
                </a:solidFill>
                <a:latin typeface="Calibri"/>
              </a:defRPr>
            </a:pPr>
            <a:r>
              <a:rPr sz="500">
                <a:solidFill>
                  <a:schemeClr val="bg1">
                    <a:lumMod val="85000"/>
                  </a:schemeClr>
                </a:solidFill>
              </a:rPr>
              <a:t>Q4</a:t>
            </a:r>
          </a:p>
        </p:txBody>
      </p:sp>
      <p:sp>
        <p:nvSpPr>
          <p:cNvPr id="168" name="Rounded Rectangle 170">
            <a:extLst>
              <a:ext uri="{FF2B5EF4-FFF2-40B4-BE49-F238E27FC236}">
                <a16:creationId xmlns:a16="http://schemas.microsoft.com/office/drawing/2014/main" id="{B20E9C6B-7DF5-CE9E-0269-60233B2F6D8F}"/>
              </a:ext>
            </a:extLst>
          </p:cNvPr>
          <p:cNvSpPr/>
          <p:nvPr userDrawn="1"/>
        </p:nvSpPr>
        <p:spPr>
          <a:xfrm>
            <a:off x="9608163" y="4956048"/>
            <a:ext cx="294790" cy="164592"/>
          </a:xfrm>
          <a:prstGeom prst="roundRect">
            <a:avLst/>
          </a:prstGeom>
          <a:solidFill>
            <a:srgbClr val="162032"/>
          </a:solidFill>
          <a:ln w="3810">
            <a:solidFill>
              <a:srgbClr val="303A4A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sz="500">
              <a:solidFill>
                <a:schemeClr val="bg1">
                  <a:lumMod val="85000"/>
                </a:schemeClr>
              </a:solidFill>
            </a:endParaRPr>
          </a:p>
        </p:txBody>
      </p:sp>
      <p:sp>
        <p:nvSpPr>
          <p:cNvPr id="169" name="TextBox 168">
            <a:extLst>
              <a:ext uri="{FF2B5EF4-FFF2-40B4-BE49-F238E27FC236}">
                <a16:creationId xmlns:a16="http://schemas.microsoft.com/office/drawing/2014/main" id="{9066C4B3-57B9-9B76-2114-5239F4E78CB3}"/>
              </a:ext>
            </a:extLst>
          </p:cNvPr>
          <p:cNvSpPr txBox="1"/>
          <p:nvPr userDrawn="1"/>
        </p:nvSpPr>
        <p:spPr>
          <a:xfrm>
            <a:off x="9608163" y="4965192"/>
            <a:ext cx="294790" cy="146304"/>
          </a:xfrm>
          <a:prstGeom prst="rect">
            <a:avLst/>
          </a:prstGeom>
          <a:noFill/>
        </p:spPr>
        <p:txBody>
          <a:bodyPr wrap="square"/>
          <a:lstStyle/>
          <a:p>
            <a:pPr algn="ctr">
              <a:defRPr sz="600" b="1">
                <a:solidFill>
                  <a:srgbClr val="64748B"/>
                </a:solidFill>
                <a:latin typeface="Calibri"/>
              </a:defRPr>
            </a:pPr>
            <a:r>
              <a:rPr sz="500">
                <a:solidFill>
                  <a:schemeClr val="bg1">
                    <a:lumMod val="85000"/>
                  </a:schemeClr>
                </a:solidFill>
              </a:rPr>
              <a:t>Q1</a:t>
            </a:r>
          </a:p>
        </p:txBody>
      </p:sp>
      <p:sp>
        <p:nvSpPr>
          <p:cNvPr id="170" name="Rounded Rectangle 172">
            <a:extLst>
              <a:ext uri="{FF2B5EF4-FFF2-40B4-BE49-F238E27FC236}">
                <a16:creationId xmlns:a16="http://schemas.microsoft.com/office/drawing/2014/main" id="{FD67744A-9EB7-EF8B-ACF3-864EC5F2116F}"/>
              </a:ext>
            </a:extLst>
          </p:cNvPr>
          <p:cNvSpPr/>
          <p:nvPr userDrawn="1"/>
        </p:nvSpPr>
        <p:spPr>
          <a:xfrm>
            <a:off x="9836763" y="4956048"/>
            <a:ext cx="294790" cy="164592"/>
          </a:xfrm>
          <a:prstGeom prst="roundRect">
            <a:avLst/>
          </a:prstGeom>
          <a:solidFill>
            <a:srgbClr val="162032"/>
          </a:solidFill>
          <a:ln w="3810">
            <a:solidFill>
              <a:srgbClr val="303A4A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sz="500">
              <a:solidFill>
                <a:schemeClr val="bg1">
                  <a:lumMod val="85000"/>
                </a:schemeClr>
              </a:solidFill>
            </a:endParaRPr>
          </a:p>
        </p:txBody>
      </p:sp>
      <p:sp>
        <p:nvSpPr>
          <p:cNvPr id="171" name="TextBox 170">
            <a:extLst>
              <a:ext uri="{FF2B5EF4-FFF2-40B4-BE49-F238E27FC236}">
                <a16:creationId xmlns:a16="http://schemas.microsoft.com/office/drawing/2014/main" id="{80D96FE2-99D8-B80C-57C7-BA40BBC42758}"/>
              </a:ext>
            </a:extLst>
          </p:cNvPr>
          <p:cNvSpPr txBox="1"/>
          <p:nvPr userDrawn="1"/>
        </p:nvSpPr>
        <p:spPr>
          <a:xfrm>
            <a:off x="9836763" y="4965192"/>
            <a:ext cx="294790" cy="146304"/>
          </a:xfrm>
          <a:prstGeom prst="rect">
            <a:avLst/>
          </a:prstGeom>
          <a:noFill/>
        </p:spPr>
        <p:txBody>
          <a:bodyPr wrap="square"/>
          <a:lstStyle/>
          <a:p>
            <a:pPr algn="ctr">
              <a:defRPr sz="600" b="1">
                <a:solidFill>
                  <a:srgbClr val="64748B"/>
                </a:solidFill>
                <a:latin typeface="Calibri"/>
              </a:defRPr>
            </a:pPr>
            <a:r>
              <a:rPr sz="500">
                <a:solidFill>
                  <a:schemeClr val="bg1">
                    <a:lumMod val="85000"/>
                  </a:schemeClr>
                </a:solidFill>
              </a:rPr>
              <a:t>Q2</a:t>
            </a:r>
          </a:p>
        </p:txBody>
      </p:sp>
      <p:sp>
        <p:nvSpPr>
          <p:cNvPr id="172" name="TextBox 171">
            <a:extLst>
              <a:ext uri="{FF2B5EF4-FFF2-40B4-BE49-F238E27FC236}">
                <a16:creationId xmlns:a16="http://schemas.microsoft.com/office/drawing/2014/main" id="{D5F899B1-599D-0185-D48B-965D7DAD412A}"/>
              </a:ext>
            </a:extLst>
          </p:cNvPr>
          <p:cNvSpPr txBox="1"/>
          <p:nvPr userDrawn="1"/>
        </p:nvSpPr>
        <p:spPr>
          <a:xfrm>
            <a:off x="8721707" y="5157216"/>
            <a:ext cx="2009933" cy="109728"/>
          </a:xfrm>
          <a:prstGeom prst="rect">
            <a:avLst/>
          </a:prstGeom>
          <a:noFill/>
        </p:spPr>
        <p:txBody>
          <a:bodyPr wrap="square"/>
          <a:lstStyle/>
          <a:p>
            <a:pPr>
              <a:defRPr sz="550" b="0">
                <a:solidFill>
                  <a:srgbClr val="64748B"/>
                </a:solidFill>
                <a:latin typeface="Calibri"/>
              </a:defRPr>
            </a:pPr>
            <a:r>
              <a:rPr sz="800">
                <a:solidFill>
                  <a:schemeClr val="accent4">
                    <a:lumMod val="50000"/>
                  </a:schemeClr>
                </a:solidFill>
              </a:rPr>
              <a:t>2027 ——— 2028</a:t>
            </a:r>
          </a:p>
        </p:txBody>
      </p:sp>
      <p:sp>
        <p:nvSpPr>
          <p:cNvPr id="173" name="Rounded Rectangle 175">
            <a:extLst>
              <a:ext uri="{FF2B5EF4-FFF2-40B4-BE49-F238E27FC236}">
                <a16:creationId xmlns:a16="http://schemas.microsoft.com/office/drawing/2014/main" id="{72B7D919-1BF3-3FFA-8D01-106AC346C21C}"/>
              </a:ext>
            </a:extLst>
          </p:cNvPr>
          <p:cNvSpPr/>
          <p:nvPr userDrawn="1"/>
        </p:nvSpPr>
        <p:spPr>
          <a:xfrm>
            <a:off x="10341863" y="4956048"/>
            <a:ext cx="640080" cy="201168"/>
          </a:xfrm>
          <a:prstGeom prst="roundRect">
            <a:avLst/>
          </a:prstGeom>
          <a:noFill/>
          <a:ln w="3810">
            <a:solidFill>
              <a:srgbClr val="303A4A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174" name="TextBox 173">
            <a:extLst>
              <a:ext uri="{FF2B5EF4-FFF2-40B4-BE49-F238E27FC236}">
                <a16:creationId xmlns:a16="http://schemas.microsoft.com/office/drawing/2014/main" id="{EA7F6A9A-7FCA-E812-06DC-5588A864A431}"/>
              </a:ext>
            </a:extLst>
          </p:cNvPr>
          <p:cNvSpPr txBox="1"/>
          <p:nvPr userDrawn="1"/>
        </p:nvSpPr>
        <p:spPr>
          <a:xfrm>
            <a:off x="10360152" y="4974336"/>
            <a:ext cx="603504" cy="164592"/>
          </a:xfrm>
          <a:prstGeom prst="rect">
            <a:avLst/>
          </a:prstGeom>
          <a:noFill/>
        </p:spPr>
        <p:txBody>
          <a:bodyPr wrap="square"/>
          <a:lstStyle/>
          <a:p>
            <a:pPr algn="ctr">
              <a:defRPr sz="750" b="1">
                <a:solidFill>
                  <a:srgbClr val="94A3B8"/>
                </a:solidFill>
                <a:latin typeface="Calibri"/>
              </a:defRPr>
            </a:pPr>
            <a:r>
              <a:rPr>
                <a:solidFill>
                  <a:schemeClr val="accent4">
                    <a:lumMod val="50000"/>
                  </a:schemeClr>
                </a:solidFill>
              </a:rPr>
              <a:t>{{tactic_7_priority}}</a:t>
            </a:r>
          </a:p>
        </p:txBody>
      </p:sp>
      <p:sp>
        <p:nvSpPr>
          <p:cNvPr id="175" name="Rectangle 174">
            <a:extLst>
              <a:ext uri="{FF2B5EF4-FFF2-40B4-BE49-F238E27FC236}">
                <a16:creationId xmlns:a16="http://schemas.microsoft.com/office/drawing/2014/main" id="{2121149C-5C9C-F73C-276C-DE18682CE8CA}"/>
              </a:ext>
            </a:extLst>
          </p:cNvPr>
          <p:cNvSpPr/>
          <p:nvPr userDrawn="1"/>
        </p:nvSpPr>
        <p:spPr>
          <a:xfrm>
            <a:off x="329184" y="5385816"/>
            <a:ext cx="11521440" cy="566928"/>
          </a:xfrm>
          <a:prstGeom prst="rect">
            <a:avLst/>
          </a:prstGeom>
          <a:solidFill>
            <a:srgbClr val="9F8AB8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176" name="Rectangle 175">
            <a:extLst>
              <a:ext uri="{FF2B5EF4-FFF2-40B4-BE49-F238E27FC236}">
                <a16:creationId xmlns:a16="http://schemas.microsoft.com/office/drawing/2014/main" id="{A055A956-9781-1A92-CBBA-DEEC25162E46}"/>
              </a:ext>
            </a:extLst>
          </p:cNvPr>
          <p:cNvSpPr/>
          <p:nvPr userDrawn="1"/>
        </p:nvSpPr>
        <p:spPr>
          <a:xfrm>
            <a:off x="329184" y="5948172"/>
            <a:ext cx="11521440" cy="4572"/>
          </a:xfrm>
          <a:prstGeom prst="rect">
            <a:avLst/>
          </a:prstGeom>
          <a:solidFill>
            <a:srgbClr val="303A4A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177" name="Rounded Rectangle 179">
            <a:extLst>
              <a:ext uri="{FF2B5EF4-FFF2-40B4-BE49-F238E27FC236}">
                <a16:creationId xmlns:a16="http://schemas.microsoft.com/office/drawing/2014/main" id="{6E2C9F6E-A14C-88F6-C8E9-7552C74BECC3}"/>
              </a:ext>
            </a:extLst>
          </p:cNvPr>
          <p:cNvSpPr/>
          <p:nvPr userDrawn="1"/>
        </p:nvSpPr>
        <p:spPr>
          <a:xfrm>
            <a:off x="402336" y="5522976"/>
            <a:ext cx="685800" cy="201168"/>
          </a:xfrm>
          <a:prstGeom prst="roundRect">
            <a:avLst/>
          </a:prstGeom>
          <a:noFill/>
          <a:ln w="5080">
            <a:solidFill>
              <a:srgbClr val="A78BFA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178" name="TextBox 177">
            <a:extLst>
              <a:ext uri="{FF2B5EF4-FFF2-40B4-BE49-F238E27FC236}">
                <a16:creationId xmlns:a16="http://schemas.microsoft.com/office/drawing/2014/main" id="{728660B0-EC12-9345-45D9-C7E67B80C432}"/>
              </a:ext>
            </a:extLst>
          </p:cNvPr>
          <p:cNvSpPr txBox="1"/>
          <p:nvPr userDrawn="1"/>
        </p:nvSpPr>
        <p:spPr>
          <a:xfrm>
            <a:off x="329184" y="5522976"/>
            <a:ext cx="731519" cy="182880"/>
          </a:xfrm>
          <a:prstGeom prst="rect">
            <a:avLst/>
          </a:prstGeom>
          <a:noFill/>
        </p:spPr>
        <p:txBody>
          <a:bodyPr wrap="square"/>
          <a:lstStyle/>
          <a:p>
            <a:pPr algn="ctr">
              <a:defRPr sz="750" b="1">
                <a:solidFill>
                  <a:srgbClr val="A78BFA"/>
                </a:solidFill>
                <a:latin typeface="Calibri"/>
              </a:defRPr>
            </a:pPr>
            <a:r>
              <a:rPr>
                <a:solidFill>
                  <a:schemeClr val="bg1"/>
                </a:solidFill>
              </a:rPr>
              <a:t>{{tactic_8_type}}</a:t>
            </a:r>
          </a:p>
        </p:txBody>
      </p:sp>
      <p:sp>
        <p:nvSpPr>
          <p:cNvPr id="179" name="TextBox 178">
            <a:extLst>
              <a:ext uri="{FF2B5EF4-FFF2-40B4-BE49-F238E27FC236}">
                <a16:creationId xmlns:a16="http://schemas.microsoft.com/office/drawing/2014/main" id="{A5A8F2CB-E910-FCA0-A714-089077CAE88F}"/>
              </a:ext>
            </a:extLst>
          </p:cNvPr>
          <p:cNvSpPr txBox="1"/>
          <p:nvPr userDrawn="1"/>
        </p:nvSpPr>
        <p:spPr>
          <a:xfrm>
            <a:off x="1152144" y="5458968"/>
            <a:ext cx="1280160" cy="420623"/>
          </a:xfrm>
          <a:prstGeom prst="rect">
            <a:avLst/>
          </a:prstGeom>
          <a:noFill/>
        </p:spPr>
        <p:txBody>
          <a:bodyPr wrap="square"/>
          <a:lstStyle/>
          <a:p>
            <a:pPr>
              <a:defRPr sz="900" b="1">
                <a:solidFill>
                  <a:srgbClr val="F1F5F9"/>
                </a:solidFill>
                <a:latin typeface="Calibri"/>
              </a:defRPr>
            </a:pPr>
            <a:r>
              <a:t>{{tactic_8_name}}</a:t>
            </a:r>
          </a:p>
        </p:txBody>
      </p:sp>
      <p:sp>
        <p:nvSpPr>
          <p:cNvPr id="180" name="TextBox 179">
            <a:extLst>
              <a:ext uri="{FF2B5EF4-FFF2-40B4-BE49-F238E27FC236}">
                <a16:creationId xmlns:a16="http://schemas.microsoft.com/office/drawing/2014/main" id="{2A82C875-55B5-CC19-6112-4F0B4AB1F9FE}"/>
              </a:ext>
            </a:extLst>
          </p:cNvPr>
          <p:cNvSpPr txBox="1"/>
          <p:nvPr userDrawn="1"/>
        </p:nvSpPr>
        <p:spPr>
          <a:xfrm>
            <a:off x="2478024" y="5440679"/>
            <a:ext cx="3246120" cy="457200"/>
          </a:xfrm>
          <a:prstGeom prst="rect">
            <a:avLst/>
          </a:prstGeom>
          <a:noFill/>
        </p:spPr>
        <p:txBody>
          <a:bodyPr wrap="square"/>
          <a:lstStyle/>
          <a:p>
            <a:pPr>
              <a:defRPr sz="800" b="0">
                <a:solidFill>
                  <a:srgbClr val="CBD5E1"/>
                </a:solidFill>
                <a:latin typeface="Calibri"/>
              </a:defRPr>
            </a:pPr>
            <a:r>
              <a:rPr>
                <a:solidFill>
                  <a:schemeClr val="bg1"/>
                </a:solidFill>
              </a:rPr>
              <a:t>{{tactic_8_desc}}</a:t>
            </a:r>
          </a:p>
        </p:txBody>
      </p:sp>
      <p:sp>
        <p:nvSpPr>
          <p:cNvPr id="181" name="TextBox 180">
            <a:extLst>
              <a:ext uri="{FF2B5EF4-FFF2-40B4-BE49-F238E27FC236}">
                <a16:creationId xmlns:a16="http://schemas.microsoft.com/office/drawing/2014/main" id="{EE3E3986-A6D8-E120-9A6A-95589361F2F9}"/>
              </a:ext>
            </a:extLst>
          </p:cNvPr>
          <p:cNvSpPr txBox="1"/>
          <p:nvPr userDrawn="1"/>
        </p:nvSpPr>
        <p:spPr>
          <a:xfrm>
            <a:off x="5815584" y="5440679"/>
            <a:ext cx="2880360" cy="457200"/>
          </a:xfrm>
          <a:prstGeom prst="rect">
            <a:avLst/>
          </a:prstGeom>
          <a:noFill/>
        </p:spPr>
        <p:txBody>
          <a:bodyPr wrap="square"/>
          <a:lstStyle/>
          <a:p>
            <a:pPr>
              <a:defRPr sz="800" b="0">
                <a:solidFill>
                  <a:srgbClr val="CBD5E1"/>
                </a:solidFill>
                <a:latin typeface="Calibri"/>
              </a:defRPr>
            </a:pPr>
            <a:r>
              <a:rPr>
                <a:solidFill>
                  <a:schemeClr val="bg1"/>
                </a:solidFill>
              </a:rPr>
              <a:t>{{tactic_8_kpi}}</a:t>
            </a:r>
          </a:p>
        </p:txBody>
      </p:sp>
      <p:sp>
        <p:nvSpPr>
          <p:cNvPr id="182" name="Rounded Rectangle 184">
            <a:extLst>
              <a:ext uri="{FF2B5EF4-FFF2-40B4-BE49-F238E27FC236}">
                <a16:creationId xmlns:a16="http://schemas.microsoft.com/office/drawing/2014/main" id="{E193E305-8CA8-ACAA-BC8B-3351951340E6}"/>
              </a:ext>
            </a:extLst>
          </p:cNvPr>
          <p:cNvSpPr/>
          <p:nvPr userDrawn="1"/>
        </p:nvSpPr>
        <p:spPr>
          <a:xfrm>
            <a:off x="8693763" y="5522976"/>
            <a:ext cx="294790" cy="164592"/>
          </a:xfrm>
          <a:prstGeom prst="roundRect">
            <a:avLst/>
          </a:prstGeom>
          <a:solidFill>
            <a:srgbClr val="1E293B"/>
          </a:solidFill>
          <a:ln w="3810">
            <a:solidFill>
              <a:srgbClr val="303A4A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sz="500">
              <a:solidFill>
                <a:schemeClr val="bg1">
                  <a:lumMod val="85000"/>
                </a:schemeClr>
              </a:solidFill>
            </a:endParaRPr>
          </a:p>
        </p:txBody>
      </p:sp>
      <p:sp>
        <p:nvSpPr>
          <p:cNvPr id="183" name="TextBox 182">
            <a:extLst>
              <a:ext uri="{FF2B5EF4-FFF2-40B4-BE49-F238E27FC236}">
                <a16:creationId xmlns:a16="http://schemas.microsoft.com/office/drawing/2014/main" id="{BCFCBB60-81C4-9E30-51F2-DCB7BF1AFC13}"/>
              </a:ext>
            </a:extLst>
          </p:cNvPr>
          <p:cNvSpPr txBox="1"/>
          <p:nvPr userDrawn="1"/>
        </p:nvSpPr>
        <p:spPr>
          <a:xfrm>
            <a:off x="8693763" y="5532120"/>
            <a:ext cx="294790" cy="146304"/>
          </a:xfrm>
          <a:prstGeom prst="rect">
            <a:avLst/>
          </a:prstGeom>
          <a:noFill/>
        </p:spPr>
        <p:txBody>
          <a:bodyPr wrap="square"/>
          <a:lstStyle/>
          <a:p>
            <a:pPr algn="ctr">
              <a:defRPr sz="600" b="1">
                <a:solidFill>
                  <a:srgbClr val="64748B"/>
                </a:solidFill>
                <a:latin typeface="Calibri"/>
              </a:defRPr>
            </a:pPr>
            <a:r>
              <a:rPr sz="500">
                <a:solidFill>
                  <a:schemeClr val="bg1">
                    <a:lumMod val="85000"/>
                  </a:schemeClr>
                </a:solidFill>
              </a:rPr>
              <a:t>Q1</a:t>
            </a:r>
          </a:p>
        </p:txBody>
      </p:sp>
      <p:sp>
        <p:nvSpPr>
          <p:cNvPr id="184" name="Rounded Rectangle 186">
            <a:extLst>
              <a:ext uri="{FF2B5EF4-FFF2-40B4-BE49-F238E27FC236}">
                <a16:creationId xmlns:a16="http://schemas.microsoft.com/office/drawing/2014/main" id="{B408CEFC-5A47-D4FA-0745-A221BBEC7B74}"/>
              </a:ext>
            </a:extLst>
          </p:cNvPr>
          <p:cNvSpPr/>
          <p:nvPr userDrawn="1"/>
        </p:nvSpPr>
        <p:spPr>
          <a:xfrm>
            <a:off x="8922363" y="5522976"/>
            <a:ext cx="294790" cy="164592"/>
          </a:xfrm>
          <a:prstGeom prst="roundRect">
            <a:avLst/>
          </a:prstGeom>
          <a:solidFill>
            <a:srgbClr val="1E293B"/>
          </a:solidFill>
          <a:ln w="3810">
            <a:solidFill>
              <a:srgbClr val="303A4A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sz="500">
              <a:solidFill>
                <a:schemeClr val="bg1">
                  <a:lumMod val="85000"/>
                </a:schemeClr>
              </a:solidFill>
            </a:endParaRPr>
          </a:p>
        </p:txBody>
      </p:sp>
      <p:sp>
        <p:nvSpPr>
          <p:cNvPr id="185" name="TextBox 184">
            <a:extLst>
              <a:ext uri="{FF2B5EF4-FFF2-40B4-BE49-F238E27FC236}">
                <a16:creationId xmlns:a16="http://schemas.microsoft.com/office/drawing/2014/main" id="{053AA92D-C862-83E0-0E6F-45C427EBBC4F}"/>
              </a:ext>
            </a:extLst>
          </p:cNvPr>
          <p:cNvSpPr txBox="1"/>
          <p:nvPr userDrawn="1"/>
        </p:nvSpPr>
        <p:spPr>
          <a:xfrm>
            <a:off x="8922363" y="5532120"/>
            <a:ext cx="294790" cy="146304"/>
          </a:xfrm>
          <a:prstGeom prst="rect">
            <a:avLst/>
          </a:prstGeom>
          <a:noFill/>
        </p:spPr>
        <p:txBody>
          <a:bodyPr wrap="square"/>
          <a:lstStyle/>
          <a:p>
            <a:pPr algn="ctr">
              <a:defRPr sz="600" b="1">
                <a:solidFill>
                  <a:srgbClr val="64748B"/>
                </a:solidFill>
                <a:latin typeface="Calibri"/>
              </a:defRPr>
            </a:pPr>
            <a:r>
              <a:rPr sz="500">
                <a:solidFill>
                  <a:schemeClr val="bg1">
                    <a:lumMod val="85000"/>
                  </a:schemeClr>
                </a:solidFill>
              </a:rPr>
              <a:t>Q2</a:t>
            </a:r>
          </a:p>
        </p:txBody>
      </p:sp>
      <p:sp>
        <p:nvSpPr>
          <p:cNvPr id="186" name="Rounded Rectangle 188">
            <a:extLst>
              <a:ext uri="{FF2B5EF4-FFF2-40B4-BE49-F238E27FC236}">
                <a16:creationId xmlns:a16="http://schemas.microsoft.com/office/drawing/2014/main" id="{98D1FD3A-E3FF-D08A-37B1-BF260A7C038F}"/>
              </a:ext>
            </a:extLst>
          </p:cNvPr>
          <p:cNvSpPr/>
          <p:nvPr userDrawn="1"/>
        </p:nvSpPr>
        <p:spPr>
          <a:xfrm>
            <a:off x="9150963" y="5522976"/>
            <a:ext cx="294790" cy="164592"/>
          </a:xfrm>
          <a:prstGeom prst="roundRect">
            <a:avLst/>
          </a:prstGeom>
          <a:solidFill>
            <a:srgbClr val="1E293B"/>
          </a:solidFill>
          <a:ln w="3810">
            <a:solidFill>
              <a:srgbClr val="303A4A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sz="500">
              <a:solidFill>
                <a:schemeClr val="bg1">
                  <a:lumMod val="85000"/>
                </a:schemeClr>
              </a:solidFill>
            </a:endParaRPr>
          </a:p>
        </p:txBody>
      </p:sp>
      <p:sp>
        <p:nvSpPr>
          <p:cNvPr id="187" name="TextBox 186">
            <a:extLst>
              <a:ext uri="{FF2B5EF4-FFF2-40B4-BE49-F238E27FC236}">
                <a16:creationId xmlns:a16="http://schemas.microsoft.com/office/drawing/2014/main" id="{C0EE0574-64FB-7777-022D-EDEED0EBB610}"/>
              </a:ext>
            </a:extLst>
          </p:cNvPr>
          <p:cNvSpPr txBox="1"/>
          <p:nvPr userDrawn="1"/>
        </p:nvSpPr>
        <p:spPr>
          <a:xfrm>
            <a:off x="9150963" y="5532120"/>
            <a:ext cx="294790" cy="146304"/>
          </a:xfrm>
          <a:prstGeom prst="rect">
            <a:avLst/>
          </a:prstGeom>
          <a:noFill/>
        </p:spPr>
        <p:txBody>
          <a:bodyPr wrap="square"/>
          <a:lstStyle/>
          <a:p>
            <a:pPr algn="ctr">
              <a:defRPr sz="600" b="1">
                <a:solidFill>
                  <a:srgbClr val="64748B"/>
                </a:solidFill>
                <a:latin typeface="Calibri"/>
              </a:defRPr>
            </a:pPr>
            <a:r>
              <a:rPr sz="500">
                <a:solidFill>
                  <a:schemeClr val="bg1">
                    <a:lumMod val="85000"/>
                  </a:schemeClr>
                </a:solidFill>
              </a:rPr>
              <a:t>Q3</a:t>
            </a:r>
          </a:p>
        </p:txBody>
      </p:sp>
      <p:sp>
        <p:nvSpPr>
          <p:cNvPr id="188" name="Rounded Rectangle 190">
            <a:extLst>
              <a:ext uri="{FF2B5EF4-FFF2-40B4-BE49-F238E27FC236}">
                <a16:creationId xmlns:a16="http://schemas.microsoft.com/office/drawing/2014/main" id="{64AFD6E3-A928-A28B-0945-47A392EA62FF}"/>
              </a:ext>
            </a:extLst>
          </p:cNvPr>
          <p:cNvSpPr/>
          <p:nvPr userDrawn="1"/>
        </p:nvSpPr>
        <p:spPr>
          <a:xfrm>
            <a:off x="9379563" y="5522976"/>
            <a:ext cx="294790" cy="164592"/>
          </a:xfrm>
          <a:prstGeom prst="roundRect">
            <a:avLst/>
          </a:prstGeom>
          <a:solidFill>
            <a:srgbClr val="1E293B"/>
          </a:solidFill>
          <a:ln w="3810">
            <a:solidFill>
              <a:srgbClr val="303A4A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sz="500">
              <a:solidFill>
                <a:schemeClr val="bg1">
                  <a:lumMod val="85000"/>
                </a:schemeClr>
              </a:solidFill>
            </a:endParaRPr>
          </a:p>
        </p:txBody>
      </p:sp>
      <p:sp>
        <p:nvSpPr>
          <p:cNvPr id="189" name="TextBox 188">
            <a:extLst>
              <a:ext uri="{FF2B5EF4-FFF2-40B4-BE49-F238E27FC236}">
                <a16:creationId xmlns:a16="http://schemas.microsoft.com/office/drawing/2014/main" id="{3C26646A-F697-E382-8C54-D917306DF6CE}"/>
              </a:ext>
            </a:extLst>
          </p:cNvPr>
          <p:cNvSpPr txBox="1"/>
          <p:nvPr userDrawn="1"/>
        </p:nvSpPr>
        <p:spPr>
          <a:xfrm>
            <a:off x="9379563" y="5532120"/>
            <a:ext cx="294790" cy="146304"/>
          </a:xfrm>
          <a:prstGeom prst="rect">
            <a:avLst/>
          </a:prstGeom>
          <a:noFill/>
        </p:spPr>
        <p:txBody>
          <a:bodyPr wrap="square"/>
          <a:lstStyle/>
          <a:p>
            <a:pPr algn="ctr">
              <a:defRPr sz="600" b="1">
                <a:solidFill>
                  <a:srgbClr val="64748B"/>
                </a:solidFill>
                <a:latin typeface="Calibri"/>
              </a:defRPr>
            </a:pPr>
            <a:r>
              <a:rPr sz="500">
                <a:solidFill>
                  <a:schemeClr val="bg1">
                    <a:lumMod val="85000"/>
                  </a:schemeClr>
                </a:solidFill>
              </a:rPr>
              <a:t>Q4</a:t>
            </a:r>
          </a:p>
        </p:txBody>
      </p:sp>
      <p:sp>
        <p:nvSpPr>
          <p:cNvPr id="190" name="Rounded Rectangle 192">
            <a:extLst>
              <a:ext uri="{FF2B5EF4-FFF2-40B4-BE49-F238E27FC236}">
                <a16:creationId xmlns:a16="http://schemas.microsoft.com/office/drawing/2014/main" id="{B20654C1-5850-EBB3-7772-9C9735360ACE}"/>
              </a:ext>
            </a:extLst>
          </p:cNvPr>
          <p:cNvSpPr/>
          <p:nvPr userDrawn="1"/>
        </p:nvSpPr>
        <p:spPr>
          <a:xfrm>
            <a:off x="9608163" y="5522976"/>
            <a:ext cx="294790" cy="164592"/>
          </a:xfrm>
          <a:prstGeom prst="roundRect">
            <a:avLst/>
          </a:prstGeom>
          <a:solidFill>
            <a:srgbClr val="162032"/>
          </a:solidFill>
          <a:ln w="3810">
            <a:solidFill>
              <a:srgbClr val="303A4A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sz="500">
              <a:solidFill>
                <a:schemeClr val="bg1">
                  <a:lumMod val="85000"/>
                </a:schemeClr>
              </a:solidFill>
            </a:endParaRPr>
          </a:p>
        </p:txBody>
      </p:sp>
      <p:sp>
        <p:nvSpPr>
          <p:cNvPr id="191" name="TextBox 190">
            <a:extLst>
              <a:ext uri="{FF2B5EF4-FFF2-40B4-BE49-F238E27FC236}">
                <a16:creationId xmlns:a16="http://schemas.microsoft.com/office/drawing/2014/main" id="{370DE138-0047-A816-634A-2390F23A12DE}"/>
              </a:ext>
            </a:extLst>
          </p:cNvPr>
          <p:cNvSpPr txBox="1"/>
          <p:nvPr userDrawn="1"/>
        </p:nvSpPr>
        <p:spPr>
          <a:xfrm>
            <a:off x="9608163" y="5532120"/>
            <a:ext cx="294790" cy="146304"/>
          </a:xfrm>
          <a:prstGeom prst="rect">
            <a:avLst/>
          </a:prstGeom>
          <a:noFill/>
        </p:spPr>
        <p:txBody>
          <a:bodyPr wrap="square"/>
          <a:lstStyle/>
          <a:p>
            <a:pPr algn="ctr">
              <a:defRPr sz="600" b="1">
                <a:solidFill>
                  <a:srgbClr val="64748B"/>
                </a:solidFill>
                <a:latin typeface="Calibri"/>
              </a:defRPr>
            </a:pPr>
            <a:r>
              <a:rPr sz="500">
                <a:solidFill>
                  <a:schemeClr val="bg1">
                    <a:lumMod val="85000"/>
                  </a:schemeClr>
                </a:solidFill>
              </a:rPr>
              <a:t>Q1</a:t>
            </a:r>
          </a:p>
        </p:txBody>
      </p:sp>
      <p:sp>
        <p:nvSpPr>
          <p:cNvPr id="192" name="Rounded Rectangle 194">
            <a:extLst>
              <a:ext uri="{FF2B5EF4-FFF2-40B4-BE49-F238E27FC236}">
                <a16:creationId xmlns:a16="http://schemas.microsoft.com/office/drawing/2014/main" id="{4720875F-D784-5EF7-DBE1-EEE2C588BB34}"/>
              </a:ext>
            </a:extLst>
          </p:cNvPr>
          <p:cNvSpPr/>
          <p:nvPr userDrawn="1"/>
        </p:nvSpPr>
        <p:spPr>
          <a:xfrm>
            <a:off x="9836763" y="5522976"/>
            <a:ext cx="294790" cy="164592"/>
          </a:xfrm>
          <a:prstGeom prst="roundRect">
            <a:avLst/>
          </a:prstGeom>
          <a:solidFill>
            <a:srgbClr val="162032"/>
          </a:solidFill>
          <a:ln w="3810">
            <a:solidFill>
              <a:srgbClr val="303A4A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sz="500">
              <a:solidFill>
                <a:schemeClr val="bg1">
                  <a:lumMod val="85000"/>
                </a:schemeClr>
              </a:solidFill>
            </a:endParaRPr>
          </a:p>
        </p:txBody>
      </p:sp>
      <p:sp>
        <p:nvSpPr>
          <p:cNvPr id="193" name="TextBox 192">
            <a:extLst>
              <a:ext uri="{FF2B5EF4-FFF2-40B4-BE49-F238E27FC236}">
                <a16:creationId xmlns:a16="http://schemas.microsoft.com/office/drawing/2014/main" id="{DD7D2BAC-C213-E6F3-A827-AEFD0EF3665E}"/>
              </a:ext>
            </a:extLst>
          </p:cNvPr>
          <p:cNvSpPr txBox="1"/>
          <p:nvPr userDrawn="1"/>
        </p:nvSpPr>
        <p:spPr>
          <a:xfrm>
            <a:off x="9836763" y="5532120"/>
            <a:ext cx="294790" cy="146304"/>
          </a:xfrm>
          <a:prstGeom prst="rect">
            <a:avLst/>
          </a:prstGeom>
          <a:noFill/>
        </p:spPr>
        <p:txBody>
          <a:bodyPr wrap="square"/>
          <a:lstStyle/>
          <a:p>
            <a:pPr algn="ctr">
              <a:defRPr sz="600" b="1">
                <a:solidFill>
                  <a:srgbClr val="64748B"/>
                </a:solidFill>
                <a:latin typeface="Calibri"/>
              </a:defRPr>
            </a:pPr>
            <a:r>
              <a:rPr sz="500">
                <a:solidFill>
                  <a:schemeClr val="bg1">
                    <a:lumMod val="85000"/>
                  </a:schemeClr>
                </a:solidFill>
              </a:rPr>
              <a:t>Q2</a:t>
            </a:r>
          </a:p>
        </p:txBody>
      </p:sp>
      <p:sp>
        <p:nvSpPr>
          <p:cNvPr id="194" name="TextBox 193">
            <a:extLst>
              <a:ext uri="{FF2B5EF4-FFF2-40B4-BE49-F238E27FC236}">
                <a16:creationId xmlns:a16="http://schemas.microsoft.com/office/drawing/2014/main" id="{13D49242-6BD0-D135-5C69-7EF8646F5DE2}"/>
              </a:ext>
            </a:extLst>
          </p:cNvPr>
          <p:cNvSpPr txBox="1"/>
          <p:nvPr userDrawn="1"/>
        </p:nvSpPr>
        <p:spPr>
          <a:xfrm>
            <a:off x="8721707" y="5724144"/>
            <a:ext cx="2009933" cy="109728"/>
          </a:xfrm>
          <a:prstGeom prst="rect">
            <a:avLst/>
          </a:prstGeom>
          <a:noFill/>
        </p:spPr>
        <p:txBody>
          <a:bodyPr wrap="square"/>
          <a:lstStyle/>
          <a:p>
            <a:pPr>
              <a:defRPr sz="550" b="0">
                <a:solidFill>
                  <a:srgbClr val="64748B"/>
                </a:solidFill>
                <a:latin typeface="Calibri"/>
              </a:defRPr>
            </a:pPr>
            <a:r>
              <a:rPr sz="800">
                <a:solidFill>
                  <a:schemeClr val="bg1"/>
                </a:solidFill>
              </a:rPr>
              <a:t>2027 ——— 2028</a:t>
            </a:r>
          </a:p>
        </p:txBody>
      </p:sp>
      <p:sp>
        <p:nvSpPr>
          <p:cNvPr id="195" name="Rounded Rectangle 197">
            <a:extLst>
              <a:ext uri="{FF2B5EF4-FFF2-40B4-BE49-F238E27FC236}">
                <a16:creationId xmlns:a16="http://schemas.microsoft.com/office/drawing/2014/main" id="{37A79D13-55DE-724B-ADA4-EBF78514C3A6}"/>
              </a:ext>
            </a:extLst>
          </p:cNvPr>
          <p:cNvSpPr/>
          <p:nvPr userDrawn="1"/>
        </p:nvSpPr>
        <p:spPr>
          <a:xfrm>
            <a:off x="10341863" y="5522976"/>
            <a:ext cx="640080" cy="201168"/>
          </a:xfrm>
          <a:prstGeom prst="roundRect">
            <a:avLst/>
          </a:prstGeom>
          <a:noFill/>
          <a:ln w="3810">
            <a:solidFill>
              <a:srgbClr val="303A4A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196" name="TextBox 195">
            <a:extLst>
              <a:ext uri="{FF2B5EF4-FFF2-40B4-BE49-F238E27FC236}">
                <a16:creationId xmlns:a16="http://schemas.microsoft.com/office/drawing/2014/main" id="{73541BB0-E2EE-40A9-C525-6B5BA45E7594}"/>
              </a:ext>
            </a:extLst>
          </p:cNvPr>
          <p:cNvSpPr txBox="1"/>
          <p:nvPr userDrawn="1"/>
        </p:nvSpPr>
        <p:spPr>
          <a:xfrm>
            <a:off x="10360152" y="5541264"/>
            <a:ext cx="603504" cy="164592"/>
          </a:xfrm>
          <a:prstGeom prst="rect">
            <a:avLst/>
          </a:prstGeom>
          <a:noFill/>
        </p:spPr>
        <p:txBody>
          <a:bodyPr wrap="square"/>
          <a:lstStyle/>
          <a:p>
            <a:pPr algn="ctr">
              <a:defRPr sz="750" b="1">
                <a:solidFill>
                  <a:srgbClr val="94A3B8"/>
                </a:solidFill>
                <a:latin typeface="Calibri"/>
              </a:defRPr>
            </a:pPr>
            <a:r>
              <a:rPr>
                <a:solidFill>
                  <a:schemeClr val="bg1"/>
                </a:solidFill>
              </a:rPr>
              <a:t>{{tactic_8_priority}}</a:t>
            </a:r>
          </a:p>
        </p:txBody>
      </p:sp>
      <p:sp>
        <p:nvSpPr>
          <p:cNvPr id="198" name="TextBox 197">
            <a:extLst>
              <a:ext uri="{FF2B5EF4-FFF2-40B4-BE49-F238E27FC236}">
                <a16:creationId xmlns:a16="http://schemas.microsoft.com/office/drawing/2014/main" id="{E14D13C4-2B2B-A729-3B3E-F9B0482B2A8F}"/>
              </a:ext>
            </a:extLst>
          </p:cNvPr>
          <p:cNvSpPr txBox="1"/>
          <p:nvPr userDrawn="1"/>
        </p:nvSpPr>
        <p:spPr>
          <a:xfrm>
            <a:off x="3200400" y="109728"/>
            <a:ext cx="4572000" cy="26161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defRPr sz="1100" b="0" i="0">
                <a:solidFill>
                  <a:srgbClr val="C0C0D0"/>
                </a:solidFill>
                <a:latin typeface="Arial"/>
              </a:defRPr>
            </a:pPr>
            <a:r>
              <a:rPr dirty="0">
                <a:solidFill>
                  <a:schemeClr val="bg1">
                    <a:lumMod val="85000"/>
                  </a:schemeClr>
                </a:solidFill>
              </a:rPr>
              <a:t>{{</a:t>
            </a:r>
            <a:r>
              <a:rPr dirty="0" err="1">
                <a:solidFill>
                  <a:schemeClr val="bg1">
                    <a:lumMod val="85000"/>
                  </a:schemeClr>
                </a:solidFill>
              </a:rPr>
              <a:t>drug_label</a:t>
            </a:r>
            <a:r>
              <a:rPr dirty="0">
                <a:solidFill>
                  <a:schemeClr val="bg1">
                    <a:lumMod val="85000"/>
                  </a:schemeClr>
                </a:solidFill>
              </a:rPr>
              <a:t>}}</a:t>
            </a:r>
          </a:p>
        </p:txBody>
      </p:sp>
      <p:sp>
        <p:nvSpPr>
          <p:cNvPr id="199" name="TextBox 198">
            <a:extLst>
              <a:ext uri="{FF2B5EF4-FFF2-40B4-BE49-F238E27FC236}">
                <a16:creationId xmlns:a16="http://schemas.microsoft.com/office/drawing/2014/main" id="{FE442DB4-413A-C8FA-C8CD-21DADEBA5EBF}"/>
              </a:ext>
            </a:extLst>
          </p:cNvPr>
          <p:cNvSpPr txBox="1"/>
          <p:nvPr userDrawn="1"/>
        </p:nvSpPr>
        <p:spPr>
          <a:xfrm>
            <a:off x="1463040" y="145819"/>
            <a:ext cx="1554480" cy="253916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900" b="1" i="0">
                <a:solidFill>
                  <a:srgbClr val="C4B5FD"/>
                </a:solidFill>
                <a:latin typeface="Arial"/>
              </a:defRPr>
            </a:pPr>
            <a:r>
              <a:rPr lang="de-DE" sz="1050" dirty="0"/>
              <a:t>Tactical Plan</a:t>
            </a:r>
            <a:endParaRPr sz="1050" dirty="0"/>
          </a:p>
        </p:txBody>
      </p:sp>
    </p:spTree>
    <p:extLst>
      <p:ext uri="{BB962C8B-B14F-4D97-AF65-F5344CB8AC3E}">
        <p14:creationId xmlns:p14="http://schemas.microsoft.com/office/powerpoint/2010/main" val="2164632029"/>
      </p:ext>
    </p:extLst>
  </p:cSld>
  <p:clrMapOvr>
    <a:masterClrMapping/>
  </p:clrMapOvr>
</p:sldLayout>
</file>

<file path=ppt/slideLayouts/slideLayout25.xml><?xml version="1.0" encoding="utf-8"?>
<p:sldLayout xmlns:a="http://schemas.openxmlformats.org/drawingml/2006/main" xmlns:r="http://schemas.openxmlformats.org/officeDocument/2006/relationships" xmlns:p="http://schemas.openxmlformats.org/presentationml/2006/main" preserve="1" userDrawn="1">
  <p:cSld name="PIVOTAL_STUDY_SLIDE_ligh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6" name="Rectangle 5">
            <a:extLst>
              <a:ext uri="{FF2B5EF4-FFF2-40B4-BE49-F238E27FC236}">
                <a16:creationId xmlns:a16="http://schemas.microsoft.com/office/drawing/2014/main" id="{3BFA3541-56BD-9CBB-8ADF-64BD0BC80571}"/>
              </a:ext>
            </a:extLst>
          </p:cNvPr>
          <p:cNvSpPr/>
          <p:nvPr userDrawn="1"/>
        </p:nvSpPr>
        <p:spPr>
          <a:xfrm>
            <a:off x="166180" y="612648"/>
            <a:ext cx="2651760" cy="2926080"/>
          </a:xfrm>
          <a:prstGeom prst="rect">
            <a:avLst/>
          </a:prstGeom>
          <a:solidFill>
            <a:srgbClr val="FFFFFF"/>
          </a:solidFill>
          <a:ln w="12700">
            <a:solidFill>
              <a:srgbClr val="E5E7EB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7" name="Rectangle 6">
            <a:extLst>
              <a:ext uri="{FF2B5EF4-FFF2-40B4-BE49-F238E27FC236}">
                <a16:creationId xmlns:a16="http://schemas.microsoft.com/office/drawing/2014/main" id="{65757D2D-73D6-0A72-1ED8-2050C6C5C0EF}"/>
              </a:ext>
            </a:extLst>
          </p:cNvPr>
          <p:cNvSpPr/>
          <p:nvPr userDrawn="1"/>
        </p:nvSpPr>
        <p:spPr>
          <a:xfrm>
            <a:off x="166180" y="612648"/>
            <a:ext cx="2651760" cy="274320"/>
          </a:xfrm>
          <a:prstGeom prst="rect">
            <a:avLst/>
          </a:prstGeom>
          <a:solidFill>
            <a:srgbClr val="FAFBFF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8" name="Rectangle 7">
            <a:extLst>
              <a:ext uri="{FF2B5EF4-FFF2-40B4-BE49-F238E27FC236}">
                <a16:creationId xmlns:a16="http://schemas.microsoft.com/office/drawing/2014/main" id="{D620AA4E-CFDB-20D4-3759-5C95E54E5960}"/>
              </a:ext>
            </a:extLst>
          </p:cNvPr>
          <p:cNvSpPr/>
          <p:nvPr userDrawn="1"/>
        </p:nvSpPr>
        <p:spPr>
          <a:xfrm>
            <a:off x="166180" y="877824"/>
            <a:ext cx="2651760" cy="9144"/>
          </a:xfrm>
          <a:prstGeom prst="rect">
            <a:avLst/>
          </a:prstGeom>
          <a:solidFill>
            <a:srgbClr val="F1F5F9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9" name="Rectangle 8">
            <a:extLst>
              <a:ext uri="{FF2B5EF4-FFF2-40B4-BE49-F238E27FC236}">
                <a16:creationId xmlns:a16="http://schemas.microsoft.com/office/drawing/2014/main" id="{7E933CAF-EC33-0000-A5B2-A488D798E101}"/>
              </a:ext>
            </a:extLst>
          </p:cNvPr>
          <p:cNvSpPr/>
          <p:nvPr userDrawn="1"/>
        </p:nvSpPr>
        <p:spPr>
          <a:xfrm>
            <a:off x="294196" y="713232"/>
            <a:ext cx="64008" cy="64008"/>
          </a:xfrm>
          <a:prstGeom prst="rect">
            <a:avLst/>
          </a:prstGeom>
          <a:solidFill>
            <a:srgbClr val="8B5CF6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10" name="TextBox 9">
            <a:extLst>
              <a:ext uri="{FF2B5EF4-FFF2-40B4-BE49-F238E27FC236}">
                <a16:creationId xmlns:a16="http://schemas.microsoft.com/office/drawing/2014/main" id="{6D0CA90B-CD50-C59C-E0CD-E690B1DD6F88}"/>
              </a:ext>
            </a:extLst>
          </p:cNvPr>
          <p:cNvSpPr txBox="1"/>
          <p:nvPr userDrawn="1"/>
        </p:nvSpPr>
        <p:spPr>
          <a:xfrm>
            <a:off x="403924" y="630384"/>
            <a:ext cx="2194560" cy="215444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defRPr sz="800" b="1" i="0">
                <a:solidFill>
                  <a:srgbClr val="64748B"/>
                </a:solidFill>
                <a:latin typeface="Arial"/>
              </a:defRPr>
            </a:pPr>
            <a:r>
              <a:rPr sz="800" dirty="0"/>
              <a:t>{{</a:t>
            </a:r>
            <a:r>
              <a:rPr sz="800" dirty="0" err="1"/>
              <a:t>study_design_title</a:t>
            </a:r>
            <a:r>
              <a:rPr sz="800" dirty="0"/>
              <a:t>}}</a:t>
            </a:r>
          </a:p>
        </p:txBody>
      </p:sp>
      <p:sp>
        <p:nvSpPr>
          <p:cNvPr id="11" name="TextBox 10">
            <a:extLst>
              <a:ext uri="{FF2B5EF4-FFF2-40B4-BE49-F238E27FC236}">
                <a16:creationId xmlns:a16="http://schemas.microsoft.com/office/drawing/2014/main" id="{DA837ED1-5942-5870-FCBE-9F0175198D0F}"/>
              </a:ext>
            </a:extLst>
          </p:cNvPr>
          <p:cNvSpPr txBox="1"/>
          <p:nvPr userDrawn="1"/>
        </p:nvSpPr>
        <p:spPr>
          <a:xfrm>
            <a:off x="284364" y="898376"/>
            <a:ext cx="2395728" cy="461665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defRPr sz="3000" b="1" i="0">
                <a:solidFill>
                  <a:srgbClr val="0F172A"/>
                </a:solidFill>
                <a:latin typeface="Arial"/>
              </a:defRPr>
            </a:pPr>
            <a:r>
              <a:rPr sz="2400" dirty="0">
                <a:gradFill flip="none" rotWithShape="1">
                  <a:gsLst>
                    <a:gs pos="0">
                      <a:schemeClr val="accent4">
                        <a:lumMod val="50000"/>
                        <a:lumOff val="50000"/>
                      </a:schemeClr>
                    </a:gs>
                    <a:gs pos="46000">
                      <a:schemeClr val="accent4">
                        <a:lumMod val="95000"/>
                        <a:lumOff val="5000"/>
                      </a:schemeClr>
                    </a:gs>
                    <a:gs pos="100000">
                      <a:schemeClr val="accent4">
                        <a:lumMod val="60000"/>
                      </a:schemeClr>
                    </a:gs>
                  </a:gsLst>
                  <a:lin ang="2700000" scaled="1"/>
                  <a:tileRect/>
                </a:gradFill>
              </a:rPr>
              <a:t>{{trial_name}}</a:t>
            </a:r>
          </a:p>
        </p:txBody>
      </p:sp>
      <p:sp>
        <p:nvSpPr>
          <p:cNvPr id="12" name="TextBox 11">
            <a:extLst>
              <a:ext uri="{FF2B5EF4-FFF2-40B4-BE49-F238E27FC236}">
                <a16:creationId xmlns:a16="http://schemas.microsoft.com/office/drawing/2014/main" id="{EE9F46E6-60FC-0023-5B5B-981E7CD410B4}"/>
              </a:ext>
            </a:extLst>
          </p:cNvPr>
          <p:cNvSpPr txBox="1"/>
          <p:nvPr userDrawn="1"/>
        </p:nvSpPr>
        <p:spPr>
          <a:xfrm>
            <a:off x="284364" y="1321751"/>
            <a:ext cx="2395728" cy="36933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defRPr sz="900" b="0" i="0">
                <a:solidFill>
                  <a:srgbClr val="475569"/>
                </a:solidFill>
                <a:latin typeface="Arial"/>
              </a:defRPr>
            </a:pPr>
            <a:r>
              <a:rPr sz="900" dirty="0"/>
              <a:t>{{trial_design}}</a:t>
            </a:r>
          </a:p>
        </p:txBody>
      </p:sp>
      <p:sp>
        <p:nvSpPr>
          <p:cNvPr id="13" name="Rectangle 12">
            <a:extLst>
              <a:ext uri="{FF2B5EF4-FFF2-40B4-BE49-F238E27FC236}">
                <a16:creationId xmlns:a16="http://schemas.microsoft.com/office/drawing/2014/main" id="{9AC53B89-E8A5-E403-4087-0D4214C3A250}"/>
              </a:ext>
            </a:extLst>
          </p:cNvPr>
          <p:cNvSpPr/>
          <p:nvPr userDrawn="1"/>
        </p:nvSpPr>
        <p:spPr>
          <a:xfrm>
            <a:off x="294196" y="1691639"/>
            <a:ext cx="2395728" cy="237744"/>
          </a:xfrm>
          <a:prstGeom prst="rect">
            <a:avLst/>
          </a:prstGeom>
          <a:solidFill>
            <a:srgbClr val="F8FAFC"/>
          </a:solidFill>
          <a:ln w="12700">
            <a:solidFill>
              <a:srgbClr val="F1F5F9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14" name="TextBox 13">
            <a:extLst>
              <a:ext uri="{FF2B5EF4-FFF2-40B4-BE49-F238E27FC236}">
                <a16:creationId xmlns:a16="http://schemas.microsoft.com/office/drawing/2014/main" id="{AF580149-DDA0-0BA8-274A-F50D29EE0DF1}"/>
              </a:ext>
            </a:extLst>
          </p:cNvPr>
          <p:cNvSpPr txBox="1"/>
          <p:nvPr userDrawn="1"/>
        </p:nvSpPr>
        <p:spPr>
          <a:xfrm>
            <a:off x="240908" y="1728217"/>
            <a:ext cx="1005840" cy="207749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defRPr sz="750" b="0" i="0">
                <a:solidFill>
                  <a:srgbClr val="94A3B8"/>
                </a:solidFill>
                <a:latin typeface="Arial"/>
              </a:defRPr>
            </a:pPr>
            <a:r>
              <a:rPr sz="750">
                <a:solidFill>
                  <a:schemeClr val="bg1">
                    <a:lumMod val="50000"/>
                  </a:schemeClr>
                </a:solidFill>
              </a:rPr>
              <a:t>Experimental arm</a:t>
            </a:r>
          </a:p>
        </p:txBody>
      </p:sp>
      <p:sp>
        <p:nvSpPr>
          <p:cNvPr id="15" name="TextBox 14">
            <a:extLst>
              <a:ext uri="{FF2B5EF4-FFF2-40B4-BE49-F238E27FC236}">
                <a16:creationId xmlns:a16="http://schemas.microsoft.com/office/drawing/2014/main" id="{653DDF5E-7EE1-42B5-CB0B-6F2F43194DDC}"/>
              </a:ext>
            </a:extLst>
          </p:cNvPr>
          <p:cNvSpPr txBox="1"/>
          <p:nvPr userDrawn="1"/>
        </p:nvSpPr>
        <p:spPr>
          <a:xfrm>
            <a:off x="970852" y="1714761"/>
            <a:ext cx="1724576" cy="215444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800" b="1" i="0">
                <a:solidFill>
                  <a:srgbClr val="0F172A"/>
                </a:solidFill>
                <a:latin typeface="Arial"/>
              </a:defRPr>
            </a:pPr>
            <a:r>
              <a:rPr sz="800" dirty="0" err="1"/>
              <a:t>{{experimental_arm}}</a:t>
            </a:r>
          </a:p>
        </p:txBody>
      </p:sp>
      <p:sp>
        <p:nvSpPr>
          <p:cNvPr id="16" name="Rectangle 15">
            <a:extLst>
              <a:ext uri="{FF2B5EF4-FFF2-40B4-BE49-F238E27FC236}">
                <a16:creationId xmlns:a16="http://schemas.microsoft.com/office/drawing/2014/main" id="{B0B7FF14-DB69-AA08-BA1A-20F93F5121DE}"/>
              </a:ext>
            </a:extLst>
          </p:cNvPr>
          <p:cNvSpPr/>
          <p:nvPr userDrawn="1"/>
        </p:nvSpPr>
        <p:spPr>
          <a:xfrm>
            <a:off x="294196" y="1965960"/>
            <a:ext cx="2395728" cy="237744"/>
          </a:xfrm>
          <a:prstGeom prst="rect">
            <a:avLst/>
          </a:prstGeom>
          <a:solidFill>
            <a:srgbClr val="F8FAFC"/>
          </a:solidFill>
          <a:ln w="12700">
            <a:solidFill>
              <a:srgbClr val="F1F5F9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17" name="TextBox 16">
            <a:extLst>
              <a:ext uri="{FF2B5EF4-FFF2-40B4-BE49-F238E27FC236}">
                <a16:creationId xmlns:a16="http://schemas.microsoft.com/office/drawing/2014/main" id="{806ED4D1-E10C-2F64-A79E-ED69BE031086}"/>
              </a:ext>
            </a:extLst>
          </p:cNvPr>
          <p:cNvSpPr txBox="1"/>
          <p:nvPr userDrawn="1"/>
        </p:nvSpPr>
        <p:spPr>
          <a:xfrm>
            <a:off x="240908" y="2002537"/>
            <a:ext cx="1005840" cy="207749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defRPr sz="750" b="0" i="0">
                <a:solidFill>
                  <a:srgbClr val="94A3B8"/>
                </a:solidFill>
                <a:latin typeface="Arial"/>
              </a:defRPr>
            </a:pPr>
            <a:r>
              <a:rPr sz="750">
                <a:solidFill>
                  <a:schemeClr val="bg1">
                    <a:lumMod val="50000"/>
                  </a:schemeClr>
                </a:solidFill>
              </a:rPr>
              <a:t>Control arm</a:t>
            </a:r>
          </a:p>
        </p:txBody>
      </p:sp>
      <p:sp>
        <p:nvSpPr>
          <p:cNvPr id="18" name="TextBox 17">
            <a:extLst>
              <a:ext uri="{FF2B5EF4-FFF2-40B4-BE49-F238E27FC236}">
                <a16:creationId xmlns:a16="http://schemas.microsoft.com/office/drawing/2014/main" id="{C623F8EC-906A-B4DB-37ED-A853A8568499}"/>
              </a:ext>
            </a:extLst>
          </p:cNvPr>
          <p:cNvSpPr txBox="1"/>
          <p:nvPr userDrawn="1"/>
        </p:nvSpPr>
        <p:spPr>
          <a:xfrm>
            <a:off x="815404" y="2002536"/>
            <a:ext cx="1880025" cy="215444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800" b="1" i="0">
                <a:solidFill>
                  <a:srgbClr val="0F172A"/>
                </a:solidFill>
                <a:latin typeface="Arial"/>
              </a:defRPr>
            </a:pPr>
            <a:r>
              <a:rPr sz="800" dirty="0"/>
              <a:t>{{control_arm}}</a:t>
            </a:r>
          </a:p>
        </p:txBody>
      </p:sp>
      <p:sp>
        <p:nvSpPr>
          <p:cNvPr id="19" name="Rectangle 18">
            <a:extLst>
              <a:ext uri="{FF2B5EF4-FFF2-40B4-BE49-F238E27FC236}">
                <a16:creationId xmlns:a16="http://schemas.microsoft.com/office/drawing/2014/main" id="{9D9E1F30-B3B5-3BFD-92AF-31270AF48043}"/>
              </a:ext>
            </a:extLst>
          </p:cNvPr>
          <p:cNvSpPr/>
          <p:nvPr userDrawn="1"/>
        </p:nvSpPr>
        <p:spPr>
          <a:xfrm>
            <a:off x="294196" y="2240279"/>
            <a:ext cx="2395728" cy="237744"/>
          </a:xfrm>
          <a:prstGeom prst="rect">
            <a:avLst/>
          </a:prstGeom>
          <a:solidFill>
            <a:srgbClr val="F8FAFC"/>
          </a:solidFill>
          <a:ln w="12700">
            <a:solidFill>
              <a:srgbClr val="F1F5F9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20" name="TextBox 19">
            <a:extLst>
              <a:ext uri="{FF2B5EF4-FFF2-40B4-BE49-F238E27FC236}">
                <a16:creationId xmlns:a16="http://schemas.microsoft.com/office/drawing/2014/main" id="{5E25333D-B33C-0AA0-45B0-E6DE02B8E527}"/>
              </a:ext>
            </a:extLst>
          </p:cNvPr>
          <p:cNvSpPr txBox="1"/>
          <p:nvPr userDrawn="1"/>
        </p:nvSpPr>
        <p:spPr>
          <a:xfrm>
            <a:off x="240908" y="2276857"/>
            <a:ext cx="1005840" cy="207749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defRPr sz="750" b="0" i="0">
                <a:solidFill>
                  <a:srgbClr val="94A3B8"/>
                </a:solidFill>
                <a:latin typeface="Arial"/>
              </a:defRPr>
            </a:pPr>
            <a:r>
              <a:rPr sz="750">
                <a:solidFill>
                  <a:schemeClr val="bg1">
                    <a:lumMod val="50000"/>
                  </a:schemeClr>
                </a:solidFill>
              </a:rPr>
              <a:t>Primary endpoint</a:t>
            </a:r>
          </a:p>
        </p:txBody>
      </p:sp>
      <p:sp>
        <p:nvSpPr>
          <p:cNvPr id="21" name="TextBox 20">
            <a:extLst>
              <a:ext uri="{FF2B5EF4-FFF2-40B4-BE49-F238E27FC236}">
                <a16:creationId xmlns:a16="http://schemas.microsoft.com/office/drawing/2014/main" id="{5B7CE7F6-01C5-56B8-9AB3-4814823A107A}"/>
              </a:ext>
            </a:extLst>
          </p:cNvPr>
          <p:cNvSpPr txBox="1"/>
          <p:nvPr userDrawn="1"/>
        </p:nvSpPr>
        <p:spPr>
          <a:xfrm>
            <a:off x="970852" y="2276856"/>
            <a:ext cx="1724576" cy="223466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800" b="1" i="0">
                <a:solidFill>
                  <a:srgbClr val="0F172A"/>
                </a:solidFill>
                <a:latin typeface="Arial"/>
              </a:defRPr>
            </a:pPr>
            <a:r>
              <a:rPr sz="800" dirty="0"/>
              <a:t>{{primary_endpoint}}</a:t>
            </a:r>
          </a:p>
        </p:txBody>
      </p:sp>
      <p:sp>
        <p:nvSpPr>
          <p:cNvPr id="22" name="Rectangle 21">
            <a:extLst>
              <a:ext uri="{FF2B5EF4-FFF2-40B4-BE49-F238E27FC236}">
                <a16:creationId xmlns:a16="http://schemas.microsoft.com/office/drawing/2014/main" id="{BBD2A6E7-F961-62D8-A67F-B9C8BE9947B3}"/>
              </a:ext>
            </a:extLst>
          </p:cNvPr>
          <p:cNvSpPr/>
          <p:nvPr userDrawn="1"/>
        </p:nvSpPr>
        <p:spPr>
          <a:xfrm>
            <a:off x="294196" y="2514599"/>
            <a:ext cx="2395728" cy="237744"/>
          </a:xfrm>
          <a:prstGeom prst="rect">
            <a:avLst/>
          </a:prstGeom>
          <a:solidFill>
            <a:srgbClr val="F8FAFC"/>
          </a:solidFill>
          <a:ln w="12700">
            <a:solidFill>
              <a:srgbClr val="F1F5F9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23" name="TextBox 22">
            <a:extLst>
              <a:ext uri="{FF2B5EF4-FFF2-40B4-BE49-F238E27FC236}">
                <a16:creationId xmlns:a16="http://schemas.microsoft.com/office/drawing/2014/main" id="{AD72E0C4-704E-FB93-6E6E-A79FF22C5487}"/>
              </a:ext>
            </a:extLst>
          </p:cNvPr>
          <p:cNvSpPr txBox="1"/>
          <p:nvPr userDrawn="1"/>
        </p:nvSpPr>
        <p:spPr>
          <a:xfrm>
            <a:off x="240908" y="2551176"/>
            <a:ext cx="1005840" cy="207749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defRPr sz="750" b="0" i="0">
                <a:solidFill>
                  <a:srgbClr val="94A3B8"/>
                </a:solidFill>
                <a:latin typeface="Arial"/>
              </a:defRPr>
            </a:pPr>
            <a:r>
              <a:rPr sz="750" dirty="0">
                <a:solidFill>
                  <a:schemeClr val="bg1">
                    <a:lumMod val="50000"/>
                  </a:schemeClr>
                </a:solidFill>
              </a:rPr>
              <a:t>Key eligibility</a:t>
            </a:r>
          </a:p>
        </p:txBody>
      </p:sp>
      <p:sp>
        <p:nvSpPr>
          <p:cNvPr id="24" name="TextBox 23">
            <a:extLst>
              <a:ext uri="{FF2B5EF4-FFF2-40B4-BE49-F238E27FC236}">
                <a16:creationId xmlns:a16="http://schemas.microsoft.com/office/drawing/2014/main" id="{477FD3C9-797B-81FE-21B6-B4D1B1DDF7B4}"/>
              </a:ext>
            </a:extLst>
          </p:cNvPr>
          <p:cNvSpPr txBox="1"/>
          <p:nvPr userDrawn="1"/>
        </p:nvSpPr>
        <p:spPr>
          <a:xfrm>
            <a:off x="883904" y="2551174"/>
            <a:ext cx="1811524" cy="215444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800" b="1" i="0">
                <a:solidFill>
                  <a:srgbClr val="0F172A"/>
                </a:solidFill>
                <a:latin typeface="Arial"/>
              </a:defRPr>
            </a:pPr>
            <a:r>
              <a:rPr sz="800" dirty="0"/>
              <a:t>{{key_eligibility}}</a:t>
            </a:r>
          </a:p>
        </p:txBody>
      </p:sp>
      <p:sp>
        <p:nvSpPr>
          <p:cNvPr id="25" name="Rectangle 24">
            <a:extLst>
              <a:ext uri="{FF2B5EF4-FFF2-40B4-BE49-F238E27FC236}">
                <a16:creationId xmlns:a16="http://schemas.microsoft.com/office/drawing/2014/main" id="{84306A85-B88D-C4F5-6CDF-22514383B1B0}"/>
              </a:ext>
            </a:extLst>
          </p:cNvPr>
          <p:cNvSpPr/>
          <p:nvPr userDrawn="1"/>
        </p:nvSpPr>
        <p:spPr>
          <a:xfrm>
            <a:off x="294196" y="2788919"/>
            <a:ext cx="2395728" cy="237744"/>
          </a:xfrm>
          <a:prstGeom prst="rect">
            <a:avLst/>
          </a:prstGeom>
          <a:solidFill>
            <a:srgbClr val="F8FAFC"/>
          </a:solidFill>
          <a:ln w="12700">
            <a:solidFill>
              <a:srgbClr val="F1F5F9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26" name="TextBox 25">
            <a:extLst>
              <a:ext uri="{FF2B5EF4-FFF2-40B4-BE49-F238E27FC236}">
                <a16:creationId xmlns:a16="http://schemas.microsoft.com/office/drawing/2014/main" id="{6D712753-CDD4-C3D5-DCC9-8ECEB2243AA9}"/>
              </a:ext>
            </a:extLst>
          </p:cNvPr>
          <p:cNvSpPr txBox="1"/>
          <p:nvPr userDrawn="1"/>
        </p:nvSpPr>
        <p:spPr>
          <a:xfrm>
            <a:off x="240908" y="2825496"/>
            <a:ext cx="1005840" cy="207749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defRPr sz="750" b="0" i="0">
                <a:solidFill>
                  <a:srgbClr val="94A3B8"/>
                </a:solidFill>
                <a:latin typeface="Arial"/>
              </a:defRPr>
            </a:pPr>
            <a:r>
              <a:rPr sz="750" dirty="0" err="1">
                <a:solidFill>
                  <a:schemeClr val="bg1">
                    <a:lumMod val="50000"/>
                  </a:schemeClr>
                </a:solidFill>
              </a:rPr>
              <a:t>Randomisation</a:t>
            </a:r>
            <a:endParaRPr sz="750" dirty="0">
              <a:solidFill>
                <a:schemeClr val="bg1">
                  <a:lumMod val="50000"/>
                </a:schemeClr>
              </a:solidFill>
            </a:endParaRPr>
          </a:p>
        </p:txBody>
      </p:sp>
      <p:sp>
        <p:nvSpPr>
          <p:cNvPr id="27" name="TextBox 26">
            <a:extLst>
              <a:ext uri="{FF2B5EF4-FFF2-40B4-BE49-F238E27FC236}">
                <a16:creationId xmlns:a16="http://schemas.microsoft.com/office/drawing/2014/main" id="{383337DA-0F13-5EE9-92E4-5E405E6DA1E9}"/>
              </a:ext>
            </a:extLst>
          </p:cNvPr>
          <p:cNvSpPr txBox="1"/>
          <p:nvPr userDrawn="1"/>
        </p:nvSpPr>
        <p:spPr>
          <a:xfrm>
            <a:off x="883904" y="2825495"/>
            <a:ext cx="1811524" cy="215444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800" b="1" i="0">
                <a:solidFill>
                  <a:srgbClr val="0F172A"/>
                </a:solidFill>
                <a:latin typeface="Arial"/>
              </a:defRPr>
            </a:pPr>
            <a:r>
              <a:rPr sz="800" dirty="0"/>
              <a:t>{{randomisation}}</a:t>
            </a:r>
          </a:p>
        </p:txBody>
      </p:sp>
      <p:sp>
        <p:nvSpPr>
          <p:cNvPr id="28" name="Rectangle 27">
            <a:extLst>
              <a:ext uri="{FF2B5EF4-FFF2-40B4-BE49-F238E27FC236}">
                <a16:creationId xmlns:a16="http://schemas.microsoft.com/office/drawing/2014/main" id="{56808762-11B3-C128-4439-B67F2272276D}"/>
              </a:ext>
            </a:extLst>
          </p:cNvPr>
          <p:cNvSpPr/>
          <p:nvPr userDrawn="1"/>
        </p:nvSpPr>
        <p:spPr>
          <a:xfrm>
            <a:off x="294196" y="3063239"/>
            <a:ext cx="2395728" cy="237744"/>
          </a:xfrm>
          <a:prstGeom prst="rect">
            <a:avLst/>
          </a:prstGeom>
          <a:solidFill>
            <a:srgbClr val="F8FAFC"/>
          </a:solidFill>
          <a:ln w="12700">
            <a:solidFill>
              <a:srgbClr val="F1F5F9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29" name="TextBox 28">
            <a:extLst>
              <a:ext uri="{FF2B5EF4-FFF2-40B4-BE49-F238E27FC236}">
                <a16:creationId xmlns:a16="http://schemas.microsoft.com/office/drawing/2014/main" id="{5A2EE13D-895C-6AD3-1696-892D68A9F4FD}"/>
              </a:ext>
            </a:extLst>
          </p:cNvPr>
          <p:cNvSpPr txBox="1"/>
          <p:nvPr userDrawn="1"/>
        </p:nvSpPr>
        <p:spPr>
          <a:xfrm>
            <a:off x="240908" y="3099816"/>
            <a:ext cx="1005840" cy="207749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defRPr sz="750" b="0" i="0">
                <a:solidFill>
                  <a:srgbClr val="94A3B8"/>
                </a:solidFill>
                <a:latin typeface="Arial"/>
              </a:defRPr>
            </a:pPr>
            <a:r>
              <a:rPr sz="750" dirty="0">
                <a:solidFill>
                  <a:schemeClr val="bg1">
                    <a:lumMod val="50000"/>
                  </a:schemeClr>
                </a:solidFill>
              </a:rPr>
              <a:t>Data cut-off</a:t>
            </a:r>
          </a:p>
        </p:txBody>
      </p:sp>
      <p:sp>
        <p:nvSpPr>
          <p:cNvPr id="30" name="TextBox 29">
            <a:extLst>
              <a:ext uri="{FF2B5EF4-FFF2-40B4-BE49-F238E27FC236}">
                <a16:creationId xmlns:a16="http://schemas.microsoft.com/office/drawing/2014/main" id="{6665D31E-22E4-14FF-C608-645439F5AC37}"/>
              </a:ext>
            </a:extLst>
          </p:cNvPr>
          <p:cNvSpPr txBox="1"/>
          <p:nvPr userDrawn="1"/>
        </p:nvSpPr>
        <p:spPr>
          <a:xfrm>
            <a:off x="1433556" y="3099815"/>
            <a:ext cx="1261872" cy="215444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800" b="1" i="0">
                <a:solidFill>
                  <a:srgbClr val="0F172A"/>
                </a:solidFill>
                <a:latin typeface="Arial"/>
              </a:defRPr>
            </a:pPr>
            <a:r>
              <a:rPr sz="800" dirty="0"/>
              <a:t>{{data_cutoff}}</a:t>
            </a:r>
          </a:p>
        </p:txBody>
      </p:sp>
      <p:sp>
        <p:nvSpPr>
          <p:cNvPr id="31" name="Rectangle 30">
            <a:extLst>
              <a:ext uri="{FF2B5EF4-FFF2-40B4-BE49-F238E27FC236}">
                <a16:creationId xmlns:a16="http://schemas.microsoft.com/office/drawing/2014/main" id="{D1737CC1-D0E4-E1FE-A28B-768881F10541}"/>
              </a:ext>
            </a:extLst>
          </p:cNvPr>
          <p:cNvSpPr/>
          <p:nvPr userDrawn="1"/>
        </p:nvSpPr>
        <p:spPr>
          <a:xfrm>
            <a:off x="166180" y="3648457"/>
            <a:ext cx="2651760" cy="2798063"/>
          </a:xfrm>
          <a:prstGeom prst="rect">
            <a:avLst/>
          </a:prstGeom>
          <a:solidFill>
            <a:srgbClr val="FFFFFF"/>
          </a:solidFill>
          <a:ln w="12700">
            <a:solidFill>
              <a:srgbClr val="E5E7EB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32" name="Rectangle 31">
            <a:extLst>
              <a:ext uri="{FF2B5EF4-FFF2-40B4-BE49-F238E27FC236}">
                <a16:creationId xmlns:a16="http://schemas.microsoft.com/office/drawing/2014/main" id="{FA83F61E-A36C-3FFD-9C58-C73136D289D9}"/>
              </a:ext>
            </a:extLst>
          </p:cNvPr>
          <p:cNvSpPr/>
          <p:nvPr userDrawn="1"/>
        </p:nvSpPr>
        <p:spPr>
          <a:xfrm>
            <a:off x="166180" y="3648456"/>
            <a:ext cx="2651760" cy="274320"/>
          </a:xfrm>
          <a:prstGeom prst="rect">
            <a:avLst/>
          </a:prstGeom>
          <a:solidFill>
            <a:srgbClr val="FAFBFF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33" name="Rectangle 32">
            <a:extLst>
              <a:ext uri="{FF2B5EF4-FFF2-40B4-BE49-F238E27FC236}">
                <a16:creationId xmlns:a16="http://schemas.microsoft.com/office/drawing/2014/main" id="{56D03888-7768-B183-A69D-4D1E52E2E267}"/>
              </a:ext>
            </a:extLst>
          </p:cNvPr>
          <p:cNvSpPr/>
          <p:nvPr userDrawn="1"/>
        </p:nvSpPr>
        <p:spPr>
          <a:xfrm>
            <a:off x="166180" y="3913632"/>
            <a:ext cx="2651760" cy="9144"/>
          </a:xfrm>
          <a:prstGeom prst="rect">
            <a:avLst/>
          </a:prstGeom>
          <a:solidFill>
            <a:srgbClr val="F1F5F9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34" name="Rectangle 33">
            <a:extLst>
              <a:ext uri="{FF2B5EF4-FFF2-40B4-BE49-F238E27FC236}">
                <a16:creationId xmlns:a16="http://schemas.microsoft.com/office/drawing/2014/main" id="{8DC17E7F-AC91-A566-A685-64EB97F454A0}"/>
              </a:ext>
            </a:extLst>
          </p:cNvPr>
          <p:cNvSpPr/>
          <p:nvPr userDrawn="1"/>
        </p:nvSpPr>
        <p:spPr>
          <a:xfrm>
            <a:off x="294196" y="3749040"/>
            <a:ext cx="64008" cy="64008"/>
          </a:xfrm>
          <a:prstGeom prst="rect">
            <a:avLst/>
          </a:prstGeom>
          <a:solidFill>
            <a:srgbClr val="B91C1C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35" name="TextBox 34">
            <a:extLst>
              <a:ext uri="{FF2B5EF4-FFF2-40B4-BE49-F238E27FC236}">
                <a16:creationId xmlns:a16="http://schemas.microsoft.com/office/drawing/2014/main" id="{8736E629-987F-B151-A1D9-65E07A127E83}"/>
              </a:ext>
            </a:extLst>
          </p:cNvPr>
          <p:cNvSpPr txBox="1"/>
          <p:nvPr userDrawn="1"/>
        </p:nvSpPr>
        <p:spPr>
          <a:xfrm>
            <a:off x="403924" y="3666192"/>
            <a:ext cx="2194560" cy="215444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defRPr sz="800" b="1" i="0">
                <a:solidFill>
                  <a:srgbClr val="64748B"/>
                </a:solidFill>
                <a:latin typeface="Arial"/>
              </a:defRPr>
            </a:pPr>
            <a:r>
              <a:rPr sz="800"/>
              <a:t>{{safety_title}}</a:t>
            </a:r>
          </a:p>
        </p:txBody>
      </p:sp>
      <p:sp>
        <p:nvSpPr>
          <p:cNvPr id="36" name="TextBox 35">
            <a:extLst>
              <a:ext uri="{FF2B5EF4-FFF2-40B4-BE49-F238E27FC236}">
                <a16:creationId xmlns:a16="http://schemas.microsoft.com/office/drawing/2014/main" id="{1B5C2275-FA66-2022-2434-142701B52B5D}"/>
              </a:ext>
            </a:extLst>
          </p:cNvPr>
          <p:cNvSpPr txBox="1"/>
          <p:nvPr userDrawn="1"/>
        </p:nvSpPr>
        <p:spPr>
          <a:xfrm>
            <a:off x="294196" y="4050792"/>
            <a:ext cx="1097280" cy="200055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defRPr sz="700" b="1" i="0">
                <a:solidFill>
                  <a:srgbClr val="94A3B8"/>
                </a:solidFill>
                <a:latin typeface="Arial"/>
              </a:defRPr>
            </a:pPr>
            <a:r>
              <a:rPr sz="700"/>
              <a:t>GRADE ≥3</a:t>
            </a:r>
          </a:p>
        </p:txBody>
      </p:sp>
      <p:sp>
        <p:nvSpPr>
          <p:cNvPr id="37" name="TextBox 36">
            <a:extLst>
              <a:ext uri="{FF2B5EF4-FFF2-40B4-BE49-F238E27FC236}">
                <a16:creationId xmlns:a16="http://schemas.microsoft.com/office/drawing/2014/main" id="{EE9E2A78-02AC-12BE-7A0D-21DE2DCCCFDE}"/>
              </a:ext>
            </a:extLst>
          </p:cNvPr>
          <p:cNvSpPr txBox="1"/>
          <p:nvPr userDrawn="1"/>
        </p:nvSpPr>
        <p:spPr>
          <a:xfrm>
            <a:off x="294196" y="4215383"/>
            <a:ext cx="2395728" cy="22313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defRPr sz="850" b="0" i="0">
                <a:solidFill>
                  <a:srgbClr val="B91C1C"/>
                </a:solidFill>
                <a:latin typeface="Arial"/>
              </a:defRPr>
            </a:pPr>
            <a:r>
              <a:rPr sz="850" dirty="0"/>
              <a:t>{{safety_grade3_1}}</a:t>
            </a:r>
          </a:p>
        </p:txBody>
      </p:sp>
      <p:sp>
        <p:nvSpPr>
          <p:cNvPr id="38" name="TextBox 37">
            <a:extLst>
              <a:ext uri="{FF2B5EF4-FFF2-40B4-BE49-F238E27FC236}">
                <a16:creationId xmlns:a16="http://schemas.microsoft.com/office/drawing/2014/main" id="{B15138E5-2298-2B2A-B786-084C914465CC}"/>
              </a:ext>
            </a:extLst>
          </p:cNvPr>
          <p:cNvSpPr txBox="1"/>
          <p:nvPr userDrawn="1"/>
        </p:nvSpPr>
        <p:spPr>
          <a:xfrm>
            <a:off x="294196" y="4398264"/>
            <a:ext cx="2395728" cy="22313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defRPr sz="850" b="0" i="0">
                <a:solidFill>
                  <a:srgbClr val="B91C1C"/>
                </a:solidFill>
                <a:latin typeface="Arial"/>
              </a:defRPr>
            </a:pPr>
            <a:r>
              <a:rPr sz="850" dirty="0"/>
              <a:t>{{safety_grade3_2}}</a:t>
            </a:r>
          </a:p>
        </p:txBody>
      </p:sp>
      <p:sp>
        <p:nvSpPr>
          <p:cNvPr id="39" name="TextBox 38">
            <a:extLst>
              <a:ext uri="{FF2B5EF4-FFF2-40B4-BE49-F238E27FC236}">
                <a16:creationId xmlns:a16="http://schemas.microsoft.com/office/drawing/2014/main" id="{C907EE10-BD74-EB9E-A180-C993B47671F1}"/>
              </a:ext>
            </a:extLst>
          </p:cNvPr>
          <p:cNvSpPr txBox="1"/>
          <p:nvPr userDrawn="1"/>
        </p:nvSpPr>
        <p:spPr>
          <a:xfrm>
            <a:off x="294196" y="4581144"/>
            <a:ext cx="2395728" cy="22313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defRPr sz="850" b="0" i="0">
                <a:solidFill>
                  <a:srgbClr val="B91C1C"/>
                </a:solidFill>
                <a:latin typeface="Arial"/>
              </a:defRPr>
            </a:pPr>
            <a:r>
              <a:rPr sz="850" dirty="0" err="1"/>
              <a:t>{{safety_grade3_3}}</a:t>
            </a:r>
          </a:p>
        </p:txBody>
      </p:sp>
      <p:sp>
        <p:nvSpPr>
          <p:cNvPr id="40" name="TextBox 39">
            <a:extLst>
              <a:ext uri="{FF2B5EF4-FFF2-40B4-BE49-F238E27FC236}">
                <a16:creationId xmlns:a16="http://schemas.microsoft.com/office/drawing/2014/main" id="{46C7712A-083D-02EA-5863-D0D703AF7049}"/>
              </a:ext>
            </a:extLst>
          </p:cNvPr>
          <p:cNvSpPr txBox="1"/>
          <p:nvPr userDrawn="1"/>
        </p:nvSpPr>
        <p:spPr>
          <a:xfrm>
            <a:off x="294196" y="4764024"/>
            <a:ext cx="2395728" cy="22313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defRPr sz="850" b="0" i="0">
                <a:solidFill>
                  <a:srgbClr val="B91C1C"/>
                </a:solidFill>
                <a:latin typeface="Arial"/>
              </a:defRPr>
            </a:pPr>
            <a:r>
              <a:rPr sz="850" dirty="0"/>
              <a:t>{{safety_grade3_4}}</a:t>
            </a:r>
          </a:p>
        </p:txBody>
      </p:sp>
      <p:sp>
        <p:nvSpPr>
          <p:cNvPr id="41" name="TextBox 40">
            <a:extLst>
              <a:ext uri="{FF2B5EF4-FFF2-40B4-BE49-F238E27FC236}">
                <a16:creationId xmlns:a16="http://schemas.microsoft.com/office/drawing/2014/main" id="{602C9A98-4EAB-F7A7-6599-687E1F2EC2BA}"/>
              </a:ext>
            </a:extLst>
          </p:cNvPr>
          <p:cNvSpPr txBox="1"/>
          <p:nvPr userDrawn="1"/>
        </p:nvSpPr>
        <p:spPr>
          <a:xfrm>
            <a:off x="294196" y="5020057"/>
            <a:ext cx="1428037" cy="200055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defRPr sz="700" b="1" i="0">
                <a:solidFill>
                  <a:srgbClr val="94A3B8"/>
                </a:solidFill>
                <a:latin typeface="Arial"/>
              </a:defRPr>
            </a:pPr>
            <a:r>
              <a:rPr sz="700" dirty="0"/>
              <a:t>ANY GRADE — OCULAR</a:t>
            </a:r>
          </a:p>
        </p:txBody>
      </p:sp>
      <p:sp>
        <p:nvSpPr>
          <p:cNvPr id="42" name="TextBox 41">
            <a:extLst>
              <a:ext uri="{FF2B5EF4-FFF2-40B4-BE49-F238E27FC236}">
                <a16:creationId xmlns:a16="http://schemas.microsoft.com/office/drawing/2014/main" id="{EC5AC303-C4EA-FD2D-0CBA-9AD35407CDE6}"/>
              </a:ext>
            </a:extLst>
          </p:cNvPr>
          <p:cNvSpPr txBox="1"/>
          <p:nvPr userDrawn="1"/>
        </p:nvSpPr>
        <p:spPr>
          <a:xfrm>
            <a:off x="294196" y="5312467"/>
            <a:ext cx="2395728" cy="22313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defRPr sz="850" b="0" i="0">
                <a:solidFill>
                  <a:srgbClr val="C2410C"/>
                </a:solidFill>
                <a:latin typeface="Arial"/>
              </a:defRPr>
            </a:pPr>
            <a:r>
              <a:rPr sz="850" dirty="0"/>
              <a:t>{{safety_ocular_1}}</a:t>
            </a:r>
          </a:p>
        </p:txBody>
      </p:sp>
      <p:sp>
        <p:nvSpPr>
          <p:cNvPr id="43" name="TextBox 42">
            <a:extLst>
              <a:ext uri="{FF2B5EF4-FFF2-40B4-BE49-F238E27FC236}">
                <a16:creationId xmlns:a16="http://schemas.microsoft.com/office/drawing/2014/main" id="{7BF3496C-EF70-E30F-C008-A12BB984E9C5}"/>
              </a:ext>
            </a:extLst>
          </p:cNvPr>
          <p:cNvSpPr txBox="1"/>
          <p:nvPr userDrawn="1"/>
        </p:nvSpPr>
        <p:spPr>
          <a:xfrm>
            <a:off x="294196" y="5495347"/>
            <a:ext cx="2395728" cy="22313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defRPr sz="850" b="0" i="0">
                <a:solidFill>
                  <a:srgbClr val="C2410C"/>
                </a:solidFill>
                <a:latin typeface="Arial"/>
              </a:defRPr>
            </a:pPr>
            <a:r>
              <a:rPr sz="850" dirty="0"/>
              <a:t>{{safety_ocular_2}}</a:t>
            </a:r>
          </a:p>
        </p:txBody>
      </p:sp>
      <p:sp>
        <p:nvSpPr>
          <p:cNvPr id="44" name="TextBox 43">
            <a:extLst>
              <a:ext uri="{FF2B5EF4-FFF2-40B4-BE49-F238E27FC236}">
                <a16:creationId xmlns:a16="http://schemas.microsoft.com/office/drawing/2014/main" id="{23904141-CAB8-FDD1-8EB5-0D025D2E6B2F}"/>
              </a:ext>
            </a:extLst>
          </p:cNvPr>
          <p:cNvSpPr txBox="1"/>
          <p:nvPr userDrawn="1"/>
        </p:nvSpPr>
        <p:spPr>
          <a:xfrm>
            <a:off x="294196" y="5678227"/>
            <a:ext cx="2395728" cy="22313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defRPr sz="850" b="0" i="0">
                <a:solidFill>
                  <a:srgbClr val="C2410C"/>
                </a:solidFill>
                <a:latin typeface="Arial"/>
              </a:defRPr>
            </a:pPr>
            <a:r>
              <a:rPr sz="850" dirty="0"/>
              <a:t>{{safety_ocular_3}}</a:t>
            </a:r>
          </a:p>
        </p:txBody>
      </p:sp>
      <p:sp>
        <p:nvSpPr>
          <p:cNvPr id="45" name="Rectangle 44">
            <a:extLst>
              <a:ext uri="{FF2B5EF4-FFF2-40B4-BE49-F238E27FC236}">
                <a16:creationId xmlns:a16="http://schemas.microsoft.com/office/drawing/2014/main" id="{9402F940-0F52-C1F0-A5A5-B684A01A244D}"/>
              </a:ext>
            </a:extLst>
          </p:cNvPr>
          <p:cNvSpPr/>
          <p:nvPr userDrawn="1"/>
        </p:nvSpPr>
        <p:spPr>
          <a:xfrm>
            <a:off x="2927668" y="612648"/>
            <a:ext cx="4297680" cy="1828800"/>
          </a:xfrm>
          <a:prstGeom prst="rect">
            <a:avLst/>
          </a:prstGeom>
          <a:solidFill>
            <a:srgbClr val="FFFFFF"/>
          </a:solidFill>
          <a:ln w="12700">
            <a:solidFill>
              <a:srgbClr val="E5E7EB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46" name="Rectangle 45">
            <a:extLst>
              <a:ext uri="{FF2B5EF4-FFF2-40B4-BE49-F238E27FC236}">
                <a16:creationId xmlns:a16="http://schemas.microsoft.com/office/drawing/2014/main" id="{788D34B9-233B-9F79-A456-5C30EE97416C}"/>
              </a:ext>
            </a:extLst>
          </p:cNvPr>
          <p:cNvSpPr/>
          <p:nvPr userDrawn="1"/>
        </p:nvSpPr>
        <p:spPr>
          <a:xfrm>
            <a:off x="2927668" y="612648"/>
            <a:ext cx="4297680" cy="274320"/>
          </a:xfrm>
          <a:prstGeom prst="rect">
            <a:avLst/>
          </a:prstGeom>
          <a:solidFill>
            <a:srgbClr val="FAFBFF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47" name="Rectangle 46">
            <a:extLst>
              <a:ext uri="{FF2B5EF4-FFF2-40B4-BE49-F238E27FC236}">
                <a16:creationId xmlns:a16="http://schemas.microsoft.com/office/drawing/2014/main" id="{768E2050-FCBD-EB1B-1E95-DC9742559085}"/>
              </a:ext>
            </a:extLst>
          </p:cNvPr>
          <p:cNvSpPr/>
          <p:nvPr userDrawn="1"/>
        </p:nvSpPr>
        <p:spPr>
          <a:xfrm>
            <a:off x="2927668" y="877824"/>
            <a:ext cx="4297680" cy="9144"/>
          </a:xfrm>
          <a:prstGeom prst="rect">
            <a:avLst/>
          </a:prstGeom>
          <a:solidFill>
            <a:srgbClr val="F1F5F9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48" name="Rectangle 47">
            <a:extLst>
              <a:ext uri="{FF2B5EF4-FFF2-40B4-BE49-F238E27FC236}">
                <a16:creationId xmlns:a16="http://schemas.microsoft.com/office/drawing/2014/main" id="{0E7A8549-A087-702E-44E4-6C4DC0B3F0ED}"/>
              </a:ext>
            </a:extLst>
          </p:cNvPr>
          <p:cNvSpPr/>
          <p:nvPr userDrawn="1"/>
        </p:nvSpPr>
        <p:spPr>
          <a:xfrm>
            <a:off x="3055684" y="713232"/>
            <a:ext cx="64008" cy="64008"/>
          </a:xfrm>
          <a:prstGeom prst="rect">
            <a:avLst/>
          </a:prstGeom>
          <a:solidFill>
            <a:srgbClr val="6366F1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49" name="TextBox 48">
            <a:extLst>
              <a:ext uri="{FF2B5EF4-FFF2-40B4-BE49-F238E27FC236}">
                <a16:creationId xmlns:a16="http://schemas.microsoft.com/office/drawing/2014/main" id="{93FCE6B5-2DE6-303B-4CCA-556FA2D84FD5}"/>
              </a:ext>
            </a:extLst>
          </p:cNvPr>
          <p:cNvSpPr txBox="1"/>
          <p:nvPr userDrawn="1"/>
        </p:nvSpPr>
        <p:spPr>
          <a:xfrm>
            <a:off x="3165412" y="630384"/>
            <a:ext cx="3840480" cy="215444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defRPr sz="800" b="1" i="0">
                <a:solidFill>
                  <a:srgbClr val="64748B"/>
                </a:solidFill>
                <a:latin typeface="Arial"/>
              </a:defRPr>
            </a:pPr>
            <a:r>
              <a:rPr sz="800"/>
              <a:t>{{efficacy_title}}</a:t>
            </a:r>
          </a:p>
        </p:txBody>
      </p:sp>
      <p:sp>
        <p:nvSpPr>
          <p:cNvPr id="50" name="Rectangle 49">
            <a:extLst>
              <a:ext uri="{FF2B5EF4-FFF2-40B4-BE49-F238E27FC236}">
                <a16:creationId xmlns:a16="http://schemas.microsoft.com/office/drawing/2014/main" id="{E6B51556-FC3A-0FCF-AE90-FE49A1733043}"/>
              </a:ext>
            </a:extLst>
          </p:cNvPr>
          <p:cNvSpPr/>
          <p:nvPr userDrawn="1"/>
        </p:nvSpPr>
        <p:spPr>
          <a:xfrm>
            <a:off x="3055684" y="996695"/>
            <a:ext cx="1984248" cy="630936"/>
          </a:xfrm>
          <a:prstGeom prst="rect">
            <a:avLst/>
          </a:prstGeom>
          <a:solidFill>
            <a:srgbClr val="FAFBFF"/>
          </a:solidFill>
          <a:ln w="12700">
            <a:solidFill>
              <a:srgbClr val="F1F5F9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51" name="Rectangle 50">
            <a:extLst>
              <a:ext uri="{FF2B5EF4-FFF2-40B4-BE49-F238E27FC236}">
                <a16:creationId xmlns:a16="http://schemas.microsoft.com/office/drawing/2014/main" id="{F026197A-C2D4-365A-5389-FF9ED266A10E}"/>
              </a:ext>
            </a:extLst>
          </p:cNvPr>
          <p:cNvSpPr/>
          <p:nvPr userDrawn="1"/>
        </p:nvSpPr>
        <p:spPr>
          <a:xfrm>
            <a:off x="3055684" y="996695"/>
            <a:ext cx="27432" cy="630936"/>
          </a:xfrm>
          <a:prstGeom prst="rect">
            <a:avLst/>
          </a:prstGeom>
          <a:solidFill>
            <a:srgbClr val="8B5CF6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52" name="TextBox 51">
            <a:extLst>
              <a:ext uri="{FF2B5EF4-FFF2-40B4-BE49-F238E27FC236}">
                <a16:creationId xmlns:a16="http://schemas.microsoft.com/office/drawing/2014/main" id="{1C030F2D-D549-C63F-65F6-25B49435D586}"/>
              </a:ext>
            </a:extLst>
          </p:cNvPr>
          <p:cNvSpPr txBox="1"/>
          <p:nvPr userDrawn="1"/>
        </p:nvSpPr>
        <p:spPr>
          <a:xfrm>
            <a:off x="3147125" y="1051561"/>
            <a:ext cx="1837943" cy="200055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defRPr sz="700" b="1" i="0">
                <a:solidFill>
                  <a:srgbClr val="94A3B8"/>
                </a:solidFill>
                <a:latin typeface="Arial"/>
              </a:defRPr>
            </a:pPr>
            <a:r>
              <a:rPr sz="700">
                <a:solidFill>
                  <a:schemeClr val="tx1">
                    <a:lumMod val="50000"/>
                    <a:lumOff val="50000"/>
                  </a:schemeClr>
                </a:solidFill>
              </a:rPr>
              <a:t>{{mpfs_exp_label}}</a:t>
            </a:r>
          </a:p>
        </p:txBody>
      </p:sp>
      <p:sp>
        <p:nvSpPr>
          <p:cNvPr id="53" name="TextBox 52">
            <a:extLst>
              <a:ext uri="{FF2B5EF4-FFF2-40B4-BE49-F238E27FC236}">
                <a16:creationId xmlns:a16="http://schemas.microsoft.com/office/drawing/2014/main" id="{CB6BF22F-9859-D5E9-5233-6EE6C6563422}"/>
              </a:ext>
            </a:extLst>
          </p:cNvPr>
          <p:cNvSpPr txBox="1"/>
          <p:nvPr userDrawn="1"/>
        </p:nvSpPr>
        <p:spPr>
          <a:xfrm>
            <a:off x="3147124" y="1164920"/>
            <a:ext cx="992124" cy="830997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defRPr sz="2200" b="0" i="0">
                <a:solidFill>
                  <a:srgbClr val="0F172A"/>
                </a:solidFill>
                <a:latin typeface="Arial"/>
              </a:defRPr>
            </a:pPr>
            <a:r>
              <a:rPr sz="1600" dirty="0"/>
              <a:t>{{mpfs_exp_value}}</a:t>
            </a:r>
          </a:p>
        </p:txBody>
      </p:sp>
      <p:sp>
        <p:nvSpPr>
          <p:cNvPr id="55" name="TextBox 54">
            <a:extLst>
              <a:ext uri="{FF2B5EF4-FFF2-40B4-BE49-F238E27FC236}">
                <a16:creationId xmlns:a16="http://schemas.microsoft.com/office/drawing/2014/main" id="{725F20AF-CA8B-0BB4-06B4-3A53070AE6C3}"/>
              </a:ext>
            </a:extLst>
          </p:cNvPr>
          <p:cNvSpPr txBox="1"/>
          <p:nvPr userDrawn="1"/>
        </p:nvSpPr>
        <p:spPr>
          <a:xfrm>
            <a:off x="3147125" y="1463040"/>
            <a:ext cx="1837943" cy="200055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defRPr sz="700" b="0" i="0">
                <a:solidFill>
                  <a:srgbClr val="94A3B8"/>
                </a:solidFill>
                <a:latin typeface="Arial"/>
              </a:defRPr>
            </a:pPr>
            <a:r>
              <a:rPr sz="700">
                <a:solidFill>
                  <a:schemeClr val="tx1">
                    <a:lumMod val="50000"/>
                    <a:lumOff val="50000"/>
                  </a:schemeClr>
                </a:solidFill>
              </a:rPr>
              <a:t>{{mpfs_exp_ci}}</a:t>
            </a:r>
          </a:p>
        </p:txBody>
      </p:sp>
      <p:sp>
        <p:nvSpPr>
          <p:cNvPr id="56" name="Rectangle 55">
            <a:extLst>
              <a:ext uri="{FF2B5EF4-FFF2-40B4-BE49-F238E27FC236}">
                <a16:creationId xmlns:a16="http://schemas.microsoft.com/office/drawing/2014/main" id="{D2F7FDF1-733E-92D2-B9DD-EC54322B62E5}"/>
              </a:ext>
            </a:extLst>
          </p:cNvPr>
          <p:cNvSpPr/>
          <p:nvPr userDrawn="1"/>
        </p:nvSpPr>
        <p:spPr>
          <a:xfrm>
            <a:off x="5113084" y="996695"/>
            <a:ext cx="1984248" cy="630936"/>
          </a:xfrm>
          <a:prstGeom prst="rect">
            <a:avLst/>
          </a:prstGeom>
          <a:solidFill>
            <a:srgbClr val="FAFBFF"/>
          </a:solidFill>
          <a:ln w="12700">
            <a:solidFill>
              <a:srgbClr val="F1F5F9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57" name="Rectangle 56">
            <a:extLst>
              <a:ext uri="{FF2B5EF4-FFF2-40B4-BE49-F238E27FC236}">
                <a16:creationId xmlns:a16="http://schemas.microsoft.com/office/drawing/2014/main" id="{B32187B9-9246-BAB8-E14F-C1290E055C95}"/>
              </a:ext>
            </a:extLst>
          </p:cNvPr>
          <p:cNvSpPr/>
          <p:nvPr userDrawn="1"/>
        </p:nvSpPr>
        <p:spPr>
          <a:xfrm>
            <a:off x="5113084" y="996695"/>
            <a:ext cx="27432" cy="630936"/>
          </a:xfrm>
          <a:prstGeom prst="rect">
            <a:avLst/>
          </a:prstGeom>
          <a:solidFill>
            <a:srgbClr val="6366F1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58" name="TextBox 57">
            <a:extLst>
              <a:ext uri="{FF2B5EF4-FFF2-40B4-BE49-F238E27FC236}">
                <a16:creationId xmlns:a16="http://schemas.microsoft.com/office/drawing/2014/main" id="{5B524B86-86D9-9FD4-4A48-17BF4E8FC891}"/>
              </a:ext>
            </a:extLst>
          </p:cNvPr>
          <p:cNvSpPr txBox="1"/>
          <p:nvPr userDrawn="1"/>
        </p:nvSpPr>
        <p:spPr>
          <a:xfrm>
            <a:off x="5204525" y="1051561"/>
            <a:ext cx="1837943" cy="200055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defRPr sz="700" b="1" i="0">
                <a:solidFill>
                  <a:srgbClr val="94A3B8"/>
                </a:solidFill>
                <a:latin typeface="Arial"/>
              </a:defRPr>
            </a:pPr>
            <a:r>
              <a:rPr sz="700">
                <a:solidFill>
                  <a:schemeClr val="tx1">
                    <a:lumMod val="50000"/>
                    <a:lumOff val="50000"/>
                  </a:schemeClr>
                </a:solidFill>
              </a:rPr>
              <a:t>{{mpfs_ctrl_label}}</a:t>
            </a:r>
          </a:p>
        </p:txBody>
      </p:sp>
      <p:sp>
        <p:nvSpPr>
          <p:cNvPr id="59" name="TextBox 58">
            <a:extLst>
              <a:ext uri="{FF2B5EF4-FFF2-40B4-BE49-F238E27FC236}">
                <a16:creationId xmlns:a16="http://schemas.microsoft.com/office/drawing/2014/main" id="{A18F6AF6-C0DE-3B33-05DC-AF561B4475A8}"/>
              </a:ext>
            </a:extLst>
          </p:cNvPr>
          <p:cNvSpPr txBox="1"/>
          <p:nvPr userDrawn="1"/>
        </p:nvSpPr>
        <p:spPr>
          <a:xfrm>
            <a:off x="5204524" y="1164920"/>
            <a:ext cx="992124" cy="830997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defRPr sz="2200" b="0" i="0">
                <a:solidFill>
                  <a:srgbClr val="0F172A"/>
                </a:solidFill>
                <a:latin typeface="Arial"/>
              </a:defRPr>
            </a:pPr>
            <a:r>
              <a:rPr sz="1600"/>
              <a:t>{{mpfs_ctrl_value}}</a:t>
            </a:r>
          </a:p>
        </p:txBody>
      </p:sp>
      <p:sp>
        <p:nvSpPr>
          <p:cNvPr id="61" name="TextBox 60">
            <a:extLst>
              <a:ext uri="{FF2B5EF4-FFF2-40B4-BE49-F238E27FC236}">
                <a16:creationId xmlns:a16="http://schemas.microsoft.com/office/drawing/2014/main" id="{343E4A06-8923-DDFF-7DB9-5B75B263DD95}"/>
              </a:ext>
            </a:extLst>
          </p:cNvPr>
          <p:cNvSpPr txBox="1"/>
          <p:nvPr userDrawn="1"/>
        </p:nvSpPr>
        <p:spPr>
          <a:xfrm>
            <a:off x="5204525" y="1463040"/>
            <a:ext cx="1837943" cy="200055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defRPr sz="700" b="0" i="0">
                <a:solidFill>
                  <a:srgbClr val="94A3B8"/>
                </a:solidFill>
                <a:latin typeface="Arial"/>
              </a:defRPr>
            </a:pPr>
            <a:r>
              <a:rPr sz="700">
                <a:solidFill>
                  <a:schemeClr val="tx1">
                    <a:lumMod val="50000"/>
                    <a:lumOff val="50000"/>
                  </a:schemeClr>
                </a:solidFill>
              </a:rPr>
              <a:t>{{mpfs_ctrl_ci}}</a:t>
            </a:r>
          </a:p>
        </p:txBody>
      </p:sp>
      <p:sp>
        <p:nvSpPr>
          <p:cNvPr id="62" name="Rectangle 61">
            <a:extLst>
              <a:ext uri="{FF2B5EF4-FFF2-40B4-BE49-F238E27FC236}">
                <a16:creationId xmlns:a16="http://schemas.microsoft.com/office/drawing/2014/main" id="{E283C83D-1AB1-BC75-CA49-63786FFC94F7}"/>
              </a:ext>
            </a:extLst>
          </p:cNvPr>
          <p:cNvSpPr/>
          <p:nvPr userDrawn="1"/>
        </p:nvSpPr>
        <p:spPr>
          <a:xfrm>
            <a:off x="3055684" y="1700784"/>
            <a:ext cx="1984248" cy="630936"/>
          </a:xfrm>
          <a:prstGeom prst="rect">
            <a:avLst/>
          </a:prstGeom>
          <a:solidFill>
            <a:srgbClr val="FAFBFF"/>
          </a:solidFill>
          <a:ln w="12700">
            <a:solidFill>
              <a:srgbClr val="F1F5F9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63" name="Rectangle 62">
            <a:extLst>
              <a:ext uri="{FF2B5EF4-FFF2-40B4-BE49-F238E27FC236}">
                <a16:creationId xmlns:a16="http://schemas.microsoft.com/office/drawing/2014/main" id="{F2F3EE2D-E9D0-5F28-EF29-079AEA13678D}"/>
              </a:ext>
            </a:extLst>
          </p:cNvPr>
          <p:cNvSpPr/>
          <p:nvPr userDrawn="1"/>
        </p:nvSpPr>
        <p:spPr>
          <a:xfrm>
            <a:off x="3055684" y="1700784"/>
            <a:ext cx="27432" cy="630936"/>
          </a:xfrm>
          <a:prstGeom prst="rect">
            <a:avLst/>
          </a:prstGeom>
          <a:solidFill>
            <a:srgbClr val="3B82F6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64" name="TextBox 63">
            <a:extLst>
              <a:ext uri="{FF2B5EF4-FFF2-40B4-BE49-F238E27FC236}">
                <a16:creationId xmlns:a16="http://schemas.microsoft.com/office/drawing/2014/main" id="{27739D0D-3BEC-58DB-CF33-A910BCEB3593}"/>
              </a:ext>
            </a:extLst>
          </p:cNvPr>
          <p:cNvSpPr txBox="1"/>
          <p:nvPr userDrawn="1"/>
        </p:nvSpPr>
        <p:spPr>
          <a:xfrm>
            <a:off x="3147125" y="1755649"/>
            <a:ext cx="1837943" cy="200055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defRPr sz="700" b="1" i="0">
                <a:solidFill>
                  <a:srgbClr val="94A3B8"/>
                </a:solidFill>
                <a:latin typeface="Arial"/>
              </a:defRPr>
            </a:pPr>
            <a:r>
              <a:rPr sz="700">
                <a:solidFill>
                  <a:schemeClr val="tx1">
                    <a:lumMod val="50000"/>
                    <a:lumOff val="50000"/>
                  </a:schemeClr>
                </a:solidFill>
              </a:rPr>
              <a:t>{{orr_exp_label}}</a:t>
            </a:r>
          </a:p>
        </p:txBody>
      </p:sp>
      <p:sp>
        <p:nvSpPr>
          <p:cNvPr id="65" name="TextBox 64">
            <a:extLst>
              <a:ext uri="{FF2B5EF4-FFF2-40B4-BE49-F238E27FC236}">
                <a16:creationId xmlns:a16="http://schemas.microsoft.com/office/drawing/2014/main" id="{58F52156-9C89-6ECC-053A-A86DF4995D3E}"/>
              </a:ext>
            </a:extLst>
          </p:cNvPr>
          <p:cNvSpPr txBox="1"/>
          <p:nvPr userDrawn="1"/>
        </p:nvSpPr>
        <p:spPr>
          <a:xfrm>
            <a:off x="3196288" y="1869009"/>
            <a:ext cx="992124" cy="830997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defRPr sz="2200" b="0" i="0">
                <a:solidFill>
                  <a:srgbClr val="0F172A"/>
                </a:solidFill>
                <a:latin typeface="Arial"/>
              </a:defRPr>
            </a:pPr>
            <a:r>
              <a:rPr sz="1600" dirty="0"/>
              <a:t>{{orr_exp_value}}</a:t>
            </a:r>
          </a:p>
        </p:txBody>
      </p:sp>
      <p:sp>
        <p:nvSpPr>
          <p:cNvPr id="67" name="TextBox 66">
            <a:extLst>
              <a:ext uri="{FF2B5EF4-FFF2-40B4-BE49-F238E27FC236}">
                <a16:creationId xmlns:a16="http://schemas.microsoft.com/office/drawing/2014/main" id="{9824700C-F231-D17C-B9EB-7556C1959A3F}"/>
              </a:ext>
            </a:extLst>
          </p:cNvPr>
          <p:cNvSpPr txBox="1"/>
          <p:nvPr userDrawn="1"/>
        </p:nvSpPr>
        <p:spPr>
          <a:xfrm>
            <a:off x="3147125" y="2167128"/>
            <a:ext cx="1837943" cy="200055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defRPr sz="700" b="0" i="0">
                <a:solidFill>
                  <a:srgbClr val="94A3B8"/>
                </a:solidFill>
                <a:latin typeface="Arial"/>
              </a:defRPr>
            </a:pPr>
            <a:r>
              <a:rPr sz="700" dirty="0">
                <a:solidFill>
                  <a:schemeClr val="tx1">
                    <a:lumMod val="50000"/>
                    <a:lumOff val="50000"/>
                  </a:schemeClr>
                </a:solidFill>
              </a:rPr>
              <a:t>{{orr_exp_detail}}</a:t>
            </a:r>
          </a:p>
        </p:txBody>
      </p:sp>
      <p:sp>
        <p:nvSpPr>
          <p:cNvPr id="68" name="Rectangle 67">
            <a:extLst>
              <a:ext uri="{FF2B5EF4-FFF2-40B4-BE49-F238E27FC236}">
                <a16:creationId xmlns:a16="http://schemas.microsoft.com/office/drawing/2014/main" id="{8567240B-1EE4-59EC-DD9E-38325AE44663}"/>
              </a:ext>
            </a:extLst>
          </p:cNvPr>
          <p:cNvSpPr/>
          <p:nvPr userDrawn="1"/>
        </p:nvSpPr>
        <p:spPr>
          <a:xfrm>
            <a:off x="5113084" y="1700784"/>
            <a:ext cx="1984248" cy="630936"/>
          </a:xfrm>
          <a:prstGeom prst="rect">
            <a:avLst/>
          </a:prstGeom>
          <a:solidFill>
            <a:srgbClr val="FAFBFF"/>
          </a:solidFill>
          <a:ln w="12700">
            <a:solidFill>
              <a:srgbClr val="F1F5F9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69" name="Rectangle 68">
            <a:extLst>
              <a:ext uri="{FF2B5EF4-FFF2-40B4-BE49-F238E27FC236}">
                <a16:creationId xmlns:a16="http://schemas.microsoft.com/office/drawing/2014/main" id="{CB0EAB7A-AFE4-3CBD-C3E7-4CA94F34E50F}"/>
              </a:ext>
            </a:extLst>
          </p:cNvPr>
          <p:cNvSpPr/>
          <p:nvPr userDrawn="1"/>
        </p:nvSpPr>
        <p:spPr>
          <a:xfrm>
            <a:off x="5113084" y="1700784"/>
            <a:ext cx="27432" cy="630936"/>
          </a:xfrm>
          <a:prstGeom prst="rect">
            <a:avLst/>
          </a:prstGeom>
          <a:solidFill>
            <a:srgbClr val="F59E0B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70" name="TextBox 69">
            <a:extLst>
              <a:ext uri="{FF2B5EF4-FFF2-40B4-BE49-F238E27FC236}">
                <a16:creationId xmlns:a16="http://schemas.microsoft.com/office/drawing/2014/main" id="{93D05BC3-4969-5A8B-9732-40FE3FAC2293}"/>
              </a:ext>
            </a:extLst>
          </p:cNvPr>
          <p:cNvSpPr txBox="1"/>
          <p:nvPr userDrawn="1"/>
        </p:nvSpPr>
        <p:spPr>
          <a:xfrm>
            <a:off x="5204525" y="1755649"/>
            <a:ext cx="1837943" cy="200055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defRPr sz="700" b="1" i="0">
                <a:solidFill>
                  <a:srgbClr val="94A3B8"/>
                </a:solidFill>
                <a:latin typeface="Arial"/>
              </a:defRPr>
            </a:pPr>
            <a:r>
              <a:rPr sz="700">
                <a:solidFill>
                  <a:schemeClr val="tx1">
                    <a:lumMod val="50000"/>
                    <a:lumOff val="50000"/>
                  </a:schemeClr>
                </a:solidFill>
              </a:rPr>
              <a:t>{{orr_ctrl_label}}</a:t>
            </a:r>
          </a:p>
        </p:txBody>
      </p:sp>
      <p:sp>
        <p:nvSpPr>
          <p:cNvPr id="71" name="TextBox 70">
            <a:extLst>
              <a:ext uri="{FF2B5EF4-FFF2-40B4-BE49-F238E27FC236}">
                <a16:creationId xmlns:a16="http://schemas.microsoft.com/office/drawing/2014/main" id="{43F4A092-25F9-3FC3-73BA-8A6F77842EF8}"/>
              </a:ext>
            </a:extLst>
          </p:cNvPr>
          <p:cNvSpPr txBox="1"/>
          <p:nvPr userDrawn="1"/>
        </p:nvSpPr>
        <p:spPr>
          <a:xfrm>
            <a:off x="5263515" y="1869009"/>
            <a:ext cx="992124" cy="584775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defRPr sz="2200" b="0" i="0">
                <a:solidFill>
                  <a:srgbClr val="0F172A"/>
                </a:solidFill>
                <a:latin typeface="Arial"/>
              </a:defRPr>
            </a:pPr>
            <a:r>
              <a:rPr sz="1600" dirty="0"/>
              <a:t>{{orr_ctrl_value}}</a:t>
            </a:r>
          </a:p>
        </p:txBody>
      </p:sp>
      <p:sp>
        <p:nvSpPr>
          <p:cNvPr id="73" name="TextBox 72">
            <a:extLst>
              <a:ext uri="{FF2B5EF4-FFF2-40B4-BE49-F238E27FC236}">
                <a16:creationId xmlns:a16="http://schemas.microsoft.com/office/drawing/2014/main" id="{833510BE-CD5D-4E4E-CFD1-D240AB93302A}"/>
              </a:ext>
            </a:extLst>
          </p:cNvPr>
          <p:cNvSpPr txBox="1"/>
          <p:nvPr userDrawn="1"/>
        </p:nvSpPr>
        <p:spPr>
          <a:xfrm>
            <a:off x="5204525" y="2167128"/>
            <a:ext cx="1837943" cy="200055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defRPr sz="700" b="0" i="0">
                <a:solidFill>
                  <a:srgbClr val="94A3B8"/>
                </a:solidFill>
                <a:latin typeface="Arial"/>
              </a:defRPr>
            </a:pPr>
            <a:r>
              <a:rPr sz="700">
                <a:solidFill>
                  <a:schemeClr val="tx1">
                    <a:lumMod val="50000"/>
                    <a:lumOff val="50000"/>
                  </a:schemeClr>
                </a:solidFill>
              </a:rPr>
              <a:t>{{orr_ctrl_detail}}</a:t>
            </a:r>
          </a:p>
        </p:txBody>
      </p:sp>
      <p:sp>
        <p:nvSpPr>
          <p:cNvPr id="74" name="Rectangle 73">
            <a:extLst>
              <a:ext uri="{FF2B5EF4-FFF2-40B4-BE49-F238E27FC236}">
                <a16:creationId xmlns:a16="http://schemas.microsoft.com/office/drawing/2014/main" id="{6F556318-4367-0386-AE3E-647EB0B3CC72}"/>
              </a:ext>
            </a:extLst>
          </p:cNvPr>
          <p:cNvSpPr/>
          <p:nvPr userDrawn="1"/>
        </p:nvSpPr>
        <p:spPr>
          <a:xfrm>
            <a:off x="2927668" y="2551176"/>
            <a:ext cx="4297680" cy="2377440"/>
          </a:xfrm>
          <a:prstGeom prst="rect">
            <a:avLst/>
          </a:prstGeom>
          <a:solidFill>
            <a:srgbClr val="FFFFFF"/>
          </a:solidFill>
          <a:ln w="12700">
            <a:solidFill>
              <a:srgbClr val="E5E7EB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75" name="Rectangle 74">
            <a:extLst>
              <a:ext uri="{FF2B5EF4-FFF2-40B4-BE49-F238E27FC236}">
                <a16:creationId xmlns:a16="http://schemas.microsoft.com/office/drawing/2014/main" id="{2D5C1A4F-AF81-E7BF-3E3F-768ABC4A718E}"/>
              </a:ext>
            </a:extLst>
          </p:cNvPr>
          <p:cNvSpPr/>
          <p:nvPr userDrawn="1"/>
        </p:nvSpPr>
        <p:spPr>
          <a:xfrm>
            <a:off x="2927668" y="2551176"/>
            <a:ext cx="4297680" cy="27432"/>
          </a:xfrm>
          <a:prstGeom prst="rect">
            <a:avLst/>
          </a:prstGeom>
          <a:solidFill>
            <a:srgbClr val="F59E0B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76" name="TextBox 75">
            <a:extLst>
              <a:ext uri="{FF2B5EF4-FFF2-40B4-BE49-F238E27FC236}">
                <a16:creationId xmlns:a16="http://schemas.microsoft.com/office/drawing/2014/main" id="{FD74AF5B-758B-F893-4977-724AA9098414}"/>
              </a:ext>
            </a:extLst>
          </p:cNvPr>
          <p:cNvSpPr txBox="1"/>
          <p:nvPr userDrawn="1"/>
        </p:nvSpPr>
        <p:spPr>
          <a:xfrm>
            <a:off x="3055684" y="2642616"/>
            <a:ext cx="4041648" cy="215444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defRPr sz="800" b="1" i="0">
                <a:solidFill>
                  <a:srgbClr val="64748B"/>
                </a:solidFill>
                <a:latin typeface="Arial"/>
              </a:defRPr>
            </a:pPr>
            <a:r>
              <a:rPr sz="800"/>
              <a:t>HAZARD RATIO · PRIMARY ENDPOINT (PFS)</a:t>
            </a:r>
          </a:p>
        </p:txBody>
      </p:sp>
      <p:sp>
        <p:nvSpPr>
          <p:cNvPr id="77" name="TextBox 76">
            <a:extLst>
              <a:ext uri="{FF2B5EF4-FFF2-40B4-BE49-F238E27FC236}">
                <a16:creationId xmlns:a16="http://schemas.microsoft.com/office/drawing/2014/main" id="{183866EC-1630-20FF-BF53-79F7DCFA9FDD}"/>
              </a:ext>
            </a:extLst>
          </p:cNvPr>
          <p:cNvSpPr txBox="1"/>
          <p:nvPr userDrawn="1"/>
        </p:nvSpPr>
        <p:spPr>
          <a:xfrm>
            <a:off x="3055684" y="2744089"/>
            <a:ext cx="1933956" cy="954107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defRPr sz="3600" b="0" i="0">
                <a:solidFill>
                  <a:srgbClr val="0F172A"/>
                </a:solidFill>
                <a:latin typeface="Arial"/>
              </a:defRPr>
            </a:pPr>
            <a:r>
              <a:rPr sz="2800" dirty="0"/>
              <a:t>{{hr_value}}</a:t>
            </a:r>
          </a:p>
        </p:txBody>
      </p:sp>
      <p:sp>
        <p:nvSpPr>
          <p:cNvPr id="78" name="TextBox 77">
            <a:extLst>
              <a:ext uri="{FF2B5EF4-FFF2-40B4-BE49-F238E27FC236}">
                <a16:creationId xmlns:a16="http://schemas.microsoft.com/office/drawing/2014/main" id="{B2981F45-7109-DCDA-CD31-3B75289C60EA}"/>
              </a:ext>
            </a:extLst>
          </p:cNvPr>
          <p:cNvSpPr txBox="1"/>
          <p:nvPr userDrawn="1"/>
        </p:nvSpPr>
        <p:spPr>
          <a:xfrm>
            <a:off x="5076508" y="2916937"/>
            <a:ext cx="1719072" cy="246221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1000" b="1" i="0">
                <a:solidFill>
                  <a:srgbClr val="92400E"/>
                </a:solidFill>
                <a:latin typeface="Arial"/>
              </a:defRPr>
            </a:pPr>
            <a:r>
              <a:rPr sz="1000"/>
              <a:t>{{hr_conclusion}}</a:t>
            </a:r>
          </a:p>
        </p:txBody>
      </p:sp>
      <p:sp>
        <p:nvSpPr>
          <p:cNvPr id="79" name="TextBox 78">
            <a:extLst>
              <a:ext uri="{FF2B5EF4-FFF2-40B4-BE49-F238E27FC236}">
                <a16:creationId xmlns:a16="http://schemas.microsoft.com/office/drawing/2014/main" id="{6A8EDA78-B993-BF6D-A1B2-272C9D3379B7}"/>
              </a:ext>
            </a:extLst>
          </p:cNvPr>
          <p:cNvSpPr txBox="1"/>
          <p:nvPr userDrawn="1"/>
        </p:nvSpPr>
        <p:spPr>
          <a:xfrm>
            <a:off x="3055684" y="3300984"/>
            <a:ext cx="4041648" cy="23083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defRPr sz="900" b="0" i="0">
                <a:solidFill>
                  <a:srgbClr val="475569"/>
                </a:solidFill>
                <a:latin typeface="Arial"/>
              </a:defRPr>
            </a:pPr>
            <a:r>
              <a:rPr sz="900"/>
              <a:t>{{hr_ci_p}}</a:t>
            </a:r>
          </a:p>
        </p:txBody>
      </p:sp>
      <p:sp>
        <p:nvSpPr>
          <p:cNvPr id="80" name="Rectangle 79">
            <a:extLst>
              <a:ext uri="{FF2B5EF4-FFF2-40B4-BE49-F238E27FC236}">
                <a16:creationId xmlns:a16="http://schemas.microsoft.com/office/drawing/2014/main" id="{6D3438A3-C5E6-886F-7F21-38ED1FACB374}"/>
              </a:ext>
            </a:extLst>
          </p:cNvPr>
          <p:cNvSpPr/>
          <p:nvPr userDrawn="1"/>
        </p:nvSpPr>
        <p:spPr>
          <a:xfrm>
            <a:off x="3055684" y="3538728"/>
            <a:ext cx="4041648" cy="512063"/>
          </a:xfrm>
          <a:prstGeom prst="rect">
            <a:avLst/>
          </a:prstGeom>
          <a:solidFill>
            <a:srgbClr val="FFFBEB"/>
          </a:solidFill>
          <a:ln w="12700">
            <a:solidFill>
              <a:srgbClr val="FDE68A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81" name="TextBox 80">
            <a:extLst>
              <a:ext uri="{FF2B5EF4-FFF2-40B4-BE49-F238E27FC236}">
                <a16:creationId xmlns:a16="http://schemas.microsoft.com/office/drawing/2014/main" id="{98827C52-0830-CA69-4DC9-5962B90F644E}"/>
              </a:ext>
            </a:extLst>
          </p:cNvPr>
          <p:cNvSpPr txBox="1"/>
          <p:nvPr userDrawn="1"/>
        </p:nvSpPr>
        <p:spPr>
          <a:xfrm>
            <a:off x="3037395" y="3538728"/>
            <a:ext cx="4059937" cy="512063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defRPr sz="900" b="0" i="0">
                <a:solidFill>
                  <a:srgbClr val="475569"/>
                </a:solidFill>
                <a:latin typeface="Arial"/>
              </a:defRPr>
            </a:pPr>
            <a:r>
              <a:rPr sz="900" dirty="0"/>
              <a:t>{{hr_interpretation}}</a:t>
            </a:r>
          </a:p>
        </p:txBody>
      </p:sp>
      <p:sp>
        <p:nvSpPr>
          <p:cNvPr id="82" name="TextBox 81">
            <a:extLst>
              <a:ext uri="{FF2B5EF4-FFF2-40B4-BE49-F238E27FC236}">
                <a16:creationId xmlns:a16="http://schemas.microsoft.com/office/drawing/2014/main" id="{EB7D3513-C1E3-56A0-E436-845884EFA3F2}"/>
              </a:ext>
            </a:extLst>
          </p:cNvPr>
          <p:cNvSpPr txBox="1"/>
          <p:nvPr userDrawn="1"/>
        </p:nvSpPr>
        <p:spPr>
          <a:xfrm>
            <a:off x="3055684" y="4093579"/>
            <a:ext cx="4041648" cy="23083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defRPr sz="700" b="1" i="0">
                <a:solidFill>
                  <a:srgbClr val="94A3B8"/>
                </a:solidFill>
                <a:latin typeface="Arial"/>
              </a:defRPr>
            </a:pPr>
            <a:r>
              <a:rPr sz="900" dirty="0">
                <a:solidFill>
                  <a:schemeClr val="tx1">
                    <a:lumMod val="50000"/>
                    <a:lumOff val="50000"/>
                  </a:schemeClr>
                </a:solidFill>
              </a:rPr>
              <a:t>OVERALL SURVIVAL (SECONDARY)</a:t>
            </a:r>
          </a:p>
        </p:txBody>
      </p:sp>
      <p:sp>
        <p:nvSpPr>
          <p:cNvPr id="83" name="TextBox 82">
            <a:extLst>
              <a:ext uri="{FF2B5EF4-FFF2-40B4-BE49-F238E27FC236}">
                <a16:creationId xmlns:a16="http://schemas.microsoft.com/office/drawing/2014/main" id="{B2A0CD73-6790-8F54-4D0C-D222A9D7243C}"/>
              </a:ext>
            </a:extLst>
          </p:cNvPr>
          <p:cNvSpPr txBox="1"/>
          <p:nvPr userDrawn="1"/>
        </p:nvSpPr>
        <p:spPr>
          <a:xfrm>
            <a:off x="3055684" y="4280239"/>
            <a:ext cx="1292352" cy="200055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defRPr sz="700" b="0" i="0">
                <a:solidFill>
                  <a:srgbClr val="94A3B8"/>
                </a:solidFill>
                <a:latin typeface="Arial"/>
              </a:defRPr>
            </a:pPr>
            <a:r>
              <a:rPr sz="700" dirty="0" err="1"/>
              <a:t>{{os_exp_label}}</a:t>
            </a:r>
            <a:endParaRPr sz="700" dirty="0"/>
          </a:p>
        </p:txBody>
      </p:sp>
      <p:sp>
        <p:nvSpPr>
          <p:cNvPr id="84" name="TextBox 83">
            <a:extLst>
              <a:ext uri="{FF2B5EF4-FFF2-40B4-BE49-F238E27FC236}">
                <a16:creationId xmlns:a16="http://schemas.microsoft.com/office/drawing/2014/main" id="{88D9DC45-4FD0-B8E4-270B-6E0055B68E0C}"/>
              </a:ext>
            </a:extLst>
          </p:cNvPr>
          <p:cNvSpPr txBox="1"/>
          <p:nvPr userDrawn="1"/>
        </p:nvSpPr>
        <p:spPr>
          <a:xfrm>
            <a:off x="3055684" y="4419290"/>
            <a:ext cx="1292352" cy="5232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defRPr sz="1600" b="0" i="0">
                <a:solidFill>
                  <a:srgbClr val="475569"/>
                </a:solidFill>
                <a:latin typeface="Arial"/>
              </a:defRPr>
            </a:pPr>
            <a:r>
              <a:rPr sz="1400" dirty="0"/>
              <a:t>{{os_exp_value}}</a:t>
            </a:r>
          </a:p>
        </p:txBody>
      </p:sp>
      <p:sp>
        <p:nvSpPr>
          <p:cNvPr id="85" name="TextBox 84">
            <a:extLst>
              <a:ext uri="{FF2B5EF4-FFF2-40B4-BE49-F238E27FC236}">
                <a16:creationId xmlns:a16="http://schemas.microsoft.com/office/drawing/2014/main" id="{123FA29E-AB72-D583-F99D-9A88F42E2B55}"/>
              </a:ext>
            </a:extLst>
          </p:cNvPr>
          <p:cNvSpPr txBox="1"/>
          <p:nvPr userDrawn="1"/>
        </p:nvSpPr>
        <p:spPr>
          <a:xfrm>
            <a:off x="4402900" y="4280239"/>
            <a:ext cx="1292352" cy="200055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defRPr sz="700" b="0" i="0">
                <a:solidFill>
                  <a:srgbClr val="94A3B8"/>
                </a:solidFill>
                <a:latin typeface="Arial"/>
              </a:defRPr>
            </a:pPr>
            <a:r>
              <a:rPr sz="700" dirty="0"/>
              <a:t>{{</a:t>
            </a:r>
            <a:r>
              <a:rPr sz="700" dirty="0" err="1"/>
              <a:t>os_ctrl_label</a:t>
            </a:r>
            <a:r>
              <a:rPr sz="700" dirty="0"/>
              <a:t>}}</a:t>
            </a:r>
          </a:p>
        </p:txBody>
      </p:sp>
      <p:sp>
        <p:nvSpPr>
          <p:cNvPr id="86" name="TextBox 85">
            <a:extLst>
              <a:ext uri="{FF2B5EF4-FFF2-40B4-BE49-F238E27FC236}">
                <a16:creationId xmlns:a16="http://schemas.microsoft.com/office/drawing/2014/main" id="{DA816931-50AC-4F06-69DC-F10F8A276535}"/>
              </a:ext>
            </a:extLst>
          </p:cNvPr>
          <p:cNvSpPr txBox="1"/>
          <p:nvPr userDrawn="1"/>
        </p:nvSpPr>
        <p:spPr>
          <a:xfrm>
            <a:off x="4402900" y="4419290"/>
            <a:ext cx="1292352" cy="5232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defRPr sz="1600" b="0" i="0">
                <a:solidFill>
                  <a:srgbClr val="475569"/>
                </a:solidFill>
                <a:latin typeface="Arial"/>
              </a:defRPr>
            </a:pPr>
            <a:r>
              <a:rPr sz="1400" dirty="0"/>
              <a:t>{{os_ctrl_value}}</a:t>
            </a:r>
          </a:p>
        </p:txBody>
      </p:sp>
      <p:sp>
        <p:nvSpPr>
          <p:cNvPr id="88" name="TextBox 87">
            <a:extLst>
              <a:ext uri="{FF2B5EF4-FFF2-40B4-BE49-F238E27FC236}">
                <a16:creationId xmlns:a16="http://schemas.microsoft.com/office/drawing/2014/main" id="{8721818C-67B6-BBBA-C272-D637BF9455F6}"/>
              </a:ext>
            </a:extLst>
          </p:cNvPr>
          <p:cNvSpPr txBox="1"/>
          <p:nvPr userDrawn="1"/>
        </p:nvSpPr>
        <p:spPr>
          <a:xfrm>
            <a:off x="5750116" y="4419290"/>
            <a:ext cx="1292352" cy="5232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defRPr sz="1600" b="0" i="0">
                <a:solidFill>
                  <a:srgbClr val="475569"/>
                </a:solidFill>
                <a:latin typeface="Arial"/>
              </a:defRPr>
            </a:pPr>
            <a:r>
              <a:rPr sz="1400" dirty="0"/>
              <a:t>{{os_hr_value}}</a:t>
            </a:r>
          </a:p>
        </p:txBody>
      </p:sp>
      <p:sp>
        <p:nvSpPr>
          <p:cNvPr id="89" name="Rectangle 88">
            <a:extLst>
              <a:ext uri="{FF2B5EF4-FFF2-40B4-BE49-F238E27FC236}">
                <a16:creationId xmlns:a16="http://schemas.microsoft.com/office/drawing/2014/main" id="{8A796C18-458C-9677-440B-391E3C563923}"/>
              </a:ext>
            </a:extLst>
          </p:cNvPr>
          <p:cNvSpPr/>
          <p:nvPr userDrawn="1"/>
        </p:nvSpPr>
        <p:spPr>
          <a:xfrm>
            <a:off x="2927668" y="5038345"/>
            <a:ext cx="4297680" cy="1408175"/>
          </a:xfrm>
          <a:prstGeom prst="rect">
            <a:avLst/>
          </a:prstGeom>
          <a:solidFill>
            <a:srgbClr val="F8FAFC"/>
          </a:solidFill>
          <a:ln w="12700">
            <a:solidFill>
              <a:srgbClr val="E5E7EB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90" name="TextBox 89">
            <a:extLst>
              <a:ext uri="{FF2B5EF4-FFF2-40B4-BE49-F238E27FC236}">
                <a16:creationId xmlns:a16="http://schemas.microsoft.com/office/drawing/2014/main" id="{9797B217-7245-A685-B9C1-1237D433B6B9}"/>
              </a:ext>
            </a:extLst>
          </p:cNvPr>
          <p:cNvSpPr txBox="1"/>
          <p:nvPr userDrawn="1"/>
        </p:nvSpPr>
        <p:spPr>
          <a:xfrm>
            <a:off x="3055684" y="5129785"/>
            <a:ext cx="4041648" cy="23083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defRPr sz="700" b="1" i="0">
                <a:solidFill>
                  <a:srgbClr val="94A3B8"/>
                </a:solidFill>
                <a:latin typeface="Arial"/>
              </a:defRPr>
            </a:pPr>
            <a:r>
              <a:rPr sz="900">
                <a:solidFill>
                  <a:schemeClr val="tx1">
                    <a:lumMod val="50000"/>
                    <a:lumOff val="50000"/>
                  </a:schemeClr>
                </a:solidFill>
              </a:rPr>
              <a:t>ADDITIONAL ENDPOINTS</a:t>
            </a:r>
          </a:p>
        </p:txBody>
      </p:sp>
      <p:sp>
        <p:nvSpPr>
          <p:cNvPr id="91" name="TextBox 90">
            <a:extLst>
              <a:ext uri="{FF2B5EF4-FFF2-40B4-BE49-F238E27FC236}">
                <a16:creationId xmlns:a16="http://schemas.microsoft.com/office/drawing/2014/main" id="{54B05987-DCBF-AE40-1416-3F84B524F378}"/>
              </a:ext>
            </a:extLst>
          </p:cNvPr>
          <p:cNvSpPr txBox="1"/>
          <p:nvPr userDrawn="1"/>
        </p:nvSpPr>
        <p:spPr>
          <a:xfrm>
            <a:off x="3055684" y="5312665"/>
            <a:ext cx="1292352" cy="200055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defRPr sz="700" b="0" i="0">
                <a:solidFill>
                  <a:srgbClr val="94A3B8"/>
                </a:solidFill>
                <a:latin typeface="Arial"/>
              </a:defRPr>
            </a:pPr>
            <a:r>
              <a:rPr sz="700"/>
              <a:t>{{add_1_label}}</a:t>
            </a:r>
          </a:p>
        </p:txBody>
      </p:sp>
      <p:sp>
        <p:nvSpPr>
          <p:cNvPr id="92" name="TextBox 91">
            <a:extLst>
              <a:ext uri="{FF2B5EF4-FFF2-40B4-BE49-F238E27FC236}">
                <a16:creationId xmlns:a16="http://schemas.microsoft.com/office/drawing/2014/main" id="{43EED7B2-CAA7-19AB-527E-B0D3DFE84BA4}"/>
              </a:ext>
            </a:extLst>
          </p:cNvPr>
          <p:cNvSpPr txBox="1"/>
          <p:nvPr userDrawn="1"/>
        </p:nvSpPr>
        <p:spPr>
          <a:xfrm>
            <a:off x="3038432" y="5467580"/>
            <a:ext cx="1292352" cy="5232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defRPr sz="1600" b="0" i="0">
                <a:solidFill>
                  <a:srgbClr val="475569"/>
                </a:solidFill>
                <a:latin typeface="Arial"/>
              </a:defRPr>
            </a:pPr>
            <a:r>
              <a:rPr sz="1400" dirty="0"/>
              <a:t>{{add_1_value}}</a:t>
            </a:r>
          </a:p>
        </p:txBody>
      </p:sp>
      <p:sp>
        <p:nvSpPr>
          <p:cNvPr id="93" name="TextBox 92">
            <a:extLst>
              <a:ext uri="{FF2B5EF4-FFF2-40B4-BE49-F238E27FC236}">
                <a16:creationId xmlns:a16="http://schemas.microsoft.com/office/drawing/2014/main" id="{B21542E6-F297-0473-3D05-FA7A569AA2A4}"/>
              </a:ext>
            </a:extLst>
          </p:cNvPr>
          <p:cNvSpPr txBox="1"/>
          <p:nvPr userDrawn="1"/>
        </p:nvSpPr>
        <p:spPr>
          <a:xfrm>
            <a:off x="4402900" y="5312665"/>
            <a:ext cx="1292352" cy="200055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defRPr sz="700" b="0" i="0">
                <a:solidFill>
                  <a:srgbClr val="94A3B8"/>
                </a:solidFill>
                <a:latin typeface="Arial"/>
              </a:defRPr>
            </a:pPr>
            <a:r>
              <a:rPr sz="700"/>
              <a:t>{{add_2_label}}</a:t>
            </a:r>
          </a:p>
        </p:txBody>
      </p:sp>
      <p:sp>
        <p:nvSpPr>
          <p:cNvPr id="94" name="TextBox 93">
            <a:extLst>
              <a:ext uri="{FF2B5EF4-FFF2-40B4-BE49-F238E27FC236}">
                <a16:creationId xmlns:a16="http://schemas.microsoft.com/office/drawing/2014/main" id="{EBF36986-C1A2-3E1E-EF56-077CC69459E0}"/>
              </a:ext>
            </a:extLst>
          </p:cNvPr>
          <p:cNvSpPr txBox="1"/>
          <p:nvPr userDrawn="1"/>
        </p:nvSpPr>
        <p:spPr>
          <a:xfrm>
            <a:off x="4385648" y="5467580"/>
            <a:ext cx="1292352" cy="5232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defRPr sz="1600" b="0" i="0">
                <a:solidFill>
                  <a:srgbClr val="475569"/>
                </a:solidFill>
                <a:latin typeface="Arial"/>
              </a:defRPr>
            </a:pPr>
            <a:r>
              <a:rPr sz="1400" dirty="0"/>
              <a:t>{{add_2_value}}</a:t>
            </a:r>
          </a:p>
        </p:txBody>
      </p:sp>
      <p:sp>
        <p:nvSpPr>
          <p:cNvPr id="95" name="TextBox 94">
            <a:extLst>
              <a:ext uri="{FF2B5EF4-FFF2-40B4-BE49-F238E27FC236}">
                <a16:creationId xmlns:a16="http://schemas.microsoft.com/office/drawing/2014/main" id="{31B1206A-4337-AFBE-8ACE-5501C86B75A6}"/>
              </a:ext>
            </a:extLst>
          </p:cNvPr>
          <p:cNvSpPr txBox="1"/>
          <p:nvPr userDrawn="1"/>
        </p:nvSpPr>
        <p:spPr>
          <a:xfrm>
            <a:off x="5750116" y="5312665"/>
            <a:ext cx="1292352" cy="200055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defRPr sz="700" b="0" i="0">
                <a:solidFill>
                  <a:srgbClr val="94A3B8"/>
                </a:solidFill>
                <a:latin typeface="Arial"/>
              </a:defRPr>
            </a:pPr>
            <a:r>
              <a:rPr sz="700"/>
              <a:t>{{add_3_label}}</a:t>
            </a:r>
          </a:p>
        </p:txBody>
      </p:sp>
      <p:sp>
        <p:nvSpPr>
          <p:cNvPr id="96" name="TextBox 95">
            <a:extLst>
              <a:ext uri="{FF2B5EF4-FFF2-40B4-BE49-F238E27FC236}">
                <a16:creationId xmlns:a16="http://schemas.microsoft.com/office/drawing/2014/main" id="{104C74DB-48A8-EDD5-379E-A693092D7E1A}"/>
              </a:ext>
            </a:extLst>
          </p:cNvPr>
          <p:cNvSpPr txBox="1"/>
          <p:nvPr userDrawn="1"/>
        </p:nvSpPr>
        <p:spPr>
          <a:xfrm>
            <a:off x="5732864" y="5467580"/>
            <a:ext cx="1292352" cy="5232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defRPr sz="1600" b="0" i="0">
                <a:solidFill>
                  <a:srgbClr val="475569"/>
                </a:solidFill>
                <a:latin typeface="Arial"/>
              </a:defRPr>
            </a:pPr>
            <a:r>
              <a:rPr sz="1400"/>
              <a:t>{{add_3_value}}</a:t>
            </a:r>
          </a:p>
        </p:txBody>
      </p:sp>
      <p:sp>
        <p:nvSpPr>
          <p:cNvPr id="97" name="Rectangle 96" descr="CHART_AREA">
            <a:extLst>
              <a:ext uri="{FF2B5EF4-FFF2-40B4-BE49-F238E27FC236}">
                <a16:creationId xmlns:a16="http://schemas.microsoft.com/office/drawing/2014/main" id="{ABE746EC-B833-C1A1-B14C-B6F7C21995F8}"/>
              </a:ext>
            </a:extLst>
          </p:cNvPr>
          <p:cNvSpPr/>
          <p:nvPr userDrawn="1"/>
        </p:nvSpPr>
        <p:spPr>
          <a:xfrm>
            <a:off x="7335076" y="612648"/>
            <a:ext cx="4690872" cy="3474720"/>
          </a:xfrm>
          <a:prstGeom prst="rect">
            <a:avLst/>
          </a:prstGeom>
          <a:solidFill>
            <a:srgbClr val="FFFFFF"/>
          </a:solidFill>
          <a:ln w="12700">
            <a:solidFill>
              <a:srgbClr val="E5E7EB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98" name="Rectangle 97">
            <a:extLst>
              <a:ext uri="{FF2B5EF4-FFF2-40B4-BE49-F238E27FC236}">
                <a16:creationId xmlns:a16="http://schemas.microsoft.com/office/drawing/2014/main" id="{EA8A7AF3-BA3C-8B83-B3DA-7206AFE49938}"/>
              </a:ext>
            </a:extLst>
          </p:cNvPr>
          <p:cNvSpPr/>
          <p:nvPr userDrawn="1"/>
        </p:nvSpPr>
        <p:spPr>
          <a:xfrm>
            <a:off x="7335076" y="612648"/>
            <a:ext cx="4690872" cy="274320"/>
          </a:xfrm>
          <a:prstGeom prst="rect">
            <a:avLst/>
          </a:prstGeom>
          <a:solidFill>
            <a:srgbClr val="FAFBFF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99" name="Rectangle 98">
            <a:extLst>
              <a:ext uri="{FF2B5EF4-FFF2-40B4-BE49-F238E27FC236}">
                <a16:creationId xmlns:a16="http://schemas.microsoft.com/office/drawing/2014/main" id="{EC82A983-C928-C90D-7F6A-C4CAE1D2A4B0}"/>
              </a:ext>
            </a:extLst>
          </p:cNvPr>
          <p:cNvSpPr/>
          <p:nvPr userDrawn="1"/>
        </p:nvSpPr>
        <p:spPr>
          <a:xfrm>
            <a:off x="7335076" y="877824"/>
            <a:ext cx="4690872" cy="9144"/>
          </a:xfrm>
          <a:prstGeom prst="rect">
            <a:avLst/>
          </a:prstGeom>
          <a:solidFill>
            <a:srgbClr val="F1F5F9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100" name="Rectangle 99">
            <a:extLst>
              <a:ext uri="{FF2B5EF4-FFF2-40B4-BE49-F238E27FC236}">
                <a16:creationId xmlns:a16="http://schemas.microsoft.com/office/drawing/2014/main" id="{18707883-1946-5C87-5398-F7CF3A6222A6}"/>
              </a:ext>
            </a:extLst>
          </p:cNvPr>
          <p:cNvSpPr/>
          <p:nvPr userDrawn="1"/>
        </p:nvSpPr>
        <p:spPr>
          <a:xfrm>
            <a:off x="7463092" y="713232"/>
            <a:ext cx="64008" cy="64008"/>
          </a:xfrm>
          <a:prstGeom prst="rect">
            <a:avLst/>
          </a:prstGeom>
          <a:solidFill>
            <a:srgbClr val="3B82F6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101" name="TextBox 100">
            <a:extLst>
              <a:ext uri="{FF2B5EF4-FFF2-40B4-BE49-F238E27FC236}">
                <a16:creationId xmlns:a16="http://schemas.microsoft.com/office/drawing/2014/main" id="{53C188B4-49C3-FCDC-9705-1472740A0570}"/>
              </a:ext>
            </a:extLst>
          </p:cNvPr>
          <p:cNvSpPr txBox="1"/>
          <p:nvPr userDrawn="1"/>
        </p:nvSpPr>
        <p:spPr>
          <a:xfrm>
            <a:off x="7572819" y="630384"/>
            <a:ext cx="4233672" cy="215444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defRPr sz="800" b="1" i="0">
                <a:solidFill>
                  <a:srgbClr val="64748B"/>
                </a:solidFill>
                <a:latin typeface="Arial"/>
              </a:defRPr>
            </a:pPr>
            <a:r>
              <a:rPr sz="800"/>
              <a:t>{{chart_bar_title}}</a:t>
            </a:r>
          </a:p>
        </p:txBody>
      </p:sp>
      <p:sp>
        <p:nvSpPr>
          <p:cNvPr id="102" name="TextBox 101">
            <a:extLst>
              <a:ext uri="{FF2B5EF4-FFF2-40B4-BE49-F238E27FC236}">
                <a16:creationId xmlns:a16="http://schemas.microsoft.com/office/drawing/2014/main" id="{38DAB191-116C-8A36-77F1-CFDB96C2E839}"/>
              </a:ext>
            </a:extLst>
          </p:cNvPr>
          <p:cNvSpPr txBox="1"/>
          <p:nvPr userDrawn="1"/>
        </p:nvSpPr>
        <p:spPr>
          <a:xfrm>
            <a:off x="7426515" y="3575304"/>
            <a:ext cx="310896" cy="200055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700" b="0" i="0">
                <a:solidFill>
                  <a:srgbClr val="94A3B8"/>
                </a:solidFill>
                <a:latin typeface="Arial"/>
              </a:defRPr>
            </a:pPr>
            <a:r>
              <a:rPr sz="700"/>
              <a:t>0</a:t>
            </a:r>
          </a:p>
        </p:txBody>
      </p:sp>
      <p:sp>
        <p:nvSpPr>
          <p:cNvPr id="103" name="Rectangle 102">
            <a:extLst>
              <a:ext uri="{FF2B5EF4-FFF2-40B4-BE49-F238E27FC236}">
                <a16:creationId xmlns:a16="http://schemas.microsoft.com/office/drawing/2014/main" id="{379D7955-C27B-1C86-75DC-CA3CC8ABD5E5}"/>
              </a:ext>
            </a:extLst>
          </p:cNvPr>
          <p:cNvSpPr/>
          <p:nvPr userDrawn="1"/>
        </p:nvSpPr>
        <p:spPr>
          <a:xfrm>
            <a:off x="7792276" y="3630168"/>
            <a:ext cx="3959352" cy="4572"/>
          </a:xfrm>
          <a:prstGeom prst="rect">
            <a:avLst/>
          </a:prstGeom>
          <a:solidFill>
            <a:srgbClr val="F0F0F5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104" name="TextBox 103">
            <a:extLst>
              <a:ext uri="{FF2B5EF4-FFF2-40B4-BE49-F238E27FC236}">
                <a16:creationId xmlns:a16="http://schemas.microsoft.com/office/drawing/2014/main" id="{A9EDAB63-38E5-6511-CBCB-E05739632AB0}"/>
              </a:ext>
            </a:extLst>
          </p:cNvPr>
          <p:cNvSpPr txBox="1"/>
          <p:nvPr userDrawn="1"/>
        </p:nvSpPr>
        <p:spPr>
          <a:xfrm>
            <a:off x="7426515" y="2976590"/>
            <a:ext cx="310896" cy="200055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700" b="0" i="0">
                <a:solidFill>
                  <a:srgbClr val="94A3B8"/>
                </a:solidFill>
                <a:latin typeface="Arial"/>
              </a:defRPr>
            </a:pPr>
            <a:r>
              <a:rPr sz="700"/>
              <a:t>10</a:t>
            </a:r>
          </a:p>
        </p:txBody>
      </p:sp>
      <p:sp>
        <p:nvSpPr>
          <p:cNvPr id="105" name="Rectangle 104">
            <a:extLst>
              <a:ext uri="{FF2B5EF4-FFF2-40B4-BE49-F238E27FC236}">
                <a16:creationId xmlns:a16="http://schemas.microsoft.com/office/drawing/2014/main" id="{2C9D9EB6-13A5-7823-6BEE-8FD409F8CFEF}"/>
              </a:ext>
            </a:extLst>
          </p:cNvPr>
          <p:cNvSpPr/>
          <p:nvPr userDrawn="1"/>
        </p:nvSpPr>
        <p:spPr>
          <a:xfrm>
            <a:off x="7792276" y="3031453"/>
            <a:ext cx="3959352" cy="4572"/>
          </a:xfrm>
          <a:prstGeom prst="rect">
            <a:avLst/>
          </a:prstGeom>
          <a:solidFill>
            <a:srgbClr val="F0F0F5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106" name="TextBox 105">
            <a:extLst>
              <a:ext uri="{FF2B5EF4-FFF2-40B4-BE49-F238E27FC236}">
                <a16:creationId xmlns:a16="http://schemas.microsoft.com/office/drawing/2014/main" id="{C25DE519-EDE7-B7D1-1BB7-2695D6CA2807}"/>
              </a:ext>
            </a:extLst>
          </p:cNvPr>
          <p:cNvSpPr txBox="1"/>
          <p:nvPr userDrawn="1"/>
        </p:nvSpPr>
        <p:spPr>
          <a:xfrm>
            <a:off x="7426515" y="2377876"/>
            <a:ext cx="310896" cy="200055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700" b="0" i="0">
                <a:solidFill>
                  <a:srgbClr val="94A3B8"/>
                </a:solidFill>
                <a:latin typeface="Arial"/>
              </a:defRPr>
            </a:pPr>
            <a:r>
              <a:rPr sz="700"/>
              <a:t>20</a:t>
            </a:r>
          </a:p>
        </p:txBody>
      </p:sp>
      <p:sp>
        <p:nvSpPr>
          <p:cNvPr id="107" name="Rectangle 106">
            <a:extLst>
              <a:ext uri="{FF2B5EF4-FFF2-40B4-BE49-F238E27FC236}">
                <a16:creationId xmlns:a16="http://schemas.microsoft.com/office/drawing/2014/main" id="{DC70DE65-762E-61AB-CD90-9C433F088276}"/>
              </a:ext>
            </a:extLst>
          </p:cNvPr>
          <p:cNvSpPr/>
          <p:nvPr userDrawn="1"/>
        </p:nvSpPr>
        <p:spPr>
          <a:xfrm>
            <a:off x="7792276" y="2432739"/>
            <a:ext cx="3959352" cy="4572"/>
          </a:xfrm>
          <a:prstGeom prst="rect">
            <a:avLst/>
          </a:prstGeom>
          <a:solidFill>
            <a:srgbClr val="F0F0F5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108" name="TextBox 107">
            <a:extLst>
              <a:ext uri="{FF2B5EF4-FFF2-40B4-BE49-F238E27FC236}">
                <a16:creationId xmlns:a16="http://schemas.microsoft.com/office/drawing/2014/main" id="{77F5EFD4-1C2F-6983-6C52-5F63AD839241}"/>
              </a:ext>
            </a:extLst>
          </p:cNvPr>
          <p:cNvSpPr txBox="1"/>
          <p:nvPr userDrawn="1"/>
        </p:nvSpPr>
        <p:spPr>
          <a:xfrm>
            <a:off x="7426515" y="1779162"/>
            <a:ext cx="310896" cy="200055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700" b="0" i="0">
                <a:solidFill>
                  <a:srgbClr val="94A3B8"/>
                </a:solidFill>
                <a:latin typeface="Arial"/>
              </a:defRPr>
            </a:pPr>
            <a:r>
              <a:rPr sz="700"/>
              <a:t>30</a:t>
            </a:r>
          </a:p>
        </p:txBody>
      </p:sp>
      <p:sp>
        <p:nvSpPr>
          <p:cNvPr id="109" name="Rectangle 108">
            <a:extLst>
              <a:ext uri="{FF2B5EF4-FFF2-40B4-BE49-F238E27FC236}">
                <a16:creationId xmlns:a16="http://schemas.microsoft.com/office/drawing/2014/main" id="{AB3A0A4D-F011-4562-2345-B76AF2E3ADDF}"/>
              </a:ext>
            </a:extLst>
          </p:cNvPr>
          <p:cNvSpPr/>
          <p:nvPr userDrawn="1"/>
        </p:nvSpPr>
        <p:spPr>
          <a:xfrm>
            <a:off x="7792276" y="1834025"/>
            <a:ext cx="3959352" cy="4572"/>
          </a:xfrm>
          <a:prstGeom prst="rect">
            <a:avLst/>
          </a:prstGeom>
          <a:solidFill>
            <a:srgbClr val="F0F0F5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110" name="TextBox 109">
            <a:extLst>
              <a:ext uri="{FF2B5EF4-FFF2-40B4-BE49-F238E27FC236}">
                <a16:creationId xmlns:a16="http://schemas.microsoft.com/office/drawing/2014/main" id="{56D85ACA-B48E-D610-36AB-F0A210CEB066}"/>
              </a:ext>
            </a:extLst>
          </p:cNvPr>
          <p:cNvSpPr txBox="1"/>
          <p:nvPr userDrawn="1"/>
        </p:nvSpPr>
        <p:spPr>
          <a:xfrm>
            <a:off x="7426515" y="1180447"/>
            <a:ext cx="310896" cy="200055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700" b="0" i="0">
                <a:solidFill>
                  <a:srgbClr val="94A3B8"/>
                </a:solidFill>
                <a:latin typeface="Arial"/>
              </a:defRPr>
            </a:pPr>
            <a:r>
              <a:rPr sz="700"/>
              <a:t>40</a:t>
            </a:r>
          </a:p>
        </p:txBody>
      </p:sp>
      <p:sp>
        <p:nvSpPr>
          <p:cNvPr id="111" name="Rectangle 110">
            <a:extLst>
              <a:ext uri="{FF2B5EF4-FFF2-40B4-BE49-F238E27FC236}">
                <a16:creationId xmlns:a16="http://schemas.microsoft.com/office/drawing/2014/main" id="{E2BD1377-5558-297C-E380-9F7848F0F6A2}"/>
              </a:ext>
            </a:extLst>
          </p:cNvPr>
          <p:cNvSpPr/>
          <p:nvPr userDrawn="1"/>
        </p:nvSpPr>
        <p:spPr>
          <a:xfrm>
            <a:off x="7792276" y="1235310"/>
            <a:ext cx="3959352" cy="4572"/>
          </a:xfrm>
          <a:prstGeom prst="rect">
            <a:avLst/>
          </a:prstGeom>
          <a:solidFill>
            <a:srgbClr val="F0F0F5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112" name="Rectangle 111">
            <a:extLst>
              <a:ext uri="{FF2B5EF4-FFF2-40B4-BE49-F238E27FC236}">
                <a16:creationId xmlns:a16="http://schemas.microsoft.com/office/drawing/2014/main" id="{4925BC54-D83A-805A-A0A0-816B5D73E4FD}"/>
              </a:ext>
            </a:extLst>
          </p:cNvPr>
          <p:cNvSpPr/>
          <p:nvPr userDrawn="1"/>
        </p:nvSpPr>
        <p:spPr>
          <a:xfrm>
            <a:off x="7792276" y="3630168"/>
            <a:ext cx="3959352" cy="9144"/>
          </a:xfrm>
          <a:prstGeom prst="rect">
            <a:avLst/>
          </a:prstGeom>
          <a:solidFill>
            <a:srgbClr val="94A3B8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113" name="Rectangle 112">
            <a:extLst>
              <a:ext uri="{FF2B5EF4-FFF2-40B4-BE49-F238E27FC236}">
                <a16:creationId xmlns:a16="http://schemas.microsoft.com/office/drawing/2014/main" id="{BCCB2919-B846-A936-58B0-B803B71A2F51}"/>
              </a:ext>
            </a:extLst>
          </p:cNvPr>
          <p:cNvSpPr/>
          <p:nvPr userDrawn="1"/>
        </p:nvSpPr>
        <p:spPr>
          <a:xfrm>
            <a:off x="7792276" y="1115568"/>
            <a:ext cx="9144" cy="2514600"/>
          </a:xfrm>
          <a:prstGeom prst="rect">
            <a:avLst/>
          </a:prstGeom>
          <a:solidFill>
            <a:srgbClr val="94A3B8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114" name="TextBox 113">
            <a:extLst>
              <a:ext uri="{FF2B5EF4-FFF2-40B4-BE49-F238E27FC236}">
                <a16:creationId xmlns:a16="http://schemas.microsoft.com/office/drawing/2014/main" id="{618D6F9D-7027-AD86-531E-E3BBB4EB5AD9}"/>
              </a:ext>
            </a:extLst>
          </p:cNvPr>
          <p:cNvSpPr txBox="1"/>
          <p:nvPr userDrawn="1"/>
        </p:nvSpPr>
        <p:spPr>
          <a:xfrm>
            <a:off x="7289356" y="935590"/>
            <a:ext cx="845820" cy="307777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defRPr sz="700" b="0" i="0">
                <a:solidFill>
                  <a:srgbClr val="94A3B8"/>
                </a:solidFill>
                <a:latin typeface="Arial"/>
              </a:defRPr>
            </a:pPr>
            <a:r>
              <a:rPr lang="de-DE" sz="700"/>
              <a:t>{{chart_bar_y_label}}</a:t>
            </a:r>
            <a:endParaRPr sz="700" dirty="0"/>
          </a:p>
        </p:txBody>
      </p:sp>
      <p:sp>
        <p:nvSpPr>
          <p:cNvPr id="116" name="TextBox 115">
            <a:extLst>
              <a:ext uri="{FF2B5EF4-FFF2-40B4-BE49-F238E27FC236}">
                <a16:creationId xmlns:a16="http://schemas.microsoft.com/office/drawing/2014/main" id="{BECA5BED-7F12-431E-5036-8A5C8DA96ADE}"/>
              </a:ext>
            </a:extLst>
          </p:cNvPr>
          <p:cNvSpPr txBox="1"/>
          <p:nvPr userDrawn="1"/>
        </p:nvSpPr>
        <p:spPr>
          <a:xfrm>
            <a:off x="8126033" y="3685031"/>
            <a:ext cx="1463039" cy="23083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900" b="0" i="0">
                <a:solidFill>
                  <a:srgbClr val="475569"/>
                </a:solidFill>
                <a:latin typeface="Arial"/>
              </a:defRPr>
            </a:pPr>
            <a:r>
              <a:rPr sz="900"/>
              <a:t>{{chart_bar_exp_label}}</a:t>
            </a:r>
          </a:p>
        </p:txBody>
      </p:sp>
      <p:sp>
        <p:nvSpPr>
          <p:cNvPr id="118" name="TextBox 117">
            <a:extLst>
              <a:ext uri="{FF2B5EF4-FFF2-40B4-BE49-F238E27FC236}">
                <a16:creationId xmlns:a16="http://schemas.microsoft.com/office/drawing/2014/main" id="{E80F1BBB-02DA-320E-6ED9-2CC760D08B8B}"/>
              </a:ext>
            </a:extLst>
          </p:cNvPr>
          <p:cNvSpPr txBox="1"/>
          <p:nvPr userDrawn="1"/>
        </p:nvSpPr>
        <p:spPr>
          <a:xfrm>
            <a:off x="9954833" y="3685031"/>
            <a:ext cx="1463039" cy="23083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900" b="0" i="0">
                <a:solidFill>
                  <a:srgbClr val="475569"/>
                </a:solidFill>
                <a:latin typeface="Arial"/>
              </a:defRPr>
            </a:pPr>
            <a:r>
              <a:rPr sz="900"/>
              <a:t>{{chart_bar_ctrl_label}}</a:t>
            </a:r>
          </a:p>
        </p:txBody>
      </p:sp>
      <p:sp>
        <p:nvSpPr>
          <p:cNvPr id="119" name="TextBox 118">
            <a:extLst>
              <a:ext uri="{FF2B5EF4-FFF2-40B4-BE49-F238E27FC236}">
                <a16:creationId xmlns:a16="http://schemas.microsoft.com/office/drawing/2014/main" id="{99468840-41E9-32D1-3E79-2AF0497CA798}"/>
              </a:ext>
            </a:extLst>
          </p:cNvPr>
          <p:cNvSpPr txBox="1"/>
          <p:nvPr userDrawn="1"/>
        </p:nvSpPr>
        <p:spPr>
          <a:xfrm>
            <a:off x="7792276" y="3904488"/>
            <a:ext cx="3959352" cy="200055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defRPr sz="700" b="0" i="1">
                <a:solidFill>
                  <a:srgbClr val="94A3B8"/>
                </a:solidFill>
                <a:latin typeface="Arial"/>
              </a:defRPr>
            </a:pPr>
            <a:r>
              <a:rPr sz="700"/>
              <a:t>{{chart_bar_note}}</a:t>
            </a:r>
          </a:p>
        </p:txBody>
      </p:sp>
      <p:sp>
        <p:nvSpPr>
          <p:cNvPr id="120" name="Rectangle 119" descr="CHART_AREA">
            <a:extLst>
              <a:ext uri="{FF2B5EF4-FFF2-40B4-BE49-F238E27FC236}">
                <a16:creationId xmlns:a16="http://schemas.microsoft.com/office/drawing/2014/main" id="{527FCFC5-1DE7-476C-253D-939228FDFBCE}"/>
              </a:ext>
            </a:extLst>
          </p:cNvPr>
          <p:cNvSpPr/>
          <p:nvPr userDrawn="1"/>
        </p:nvSpPr>
        <p:spPr>
          <a:xfrm>
            <a:off x="7335076" y="4197096"/>
            <a:ext cx="4690872" cy="2249424"/>
          </a:xfrm>
          <a:prstGeom prst="rect">
            <a:avLst/>
          </a:prstGeom>
          <a:solidFill>
            <a:schemeClr val="bg1">
              <a:lumMod val="95000"/>
            </a:schemeClr>
          </a:solidFill>
          <a:ln w="12700">
            <a:solidFill>
              <a:srgbClr val="E5E7EB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121" name="Rectangle 120">
            <a:extLst>
              <a:ext uri="{FF2B5EF4-FFF2-40B4-BE49-F238E27FC236}">
                <a16:creationId xmlns:a16="http://schemas.microsoft.com/office/drawing/2014/main" id="{84077678-76A7-D2DD-7BAC-4E3FB238777B}"/>
              </a:ext>
            </a:extLst>
          </p:cNvPr>
          <p:cNvSpPr/>
          <p:nvPr userDrawn="1"/>
        </p:nvSpPr>
        <p:spPr>
          <a:xfrm>
            <a:off x="7335076" y="4197096"/>
            <a:ext cx="4690872" cy="274320"/>
          </a:xfrm>
          <a:prstGeom prst="rect">
            <a:avLst/>
          </a:prstGeom>
          <a:solidFill>
            <a:srgbClr val="FAFBFF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122" name="Rectangle 121">
            <a:extLst>
              <a:ext uri="{FF2B5EF4-FFF2-40B4-BE49-F238E27FC236}">
                <a16:creationId xmlns:a16="http://schemas.microsoft.com/office/drawing/2014/main" id="{F0D52CEF-4C6A-C059-7FDA-F43B642F2D33}"/>
              </a:ext>
            </a:extLst>
          </p:cNvPr>
          <p:cNvSpPr/>
          <p:nvPr userDrawn="1"/>
        </p:nvSpPr>
        <p:spPr>
          <a:xfrm>
            <a:off x="7335076" y="4462272"/>
            <a:ext cx="4690872" cy="9144"/>
          </a:xfrm>
          <a:prstGeom prst="rect">
            <a:avLst/>
          </a:prstGeom>
          <a:solidFill>
            <a:srgbClr val="F1F5F9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123" name="Rectangle 122">
            <a:extLst>
              <a:ext uri="{FF2B5EF4-FFF2-40B4-BE49-F238E27FC236}">
                <a16:creationId xmlns:a16="http://schemas.microsoft.com/office/drawing/2014/main" id="{FE5FEBAA-0E0D-538D-225D-39A6AE8FB1F2}"/>
              </a:ext>
            </a:extLst>
          </p:cNvPr>
          <p:cNvSpPr/>
          <p:nvPr userDrawn="1"/>
        </p:nvSpPr>
        <p:spPr>
          <a:xfrm>
            <a:off x="7463092" y="4297680"/>
            <a:ext cx="64008" cy="64008"/>
          </a:xfrm>
          <a:prstGeom prst="rect">
            <a:avLst/>
          </a:prstGeom>
          <a:solidFill>
            <a:srgbClr val="10B981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124" name="TextBox 123">
            <a:extLst>
              <a:ext uri="{FF2B5EF4-FFF2-40B4-BE49-F238E27FC236}">
                <a16:creationId xmlns:a16="http://schemas.microsoft.com/office/drawing/2014/main" id="{F4F5796B-3C2C-7C4E-803E-9087ADD9F86B}"/>
              </a:ext>
            </a:extLst>
          </p:cNvPr>
          <p:cNvSpPr txBox="1"/>
          <p:nvPr userDrawn="1"/>
        </p:nvSpPr>
        <p:spPr>
          <a:xfrm>
            <a:off x="7572819" y="4224068"/>
            <a:ext cx="4233672" cy="215444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defRPr sz="800" b="1" i="0">
                <a:solidFill>
                  <a:srgbClr val="64748B"/>
                </a:solidFill>
                <a:latin typeface="Arial"/>
              </a:defRPr>
            </a:pPr>
            <a:r>
              <a:rPr sz="800" dirty="0"/>
              <a:t>{{</a:t>
            </a:r>
            <a:r>
              <a:rPr sz="800" dirty="0" err="1"/>
              <a:t>chart_orr_title</a:t>
            </a:r>
            <a:r>
              <a:rPr sz="800" dirty="0"/>
              <a:t>}}</a:t>
            </a:r>
          </a:p>
        </p:txBody>
      </p:sp>
      <p:sp>
        <p:nvSpPr>
          <p:cNvPr id="125" name="TextBox 124">
            <a:extLst>
              <a:ext uri="{FF2B5EF4-FFF2-40B4-BE49-F238E27FC236}">
                <a16:creationId xmlns:a16="http://schemas.microsoft.com/office/drawing/2014/main" id="{B2AE354D-16A5-4BB5-9306-B43DD3B787BE}"/>
              </a:ext>
            </a:extLst>
          </p:cNvPr>
          <p:cNvSpPr txBox="1"/>
          <p:nvPr userDrawn="1"/>
        </p:nvSpPr>
        <p:spPr>
          <a:xfrm>
            <a:off x="7975155" y="4599432"/>
            <a:ext cx="1613916" cy="200055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700" b="1" i="0">
                <a:solidFill>
                  <a:srgbClr val="8B5CF6"/>
                </a:solidFill>
                <a:latin typeface="Arial"/>
              </a:defRPr>
            </a:pPr>
            <a:r>
              <a:rPr sz="700"/>
              <a:t>{{chart_orr_exp_label}}</a:t>
            </a:r>
          </a:p>
        </p:txBody>
      </p:sp>
      <p:sp>
        <p:nvSpPr>
          <p:cNvPr id="126" name="TextBox 125">
            <a:extLst>
              <a:ext uri="{FF2B5EF4-FFF2-40B4-BE49-F238E27FC236}">
                <a16:creationId xmlns:a16="http://schemas.microsoft.com/office/drawing/2014/main" id="{7788D3FC-FAD5-11EF-728F-F5846BF4A5B8}"/>
              </a:ext>
            </a:extLst>
          </p:cNvPr>
          <p:cNvSpPr txBox="1"/>
          <p:nvPr userDrawn="1"/>
        </p:nvSpPr>
        <p:spPr>
          <a:xfrm>
            <a:off x="9863392" y="4599432"/>
            <a:ext cx="1613916" cy="200055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700" b="1" i="0">
                <a:solidFill>
                  <a:srgbClr val="94A3B8"/>
                </a:solidFill>
                <a:latin typeface="Arial"/>
              </a:defRPr>
            </a:pPr>
            <a:r>
              <a:rPr sz="700"/>
              <a:t>{{chart_orr_ctrl_label}}</a:t>
            </a:r>
          </a:p>
        </p:txBody>
      </p:sp>
      <p:sp>
        <p:nvSpPr>
          <p:cNvPr id="127" name="TextBox 126">
            <a:extLst>
              <a:ext uri="{FF2B5EF4-FFF2-40B4-BE49-F238E27FC236}">
                <a16:creationId xmlns:a16="http://schemas.microsoft.com/office/drawing/2014/main" id="{48472DFB-7575-AE60-1D15-059BD8505C3A}"/>
              </a:ext>
            </a:extLst>
          </p:cNvPr>
          <p:cNvSpPr txBox="1"/>
          <p:nvPr userDrawn="1"/>
        </p:nvSpPr>
        <p:spPr>
          <a:xfrm>
            <a:off x="7335076" y="4800599"/>
            <a:ext cx="585216" cy="23083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defRPr sz="900" b="1" i="0">
                <a:solidFill>
                  <a:srgbClr val="475569"/>
                </a:solidFill>
                <a:latin typeface="Arial"/>
              </a:defRPr>
            </a:pPr>
            <a:r>
              <a:rPr sz="900" dirty="0"/>
              <a:t>CR</a:t>
            </a:r>
          </a:p>
        </p:txBody>
      </p:sp>
      <p:sp>
        <p:nvSpPr>
          <p:cNvPr id="128" name="TextBox 127">
            <a:extLst>
              <a:ext uri="{FF2B5EF4-FFF2-40B4-BE49-F238E27FC236}">
                <a16:creationId xmlns:a16="http://schemas.microsoft.com/office/drawing/2014/main" id="{00998276-3F0E-D57B-BB70-2A7DDAB1FAFB}"/>
              </a:ext>
            </a:extLst>
          </p:cNvPr>
          <p:cNvSpPr txBox="1"/>
          <p:nvPr userDrawn="1"/>
        </p:nvSpPr>
        <p:spPr>
          <a:xfrm>
            <a:off x="7335077" y="5111494"/>
            <a:ext cx="640078" cy="23083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defRPr sz="900" b="1" i="0">
                <a:solidFill>
                  <a:srgbClr val="475569"/>
                </a:solidFill>
                <a:latin typeface="Arial"/>
              </a:defRPr>
            </a:pPr>
            <a:r>
              <a:rPr sz="900" dirty="0"/>
              <a:t>VGPR</a:t>
            </a:r>
          </a:p>
        </p:txBody>
      </p:sp>
      <p:sp>
        <p:nvSpPr>
          <p:cNvPr id="129" name="TextBox 128">
            <a:extLst>
              <a:ext uri="{FF2B5EF4-FFF2-40B4-BE49-F238E27FC236}">
                <a16:creationId xmlns:a16="http://schemas.microsoft.com/office/drawing/2014/main" id="{D92DDF00-6B0A-23E2-BEEC-53B05CE479FB}"/>
              </a:ext>
            </a:extLst>
          </p:cNvPr>
          <p:cNvSpPr txBox="1"/>
          <p:nvPr userDrawn="1"/>
        </p:nvSpPr>
        <p:spPr>
          <a:xfrm>
            <a:off x="7335078" y="5422390"/>
            <a:ext cx="585215" cy="23083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defRPr sz="900" b="1" i="0">
                <a:solidFill>
                  <a:srgbClr val="475569"/>
                </a:solidFill>
                <a:latin typeface="Arial"/>
              </a:defRPr>
            </a:pPr>
            <a:r>
              <a:rPr sz="900"/>
              <a:t>PR</a:t>
            </a:r>
          </a:p>
        </p:txBody>
      </p:sp>
      <p:sp>
        <p:nvSpPr>
          <p:cNvPr id="130" name="TextBox 129">
            <a:extLst>
              <a:ext uri="{FF2B5EF4-FFF2-40B4-BE49-F238E27FC236}">
                <a16:creationId xmlns:a16="http://schemas.microsoft.com/office/drawing/2014/main" id="{DEA372A3-6397-91DF-816D-E09E8A5C843F}"/>
              </a:ext>
            </a:extLst>
          </p:cNvPr>
          <p:cNvSpPr txBox="1"/>
          <p:nvPr userDrawn="1"/>
        </p:nvSpPr>
        <p:spPr>
          <a:xfrm>
            <a:off x="7900615" y="4768298"/>
            <a:ext cx="771905" cy="246221"/>
          </a:xfrm>
          <a:prstGeom prst="rect">
            <a:avLst/>
          </a:prstGeom>
          <a:noFill/>
          <a:effectLst/>
        </p:spPr>
        <p:txBody>
          <a:bodyPr wrap="square">
            <a:spAutoFit/>
          </a:bodyPr>
          <a:lstStyle/>
          <a:p>
            <a:pPr>
              <a:defRPr sz="800" b="1" i="0">
                <a:solidFill>
                  <a:srgbClr val="8B5CF6"/>
                </a:solidFill>
                <a:latin typeface="Arial"/>
              </a:defRPr>
            </a:pPr>
            <a:r>
              <a:rPr sz="1000" dirty="0">
                <a:solidFill>
                  <a:schemeClr val="tx1">
                    <a:lumMod val="95000"/>
                    <a:lumOff val="5000"/>
                  </a:schemeClr>
                </a:solidFill>
              </a:rPr>
              <a:t>{{chart_orr_cr_exp}}</a:t>
            </a:r>
          </a:p>
        </p:txBody>
      </p:sp>
      <p:sp>
        <p:nvSpPr>
          <p:cNvPr id="131" name="TextBox 130">
            <a:extLst>
              <a:ext uri="{FF2B5EF4-FFF2-40B4-BE49-F238E27FC236}">
                <a16:creationId xmlns:a16="http://schemas.microsoft.com/office/drawing/2014/main" id="{081702E8-2B56-DB32-3957-07D28198D115}"/>
              </a:ext>
            </a:extLst>
          </p:cNvPr>
          <p:cNvSpPr txBox="1"/>
          <p:nvPr userDrawn="1"/>
        </p:nvSpPr>
        <p:spPr>
          <a:xfrm>
            <a:off x="7906200" y="5081200"/>
            <a:ext cx="649963" cy="246221"/>
          </a:xfrm>
          <a:prstGeom prst="rect">
            <a:avLst/>
          </a:prstGeom>
          <a:noFill/>
          <a:effectLst/>
        </p:spPr>
        <p:txBody>
          <a:bodyPr wrap="square">
            <a:spAutoFit/>
          </a:bodyPr>
          <a:lstStyle/>
          <a:p>
            <a:pPr>
              <a:defRPr sz="800" b="1" i="0">
                <a:solidFill>
                  <a:srgbClr val="8B5CF6"/>
                </a:solidFill>
                <a:latin typeface="Arial"/>
              </a:defRPr>
            </a:pPr>
            <a:r>
              <a:rPr sz="1000" dirty="0">
                <a:solidFill>
                  <a:schemeClr val="tx1">
                    <a:lumMod val="95000"/>
                    <a:lumOff val="5000"/>
                  </a:schemeClr>
                </a:solidFill>
              </a:rPr>
              <a:t>{{chart_orr_vgpr_exp}}</a:t>
            </a:r>
          </a:p>
        </p:txBody>
      </p:sp>
      <p:sp>
        <p:nvSpPr>
          <p:cNvPr id="132" name="TextBox 131">
            <a:extLst>
              <a:ext uri="{FF2B5EF4-FFF2-40B4-BE49-F238E27FC236}">
                <a16:creationId xmlns:a16="http://schemas.microsoft.com/office/drawing/2014/main" id="{30F74621-2276-4A24-68A0-C87367938D43}"/>
              </a:ext>
            </a:extLst>
          </p:cNvPr>
          <p:cNvSpPr txBox="1"/>
          <p:nvPr userDrawn="1"/>
        </p:nvSpPr>
        <p:spPr>
          <a:xfrm>
            <a:off x="7908123" y="5394790"/>
            <a:ext cx="648041" cy="246221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defRPr sz="800" b="1" i="0">
                <a:solidFill>
                  <a:srgbClr val="8B5CF6"/>
                </a:solidFill>
                <a:latin typeface="Arial"/>
              </a:defRPr>
            </a:pPr>
            <a:r>
              <a:rPr sz="1000" dirty="0">
                <a:solidFill>
                  <a:schemeClr val="tx1">
                    <a:lumMod val="95000"/>
                    <a:lumOff val="5000"/>
                  </a:schemeClr>
                </a:solidFill>
              </a:rPr>
              <a:t>{{chart_orr_pr_exp}}</a:t>
            </a:r>
          </a:p>
        </p:txBody>
      </p:sp>
      <p:sp>
        <p:nvSpPr>
          <p:cNvPr id="133" name="TextBox 132">
            <a:extLst>
              <a:ext uri="{FF2B5EF4-FFF2-40B4-BE49-F238E27FC236}">
                <a16:creationId xmlns:a16="http://schemas.microsoft.com/office/drawing/2014/main" id="{29892DEC-4399-2704-19F2-C28841EE91E1}"/>
              </a:ext>
            </a:extLst>
          </p:cNvPr>
          <p:cNvSpPr txBox="1"/>
          <p:nvPr userDrawn="1"/>
        </p:nvSpPr>
        <p:spPr>
          <a:xfrm>
            <a:off x="9784812" y="4773197"/>
            <a:ext cx="566143" cy="707886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defRPr sz="800" b="1" i="0">
                <a:solidFill>
                  <a:srgbClr val="94A3B8"/>
                </a:solidFill>
                <a:latin typeface="Arial"/>
              </a:defRPr>
            </a:pPr>
            <a:r>
              <a:rPr sz="1000" dirty="0">
                <a:solidFill>
                  <a:schemeClr val="tx1">
                    <a:lumMod val="95000"/>
                    <a:lumOff val="5000"/>
                  </a:schemeClr>
                </a:solidFill>
              </a:rPr>
              <a:t>{{chart_orr_cr_ctrl}}</a:t>
            </a:r>
          </a:p>
        </p:txBody>
      </p:sp>
      <p:sp>
        <p:nvSpPr>
          <p:cNvPr id="134" name="TextBox 133">
            <a:extLst>
              <a:ext uri="{FF2B5EF4-FFF2-40B4-BE49-F238E27FC236}">
                <a16:creationId xmlns:a16="http://schemas.microsoft.com/office/drawing/2014/main" id="{BB7C1D43-C3F9-3484-3E67-217EEDD3560B}"/>
              </a:ext>
            </a:extLst>
          </p:cNvPr>
          <p:cNvSpPr txBox="1"/>
          <p:nvPr userDrawn="1"/>
        </p:nvSpPr>
        <p:spPr>
          <a:xfrm>
            <a:off x="9788521" y="5084093"/>
            <a:ext cx="544776" cy="246221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defRPr sz="800" b="1" i="0">
                <a:solidFill>
                  <a:srgbClr val="94A3B8"/>
                </a:solidFill>
                <a:latin typeface="Arial"/>
              </a:defRPr>
            </a:pPr>
            <a:r>
              <a:rPr sz="1000" dirty="0">
                <a:solidFill>
                  <a:schemeClr val="tx1">
                    <a:lumMod val="95000"/>
                    <a:lumOff val="5000"/>
                  </a:schemeClr>
                </a:solidFill>
              </a:rPr>
              <a:t>{{chart_orr_vgpr_ctrl}}</a:t>
            </a:r>
          </a:p>
        </p:txBody>
      </p:sp>
      <p:sp>
        <p:nvSpPr>
          <p:cNvPr id="135" name="TextBox 134">
            <a:extLst>
              <a:ext uri="{FF2B5EF4-FFF2-40B4-BE49-F238E27FC236}">
                <a16:creationId xmlns:a16="http://schemas.microsoft.com/office/drawing/2014/main" id="{EC944887-33A6-FD6D-B77B-041E152850D6}"/>
              </a:ext>
            </a:extLst>
          </p:cNvPr>
          <p:cNvSpPr txBox="1"/>
          <p:nvPr userDrawn="1"/>
        </p:nvSpPr>
        <p:spPr>
          <a:xfrm>
            <a:off x="9799013" y="5405622"/>
            <a:ext cx="603516" cy="55399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defRPr sz="800" b="1" i="0">
                <a:solidFill>
                  <a:srgbClr val="94A3B8"/>
                </a:solidFill>
                <a:latin typeface="Arial"/>
              </a:defRPr>
            </a:pPr>
            <a:r>
              <a:rPr sz="1000" dirty="0">
                <a:solidFill>
                  <a:schemeClr val="tx1">
                    <a:lumMod val="95000"/>
                    <a:lumOff val="5000"/>
                  </a:schemeClr>
                </a:solidFill>
              </a:rPr>
              <a:t>{{chart_orr_pr_ctrl}}</a:t>
            </a:r>
          </a:p>
        </p:txBody>
      </p:sp>
      <p:sp>
        <p:nvSpPr>
          <p:cNvPr id="136" name="TextBox 135">
            <a:extLst>
              <a:ext uri="{FF2B5EF4-FFF2-40B4-BE49-F238E27FC236}">
                <a16:creationId xmlns:a16="http://schemas.microsoft.com/office/drawing/2014/main" id="{758440B0-4B09-D4CD-28A2-AE625C4BD8D8}"/>
              </a:ext>
            </a:extLst>
          </p:cNvPr>
          <p:cNvSpPr txBox="1"/>
          <p:nvPr userDrawn="1"/>
        </p:nvSpPr>
        <p:spPr>
          <a:xfrm>
            <a:off x="1464628" y="164960"/>
            <a:ext cx="1371600" cy="237744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900" b="1" i="0">
                <a:solidFill>
                  <a:srgbClr val="C4B5FD"/>
                </a:solidFill>
                <a:latin typeface="Arial"/>
              </a:defRPr>
            </a:pPr>
            <a:r>
              <a:rPr sz="900" dirty="0"/>
              <a:t>PIVOTAL STUDIES</a:t>
            </a:r>
          </a:p>
        </p:txBody>
      </p:sp>
      <p:sp>
        <p:nvSpPr>
          <p:cNvPr id="137" name="TextBox 136">
            <a:extLst>
              <a:ext uri="{FF2B5EF4-FFF2-40B4-BE49-F238E27FC236}">
                <a16:creationId xmlns:a16="http://schemas.microsoft.com/office/drawing/2014/main" id="{395FE688-29B9-CB0E-077D-E55DBEB8A694}"/>
              </a:ext>
            </a:extLst>
          </p:cNvPr>
          <p:cNvSpPr txBox="1"/>
          <p:nvPr userDrawn="1"/>
        </p:nvSpPr>
        <p:spPr>
          <a:xfrm>
            <a:off x="3019108" y="146672"/>
            <a:ext cx="5029200" cy="26161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defRPr sz="1100" b="0" i="0">
                <a:solidFill>
                  <a:srgbClr val="C0C0D0"/>
                </a:solidFill>
                <a:latin typeface="Arial"/>
              </a:defRPr>
            </a:pPr>
            <a:r>
              <a:rPr sz="1100"/>
              <a:t>{{drug_label_full}}</a:t>
            </a:r>
          </a:p>
        </p:txBody>
      </p:sp>
      <p:sp>
        <p:nvSpPr>
          <p:cNvPr id="139" name="TextBox 138">
            <a:extLst>
              <a:ext uri="{FF2B5EF4-FFF2-40B4-BE49-F238E27FC236}">
                <a16:creationId xmlns:a16="http://schemas.microsoft.com/office/drawing/2014/main" id="{B0E6586F-31E7-46B2-8E3C-138161296947}"/>
              </a:ext>
            </a:extLst>
          </p:cNvPr>
          <p:cNvSpPr txBox="1"/>
          <p:nvPr userDrawn="1"/>
        </p:nvSpPr>
        <p:spPr>
          <a:xfrm>
            <a:off x="8688388" y="164960"/>
            <a:ext cx="1097280" cy="215444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800" b="1" i="0">
                <a:solidFill>
                  <a:srgbClr val="C4B5FD"/>
                </a:solidFill>
                <a:latin typeface="Arial"/>
              </a:defRPr>
            </a:pPr>
            <a:r>
              <a:rPr sz="800" dirty="0"/>
              <a:t>{{</a:t>
            </a:r>
            <a:r>
              <a:rPr sz="800" dirty="0" err="1"/>
              <a:t>phase_badge</a:t>
            </a:r>
            <a:r>
              <a:rPr sz="800" dirty="0"/>
              <a:t>}}</a:t>
            </a:r>
          </a:p>
        </p:txBody>
      </p:sp>
      <p:sp>
        <p:nvSpPr>
          <p:cNvPr id="140" name="TextBox 139">
            <a:extLst>
              <a:ext uri="{FF2B5EF4-FFF2-40B4-BE49-F238E27FC236}">
                <a16:creationId xmlns:a16="http://schemas.microsoft.com/office/drawing/2014/main" id="{ACE104B9-E53A-803B-DBC8-9A7113E4510F}"/>
              </a:ext>
            </a:extLst>
          </p:cNvPr>
          <p:cNvSpPr txBox="1"/>
          <p:nvPr userDrawn="1"/>
        </p:nvSpPr>
        <p:spPr>
          <a:xfrm>
            <a:off x="5750116" y="4286737"/>
            <a:ext cx="1292352" cy="200055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defRPr sz="700" b="0" i="0">
                <a:solidFill>
                  <a:srgbClr val="94A3B8"/>
                </a:solidFill>
                <a:latin typeface="Arial"/>
              </a:defRPr>
            </a:pPr>
            <a:r>
              <a:rPr sz="700" dirty="0"/>
              <a:t>{{</a:t>
            </a:r>
            <a:r>
              <a:rPr sz="700" dirty="0" err="1"/>
              <a:t>os</a:t>
            </a:r>
            <a:r>
              <a:rPr sz="700" dirty="0"/>
              <a:t>_</a:t>
            </a:r>
            <a:r>
              <a:rPr lang="de-DE" sz="700" dirty="0"/>
              <a:t>hr</a:t>
            </a:r>
            <a:r>
              <a:rPr sz="700" dirty="0"/>
              <a:t>_label}}</a:t>
            </a:r>
          </a:p>
        </p:txBody>
      </p:sp>
      <p:graphicFrame>
        <p:nvGraphicFramePr>
          <p:cNvPr id="146" name="Chart 145" descr="CHART_MEDIAN_PFS">
            <a:extLst>
              <a:ext uri="{FF2B5EF4-FFF2-40B4-BE49-F238E27FC236}">
                <a16:creationId xmlns:a16="http://schemas.microsoft.com/office/drawing/2014/main" id="{99F1BBB1-9326-C9C0-CCA3-88C720C893A3}"/>
              </a:ext>
            </a:extLst>
          </p:cNvPr>
          <p:cNvGraphicFramePr/>
          <p:nvPr userDrawn="1">
            <p:extLst>
              <p:ext uri="{D42A27DB-BD31-4B8C-83A1-F6EECF244321}">
                <p14:modId xmlns:p14="http://schemas.microsoft.com/office/powerpoint/2010/main" val="3303792321"/>
              </p:ext>
            </p:extLst>
          </p:nvPr>
        </p:nvGraphicFramePr>
        <p:xfrm>
          <a:off x="7544290" y="1051559"/>
          <a:ext cx="4168407" cy="2956338"/>
        </p:xfrm>
        <a:graphic>
          <a:graphicData uri="http://schemas.openxmlformats.org/drawingml/2006/chart">
            <c:chart xmlns:c="http://schemas.openxmlformats.org/drawingml/2006/chart" xmlns:r="http://schemas.openxmlformats.org/officeDocument/2006/relationships" r:id="rId2"/>
          </a:graphicData>
        </a:graphic>
      </p:graphicFrame>
      <p:sp>
        <p:nvSpPr>
          <p:cNvPr id="115" name="TextBox 114">
            <a:extLst>
              <a:ext uri="{FF2B5EF4-FFF2-40B4-BE49-F238E27FC236}">
                <a16:creationId xmlns:a16="http://schemas.microsoft.com/office/drawing/2014/main" id="{B7063B6A-0784-0956-D7EC-B4B88280A8C5}"/>
              </a:ext>
            </a:extLst>
          </p:cNvPr>
          <p:cNvSpPr txBox="1"/>
          <p:nvPr userDrawn="1"/>
        </p:nvSpPr>
        <p:spPr>
          <a:xfrm>
            <a:off x="8313039" y="3354977"/>
            <a:ext cx="1280160" cy="492443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1300" b="1" i="0">
                <a:solidFill>
                  <a:srgbClr val="8B5CF6"/>
                </a:solidFill>
                <a:latin typeface="Arial"/>
              </a:defRPr>
            </a:pPr>
            <a:r>
              <a:rPr sz="1300" dirty="0">
                <a:solidFill>
                  <a:schemeClr val="tx1"/>
                </a:solidFill>
              </a:rPr>
              <a:t>{{chart_bar_exp_value}}</a:t>
            </a:r>
          </a:p>
        </p:txBody>
      </p:sp>
      <p:sp>
        <p:nvSpPr>
          <p:cNvPr id="117" name="TextBox 116">
            <a:extLst>
              <a:ext uri="{FF2B5EF4-FFF2-40B4-BE49-F238E27FC236}">
                <a16:creationId xmlns:a16="http://schemas.microsoft.com/office/drawing/2014/main" id="{23B88301-3F5D-F895-0ED7-17D70D405A8D}"/>
              </a:ext>
            </a:extLst>
          </p:cNvPr>
          <p:cNvSpPr txBox="1"/>
          <p:nvPr userDrawn="1"/>
        </p:nvSpPr>
        <p:spPr>
          <a:xfrm>
            <a:off x="10125455" y="3368623"/>
            <a:ext cx="1280160" cy="492443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1300" b="1" i="0">
                <a:solidFill>
                  <a:srgbClr val="94A3B8"/>
                </a:solidFill>
                <a:latin typeface="Arial"/>
              </a:defRPr>
            </a:pPr>
            <a:r>
              <a:rPr sz="1300" dirty="0">
                <a:solidFill>
                  <a:schemeClr val="tx1"/>
                </a:solidFill>
              </a:rPr>
              <a:t>{{chart_bar_ctrl_value}}</a:t>
            </a:r>
          </a:p>
        </p:txBody>
      </p:sp>
      <p:graphicFrame>
        <p:nvGraphicFramePr>
          <p:cNvPr id="149" name="Chart 148" descr="CHART_ORR_RESPONSE_DRUG">
            <a:extLst>
              <a:ext uri="{FF2B5EF4-FFF2-40B4-BE49-F238E27FC236}">
                <a16:creationId xmlns:a16="http://schemas.microsoft.com/office/drawing/2014/main" id="{50836417-7C44-2B9B-60F6-B6C796CB1481}"/>
              </a:ext>
            </a:extLst>
          </p:cNvPr>
          <p:cNvGraphicFramePr/>
          <p:nvPr userDrawn="1">
            <p:extLst>
              <p:ext uri="{D42A27DB-BD31-4B8C-83A1-F6EECF244321}">
                <p14:modId xmlns:p14="http://schemas.microsoft.com/office/powerpoint/2010/main" val="3988957981"/>
              </p:ext>
            </p:extLst>
          </p:nvPr>
        </p:nvGraphicFramePr>
        <p:xfrm>
          <a:off x="8038540" y="4239571"/>
          <a:ext cx="1907115" cy="1795468"/>
        </p:xfrm>
        <a:graphic>
          <a:graphicData uri="http://schemas.openxmlformats.org/drawingml/2006/chart">
            <c:chart xmlns:c="http://schemas.openxmlformats.org/drawingml/2006/chart" xmlns:r="http://schemas.openxmlformats.org/officeDocument/2006/relationships" r:id="rId3"/>
          </a:graphicData>
        </a:graphic>
      </p:graphicFrame>
      <p:graphicFrame>
        <p:nvGraphicFramePr>
          <p:cNvPr id="153" name="Chart 152" descr="CHART_ORR_RESPONSE_CONTROL">
            <a:extLst>
              <a:ext uri="{FF2B5EF4-FFF2-40B4-BE49-F238E27FC236}">
                <a16:creationId xmlns:a16="http://schemas.microsoft.com/office/drawing/2014/main" id="{E5EA97B0-F30C-13BD-9D5C-AC53B81685E7}"/>
              </a:ext>
            </a:extLst>
          </p:cNvPr>
          <p:cNvGraphicFramePr/>
          <p:nvPr userDrawn="1">
            <p:extLst>
              <p:ext uri="{D42A27DB-BD31-4B8C-83A1-F6EECF244321}">
                <p14:modId xmlns:p14="http://schemas.microsoft.com/office/powerpoint/2010/main" val="2769259900"/>
              </p:ext>
            </p:extLst>
          </p:nvPr>
        </p:nvGraphicFramePr>
        <p:xfrm>
          <a:off x="9954833" y="4647530"/>
          <a:ext cx="1340863" cy="1152379"/>
        </p:xfrm>
        <a:graphic>
          <a:graphicData uri="http://schemas.openxmlformats.org/drawingml/2006/chart">
            <c:chart xmlns:c="http://schemas.openxmlformats.org/drawingml/2006/chart" xmlns:r="http://schemas.openxmlformats.org/officeDocument/2006/relationships" r:id="rId4"/>
          </a:graphicData>
        </a:graphic>
      </p:graphicFrame>
    </p:spTree>
    <p:extLst>
      <p:ext uri="{BB962C8B-B14F-4D97-AF65-F5344CB8AC3E}">
        <p14:creationId xmlns:p14="http://schemas.microsoft.com/office/powerpoint/2010/main" val="4188017710"/>
      </p:ext>
    </p:extLst>
  </p:cSld>
  <p:clrMapOvr>
    <a:masterClrMapping/>
  </p:clrMapOvr>
</p:sldLayout>
</file>

<file path=ppt/slideLayouts/slideLayout26.xml><?xml version="1.0" encoding="utf-8"?>
<p:sldLayout xmlns:a="http://schemas.openxmlformats.org/drawingml/2006/main" xmlns:r="http://schemas.openxmlformats.org/officeDocument/2006/relationships" xmlns:p="http://schemas.openxmlformats.org/presentationml/2006/main" type="blank" preserve="1">
  <p:cSld name="TACTICAL_GANTT_ligh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5" name="Rounded Rectangle 9" descr="CHART_AREA">
            <a:extLst>
              <a:ext uri="{FF2B5EF4-FFF2-40B4-BE49-F238E27FC236}">
                <a16:creationId xmlns:a16="http://schemas.microsoft.com/office/drawing/2014/main" id="{ED0ED1F4-AC27-6799-692F-338C9B4C0141}"/>
              </a:ext>
            </a:extLst>
          </p:cNvPr>
          <p:cNvSpPr/>
          <p:nvPr userDrawn="1"/>
        </p:nvSpPr>
        <p:spPr>
          <a:xfrm>
            <a:off x="166180" y="658368"/>
            <a:ext cx="11859768" cy="4782312"/>
          </a:xfrm>
          <a:prstGeom prst="roundRect">
            <a:avLst/>
          </a:prstGeom>
          <a:solidFill>
            <a:srgbClr val="FFFFFF"/>
          </a:solidFill>
          <a:ln w="12700">
            <a:solidFill>
              <a:srgbClr val="E5E7EB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6" name="Rectangle 5">
            <a:extLst>
              <a:ext uri="{FF2B5EF4-FFF2-40B4-BE49-F238E27FC236}">
                <a16:creationId xmlns:a16="http://schemas.microsoft.com/office/drawing/2014/main" id="{5C1829CE-53CC-D5FA-BDF8-B2A57D9E4DAF}"/>
              </a:ext>
            </a:extLst>
          </p:cNvPr>
          <p:cNvSpPr/>
          <p:nvPr userDrawn="1"/>
        </p:nvSpPr>
        <p:spPr>
          <a:xfrm>
            <a:off x="2269300" y="658368"/>
            <a:ext cx="2439162" cy="365760"/>
          </a:xfrm>
          <a:prstGeom prst="rect">
            <a:avLst/>
          </a:prstGeom>
          <a:solidFill>
            <a:srgbClr val="8B5CF6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7" name="TextBox 6">
            <a:extLst>
              <a:ext uri="{FF2B5EF4-FFF2-40B4-BE49-F238E27FC236}">
                <a16:creationId xmlns:a16="http://schemas.microsoft.com/office/drawing/2014/main" id="{B32013F6-05E9-BE8A-902B-E98C23A1FB5E}"/>
              </a:ext>
            </a:extLst>
          </p:cNvPr>
          <p:cNvSpPr txBox="1"/>
          <p:nvPr userDrawn="1"/>
        </p:nvSpPr>
        <p:spPr>
          <a:xfrm>
            <a:off x="2269300" y="731519"/>
            <a:ext cx="2439162" cy="23083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900" b="1" i="0">
                <a:solidFill>
                  <a:srgbClr val="FFFFFF"/>
                </a:solidFill>
                <a:latin typeface="Arial"/>
              </a:defRPr>
            </a:pPr>
            <a:r>
              <a:rPr sz="900"/>
              <a:t>Q1 · Jan–Mar</a:t>
            </a:r>
          </a:p>
        </p:txBody>
      </p:sp>
      <p:sp>
        <p:nvSpPr>
          <p:cNvPr id="8" name="TextBox 7">
            <a:extLst>
              <a:ext uri="{FF2B5EF4-FFF2-40B4-BE49-F238E27FC236}">
                <a16:creationId xmlns:a16="http://schemas.microsoft.com/office/drawing/2014/main" id="{D7C8F776-1BD9-C8EC-4EA7-D3BDD907B360}"/>
              </a:ext>
            </a:extLst>
          </p:cNvPr>
          <p:cNvSpPr txBox="1"/>
          <p:nvPr userDrawn="1"/>
        </p:nvSpPr>
        <p:spPr>
          <a:xfrm>
            <a:off x="2269300" y="1042415"/>
            <a:ext cx="813054" cy="184666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600" b="0" i="0">
                <a:solidFill>
                  <a:srgbClr val="94A3B8"/>
                </a:solidFill>
                <a:latin typeface="Arial"/>
              </a:defRPr>
            </a:pPr>
            <a:r>
              <a:rPr sz="600"/>
              <a:t>Jan</a:t>
            </a:r>
          </a:p>
        </p:txBody>
      </p:sp>
      <p:sp>
        <p:nvSpPr>
          <p:cNvPr id="9" name="TextBox 8">
            <a:extLst>
              <a:ext uri="{FF2B5EF4-FFF2-40B4-BE49-F238E27FC236}">
                <a16:creationId xmlns:a16="http://schemas.microsoft.com/office/drawing/2014/main" id="{83178C4F-8ADF-1D1D-9269-68E61D0E0D78}"/>
              </a:ext>
            </a:extLst>
          </p:cNvPr>
          <p:cNvSpPr txBox="1"/>
          <p:nvPr userDrawn="1"/>
        </p:nvSpPr>
        <p:spPr>
          <a:xfrm>
            <a:off x="3082354" y="1042415"/>
            <a:ext cx="813054" cy="184666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600" b="0" i="0">
                <a:solidFill>
                  <a:srgbClr val="94A3B8"/>
                </a:solidFill>
                <a:latin typeface="Arial"/>
              </a:defRPr>
            </a:pPr>
            <a:r>
              <a:rPr sz="600"/>
              <a:t>Feb</a:t>
            </a:r>
          </a:p>
        </p:txBody>
      </p:sp>
      <p:sp>
        <p:nvSpPr>
          <p:cNvPr id="10" name="Rectangle 9">
            <a:extLst>
              <a:ext uri="{FF2B5EF4-FFF2-40B4-BE49-F238E27FC236}">
                <a16:creationId xmlns:a16="http://schemas.microsoft.com/office/drawing/2014/main" id="{8F78BA30-1ACC-35A7-81BB-81D815448F5B}"/>
              </a:ext>
            </a:extLst>
          </p:cNvPr>
          <p:cNvSpPr/>
          <p:nvPr userDrawn="1"/>
        </p:nvSpPr>
        <p:spPr>
          <a:xfrm>
            <a:off x="3082354" y="1024128"/>
            <a:ext cx="4572" cy="164592"/>
          </a:xfrm>
          <a:prstGeom prst="rect">
            <a:avLst/>
          </a:prstGeom>
          <a:solidFill>
            <a:srgbClr val="F1F5F9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11" name="TextBox 10">
            <a:extLst>
              <a:ext uri="{FF2B5EF4-FFF2-40B4-BE49-F238E27FC236}">
                <a16:creationId xmlns:a16="http://schemas.microsoft.com/office/drawing/2014/main" id="{78FFDDF8-8162-7E5A-5EA2-2A443A1C02BF}"/>
              </a:ext>
            </a:extLst>
          </p:cNvPr>
          <p:cNvSpPr txBox="1"/>
          <p:nvPr userDrawn="1"/>
        </p:nvSpPr>
        <p:spPr>
          <a:xfrm>
            <a:off x="3895408" y="1042415"/>
            <a:ext cx="813054" cy="184666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600" b="0" i="0">
                <a:solidFill>
                  <a:srgbClr val="94A3B8"/>
                </a:solidFill>
                <a:latin typeface="Arial"/>
              </a:defRPr>
            </a:pPr>
            <a:r>
              <a:rPr sz="600"/>
              <a:t>Mar</a:t>
            </a:r>
          </a:p>
        </p:txBody>
      </p:sp>
      <p:sp>
        <p:nvSpPr>
          <p:cNvPr id="12" name="Rectangle 11">
            <a:extLst>
              <a:ext uri="{FF2B5EF4-FFF2-40B4-BE49-F238E27FC236}">
                <a16:creationId xmlns:a16="http://schemas.microsoft.com/office/drawing/2014/main" id="{2317277D-7A41-44B3-0C75-75E2DA95B738}"/>
              </a:ext>
            </a:extLst>
          </p:cNvPr>
          <p:cNvSpPr/>
          <p:nvPr userDrawn="1"/>
        </p:nvSpPr>
        <p:spPr>
          <a:xfrm>
            <a:off x="3895408" y="1024128"/>
            <a:ext cx="4572" cy="164592"/>
          </a:xfrm>
          <a:prstGeom prst="rect">
            <a:avLst/>
          </a:prstGeom>
          <a:solidFill>
            <a:srgbClr val="F1F5F9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13" name="Rectangle 12">
            <a:extLst>
              <a:ext uri="{FF2B5EF4-FFF2-40B4-BE49-F238E27FC236}">
                <a16:creationId xmlns:a16="http://schemas.microsoft.com/office/drawing/2014/main" id="{2E4593B5-24F4-065C-D67B-338199BB8C80}"/>
              </a:ext>
            </a:extLst>
          </p:cNvPr>
          <p:cNvSpPr/>
          <p:nvPr userDrawn="1"/>
        </p:nvSpPr>
        <p:spPr>
          <a:xfrm>
            <a:off x="4708462" y="658368"/>
            <a:ext cx="2439162" cy="365760"/>
          </a:xfrm>
          <a:prstGeom prst="rect">
            <a:avLst/>
          </a:prstGeom>
          <a:solidFill>
            <a:srgbClr val="6366F1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14" name="TextBox 13">
            <a:extLst>
              <a:ext uri="{FF2B5EF4-FFF2-40B4-BE49-F238E27FC236}">
                <a16:creationId xmlns:a16="http://schemas.microsoft.com/office/drawing/2014/main" id="{CDD84BD1-2DC7-D9D4-E2B1-C9634AB4E7B4}"/>
              </a:ext>
            </a:extLst>
          </p:cNvPr>
          <p:cNvSpPr txBox="1"/>
          <p:nvPr userDrawn="1"/>
        </p:nvSpPr>
        <p:spPr>
          <a:xfrm>
            <a:off x="4708462" y="731519"/>
            <a:ext cx="2439162" cy="23083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900" b="1" i="0">
                <a:solidFill>
                  <a:srgbClr val="FFFFFF"/>
                </a:solidFill>
                <a:latin typeface="Arial"/>
              </a:defRPr>
            </a:pPr>
            <a:r>
              <a:rPr sz="900"/>
              <a:t>Q2 · Apr–Jun</a:t>
            </a:r>
          </a:p>
        </p:txBody>
      </p:sp>
      <p:sp>
        <p:nvSpPr>
          <p:cNvPr id="15" name="TextBox 14">
            <a:extLst>
              <a:ext uri="{FF2B5EF4-FFF2-40B4-BE49-F238E27FC236}">
                <a16:creationId xmlns:a16="http://schemas.microsoft.com/office/drawing/2014/main" id="{B8753BB8-6E8E-A6AF-C4C2-D44158A42B27}"/>
              </a:ext>
            </a:extLst>
          </p:cNvPr>
          <p:cNvSpPr txBox="1"/>
          <p:nvPr userDrawn="1"/>
        </p:nvSpPr>
        <p:spPr>
          <a:xfrm>
            <a:off x="4708462" y="1042415"/>
            <a:ext cx="813054" cy="184666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600" b="0" i="0">
                <a:solidFill>
                  <a:srgbClr val="94A3B8"/>
                </a:solidFill>
                <a:latin typeface="Arial"/>
              </a:defRPr>
            </a:pPr>
            <a:r>
              <a:rPr sz="600"/>
              <a:t>Apr</a:t>
            </a:r>
          </a:p>
        </p:txBody>
      </p:sp>
      <p:sp>
        <p:nvSpPr>
          <p:cNvPr id="16" name="TextBox 15">
            <a:extLst>
              <a:ext uri="{FF2B5EF4-FFF2-40B4-BE49-F238E27FC236}">
                <a16:creationId xmlns:a16="http://schemas.microsoft.com/office/drawing/2014/main" id="{B8BCDB4E-16C2-B3EA-CEF1-F5BDDFA76293}"/>
              </a:ext>
            </a:extLst>
          </p:cNvPr>
          <p:cNvSpPr txBox="1"/>
          <p:nvPr userDrawn="1"/>
        </p:nvSpPr>
        <p:spPr>
          <a:xfrm>
            <a:off x="5521516" y="1042415"/>
            <a:ext cx="813054" cy="184666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600" b="0" i="0">
                <a:solidFill>
                  <a:srgbClr val="94A3B8"/>
                </a:solidFill>
                <a:latin typeface="Arial"/>
              </a:defRPr>
            </a:pPr>
            <a:r>
              <a:rPr sz="600"/>
              <a:t>May</a:t>
            </a:r>
          </a:p>
        </p:txBody>
      </p:sp>
      <p:sp>
        <p:nvSpPr>
          <p:cNvPr id="17" name="Rectangle 16">
            <a:extLst>
              <a:ext uri="{FF2B5EF4-FFF2-40B4-BE49-F238E27FC236}">
                <a16:creationId xmlns:a16="http://schemas.microsoft.com/office/drawing/2014/main" id="{B6893B16-D570-D6A8-420A-9F8E26922BDB}"/>
              </a:ext>
            </a:extLst>
          </p:cNvPr>
          <p:cNvSpPr/>
          <p:nvPr userDrawn="1"/>
        </p:nvSpPr>
        <p:spPr>
          <a:xfrm>
            <a:off x="5521516" y="1024128"/>
            <a:ext cx="4572" cy="164592"/>
          </a:xfrm>
          <a:prstGeom prst="rect">
            <a:avLst/>
          </a:prstGeom>
          <a:solidFill>
            <a:srgbClr val="F1F5F9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18" name="TextBox 17">
            <a:extLst>
              <a:ext uri="{FF2B5EF4-FFF2-40B4-BE49-F238E27FC236}">
                <a16:creationId xmlns:a16="http://schemas.microsoft.com/office/drawing/2014/main" id="{5D1BCCC9-ED9A-29BB-90CF-5BFBBF4D8ACF}"/>
              </a:ext>
            </a:extLst>
          </p:cNvPr>
          <p:cNvSpPr txBox="1"/>
          <p:nvPr userDrawn="1"/>
        </p:nvSpPr>
        <p:spPr>
          <a:xfrm>
            <a:off x="6334570" y="1042415"/>
            <a:ext cx="813054" cy="184666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600" b="0" i="0">
                <a:solidFill>
                  <a:srgbClr val="94A3B8"/>
                </a:solidFill>
                <a:latin typeface="Arial"/>
              </a:defRPr>
            </a:pPr>
            <a:r>
              <a:rPr sz="600"/>
              <a:t>Jun</a:t>
            </a:r>
          </a:p>
        </p:txBody>
      </p:sp>
      <p:sp>
        <p:nvSpPr>
          <p:cNvPr id="19" name="Rectangle 18">
            <a:extLst>
              <a:ext uri="{FF2B5EF4-FFF2-40B4-BE49-F238E27FC236}">
                <a16:creationId xmlns:a16="http://schemas.microsoft.com/office/drawing/2014/main" id="{777975F5-2787-4CEB-BFD0-DA807CAA94C9}"/>
              </a:ext>
            </a:extLst>
          </p:cNvPr>
          <p:cNvSpPr/>
          <p:nvPr userDrawn="1"/>
        </p:nvSpPr>
        <p:spPr>
          <a:xfrm>
            <a:off x="6334570" y="1024128"/>
            <a:ext cx="4572" cy="164592"/>
          </a:xfrm>
          <a:prstGeom prst="rect">
            <a:avLst/>
          </a:prstGeom>
          <a:solidFill>
            <a:srgbClr val="F1F5F9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20" name="Rectangle 19">
            <a:extLst>
              <a:ext uri="{FF2B5EF4-FFF2-40B4-BE49-F238E27FC236}">
                <a16:creationId xmlns:a16="http://schemas.microsoft.com/office/drawing/2014/main" id="{C52B6BD4-BBE6-C4C6-DA09-93DCA83F2A7B}"/>
              </a:ext>
            </a:extLst>
          </p:cNvPr>
          <p:cNvSpPr/>
          <p:nvPr userDrawn="1"/>
        </p:nvSpPr>
        <p:spPr>
          <a:xfrm>
            <a:off x="7147624" y="658368"/>
            <a:ext cx="2439162" cy="365760"/>
          </a:xfrm>
          <a:prstGeom prst="rect">
            <a:avLst/>
          </a:prstGeom>
          <a:solidFill>
            <a:srgbClr val="3B82F6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21" name="TextBox 20">
            <a:extLst>
              <a:ext uri="{FF2B5EF4-FFF2-40B4-BE49-F238E27FC236}">
                <a16:creationId xmlns:a16="http://schemas.microsoft.com/office/drawing/2014/main" id="{C9DCCEDC-C06C-1B3C-F123-49A12E873A5D}"/>
              </a:ext>
            </a:extLst>
          </p:cNvPr>
          <p:cNvSpPr txBox="1"/>
          <p:nvPr userDrawn="1"/>
        </p:nvSpPr>
        <p:spPr>
          <a:xfrm>
            <a:off x="7147624" y="731519"/>
            <a:ext cx="2439162" cy="23083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900" b="1" i="0">
                <a:solidFill>
                  <a:srgbClr val="FFFFFF"/>
                </a:solidFill>
                <a:latin typeface="Arial"/>
              </a:defRPr>
            </a:pPr>
            <a:r>
              <a:rPr sz="900"/>
              <a:t>Q3 · Jul–Sep</a:t>
            </a:r>
          </a:p>
        </p:txBody>
      </p:sp>
      <p:sp>
        <p:nvSpPr>
          <p:cNvPr id="22" name="TextBox 21">
            <a:extLst>
              <a:ext uri="{FF2B5EF4-FFF2-40B4-BE49-F238E27FC236}">
                <a16:creationId xmlns:a16="http://schemas.microsoft.com/office/drawing/2014/main" id="{CE3D42AC-839E-F27D-868A-E6061F5EF57A}"/>
              </a:ext>
            </a:extLst>
          </p:cNvPr>
          <p:cNvSpPr txBox="1"/>
          <p:nvPr userDrawn="1"/>
        </p:nvSpPr>
        <p:spPr>
          <a:xfrm>
            <a:off x="7147624" y="1042415"/>
            <a:ext cx="813054" cy="184666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600" b="0" i="0">
                <a:solidFill>
                  <a:srgbClr val="94A3B8"/>
                </a:solidFill>
                <a:latin typeface="Arial"/>
              </a:defRPr>
            </a:pPr>
            <a:r>
              <a:rPr sz="600"/>
              <a:t>Jul</a:t>
            </a:r>
          </a:p>
        </p:txBody>
      </p:sp>
      <p:sp>
        <p:nvSpPr>
          <p:cNvPr id="23" name="TextBox 22">
            <a:extLst>
              <a:ext uri="{FF2B5EF4-FFF2-40B4-BE49-F238E27FC236}">
                <a16:creationId xmlns:a16="http://schemas.microsoft.com/office/drawing/2014/main" id="{BE5D2385-7D56-ED90-5837-3C11B07E5EB8}"/>
              </a:ext>
            </a:extLst>
          </p:cNvPr>
          <p:cNvSpPr txBox="1"/>
          <p:nvPr userDrawn="1"/>
        </p:nvSpPr>
        <p:spPr>
          <a:xfrm>
            <a:off x="7960678" y="1042415"/>
            <a:ext cx="813054" cy="184666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600" b="0" i="0">
                <a:solidFill>
                  <a:srgbClr val="94A3B8"/>
                </a:solidFill>
                <a:latin typeface="Arial"/>
              </a:defRPr>
            </a:pPr>
            <a:r>
              <a:rPr sz="600"/>
              <a:t>Aug</a:t>
            </a:r>
          </a:p>
        </p:txBody>
      </p:sp>
      <p:sp>
        <p:nvSpPr>
          <p:cNvPr id="24" name="Rectangle 23">
            <a:extLst>
              <a:ext uri="{FF2B5EF4-FFF2-40B4-BE49-F238E27FC236}">
                <a16:creationId xmlns:a16="http://schemas.microsoft.com/office/drawing/2014/main" id="{30430DD5-3A28-9A99-FD79-8F9641DBC56B}"/>
              </a:ext>
            </a:extLst>
          </p:cNvPr>
          <p:cNvSpPr/>
          <p:nvPr userDrawn="1"/>
        </p:nvSpPr>
        <p:spPr>
          <a:xfrm>
            <a:off x="7960678" y="1024128"/>
            <a:ext cx="4572" cy="164592"/>
          </a:xfrm>
          <a:prstGeom prst="rect">
            <a:avLst/>
          </a:prstGeom>
          <a:solidFill>
            <a:srgbClr val="F1F5F9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25" name="TextBox 24">
            <a:extLst>
              <a:ext uri="{FF2B5EF4-FFF2-40B4-BE49-F238E27FC236}">
                <a16:creationId xmlns:a16="http://schemas.microsoft.com/office/drawing/2014/main" id="{D3098995-10AA-6EA0-27D8-41D93F4AB27A}"/>
              </a:ext>
            </a:extLst>
          </p:cNvPr>
          <p:cNvSpPr txBox="1"/>
          <p:nvPr userDrawn="1"/>
        </p:nvSpPr>
        <p:spPr>
          <a:xfrm>
            <a:off x="8773732" y="1042415"/>
            <a:ext cx="813054" cy="184666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600" b="0" i="0">
                <a:solidFill>
                  <a:srgbClr val="94A3B8"/>
                </a:solidFill>
                <a:latin typeface="Arial"/>
              </a:defRPr>
            </a:pPr>
            <a:r>
              <a:rPr sz="600"/>
              <a:t>Sep</a:t>
            </a:r>
          </a:p>
        </p:txBody>
      </p:sp>
      <p:sp>
        <p:nvSpPr>
          <p:cNvPr id="26" name="Rectangle 25">
            <a:extLst>
              <a:ext uri="{FF2B5EF4-FFF2-40B4-BE49-F238E27FC236}">
                <a16:creationId xmlns:a16="http://schemas.microsoft.com/office/drawing/2014/main" id="{709ED3CA-AE97-BDCD-A02F-F1AAA3131AC4}"/>
              </a:ext>
            </a:extLst>
          </p:cNvPr>
          <p:cNvSpPr/>
          <p:nvPr userDrawn="1"/>
        </p:nvSpPr>
        <p:spPr>
          <a:xfrm>
            <a:off x="8773732" y="1024128"/>
            <a:ext cx="4572" cy="164592"/>
          </a:xfrm>
          <a:prstGeom prst="rect">
            <a:avLst/>
          </a:prstGeom>
          <a:solidFill>
            <a:srgbClr val="F1F5F9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27" name="Rectangle 26">
            <a:extLst>
              <a:ext uri="{FF2B5EF4-FFF2-40B4-BE49-F238E27FC236}">
                <a16:creationId xmlns:a16="http://schemas.microsoft.com/office/drawing/2014/main" id="{D29A5782-2338-3A6A-E89C-AE88925F77F4}"/>
              </a:ext>
            </a:extLst>
          </p:cNvPr>
          <p:cNvSpPr/>
          <p:nvPr userDrawn="1"/>
        </p:nvSpPr>
        <p:spPr>
          <a:xfrm>
            <a:off x="9586786" y="658368"/>
            <a:ext cx="2439162" cy="365760"/>
          </a:xfrm>
          <a:prstGeom prst="rect">
            <a:avLst/>
          </a:prstGeom>
          <a:solidFill>
            <a:srgbClr val="06B6D4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28" name="TextBox 27">
            <a:extLst>
              <a:ext uri="{FF2B5EF4-FFF2-40B4-BE49-F238E27FC236}">
                <a16:creationId xmlns:a16="http://schemas.microsoft.com/office/drawing/2014/main" id="{04D0457E-7A29-CB50-C355-A752D999BAC9}"/>
              </a:ext>
            </a:extLst>
          </p:cNvPr>
          <p:cNvSpPr txBox="1"/>
          <p:nvPr userDrawn="1"/>
        </p:nvSpPr>
        <p:spPr>
          <a:xfrm>
            <a:off x="9586786" y="731519"/>
            <a:ext cx="2439162" cy="23083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900" b="1" i="0">
                <a:solidFill>
                  <a:srgbClr val="FFFFFF"/>
                </a:solidFill>
                <a:latin typeface="Arial"/>
              </a:defRPr>
            </a:pPr>
            <a:r>
              <a:rPr sz="900"/>
              <a:t>Q4 · Oct–Dec</a:t>
            </a:r>
          </a:p>
        </p:txBody>
      </p:sp>
      <p:sp>
        <p:nvSpPr>
          <p:cNvPr id="29" name="TextBox 28">
            <a:extLst>
              <a:ext uri="{FF2B5EF4-FFF2-40B4-BE49-F238E27FC236}">
                <a16:creationId xmlns:a16="http://schemas.microsoft.com/office/drawing/2014/main" id="{284B27CB-A13B-230F-B700-F3CC9DDD341F}"/>
              </a:ext>
            </a:extLst>
          </p:cNvPr>
          <p:cNvSpPr txBox="1"/>
          <p:nvPr userDrawn="1"/>
        </p:nvSpPr>
        <p:spPr>
          <a:xfrm>
            <a:off x="9586786" y="1042415"/>
            <a:ext cx="813054" cy="184666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600" b="0" i="0">
                <a:solidFill>
                  <a:srgbClr val="94A3B8"/>
                </a:solidFill>
                <a:latin typeface="Arial"/>
              </a:defRPr>
            </a:pPr>
            <a:r>
              <a:rPr sz="600"/>
              <a:t>Oct</a:t>
            </a:r>
          </a:p>
        </p:txBody>
      </p:sp>
      <p:sp>
        <p:nvSpPr>
          <p:cNvPr id="30" name="TextBox 29">
            <a:extLst>
              <a:ext uri="{FF2B5EF4-FFF2-40B4-BE49-F238E27FC236}">
                <a16:creationId xmlns:a16="http://schemas.microsoft.com/office/drawing/2014/main" id="{69009AF0-1A86-FD81-B8BA-4BAEE8BA4540}"/>
              </a:ext>
            </a:extLst>
          </p:cNvPr>
          <p:cNvSpPr txBox="1"/>
          <p:nvPr userDrawn="1"/>
        </p:nvSpPr>
        <p:spPr>
          <a:xfrm>
            <a:off x="10399840" y="1042415"/>
            <a:ext cx="813054" cy="184666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600" b="0" i="0">
                <a:solidFill>
                  <a:srgbClr val="94A3B8"/>
                </a:solidFill>
                <a:latin typeface="Arial"/>
              </a:defRPr>
            </a:pPr>
            <a:r>
              <a:rPr sz="600"/>
              <a:t>Nov</a:t>
            </a:r>
          </a:p>
        </p:txBody>
      </p:sp>
      <p:sp>
        <p:nvSpPr>
          <p:cNvPr id="31" name="Rectangle 30">
            <a:extLst>
              <a:ext uri="{FF2B5EF4-FFF2-40B4-BE49-F238E27FC236}">
                <a16:creationId xmlns:a16="http://schemas.microsoft.com/office/drawing/2014/main" id="{5CA54194-93C3-055C-8532-2666B20134B7}"/>
              </a:ext>
            </a:extLst>
          </p:cNvPr>
          <p:cNvSpPr/>
          <p:nvPr userDrawn="1"/>
        </p:nvSpPr>
        <p:spPr>
          <a:xfrm>
            <a:off x="10399840" y="1024128"/>
            <a:ext cx="4572" cy="164592"/>
          </a:xfrm>
          <a:prstGeom prst="rect">
            <a:avLst/>
          </a:prstGeom>
          <a:solidFill>
            <a:srgbClr val="F1F5F9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32" name="TextBox 31">
            <a:extLst>
              <a:ext uri="{FF2B5EF4-FFF2-40B4-BE49-F238E27FC236}">
                <a16:creationId xmlns:a16="http://schemas.microsoft.com/office/drawing/2014/main" id="{856755A8-5A0F-F789-1997-8DAC82DB62E6}"/>
              </a:ext>
            </a:extLst>
          </p:cNvPr>
          <p:cNvSpPr txBox="1"/>
          <p:nvPr userDrawn="1"/>
        </p:nvSpPr>
        <p:spPr>
          <a:xfrm>
            <a:off x="11212894" y="1042415"/>
            <a:ext cx="813054" cy="184666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600" b="0" i="0">
                <a:solidFill>
                  <a:srgbClr val="94A3B8"/>
                </a:solidFill>
                <a:latin typeface="Arial"/>
              </a:defRPr>
            </a:pPr>
            <a:r>
              <a:rPr sz="600"/>
              <a:t>Dec</a:t>
            </a:r>
          </a:p>
        </p:txBody>
      </p:sp>
      <p:sp>
        <p:nvSpPr>
          <p:cNvPr id="33" name="Rectangle 32">
            <a:extLst>
              <a:ext uri="{FF2B5EF4-FFF2-40B4-BE49-F238E27FC236}">
                <a16:creationId xmlns:a16="http://schemas.microsoft.com/office/drawing/2014/main" id="{CD17A4B2-AEE9-183A-0F57-D2ADC8E1D5C7}"/>
              </a:ext>
            </a:extLst>
          </p:cNvPr>
          <p:cNvSpPr/>
          <p:nvPr userDrawn="1"/>
        </p:nvSpPr>
        <p:spPr>
          <a:xfrm>
            <a:off x="11212894" y="1024128"/>
            <a:ext cx="4572" cy="164592"/>
          </a:xfrm>
          <a:prstGeom prst="rect">
            <a:avLst/>
          </a:prstGeom>
          <a:solidFill>
            <a:srgbClr val="F1F5F9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34" name="Rectangle 33">
            <a:extLst>
              <a:ext uri="{FF2B5EF4-FFF2-40B4-BE49-F238E27FC236}">
                <a16:creationId xmlns:a16="http://schemas.microsoft.com/office/drawing/2014/main" id="{0E7278FE-8A18-25E7-8372-8B48CFF4CC7C}"/>
              </a:ext>
            </a:extLst>
          </p:cNvPr>
          <p:cNvSpPr/>
          <p:nvPr userDrawn="1"/>
        </p:nvSpPr>
        <p:spPr>
          <a:xfrm>
            <a:off x="2269300" y="1184148"/>
            <a:ext cx="9756648" cy="4572"/>
          </a:xfrm>
          <a:prstGeom prst="rect">
            <a:avLst/>
          </a:prstGeom>
          <a:solidFill>
            <a:srgbClr val="E5E7EB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35" name="TextBox 34">
            <a:extLst>
              <a:ext uri="{FF2B5EF4-FFF2-40B4-BE49-F238E27FC236}">
                <a16:creationId xmlns:a16="http://schemas.microsoft.com/office/drawing/2014/main" id="{9110FDEE-2703-E691-3EE8-F6E030111005}"/>
              </a:ext>
            </a:extLst>
          </p:cNvPr>
          <p:cNvSpPr txBox="1"/>
          <p:nvPr userDrawn="1"/>
        </p:nvSpPr>
        <p:spPr>
          <a:xfrm>
            <a:off x="340560" y="786384"/>
            <a:ext cx="1828800" cy="215444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defRPr sz="800" b="1" i="0">
                <a:solidFill>
                  <a:srgbClr val="64748B"/>
                </a:solidFill>
                <a:latin typeface="Arial"/>
              </a:defRPr>
            </a:pPr>
            <a:r>
              <a:rPr sz="800" dirty="0"/>
              <a:t>WORKSTREAM</a:t>
            </a:r>
          </a:p>
        </p:txBody>
      </p:sp>
      <p:sp>
        <p:nvSpPr>
          <p:cNvPr id="36" name="Rectangle 35">
            <a:extLst>
              <a:ext uri="{FF2B5EF4-FFF2-40B4-BE49-F238E27FC236}">
                <a16:creationId xmlns:a16="http://schemas.microsoft.com/office/drawing/2014/main" id="{68C72C5F-84EA-C0B1-041B-F864684BAF3A}"/>
              </a:ext>
            </a:extLst>
          </p:cNvPr>
          <p:cNvSpPr/>
          <p:nvPr userDrawn="1"/>
        </p:nvSpPr>
        <p:spPr>
          <a:xfrm>
            <a:off x="166180" y="1188719"/>
            <a:ext cx="11859768" cy="914400"/>
          </a:xfrm>
          <a:prstGeom prst="rect">
            <a:avLst/>
          </a:prstGeom>
          <a:solidFill>
            <a:srgbClr val="FAFBFF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37" name="Rectangle 36">
            <a:extLst>
              <a:ext uri="{FF2B5EF4-FFF2-40B4-BE49-F238E27FC236}">
                <a16:creationId xmlns:a16="http://schemas.microsoft.com/office/drawing/2014/main" id="{E7D3EBED-0944-E5EC-E24E-1E5504DA08F1}"/>
              </a:ext>
            </a:extLst>
          </p:cNvPr>
          <p:cNvSpPr/>
          <p:nvPr userDrawn="1"/>
        </p:nvSpPr>
        <p:spPr>
          <a:xfrm>
            <a:off x="166180" y="1188719"/>
            <a:ext cx="36576" cy="914400"/>
          </a:xfrm>
          <a:prstGeom prst="rect">
            <a:avLst/>
          </a:prstGeom>
          <a:solidFill>
            <a:srgbClr val="8B5CF6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38" name="TextBox 37">
            <a:extLst>
              <a:ext uri="{FF2B5EF4-FFF2-40B4-BE49-F238E27FC236}">
                <a16:creationId xmlns:a16="http://schemas.microsoft.com/office/drawing/2014/main" id="{5E942049-3362-6800-4E2D-A7C618139117}"/>
              </a:ext>
            </a:extLst>
          </p:cNvPr>
          <p:cNvSpPr txBox="1"/>
          <p:nvPr userDrawn="1"/>
        </p:nvSpPr>
        <p:spPr>
          <a:xfrm>
            <a:off x="275908" y="1243584"/>
            <a:ext cx="1828800" cy="182880"/>
          </a:xfrm>
          <a:prstGeom prst="rect">
            <a:avLst/>
          </a:prstGeom>
          <a:noFill/>
        </p:spPr>
        <p:txBody>
          <a:bodyPr wrap="square">
            <a:normAutofit fontScale="77500" lnSpcReduction="20000"/>
          </a:bodyPr>
          <a:lstStyle/>
          <a:p>
            <a:pPr>
              <a:defRPr sz="900" b="1" i="0">
                <a:solidFill>
                  <a:srgbClr val="0F172A"/>
                </a:solidFill>
                <a:latin typeface="Arial"/>
              </a:defRPr>
            </a:pPr>
            <a:r>
              <a:rPr sz="900"/>
              <a:t>{{ws_1_name}}</a:t>
            </a:r>
          </a:p>
        </p:txBody>
      </p:sp>
      <p:sp>
        <p:nvSpPr>
          <p:cNvPr id="39" name="Rectangle 38">
            <a:extLst>
              <a:ext uri="{FF2B5EF4-FFF2-40B4-BE49-F238E27FC236}">
                <a16:creationId xmlns:a16="http://schemas.microsoft.com/office/drawing/2014/main" id="{A4645A6D-FB5B-9C3B-EFCA-D41BD1A1AC4D}"/>
              </a:ext>
            </a:extLst>
          </p:cNvPr>
          <p:cNvSpPr/>
          <p:nvPr userDrawn="1"/>
        </p:nvSpPr>
        <p:spPr>
          <a:xfrm>
            <a:off x="275908" y="1532047"/>
            <a:ext cx="73152" cy="73152"/>
          </a:xfrm>
          <a:prstGeom prst="rect">
            <a:avLst/>
          </a:prstGeom>
          <a:solidFill>
            <a:srgbClr val="8B5CF6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40" name="TextBox 39">
            <a:extLst>
              <a:ext uri="{FF2B5EF4-FFF2-40B4-BE49-F238E27FC236}">
                <a16:creationId xmlns:a16="http://schemas.microsoft.com/office/drawing/2014/main" id="{BC8940B7-4E51-7A7D-7FBF-30DCF63D657A}"/>
              </a:ext>
            </a:extLst>
          </p:cNvPr>
          <p:cNvSpPr txBox="1"/>
          <p:nvPr userDrawn="1"/>
        </p:nvSpPr>
        <p:spPr>
          <a:xfrm>
            <a:off x="385636" y="1444752"/>
            <a:ext cx="1371600" cy="200055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defRPr sz="700" b="0" i="0">
                <a:solidFill>
                  <a:srgbClr val="94A3B8"/>
                </a:solidFill>
                <a:latin typeface="Arial"/>
              </a:defRPr>
            </a:pPr>
            <a:r>
              <a:rPr sz="700"/>
              <a:t>{{ws_1_count}}</a:t>
            </a:r>
          </a:p>
        </p:txBody>
      </p:sp>
      <p:sp>
        <p:nvSpPr>
          <p:cNvPr id="41" name="Rectangle 40">
            <a:extLst>
              <a:ext uri="{FF2B5EF4-FFF2-40B4-BE49-F238E27FC236}">
                <a16:creationId xmlns:a16="http://schemas.microsoft.com/office/drawing/2014/main" id="{F92CE277-C5EC-2A23-863B-EC6108263B6E}"/>
              </a:ext>
            </a:extLst>
          </p:cNvPr>
          <p:cNvSpPr/>
          <p:nvPr userDrawn="1"/>
        </p:nvSpPr>
        <p:spPr>
          <a:xfrm>
            <a:off x="4708462" y="1188719"/>
            <a:ext cx="4572" cy="914400"/>
          </a:xfrm>
          <a:prstGeom prst="rect">
            <a:avLst/>
          </a:prstGeom>
          <a:solidFill>
            <a:srgbClr val="E5E7EB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42" name="Rectangle 41">
            <a:extLst>
              <a:ext uri="{FF2B5EF4-FFF2-40B4-BE49-F238E27FC236}">
                <a16:creationId xmlns:a16="http://schemas.microsoft.com/office/drawing/2014/main" id="{F26DC101-6124-D4D1-ECAA-66B5F56FD901}"/>
              </a:ext>
            </a:extLst>
          </p:cNvPr>
          <p:cNvSpPr/>
          <p:nvPr userDrawn="1"/>
        </p:nvSpPr>
        <p:spPr>
          <a:xfrm>
            <a:off x="7147624" y="1188719"/>
            <a:ext cx="4572" cy="914400"/>
          </a:xfrm>
          <a:prstGeom prst="rect">
            <a:avLst/>
          </a:prstGeom>
          <a:solidFill>
            <a:srgbClr val="E5E7EB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43" name="Rectangle 42">
            <a:extLst>
              <a:ext uri="{FF2B5EF4-FFF2-40B4-BE49-F238E27FC236}">
                <a16:creationId xmlns:a16="http://schemas.microsoft.com/office/drawing/2014/main" id="{8CB84360-CAD3-DEF8-2734-EE53ACBD37C1}"/>
              </a:ext>
            </a:extLst>
          </p:cNvPr>
          <p:cNvSpPr/>
          <p:nvPr userDrawn="1"/>
        </p:nvSpPr>
        <p:spPr>
          <a:xfrm>
            <a:off x="9586786" y="1188719"/>
            <a:ext cx="4572" cy="914400"/>
          </a:xfrm>
          <a:prstGeom prst="rect">
            <a:avLst/>
          </a:prstGeom>
          <a:solidFill>
            <a:srgbClr val="E5E7EB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44" name="Rectangle 43">
            <a:extLst>
              <a:ext uri="{FF2B5EF4-FFF2-40B4-BE49-F238E27FC236}">
                <a16:creationId xmlns:a16="http://schemas.microsoft.com/office/drawing/2014/main" id="{96E5C371-D738-072B-0642-6DCA53F40AE8}"/>
              </a:ext>
            </a:extLst>
          </p:cNvPr>
          <p:cNvSpPr/>
          <p:nvPr userDrawn="1"/>
        </p:nvSpPr>
        <p:spPr>
          <a:xfrm>
            <a:off x="2269300" y="2098548"/>
            <a:ext cx="9756648" cy="4572"/>
          </a:xfrm>
          <a:prstGeom prst="rect">
            <a:avLst/>
          </a:prstGeom>
          <a:solidFill>
            <a:srgbClr val="F1F5F9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45" name="Rectangle 44">
            <a:extLst>
              <a:ext uri="{FF2B5EF4-FFF2-40B4-BE49-F238E27FC236}">
                <a16:creationId xmlns:a16="http://schemas.microsoft.com/office/drawing/2014/main" id="{D1E6BE81-221D-37A8-688D-DC2116814CE0}"/>
              </a:ext>
            </a:extLst>
          </p:cNvPr>
          <p:cNvSpPr/>
          <p:nvPr userDrawn="1"/>
        </p:nvSpPr>
        <p:spPr>
          <a:xfrm>
            <a:off x="166180" y="2103120"/>
            <a:ext cx="36576" cy="914400"/>
          </a:xfrm>
          <a:prstGeom prst="rect">
            <a:avLst/>
          </a:prstGeom>
          <a:solidFill>
            <a:srgbClr val="6366F1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46" name="TextBox 45">
            <a:extLst>
              <a:ext uri="{FF2B5EF4-FFF2-40B4-BE49-F238E27FC236}">
                <a16:creationId xmlns:a16="http://schemas.microsoft.com/office/drawing/2014/main" id="{BE981C7C-02FD-06F4-CB7B-4A6024148BF8}"/>
              </a:ext>
            </a:extLst>
          </p:cNvPr>
          <p:cNvSpPr txBox="1"/>
          <p:nvPr userDrawn="1"/>
        </p:nvSpPr>
        <p:spPr>
          <a:xfrm>
            <a:off x="275908" y="2157984"/>
            <a:ext cx="1828800" cy="182880"/>
          </a:xfrm>
          <a:prstGeom prst="rect">
            <a:avLst/>
          </a:prstGeom>
          <a:noFill/>
        </p:spPr>
        <p:txBody>
          <a:bodyPr wrap="square">
            <a:normAutofit fontScale="77500" lnSpcReduction="20000"/>
          </a:bodyPr>
          <a:lstStyle/>
          <a:p>
            <a:pPr>
              <a:defRPr sz="900" b="1" i="0">
                <a:solidFill>
                  <a:srgbClr val="0F172A"/>
                </a:solidFill>
                <a:latin typeface="Arial"/>
              </a:defRPr>
            </a:pPr>
            <a:r>
              <a:rPr sz="900"/>
              <a:t>{{ws_2_name}}</a:t>
            </a:r>
          </a:p>
        </p:txBody>
      </p:sp>
      <p:sp>
        <p:nvSpPr>
          <p:cNvPr id="47" name="Rectangle 46">
            <a:extLst>
              <a:ext uri="{FF2B5EF4-FFF2-40B4-BE49-F238E27FC236}">
                <a16:creationId xmlns:a16="http://schemas.microsoft.com/office/drawing/2014/main" id="{6B7E73A9-1580-C1FE-05DE-CFAD5BEE7FCF}"/>
              </a:ext>
            </a:extLst>
          </p:cNvPr>
          <p:cNvSpPr/>
          <p:nvPr userDrawn="1"/>
        </p:nvSpPr>
        <p:spPr>
          <a:xfrm>
            <a:off x="275908" y="2446447"/>
            <a:ext cx="73152" cy="73152"/>
          </a:xfrm>
          <a:prstGeom prst="rect">
            <a:avLst/>
          </a:prstGeom>
          <a:solidFill>
            <a:srgbClr val="6366F1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48" name="TextBox 47">
            <a:extLst>
              <a:ext uri="{FF2B5EF4-FFF2-40B4-BE49-F238E27FC236}">
                <a16:creationId xmlns:a16="http://schemas.microsoft.com/office/drawing/2014/main" id="{27338D98-DF3A-BB5A-85A0-C1C6E82961D2}"/>
              </a:ext>
            </a:extLst>
          </p:cNvPr>
          <p:cNvSpPr txBox="1"/>
          <p:nvPr userDrawn="1"/>
        </p:nvSpPr>
        <p:spPr>
          <a:xfrm>
            <a:off x="385636" y="2359153"/>
            <a:ext cx="1371600" cy="200055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defRPr sz="700" b="0" i="0">
                <a:solidFill>
                  <a:srgbClr val="94A3B8"/>
                </a:solidFill>
                <a:latin typeface="Arial"/>
              </a:defRPr>
            </a:pPr>
            <a:r>
              <a:rPr sz="700"/>
              <a:t>{{ws_2_count}}</a:t>
            </a:r>
          </a:p>
        </p:txBody>
      </p:sp>
      <p:sp>
        <p:nvSpPr>
          <p:cNvPr id="49" name="Rectangle 48">
            <a:extLst>
              <a:ext uri="{FF2B5EF4-FFF2-40B4-BE49-F238E27FC236}">
                <a16:creationId xmlns:a16="http://schemas.microsoft.com/office/drawing/2014/main" id="{E7280B4F-F3DA-F89A-CD08-2746CB397B35}"/>
              </a:ext>
            </a:extLst>
          </p:cNvPr>
          <p:cNvSpPr/>
          <p:nvPr userDrawn="1"/>
        </p:nvSpPr>
        <p:spPr>
          <a:xfrm>
            <a:off x="4708462" y="2103120"/>
            <a:ext cx="4572" cy="914400"/>
          </a:xfrm>
          <a:prstGeom prst="rect">
            <a:avLst/>
          </a:prstGeom>
          <a:solidFill>
            <a:srgbClr val="E5E7EB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50" name="Rectangle 49">
            <a:extLst>
              <a:ext uri="{FF2B5EF4-FFF2-40B4-BE49-F238E27FC236}">
                <a16:creationId xmlns:a16="http://schemas.microsoft.com/office/drawing/2014/main" id="{224E89D0-E5F5-0D16-148F-0721B09429C2}"/>
              </a:ext>
            </a:extLst>
          </p:cNvPr>
          <p:cNvSpPr/>
          <p:nvPr userDrawn="1"/>
        </p:nvSpPr>
        <p:spPr>
          <a:xfrm>
            <a:off x="7147624" y="2103120"/>
            <a:ext cx="4572" cy="914400"/>
          </a:xfrm>
          <a:prstGeom prst="rect">
            <a:avLst/>
          </a:prstGeom>
          <a:solidFill>
            <a:srgbClr val="E5E7EB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51" name="Rectangle 50">
            <a:extLst>
              <a:ext uri="{FF2B5EF4-FFF2-40B4-BE49-F238E27FC236}">
                <a16:creationId xmlns:a16="http://schemas.microsoft.com/office/drawing/2014/main" id="{F11F8635-7D7C-D2B3-C72C-06DC9B50F4BB}"/>
              </a:ext>
            </a:extLst>
          </p:cNvPr>
          <p:cNvSpPr/>
          <p:nvPr userDrawn="1"/>
        </p:nvSpPr>
        <p:spPr>
          <a:xfrm>
            <a:off x="9586786" y="2103120"/>
            <a:ext cx="4572" cy="914400"/>
          </a:xfrm>
          <a:prstGeom prst="rect">
            <a:avLst/>
          </a:prstGeom>
          <a:solidFill>
            <a:srgbClr val="E5E7EB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52" name="Rectangle 51">
            <a:extLst>
              <a:ext uri="{FF2B5EF4-FFF2-40B4-BE49-F238E27FC236}">
                <a16:creationId xmlns:a16="http://schemas.microsoft.com/office/drawing/2014/main" id="{39536C44-7544-227B-6F80-C389A36117CF}"/>
              </a:ext>
            </a:extLst>
          </p:cNvPr>
          <p:cNvSpPr/>
          <p:nvPr userDrawn="1"/>
        </p:nvSpPr>
        <p:spPr>
          <a:xfrm>
            <a:off x="2269300" y="3012948"/>
            <a:ext cx="9756648" cy="4572"/>
          </a:xfrm>
          <a:prstGeom prst="rect">
            <a:avLst/>
          </a:prstGeom>
          <a:solidFill>
            <a:srgbClr val="F1F5F9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53" name="Rectangle 52">
            <a:extLst>
              <a:ext uri="{FF2B5EF4-FFF2-40B4-BE49-F238E27FC236}">
                <a16:creationId xmlns:a16="http://schemas.microsoft.com/office/drawing/2014/main" id="{8F9095AA-6FFD-A9A2-6FF4-3E99E2D6E795}"/>
              </a:ext>
            </a:extLst>
          </p:cNvPr>
          <p:cNvSpPr/>
          <p:nvPr userDrawn="1"/>
        </p:nvSpPr>
        <p:spPr>
          <a:xfrm>
            <a:off x="166180" y="3017520"/>
            <a:ext cx="11859768" cy="914400"/>
          </a:xfrm>
          <a:prstGeom prst="rect">
            <a:avLst/>
          </a:prstGeom>
          <a:solidFill>
            <a:srgbClr val="FAFBFF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54" name="Rectangle 53">
            <a:extLst>
              <a:ext uri="{FF2B5EF4-FFF2-40B4-BE49-F238E27FC236}">
                <a16:creationId xmlns:a16="http://schemas.microsoft.com/office/drawing/2014/main" id="{0C7585F4-DC77-8DB8-AFFF-AA2F57E3C9D3}"/>
              </a:ext>
            </a:extLst>
          </p:cNvPr>
          <p:cNvSpPr/>
          <p:nvPr userDrawn="1"/>
        </p:nvSpPr>
        <p:spPr>
          <a:xfrm>
            <a:off x="166180" y="3017520"/>
            <a:ext cx="36576" cy="914400"/>
          </a:xfrm>
          <a:prstGeom prst="rect">
            <a:avLst/>
          </a:prstGeom>
          <a:solidFill>
            <a:srgbClr val="3B82F6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55" name="TextBox 54">
            <a:extLst>
              <a:ext uri="{FF2B5EF4-FFF2-40B4-BE49-F238E27FC236}">
                <a16:creationId xmlns:a16="http://schemas.microsoft.com/office/drawing/2014/main" id="{9C268BD9-1B2B-241F-B06B-CB3BCBB4AB44}"/>
              </a:ext>
            </a:extLst>
          </p:cNvPr>
          <p:cNvSpPr txBox="1"/>
          <p:nvPr userDrawn="1"/>
        </p:nvSpPr>
        <p:spPr>
          <a:xfrm>
            <a:off x="275908" y="3072384"/>
            <a:ext cx="1828800" cy="182880"/>
          </a:xfrm>
          <a:prstGeom prst="rect">
            <a:avLst/>
          </a:prstGeom>
          <a:noFill/>
        </p:spPr>
        <p:txBody>
          <a:bodyPr wrap="square">
            <a:normAutofit fontScale="77500" lnSpcReduction="20000"/>
          </a:bodyPr>
          <a:lstStyle/>
          <a:p>
            <a:pPr>
              <a:defRPr sz="900" b="1" i="0">
                <a:solidFill>
                  <a:srgbClr val="0F172A"/>
                </a:solidFill>
                <a:latin typeface="Arial"/>
              </a:defRPr>
            </a:pPr>
            <a:r>
              <a:rPr sz="900"/>
              <a:t>{{ws_3_name}}</a:t>
            </a:r>
          </a:p>
        </p:txBody>
      </p:sp>
      <p:sp>
        <p:nvSpPr>
          <p:cNvPr id="56" name="Rectangle 55">
            <a:extLst>
              <a:ext uri="{FF2B5EF4-FFF2-40B4-BE49-F238E27FC236}">
                <a16:creationId xmlns:a16="http://schemas.microsoft.com/office/drawing/2014/main" id="{004E76F8-4EAA-22BE-C177-FB0E78EAB83C}"/>
              </a:ext>
            </a:extLst>
          </p:cNvPr>
          <p:cNvSpPr/>
          <p:nvPr userDrawn="1"/>
        </p:nvSpPr>
        <p:spPr>
          <a:xfrm>
            <a:off x="275908" y="3360847"/>
            <a:ext cx="73152" cy="73152"/>
          </a:xfrm>
          <a:prstGeom prst="rect">
            <a:avLst/>
          </a:prstGeom>
          <a:solidFill>
            <a:srgbClr val="3B82F6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57" name="TextBox 56">
            <a:extLst>
              <a:ext uri="{FF2B5EF4-FFF2-40B4-BE49-F238E27FC236}">
                <a16:creationId xmlns:a16="http://schemas.microsoft.com/office/drawing/2014/main" id="{C437A288-9D84-9E85-B38B-ECBA3B7DB4CA}"/>
              </a:ext>
            </a:extLst>
          </p:cNvPr>
          <p:cNvSpPr txBox="1"/>
          <p:nvPr userDrawn="1"/>
        </p:nvSpPr>
        <p:spPr>
          <a:xfrm>
            <a:off x="385636" y="3273553"/>
            <a:ext cx="1371600" cy="200055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defRPr sz="700" b="0" i="0">
                <a:solidFill>
                  <a:srgbClr val="94A3B8"/>
                </a:solidFill>
                <a:latin typeface="Arial"/>
              </a:defRPr>
            </a:pPr>
            <a:r>
              <a:rPr sz="700"/>
              <a:t>{{ws_3_count}}</a:t>
            </a:r>
          </a:p>
        </p:txBody>
      </p:sp>
      <p:sp>
        <p:nvSpPr>
          <p:cNvPr id="58" name="Rectangle 57">
            <a:extLst>
              <a:ext uri="{FF2B5EF4-FFF2-40B4-BE49-F238E27FC236}">
                <a16:creationId xmlns:a16="http://schemas.microsoft.com/office/drawing/2014/main" id="{07682B97-1EDB-CFB9-16E5-3F793A7F9AB9}"/>
              </a:ext>
            </a:extLst>
          </p:cNvPr>
          <p:cNvSpPr/>
          <p:nvPr userDrawn="1"/>
        </p:nvSpPr>
        <p:spPr>
          <a:xfrm>
            <a:off x="4708462" y="3017520"/>
            <a:ext cx="4572" cy="914400"/>
          </a:xfrm>
          <a:prstGeom prst="rect">
            <a:avLst/>
          </a:prstGeom>
          <a:solidFill>
            <a:srgbClr val="E5E7EB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59" name="Rectangle 58">
            <a:extLst>
              <a:ext uri="{FF2B5EF4-FFF2-40B4-BE49-F238E27FC236}">
                <a16:creationId xmlns:a16="http://schemas.microsoft.com/office/drawing/2014/main" id="{C0504EC0-B8AB-869A-ECC6-C6B010AA1A71}"/>
              </a:ext>
            </a:extLst>
          </p:cNvPr>
          <p:cNvSpPr/>
          <p:nvPr userDrawn="1"/>
        </p:nvSpPr>
        <p:spPr>
          <a:xfrm>
            <a:off x="7147624" y="3017520"/>
            <a:ext cx="4572" cy="914400"/>
          </a:xfrm>
          <a:prstGeom prst="rect">
            <a:avLst/>
          </a:prstGeom>
          <a:solidFill>
            <a:srgbClr val="E5E7EB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60" name="Rectangle 59">
            <a:extLst>
              <a:ext uri="{FF2B5EF4-FFF2-40B4-BE49-F238E27FC236}">
                <a16:creationId xmlns:a16="http://schemas.microsoft.com/office/drawing/2014/main" id="{96BEED2C-7B6D-6B01-9F76-9FB5741FE3BA}"/>
              </a:ext>
            </a:extLst>
          </p:cNvPr>
          <p:cNvSpPr/>
          <p:nvPr userDrawn="1"/>
        </p:nvSpPr>
        <p:spPr>
          <a:xfrm>
            <a:off x="9586786" y="3017520"/>
            <a:ext cx="4572" cy="914400"/>
          </a:xfrm>
          <a:prstGeom prst="rect">
            <a:avLst/>
          </a:prstGeom>
          <a:solidFill>
            <a:srgbClr val="E5E7EB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61" name="Rectangle 60">
            <a:extLst>
              <a:ext uri="{FF2B5EF4-FFF2-40B4-BE49-F238E27FC236}">
                <a16:creationId xmlns:a16="http://schemas.microsoft.com/office/drawing/2014/main" id="{AE62F194-9B1D-75A5-0EB7-0BDB4A4380CD}"/>
              </a:ext>
            </a:extLst>
          </p:cNvPr>
          <p:cNvSpPr/>
          <p:nvPr userDrawn="1"/>
        </p:nvSpPr>
        <p:spPr>
          <a:xfrm>
            <a:off x="2269300" y="3927348"/>
            <a:ext cx="9756648" cy="4572"/>
          </a:xfrm>
          <a:prstGeom prst="rect">
            <a:avLst/>
          </a:prstGeom>
          <a:solidFill>
            <a:srgbClr val="F1F5F9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62" name="Rectangle 61">
            <a:extLst>
              <a:ext uri="{FF2B5EF4-FFF2-40B4-BE49-F238E27FC236}">
                <a16:creationId xmlns:a16="http://schemas.microsoft.com/office/drawing/2014/main" id="{24F931E4-55DD-9FDE-2D4A-7CA82160E705}"/>
              </a:ext>
            </a:extLst>
          </p:cNvPr>
          <p:cNvSpPr/>
          <p:nvPr userDrawn="1"/>
        </p:nvSpPr>
        <p:spPr>
          <a:xfrm>
            <a:off x="166180" y="3931920"/>
            <a:ext cx="36576" cy="914400"/>
          </a:xfrm>
          <a:prstGeom prst="rect">
            <a:avLst/>
          </a:prstGeom>
          <a:solidFill>
            <a:srgbClr val="06B6D4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63" name="TextBox 62">
            <a:extLst>
              <a:ext uri="{FF2B5EF4-FFF2-40B4-BE49-F238E27FC236}">
                <a16:creationId xmlns:a16="http://schemas.microsoft.com/office/drawing/2014/main" id="{2220BA1C-FA98-6751-762D-95DF42B881BA}"/>
              </a:ext>
            </a:extLst>
          </p:cNvPr>
          <p:cNvSpPr txBox="1"/>
          <p:nvPr userDrawn="1"/>
        </p:nvSpPr>
        <p:spPr>
          <a:xfrm>
            <a:off x="275908" y="3986783"/>
            <a:ext cx="1828800" cy="182880"/>
          </a:xfrm>
          <a:prstGeom prst="rect">
            <a:avLst/>
          </a:prstGeom>
          <a:noFill/>
        </p:spPr>
        <p:txBody>
          <a:bodyPr wrap="square">
            <a:normAutofit fontScale="77500" lnSpcReduction="20000"/>
          </a:bodyPr>
          <a:lstStyle/>
          <a:p>
            <a:pPr>
              <a:defRPr sz="900" b="1" i="0">
                <a:solidFill>
                  <a:srgbClr val="0F172A"/>
                </a:solidFill>
                <a:latin typeface="Arial"/>
              </a:defRPr>
            </a:pPr>
            <a:r>
              <a:rPr sz="900"/>
              <a:t>{{ws_4_name}}</a:t>
            </a:r>
          </a:p>
        </p:txBody>
      </p:sp>
      <p:sp>
        <p:nvSpPr>
          <p:cNvPr id="64" name="Rectangle 63">
            <a:extLst>
              <a:ext uri="{FF2B5EF4-FFF2-40B4-BE49-F238E27FC236}">
                <a16:creationId xmlns:a16="http://schemas.microsoft.com/office/drawing/2014/main" id="{A01A76A7-6277-E95C-30A8-5414E9916D72}"/>
              </a:ext>
            </a:extLst>
          </p:cNvPr>
          <p:cNvSpPr/>
          <p:nvPr userDrawn="1"/>
        </p:nvSpPr>
        <p:spPr>
          <a:xfrm>
            <a:off x="275908" y="4275248"/>
            <a:ext cx="73152" cy="73152"/>
          </a:xfrm>
          <a:prstGeom prst="rect">
            <a:avLst/>
          </a:prstGeom>
          <a:solidFill>
            <a:srgbClr val="06B6D4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65" name="TextBox 64">
            <a:extLst>
              <a:ext uri="{FF2B5EF4-FFF2-40B4-BE49-F238E27FC236}">
                <a16:creationId xmlns:a16="http://schemas.microsoft.com/office/drawing/2014/main" id="{08CC3961-EBA7-B193-90DF-81F5C8C1077A}"/>
              </a:ext>
            </a:extLst>
          </p:cNvPr>
          <p:cNvSpPr txBox="1"/>
          <p:nvPr userDrawn="1"/>
        </p:nvSpPr>
        <p:spPr>
          <a:xfrm>
            <a:off x="385636" y="4187953"/>
            <a:ext cx="1371600" cy="200055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defRPr sz="700" b="0" i="0">
                <a:solidFill>
                  <a:srgbClr val="94A3B8"/>
                </a:solidFill>
                <a:latin typeface="Arial"/>
              </a:defRPr>
            </a:pPr>
            <a:r>
              <a:rPr sz="700"/>
              <a:t>{{ws_4_count}}</a:t>
            </a:r>
          </a:p>
        </p:txBody>
      </p:sp>
      <p:sp>
        <p:nvSpPr>
          <p:cNvPr id="66" name="Rectangle 65">
            <a:extLst>
              <a:ext uri="{FF2B5EF4-FFF2-40B4-BE49-F238E27FC236}">
                <a16:creationId xmlns:a16="http://schemas.microsoft.com/office/drawing/2014/main" id="{4B995F11-0E27-5766-3173-9044E9EF510E}"/>
              </a:ext>
            </a:extLst>
          </p:cNvPr>
          <p:cNvSpPr/>
          <p:nvPr userDrawn="1"/>
        </p:nvSpPr>
        <p:spPr>
          <a:xfrm>
            <a:off x="4708462" y="3931920"/>
            <a:ext cx="4572" cy="914400"/>
          </a:xfrm>
          <a:prstGeom prst="rect">
            <a:avLst/>
          </a:prstGeom>
          <a:solidFill>
            <a:srgbClr val="E5E7EB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67" name="Rectangle 66">
            <a:extLst>
              <a:ext uri="{FF2B5EF4-FFF2-40B4-BE49-F238E27FC236}">
                <a16:creationId xmlns:a16="http://schemas.microsoft.com/office/drawing/2014/main" id="{9626DA06-CE7F-B39F-2FB9-63430B1CB0DD}"/>
              </a:ext>
            </a:extLst>
          </p:cNvPr>
          <p:cNvSpPr/>
          <p:nvPr userDrawn="1"/>
        </p:nvSpPr>
        <p:spPr>
          <a:xfrm>
            <a:off x="7147624" y="3931920"/>
            <a:ext cx="4572" cy="914400"/>
          </a:xfrm>
          <a:prstGeom prst="rect">
            <a:avLst/>
          </a:prstGeom>
          <a:solidFill>
            <a:srgbClr val="E5E7EB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68" name="Rectangle 67">
            <a:extLst>
              <a:ext uri="{FF2B5EF4-FFF2-40B4-BE49-F238E27FC236}">
                <a16:creationId xmlns:a16="http://schemas.microsoft.com/office/drawing/2014/main" id="{AD10215B-5238-9AA5-6129-101A021AD913}"/>
              </a:ext>
            </a:extLst>
          </p:cNvPr>
          <p:cNvSpPr/>
          <p:nvPr userDrawn="1"/>
        </p:nvSpPr>
        <p:spPr>
          <a:xfrm>
            <a:off x="9586786" y="3931920"/>
            <a:ext cx="4572" cy="914400"/>
          </a:xfrm>
          <a:prstGeom prst="rect">
            <a:avLst/>
          </a:prstGeom>
          <a:solidFill>
            <a:srgbClr val="E5E7EB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69" name="Rectangle 68">
            <a:extLst>
              <a:ext uri="{FF2B5EF4-FFF2-40B4-BE49-F238E27FC236}">
                <a16:creationId xmlns:a16="http://schemas.microsoft.com/office/drawing/2014/main" id="{036E60AF-EEA4-330A-DB78-AD11E947DC58}"/>
              </a:ext>
            </a:extLst>
          </p:cNvPr>
          <p:cNvSpPr/>
          <p:nvPr userDrawn="1"/>
        </p:nvSpPr>
        <p:spPr>
          <a:xfrm>
            <a:off x="2269300" y="4841748"/>
            <a:ext cx="9756648" cy="4572"/>
          </a:xfrm>
          <a:prstGeom prst="rect">
            <a:avLst/>
          </a:prstGeom>
          <a:solidFill>
            <a:srgbClr val="F1F5F9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70" name="TextBox 69">
            <a:extLst>
              <a:ext uri="{FF2B5EF4-FFF2-40B4-BE49-F238E27FC236}">
                <a16:creationId xmlns:a16="http://schemas.microsoft.com/office/drawing/2014/main" id="{3DFC559F-0B61-4C98-4D8A-2EEBA8F333FE}"/>
              </a:ext>
            </a:extLst>
          </p:cNvPr>
          <p:cNvSpPr txBox="1"/>
          <p:nvPr userDrawn="1"/>
        </p:nvSpPr>
        <p:spPr>
          <a:xfrm>
            <a:off x="275908" y="4901183"/>
            <a:ext cx="1828800" cy="215444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defRPr sz="800" b="1" i="0">
                <a:solidFill>
                  <a:srgbClr val="64748B"/>
                </a:solidFill>
                <a:latin typeface="Arial"/>
              </a:defRPr>
            </a:pPr>
            <a:r>
              <a:rPr sz="800"/>
              <a:t>KEY MILESTONES</a:t>
            </a:r>
          </a:p>
        </p:txBody>
      </p:sp>
      <p:sp>
        <p:nvSpPr>
          <p:cNvPr id="71" name="TextBox 70">
            <a:extLst>
              <a:ext uri="{FF2B5EF4-FFF2-40B4-BE49-F238E27FC236}">
                <a16:creationId xmlns:a16="http://schemas.microsoft.com/office/drawing/2014/main" id="{E97DD467-5F27-F860-D22B-B4348566C7D3}"/>
              </a:ext>
            </a:extLst>
          </p:cNvPr>
          <p:cNvSpPr txBox="1"/>
          <p:nvPr userDrawn="1"/>
        </p:nvSpPr>
        <p:spPr>
          <a:xfrm>
            <a:off x="1464628" y="128016"/>
            <a:ext cx="1554480" cy="237744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900" b="1" i="0">
                <a:solidFill>
                  <a:srgbClr val="C4B5FD"/>
                </a:solidFill>
                <a:latin typeface="Arial"/>
              </a:defRPr>
            </a:pPr>
            <a:r>
              <a:rPr sz="900" dirty="0">
                <a:solidFill>
                  <a:srgbClr val="C4B5FD"/>
                </a:solidFill>
              </a:rPr>
              <a:t>TACTICAL PLAN</a:t>
            </a:r>
          </a:p>
        </p:txBody>
      </p:sp>
      <p:sp>
        <p:nvSpPr>
          <p:cNvPr id="72" name="TextBox 71">
            <a:extLst>
              <a:ext uri="{FF2B5EF4-FFF2-40B4-BE49-F238E27FC236}">
                <a16:creationId xmlns:a16="http://schemas.microsoft.com/office/drawing/2014/main" id="{2C8CC6D2-F5DE-36DC-4EB8-23CF502730FA}"/>
              </a:ext>
            </a:extLst>
          </p:cNvPr>
          <p:cNvSpPr txBox="1"/>
          <p:nvPr userDrawn="1"/>
        </p:nvSpPr>
        <p:spPr>
          <a:xfrm>
            <a:off x="3201988" y="109728"/>
            <a:ext cx="4572000" cy="26161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defRPr sz="1100" b="0" i="0">
                <a:solidFill>
                  <a:srgbClr val="C0C0D0"/>
                </a:solidFill>
                <a:latin typeface="Arial"/>
              </a:defRPr>
            </a:pPr>
            <a:r>
              <a:rPr sz="1100" dirty="0"/>
              <a:t>{{</a:t>
            </a:r>
            <a:r>
              <a:rPr sz="1100" dirty="0" err="1"/>
              <a:t>drug_label_year</a:t>
            </a:r>
            <a:r>
              <a:rPr sz="1100" dirty="0"/>
              <a:t>}}</a:t>
            </a:r>
          </a:p>
        </p:txBody>
      </p:sp>
    </p:spTree>
    <p:extLst>
      <p:ext uri="{BB962C8B-B14F-4D97-AF65-F5344CB8AC3E}">
        <p14:creationId xmlns:p14="http://schemas.microsoft.com/office/powerpoint/2010/main" val="1332727752"/>
      </p:ext>
    </p:extLst>
  </p:cSld>
  <p:clrMapOvr>
    <a:masterClrMapping/>
  </p:clrMapOvr>
</p:sldLayout>
</file>

<file path=ppt/slideLayouts/slideLayout27.xml><?xml version="1.0" encoding="utf-8"?>
<p:sldLayout xmlns:a="http://schemas.openxmlformats.org/drawingml/2006/main" xmlns:r="http://schemas.openxmlformats.org/officeDocument/2006/relationships" xmlns:p="http://schemas.openxmlformats.org/presentationml/2006/main" preserve="1" userDrawn="1">
  <p:cSld name="SWOT_SQUARE1_ligh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8" name="Rectangle 7">
            <a:extLst>
              <a:ext uri="{FF2B5EF4-FFF2-40B4-BE49-F238E27FC236}">
                <a16:creationId xmlns:a16="http://schemas.microsoft.com/office/drawing/2014/main" id="{5966D0B2-46A9-4C12-9401-CA41244DDE03}"/>
              </a:ext>
            </a:extLst>
          </p:cNvPr>
          <p:cNvSpPr/>
          <p:nvPr userDrawn="1"/>
        </p:nvSpPr>
        <p:spPr>
          <a:xfrm>
            <a:off x="0" y="566928"/>
            <a:ext cx="12188952" cy="502920"/>
          </a:xfrm>
          <a:prstGeom prst="rect">
            <a:avLst/>
          </a:prstGeom>
          <a:solidFill>
            <a:srgbClr val="F5F3FF"/>
          </a:solidFill>
          <a:ln w="6350">
            <a:solidFill>
              <a:srgbClr val="E5E7EB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9" name="TextBox 8">
            <a:extLst>
              <a:ext uri="{FF2B5EF4-FFF2-40B4-BE49-F238E27FC236}">
                <a16:creationId xmlns:a16="http://schemas.microsoft.com/office/drawing/2014/main" id="{BBE11067-87D6-7337-1154-BA433719B3E6}"/>
              </a:ext>
            </a:extLst>
          </p:cNvPr>
          <p:cNvSpPr txBox="1"/>
          <p:nvPr userDrawn="1"/>
        </p:nvSpPr>
        <p:spPr>
          <a:xfrm>
            <a:off x="475488" y="640080"/>
            <a:ext cx="4572000" cy="36576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defRPr sz="1300" b="1">
                <a:solidFill>
                  <a:srgbClr val="0F172A"/>
                </a:solidFill>
                <a:latin typeface="Calibri"/>
              </a:defRPr>
            </a:pPr>
            <a:r>
              <a:t>{{swot_title}}</a:t>
            </a:r>
          </a:p>
        </p:txBody>
      </p:sp>
      <p:sp>
        <p:nvSpPr>
          <p:cNvPr id="10" name="TextBox 9">
            <a:extLst>
              <a:ext uri="{FF2B5EF4-FFF2-40B4-BE49-F238E27FC236}">
                <a16:creationId xmlns:a16="http://schemas.microsoft.com/office/drawing/2014/main" id="{585CFFCF-2B82-4B31-BF16-FED298BB0B3A}"/>
              </a:ext>
            </a:extLst>
          </p:cNvPr>
          <p:cNvSpPr txBox="1"/>
          <p:nvPr userDrawn="1"/>
        </p:nvSpPr>
        <p:spPr>
          <a:xfrm>
            <a:off x="5486400" y="676656"/>
            <a:ext cx="4572000" cy="32004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defRPr sz="900" b="0">
                <a:solidFill>
                  <a:srgbClr val="475569"/>
                </a:solidFill>
                <a:latin typeface="Calibri"/>
              </a:defRPr>
            </a:pPr>
            <a:r>
              <a:t>{{swot_subtitle}}</a:t>
            </a:r>
          </a:p>
        </p:txBody>
      </p:sp>
      <p:sp>
        <p:nvSpPr>
          <p:cNvPr id="11" name="Rounded Rectangle 15">
            <a:extLst>
              <a:ext uri="{FF2B5EF4-FFF2-40B4-BE49-F238E27FC236}">
                <a16:creationId xmlns:a16="http://schemas.microsoft.com/office/drawing/2014/main" id="{1340C7DF-1CCA-3CED-FCBC-9150FED57368}"/>
              </a:ext>
            </a:extLst>
          </p:cNvPr>
          <p:cNvSpPr/>
          <p:nvPr userDrawn="1"/>
        </p:nvSpPr>
        <p:spPr>
          <a:xfrm>
            <a:off x="457200" y="1143000"/>
            <a:ext cx="4613148" cy="2450592"/>
          </a:xfrm>
          <a:prstGeom prst="roundRect">
            <a:avLst/>
          </a:prstGeom>
          <a:solidFill>
            <a:srgbClr val="F5F3FF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12" name="Oval 11">
            <a:extLst>
              <a:ext uri="{FF2B5EF4-FFF2-40B4-BE49-F238E27FC236}">
                <a16:creationId xmlns:a16="http://schemas.microsoft.com/office/drawing/2014/main" id="{8DCB8F52-ADD6-6CC2-50B6-635DAC1EB253}"/>
              </a:ext>
            </a:extLst>
          </p:cNvPr>
          <p:cNvSpPr/>
          <p:nvPr userDrawn="1"/>
        </p:nvSpPr>
        <p:spPr>
          <a:xfrm>
            <a:off x="603503" y="1307776"/>
            <a:ext cx="109728" cy="109728"/>
          </a:xfrm>
          <a:prstGeom prst="ellipse">
            <a:avLst/>
          </a:prstGeom>
          <a:solidFill>
            <a:srgbClr val="8B5CF6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13" name="TextBox 12">
            <a:extLst>
              <a:ext uri="{FF2B5EF4-FFF2-40B4-BE49-F238E27FC236}">
                <a16:creationId xmlns:a16="http://schemas.microsoft.com/office/drawing/2014/main" id="{F69EC48E-93AB-7E83-36B0-85571BA6058D}"/>
              </a:ext>
            </a:extLst>
          </p:cNvPr>
          <p:cNvSpPr txBox="1"/>
          <p:nvPr userDrawn="1"/>
        </p:nvSpPr>
        <p:spPr>
          <a:xfrm>
            <a:off x="804672" y="1252728"/>
            <a:ext cx="1828800" cy="2286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defRPr sz="900" b="1">
                <a:solidFill>
                  <a:srgbClr val="7C3AED"/>
                </a:solidFill>
                <a:latin typeface="Calibri"/>
              </a:defRPr>
            </a:pPr>
            <a:r>
              <a:t>STRENGTHS</a:t>
            </a:r>
          </a:p>
        </p:txBody>
      </p:sp>
      <p:sp>
        <p:nvSpPr>
          <p:cNvPr id="14" name="TextBox 13">
            <a:extLst>
              <a:ext uri="{FF2B5EF4-FFF2-40B4-BE49-F238E27FC236}">
                <a16:creationId xmlns:a16="http://schemas.microsoft.com/office/drawing/2014/main" id="{81FBA77D-73C5-A4FB-8E9F-3E2CBA161897}"/>
              </a:ext>
            </a:extLst>
          </p:cNvPr>
          <p:cNvSpPr txBox="1"/>
          <p:nvPr userDrawn="1"/>
        </p:nvSpPr>
        <p:spPr>
          <a:xfrm>
            <a:off x="685800" y="1600200"/>
            <a:ext cx="4201668" cy="36576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defRPr sz="1000" b="0">
                <a:solidFill>
                  <a:srgbClr val="0F172A"/>
                </a:solidFill>
                <a:latin typeface="Calibri"/>
              </a:defRPr>
            </a:pPr>
            <a:r>
              <a:t>{{strength_1}}</a:t>
            </a:r>
          </a:p>
        </p:txBody>
      </p:sp>
      <p:sp>
        <p:nvSpPr>
          <p:cNvPr id="15" name="TextBox 14">
            <a:extLst>
              <a:ext uri="{FF2B5EF4-FFF2-40B4-BE49-F238E27FC236}">
                <a16:creationId xmlns:a16="http://schemas.microsoft.com/office/drawing/2014/main" id="{EE5B0F53-4A6C-2717-02F8-65B3DD9C07B5}"/>
              </a:ext>
            </a:extLst>
          </p:cNvPr>
          <p:cNvSpPr txBox="1"/>
          <p:nvPr userDrawn="1"/>
        </p:nvSpPr>
        <p:spPr>
          <a:xfrm>
            <a:off x="685800" y="2011680"/>
            <a:ext cx="4201668" cy="36576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defRPr sz="1000" b="0">
                <a:solidFill>
                  <a:srgbClr val="0F172A"/>
                </a:solidFill>
                <a:latin typeface="Calibri"/>
              </a:defRPr>
            </a:pPr>
            <a:r>
              <a:t>{{strength_2}}</a:t>
            </a:r>
          </a:p>
        </p:txBody>
      </p:sp>
      <p:sp>
        <p:nvSpPr>
          <p:cNvPr id="16" name="TextBox 15">
            <a:extLst>
              <a:ext uri="{FF2B5EF4-FFF2-40B4-BE49-F238E27FC236}">
                <a16:creationId xmlns:a16="http://schemas.microsoft.com/office/drawing/2014/main" id="{1555B1C1-5F39-CD4B-80FC-63E37A266457}"/>
              </a:ext>
            </a:extLst>
          </p:cNvPr>
          <p:cNvSpPr txBox="1"/>
          <p:nvPr userDrawn="1"/>
        </p:nvSpPr>
        <p:spPr>
          <a:xfrm>
            <a:off x="685800" y="2423160"/>
            <a:ext cx="4201668" cy="36576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defRPr sz="1000" b="0">
                <a:solidFill>
                  <a:srgbClr val="0F172A"/>
                </a:solidFill>
                <a:latin typeface="Calibri"/>
              </a:defRPr>
            </a:pPr>
            <a:r>
              <a:t>{{strength_3}}</a:t>
            </a:r>
          </a:p>
        </p:txBody>
      </p:sp>
      <p:sp>
        <p:nvSpPr>
          <p:cNvPr id="17" name="TextBox 16">
            <a:extLst>
              <a:ext uri="{FF2B5EF4-FFF2-40B4-BE49-F238E27FC236}">
                <a16:creationId xmlns:a16="http://schemas.microsoft.com/office/drawing/2014/main" id="{413E7782-87E3-25BA-EC48-7019E83A3269}"/>
              </a:ext>
            </a:extLst>
          </p:cNvPr>
          <p:cNvSpPr txBox="1"/>
          <p:nvPr userDrawn="1"/>
        </p:nvSpPr>
        <p:spPr>
          <a:xfrm>
            <a:off x="685800" y="2834640"/>
            <a:ext cx="4201668" cy="36576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defRPr sz="1000" b="0">
                <a:solidFill>
                  <a:srgbClr val="0F172A"/>
                </a:solidFill>
                <a:latin typeface="Calibri"/>
              </a:defRPr>
            </a:pPr>
            <a:r>
              <a:t>{{strength_4}}</a:t>
            </a:r>
          </a:p>
        </p:txBody>
      </p:sp>
      <p:sp>
        <p:nvSpPr>
          <p:cNvPr id="18" name="TextBox 17">
            <a:extLst>
              <a:ext uri="{FF2B5EF4-FFF2-40B4-BE49-F238E27FC236}">
                <a16:creationId xmlns:a16="http://schemas.microsoft.com/office/drawing/2014/main" id="{5757451E-3DDA-694B-D06E-9FE1262824A8}"/>
              </a:ext>
            </a:extLst>
          </p:cNvPr>
          <p:cNvSpPr txBox="1"/>
          <p:nvPr userDrawn="1"/>
        </p:nvSpPr>
        <p:spPr>
          <a:xfrm>
            <a:off x="685800" y="3246120"/>
            <a:ext cx="4201668" cy="36576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defRPr sz="1000" b="0">
                <a:solidFill>
                  <a:srgbClr val="0F172A"/>
                </a:solidFill>
                <a:latin typeface="Calibri"/>
              </a:defRPr>
            </a:pPr>
            <a:r>
              <a:t>{{strength_5}}</a:t>
            </a:r>
          </a:p>
        </p:txBody>
      </p:sp>
      <p:sp>
        <p:nvSpPr>
          <p:cNvPr id="19" name="Rounded Rectangle 23">
            <a:extLst>
              <a:ext uri="{FF2B5EF4-FFF2-40B4-BE49-F238E27FC236}">
                <a16:creationId xmlns:a16="http://schemas.microsoft.com/office/drawing/2014/main" id="{06A63297-7DFB-057D-E424-9A5BF994B50C}"/>
              </a:ext>
            </a:extLst>
          </p:cNvPr>
          <p:cNvSpPr/>
          <p:nvPr userDrawn="1"/>
        </p:nvSpPr>
        <p:spPr>
          <a:xfrm>
            <a:off x="7155180" y="1143000"/>
            <a:ext cx="4613148" cy="2450592"/>
          </a:xfrm>
          <a:prstGeom prst="roundRect">
            <a:avLst/>
          </a:prstGeom>
          <a:solidFill>
            <a:srgbClr val="EFF6FF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20" name="Oval 19">
            <a:extLst>
              <a:ext uri="{FF2B5EF4-FFF2-40B4-BE49-F238E27FC236}">
                <a16:creationId xmlns:a16="http://schemas.microsoft.com/office/drawing/2014/main" id="{383794D2-F97E-8246-D96C-E21B84E50558}"/>
              </a:ext>
            </a:extLst>
          </p:cNvPr>
          <p:cNvSpPr/>
          <p:nvPr userDrawn="1"/>
        </p:nvSpPr>
        <p:spPr>
          <a:xfrm>
            <a:off x="7301484" y="1307776"/>
            <a:ext cx="109728" cy="109728"/>
          </a:xfrm>
          <a:prstGeom prst="ellipse">
            <a:avLst/>
          </a:prstGeom>
          <a:solidFill>
            <a:srgbClr val="3B82F6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21" name="TextBox 20">
            <a:extLst>
              <a:ext uri="{FF2B5EF4-FFF2-40B4-BE49-F238E27FC236}">
                <a16:creationId xmlns:a16="http://schemas.microsoft.com/office/drawing/2014/main" id="{865E49DF-F8A9-BF7D-A6CD-A0BCF248AEC9}"/>
              </a:ext>
            </a:extLst>
          </p:cNvPr>
          <p:cNvSpPr txBox="1"/>
          <p:nvPr userDrawn="1"/>
        </p:nvSpPr>
        <p:spPr>
          <a:xfrm>
            <a:off x="7502652" y="1252728"/>
            <a:ext cx="1828800" cy="2286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defRPr sz="900" b="1">
                <a:solidFill>
                  <a:srgbClr val="1D4ED8"/>
                </a:solidFill>
                <a:latin typeface="Calibri"/>
              </a:defRPr>
            </a:pPr>
            <a:r>
              <a:t>WEAKNESSES</a:t>
            </a:r>
          </a:p>
        </p:txBody>
      </p:sp>
      <p:sp>
        <p:nvSpPr>
          <p:cNvPr id="22" name="TextBox 21">
            <a:extLst>
              <a:ext uri="{FF2B5EF4-FFF2-40B4-BE49-F238E27FC236}">
                <a16:creationId xmlns:a16="http://schemas.microsoft.com/office/drawing/2014/main" id="{A7F8F229-9B84-E3BC-FF0E-05A9D243584E}"/>
              </a:ext>
            </a:extLst>
          </p:cNvPr>
          <p:cNvSpPr txBox="1"/>
          <p:nvPr userDrawn="1"/>
        </p:nvSpPr>
        <p:spPr>
          <a:xfrm>
            <a:off x="7383779" y="1600200"/>
            <a:ext cx="4201668" cy="36576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defRPr sz="1000" b="0">
                <a:solidFill>
                  <a:srgbClr val="0F172A"/>
                </a:solidFill>
                <a:latin typeface="Calibri"/>
              </a:defRPr>
            </a:pPr>
            <a:r>
              <a:t>{{weakness_1}}</a:t>
            </a:r>
          </a:p>
        </p:txBody>
      </p:sp>
      <p:sp>
        <p:nvSpPr>
          <p:cNvPr id="23" name="TextBox 22">
            <a:extLst>
              <a:ext uri="{FF2B5EF4-FFF2-40B4-BE49-F238E27FC236}">
                <a16:creationId xmlns:a16="http://schemas.microsoft.com/office/drawing/2014/main" id="{07040DB1-FE26-2A07-2D38-DEC4FA6C84C7}"/>
              </a:ext>
            </a:extLst>
          </p:cNvPr>
          <p:cNvSpPr txBox="1"/>
          <p:nvPr userDrawn="1"/>
        </p:nvSpPr>
        <p:spPr>
          <a:xfrm>
            <a:off x="7383779" y="2011680"/>
            <a:ext cx="4201668" cy="36576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defRPr sz="1000" b="0">
                <a:solidFill>
                  <a:srgbClr val="0F172A"/>
                </a:solidFill>
                <a:latin typeface="Calibri"/>
              </a:defRPr>
            </a:pPr>
            <a:r>
              <a:t>{{weakness_2}}</a:t>
            </a:r>
          </a:p>
        </p:txBody>
      </p:sp>
      <p:sp>
        <p:nvSpPr>
          <p:cNvPr id="24" name="TextBox 23">
            <a:extLst>
              <a:ext uri="{FF2B5EF4-FFF2-40B4-BE49-F238E27FC236}">
                <a16:creationId xmlns:a16="http://schemas.microsoft.com/office/drawing/2014/main" id="{B613AEFF-411E-3F19-B7CA-DCE10B34B8AA}"/>
              </a:ext>
            </a:extLst>
          </p:cNvPr>
          <p:cNvSpPr txBox="1"/>
          <p:nvPr userDrawn="1"/>
        </p:nvSpPr>
        <p:spPr>
          <a:xfrm>
            <a:off x="7383779" y="2423160"/>
            <a:ext cx="4201668" cy="36576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defRPr sz="1000" b="0">
                <a:solidFill>
                  <a:srgbClr val="0F172A"/>
                </a:solidFill>
                <a:latin typeface="Calibri"/>
              </a:defRPr>
            </a:pPr>
            <a:r>
              <a:t>{{weakness_3}}</a:t>
            </a:r>
          </a:p>
        </p:txBody>
      </p:sp>
      <p:sp>
        <p:nvSpPr>
          <p:cNvPr id="25" name="TextBox 24">
            <a:extLst>
              <a:ext uri="{FF2B5EF4-FFF2-40B4-BE49-F238E27FC236}">
                <a16:creationId xmlns:a16="http://schemas.microsoft.com/office/drawing/2014/main" id="{D7958D9D-DB96-4AEE-04B7-AD8FB9EFF8B6}"/>
              </a:ext>
            </a:extLst>
          </p:cNvPr>
          <p:cNvSpPr txBox="1"/>
          <p:nvPr userDrawn="1"/>
        </p:nvSpPr>
        <p:spPr>
          <a:xfrm>
            <a:off x="7383779" y="2834640"/>
            <a:ext cx="4201668" cy="36576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defRPr sz="1000" b="0">
                <a:solidFill>
                  <a:srgbClr val="0F172A"/>
                </a:solidFill>
                <a:latin typeface="Calibri"/>
              </a:defRPr>
            </a:pPr>
            <a:r>
              <a:t>{{weakness_4}}</a:t>
            </a:r>
          </a:p>
        </p:txBody>
      </p:sp>
      <p:sp>
        <p:nvSpPr>
          <p:cNvPr id="26" name="TextBox 25">
            <a:extLst>
              <a:ext uri="{FF2B5EF4-FFF2-40B4-BE49-F238E27FC236}">
                <a16:creationId xmlns:a16="http://schemas.microsoft.com/office/drawing/2014/main" id="{005C1780-2E66-A7CC-293F-3C39B003C97F}"/>
              </a:ext>
            </a:extLst>
          </p:cNvPr>
          <p:cNvSpPr txBox="1"/>
          <p:nvPr userDrawn="1"/>
        </p:nvSpPr>
        <p:spPr>
          <a:xfrm>
            <a:off x="7383779" y="3246120"/>
            <a:ext cx="4201668" cy="36576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defRPr sz="1000" b="0">
                <a:solidFill>
                  <a:srgbClr val="0F172A"/>
                </a:solidFill>
                <a:latin typeface="Calibri"/>
              </a:defRPr>
            </a:pPr>
            <a:r>
              <a:t>{{weakness_5}}</a:t>
            </a:r>
          </a:p>
        </p:txBody>
      </p:sp>
      <p:sp>
        <p:nvSpPr>
          <p:cNvPr id="27" name="Rounded Rectangle 31">
            <a:extLst>
              <a:ext uri="{FF2B5EF4-FFF2-40B4-BE49-F238E27FC236}">
                <a16:creationId xmlns:a16="http://schemas.microsoft.com/office/drawing/2014/main" id="{EEE920CA-D3AB-D72C-26F2-9E92BBB7B71A}"/>
              </a:ext>
            </a:extLst>
          </p:cNvPr>
          <p:cNvSpPr/>
          <p:nvPr userDrawn="1"/>
        </p:nvSpPr>
        <p:spPr>
          <a:xfrm>
            <a:off x="457200" y="3630168"/>
            <a:ext cx="4613148" cy="2450592"/>
          </a:xfrm>
          <a:prstGeom prst="roundRect">
            <a:avLst/>
          </a:prstGeom>
          <a:solidFill>
            <a:srgbClr val="F0FDF4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28" name="Oval 27">
            <a:extLst>
              <a:ext uri="{FF2B5EF4-FFF2-40B4-BE49-F238E27FC236}">
                <a16:creationId xmlns:a16="http://schemas.microsoft.com/office/drawing/2014/main" id="{7A7611C4-E18E-ABB8-395F-DE132667F9FD}"/>
              </a:ext>
            </a:extLst>
          </p:cNvPr>
          <p:cNvSpPr/>
          <p:nvPr userDrawn="1"/>
        </p:nvSpPr>
        <p:spPr>
          <a:xfrm>
            <a:off x="603503" y="3794944"/>
            <a:ext cx="109728" cy="109728"/>
          </a:xfrm>
          <a:prstGeom prst="ellipse">
            <a:avLst/>
          </a:prstGeom>
          <a:solidFill>
            <a:srgbClr val="16A34A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29" name="TextBox 28">
            <a:extLst>
              <a:ext uri="{FF2B5EF4-FFF2-40B4-BE49-F238E27FC236}">
                <a16:creationId xmlns:a16="http://schemas.microsoft.com/office/drawing/2014/main" id="{0C793E6A-FF37-13D4-579B-4559881A4662}"/>
              </a:ext>
            </a:extLst>
          </p:cNvPr>
          <p:cNvSpPr txBox="1"/>
          <p:nvPr userDrawn="1"/>
        </p:nvSpPr>
        <p:spPr>
          <a:xfrm>
            <a:off x="804672" y="3739896"/>
            <a:ext cx="1828800" cy="2286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defRPr sz="900" b="1">
                <a:solidFill>
                  <a:srgbClr val="15803D"/>
                </a:solidFill>
                <a:latin typeface="Calibri"/>
              </a:defRPr>
            </a:pPr>
            <a:r>
              <a:t>OPPORTUNITIES</a:t>
            </a:r>
          </a:p>
        </p:txBody>
      </p:sp>
      <p:sp>
        <p:nvSpPr>
          <p:cNvPr id="30" name="TextBox 29">
            <a:extLst>
              <a:ext uri="{FF2B5EF4-FFF2-40B4-BE49-F238E27FC236}">
                <a16:creationId xmlns:a16="http://schemas.microsoft.com/office/drawing/2014/main" id="{76DE8167-1031-17F9-ED11-442A5BF6AEA7}"/>
              </a:ext>
            </a:extLst>
          </p:cNvPr>
          <p:cNvSpPr txBox="1"/>
          <p:nvPr userDrawn="1"/>
        </p:nvSpPr>
        <p:spPr>
          <a:xfrm>
            <a:off x="685800" y="4087368"/>
            <a:ext cx="4201668" cy="36576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defRPr sz="1000" b="0">
                <a:solidFill>
                  <a:srgbClr val="0F172A"/>
                </a:solidFill>
                <a:latin typeface="Calibri"/>
              </a:defRPr>
            </a:pPr>
            <a:r>
              <a:t>{{opportunity_1}}</a:t>
            </a:r>
          </a:p>
        </p:txBody>
      </p:sp>
      <p:sp>
        <p:nvSpPr>
          <p:cNvPr id="31" name="TextBox 30">
            <a:extLst>
              <a:ext uri="{FF2B5EF4-FFF2-40B4-BE49-F238E27FC236}">
                <a16:creationId xmlns:a16="http://schemas.microsoft.com/office/drawing/2014/main" id="{F270E3D0-D5CE-E0E8-0B60-1F7DA79AF97E}"/>
              </a:ext>
            </a:extLst>
          </p:cNvPr>
          <p:cNvSpPr txBox="1"/>
          <p:nvPr userDrawn="1"/>
        </p:nvSpPr>
        <p:spPr>
          <a:xfrm>
            <a:off x="685800" y="4498848"/>
            <a:ext cx="4201668" cy="36576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defRPr sz="1000" b="0">
                <a:solidFill>
                  <a:srgbClr val="0F172A"/>
                </a:solidFill>
                <a:latin typeface="Calibri"/>
              </a:defRPr>
            </a:pPr>
            <a:r>
              <a:t>{{opportunity_2}}</a:t>
            </a:r>
          </a:p>
        </p:txBody>
      </p:sp>
      <p:sp>
        <p:nvSpPr>
          <p:cNvPr id="32" name="TextBox 31">
            <a:extLst>
              <a:ext uri="{FF2B5EF4-FFF2-40B4-BE49-F238E27FC236}">
                <a16:creationId xmlns:a16="http://schemas.microsoft.com/office/drawing/2014/main" id="{7F492550-6398-B7AA-2DF3-9271A1E4C27E}"/>
              </a:ext>
            </a:extLst>
          </p:cNvPr>
          <p:cNvSpPr txBox="1"/>
          <p:nvPr userDrawn="1"/>
        </p:nvSpPr>
        <p:spPr>
          <a:xfrm>
            <a:off x="685800" y="4910328"/>
            <a:ext cx="4201668" cy="36576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defRPr sz="1000" b="0">
                <a:solidFill>
                  <a:srgbClr val="0F172A"/>
                </a:solidFill>
                <a:latin typeface="Calibri"/>
              </a:defRPr>
            </a:pPr>
            <a:r>
              <a:t>{{opportunity_3}}</a:t>
            </a:r>
          </a:p>
        </p:txBody>
      </p:sp>
      <p:sp>
        <p:nvSpPr>
          <p:cNvPr id="33" name="TextBox 32">
            <a:extLst>
              <a:ext uri="{FF2B5EF4-FFF2-40B4-BE49-F238E27FC236}">
                <a16:creationId xmlns:a16="http://schemas.microsoft.com/office/drawing/2014/main" id="{31AE99EE-A99D-8803-5D62-BAADF789464E}"/>
              </a:ext>
            </a:extLst>
          </p:cNvPr>
          <p:cNvSpPr txBox="1"/>
          <p:nvPr userDrawn="1"/>
        </p:nvSpPr>
        <p:spPr>
          <a:xfrm>
            <a:off x="685800" y="5321808"/>
            <a:ext cx="4201668" cy="36576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defRPr sz="1000" b="0">
                <a:solidFill>
                  <a:srgbClr val="0F172A"/>
                </a:solidFill>
                <a:latin typeface="Calibri"/>
              </a:defRPr>
            </a:pPr>
            <a:r>
              <a:t>{{opportunity_4}}</a:t>
            </a:r>
          </a:p>
        </p:txBody>
      </p:sp>
      <p:sp>
        <p:nvSpPr>
          <p:cNvPr id="34" name="TextBox 33">
            <a:extLst>
              <a:ext uri="{FF2B5EF4-FFF2-40B4-BE49-F238E27FC236}">
                <a16:creationId xmlns:a16="http://schemas.microsoft.com/office/drawing/2014/main" id="{6CE873BA-B220-7321-34C1-3ABA48221F17}"/>
              </a:ext>
            </a:extLst>
          </p:cNvPr>
          <p:cNvSpPr txBox="1"/>
          <p:nvPr userDrawn="1"/>
        </p:nvSpPr>
        <p:spPr>
          <a:xfrm>
            <a:off x="685800" y="5733288"/>
            <a:ext cx="4201668" cy="36576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defRPr sz="1000" b="0">
                <a:solidFill>
                  <a:srgbClr val="0F172A"/>
                </a:solidFill>
                <a:latin typeface="Calibri"/>
              </a:defRPr>
            </a:pPr>
            <a:r>
              <a:t>{{opportunity_5}}</a:t>
            </a:r>
          </a:p>
        </p:txBody>
      </p:sp>
      <p:sp>
        <p:nvSpPr>
          <p:cNvPr id="35" name="Rounded Rectangle 39">
            <a:extLst>
              <a:ext uri="{FF2B5EF4-FFF2-40B4-BE49-F238E27FC236}">
                <a16:creationId xmlns:a16="http://schemas.microsoft.com/office/drawing/2014/main" id="{D00A5BF5-6ABA-16E3-9D68-F2BFBBF468F3}"/>
              </a:ext>
            </a:extLst>
          </p:cNvPr>
          <p:cNvSpPr/>
          <p:nvPr userDrawn="1"/>
        </p:nvSpPr>
        <p:spPr>
          <a:xfrm>
            <a:off x="7155180" y="3630168"/>
            <a:ext cx="4613148" cy="2450592"/>
          </a:xfrm>
          <a:prstGeom prst="roundRect">
            <a:avLst/>
          </a:prstGeom>
          <a:solidFill>
            <a:srgbClr val="FFF7ED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36" name="Oval 35">
            <a:extLst>
              <a:ext uri="{FF2B5EF4-FFF2-40B4-BE49-F238E27FC236}">
                <a16:creationId xmlns:a16="http://schemas.microsoft.com/office/drawing/2014/main" id="{2712B557-5DE5-FB8B-4DC4-B8CF7DD39728}"/>
              </a:ext>
            </a:extLst>
          </p:cNvPr>
          <p:cNvSpPr/>
          <p:nvPr userDrawn="1"/>
        </p:nvSpPr>
        <p:spPr>
          <a:xfrm>
            <a:off x="7301484" y="3794944"/>
            <a:ext cx="109728" cy="109728"/>
          </a:xfrm>
          <a:prstGeom prst="ellipse">
            <a:avLst/>
          </a:prstGeom>
          <a:solidFill>
            <a:srgbClr val="EA580C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37" name="TextBox 36">
            <a:extLst>
              <a:ext uri="{FF2B5EF4-FFF2-40B4-BE49-F238E27FC236}">
                <a16:creationId xmlns:a16="http://schemas.microsoft.com/office/drawing/2014/main" id="{C776E773-4B7E-D98F-00EF-E7672C6E5C15}"/>
              </a:ext>
            </a:extLst>
          </p:cNvPr>
          <p:cNvSpPr txBox="1"/>
          <p:nvPr userDrawn="1"/>
        </p:nvSpPr>
        <p:spPr>
          <a:xfrm>
            <a:off x="7502652" y="3739896"/>
            <a:ext cx="1828800" cy="2286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defRPr sz="900" b="1">
                <a:solidFill>
                  <a:srgbClr val="C2410C"/>
                </a:solidFill>
                <a:latin typeface="Calibri"/>
              </a:defRPr>
            </a:pPr>
            <a:r>
              <a:t>THREATS</a:t>
            </a:r>
          </a:p>
        </p:txBody>
      </p:sp>
      <p:sp>
        <p:nvSpPr>
          <p:cNvPr id="38" name="TextBox 37">
            <a:extLst>
              <a:ext uri="{FF2B5EF4-FFF2-40B4-BE49-F238E27FC236}">
                <a16:creationId xmlns:a16="http://schemas.microsoft.com/office/drawing/2014/main" id="{DA3C389F-A634-4AB0-857C-F6422249F663}"/>
              </a:ext>
            </a:extLst>
          </p:cNvPr>
          <p:cNvSpPr txBox="1"/>
          <p:nvPr userDrawn="1"/>
        </p:nvSpPr>
        <p:spPr>
          <a:xfrm>
            <a:off x="7383779" y="4087368"/>
            <a:ext cx="4201668" cy="36576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defRPr sz="1000" b="0">
                <a:solidFill>
                  <a:srgbClr val="0F172A"/>
                </a:solidFill>
                <a:latin typeface="Calibri"/>
              </a:defRPr>
            </a:pPr>
            <a:r>
              <a:t>{{threat_1}}</a:t>
            </a:r>
          </a:p>
        </p:txBody>
      </p:sp>
      <p:sp>
        <p:nvSpPr>
          <p:cNvPr id="39" name="TextBox 38">
            <a:extLst>
              <a:ext uri="{FF2B5EF4-FFF2-40B4-BE49-F238E27FC236}">
                <a16:creationId xmlns:a16="http://schemas.microsoft.com/office/drawing/2014/main" id="{60221D65-444F-E70A-7ABC-A3C08AD206B9}"/>
              </a:ext>
            </a:extLst>
          </p:cNvPr>
          <p:cNvSpPr txBox="1"/>
          <p:nvPr userDrawn="1"/>
        </p:nvSpPr>
        <p:spPr>
          <a:xfrm>
            <a:off x="7383779" y="4498848"/>
            <a:ext cx="4201668" cy="36576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defRPr sz="1000" b="0">
                <a:solidFill>
                  <a:srgbClr val="0F172A"/>
                </a:solidFill>
                <a:latin typeface="Calibri"/>
              </a:defRPr>
            </a:pPr>
            <a:r>
              <a:t>{{threat_2}}</a:t>
            </a:r>
          </a:p>
        </p:txBody>
      </p:sp>
      <p:sp>
        <p:nvSpPr>
          <p:cNvPr id="40" name="TextBox 39">
            <a:extLst>
              <a:ext uri="{FF2B5EF4-FFF2-40B4-BE49-F238E27FC236}">
                <a16:creationId xmlns:a16="http://schemas.microsoft.com/office/drawing/2014/main" id="{B8D85968-152C-BBC5-A4F2-4F3E7BCA3AE9}"/>
              </a:ext>
            </a:extLst>
          </p:cNvPr>
          <p:cNvSpPr txBox="1"/>
          <p:nvPr userDrawn="1"/>
        </p:nvSpPr>
        <p:spPr>
          <a:xfrm>
            <a:off x="7383779" y="4910328"/>
            <a:ext cx="4201668" cy="36576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defRPr sz="1000" b="0">
                <a:solidFill>
                  <a:srgbClr val="0F172A"/>
                </a:solidFill>
                <a:latin typeface="Calibri"/>
              </a:defRPr>
            </a:pPr>
            <a:r>
              <a:t>{{threat_3}}</a:t>
            </a:r>
          </a:p>
        </p:txBody>
      </p:sp>
      <p:sp>
        <p:nvSpPr>
          <p:cNvPr id="41" name="TextBox 40">
            <a:extLst>
              <a:ext uri="{FF2B5EF4-FFF2-40B4-BE49-F238E27FC236}">
                <a16:creationId xmlns:a16="http://schemas.microsoft.com/office/drawing/2014/main" id="{DF463614-CA87-D178-667C-4F45293DFCE9}"/>
              </a:ext>
            </a:extLst>
          </p:cNvPr>
          <p:cNvSpPr txBox="1"/>
          <p:nvPr userDrawn="1"/>
        </p:nvSpPr>
        <p:spPr>
          <a:xfrm>
            <a:off x="7383779" y="5321808"/>
            <a:ext cx="4201668" cy="36576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defRPr sz="1000" b="0">
                <a:solidFill>
                  <a:srgbClr val="0F172A"/>
                </a:solidFill>
                <a:latin typeface="Calibri"/>
              </a:defRPr>
            </a:pPr>
            <a:r>
              <a:t>{{threat_4}}</a:t>
            </a:r>
          </a:p>
        </p:txBody>
      </p:sp>
      <p:sp>
        <p:nvSpPr>
          <p:cNvPr id="42" name="TextBox 41">
            <a:extLst>
              <a:ext uri="{FF2B5EF4-FFF2-40B4-BE49-F238E27FC236}">
                <a16:creationId xmlns:a16="http://schemas.microsoft.com/office/drawing/2014/main" id="{EAA22421-F568-7E73-D908-A1E969354946}"/>
              </a:ext>
            </a:extLst>
          </p:cNvPr>
          <p:cNvSpPr txBox="1"/>
          <p:nvPr userDrawn="1"/>
        </p:nvSpPr>
        <p:spPr>
          <a:xfrm>
            <a:off x="7383779" y="5733288"/>
            <a:ext cx="4201668" cy="36576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defRPr sz="1000" b="0">
                <a:solidFill>
                  <a:srgbClr val="0F172A"/>
                </a:solidFill>
                <a:latin typeface="Calibri"/>
              </a:defRPr>
            </a:pPr>
            <a:r>
              <a:t>{{threat_5}}</a:t>
            </a:r>
          </a:p>
        </p:txBody>
      </p:sp>
      <p:sp>
        <p:nvSpPr>
          <p:cNvPr id="43" name="Diamond 42">
            <a:extLst>
              <a:ext uri="{FF2B5EF4-FFF2-40B4-BE49-F238E27FC236}">
                <a16:creationId xmlns:a16="http://schemas.microsoft.com/office/drawing/2014/main" id="{765DCABC-C804-D87D-EB9F-8C40C25BAD98}"/>
              </a:ext>
            </a:extLst>
          </p:cNvPr>
          <p:cNvSpPr/>
          <p:nvPr userDrawn="1"/>
        </p:nvSpPr>
        <p:spPr>
          <a:xfrm>
            <a:off x="5426964" y="2926080"/>
            <a:ext cx="685800" cy="685800"/>
          </a:xfrm>
          <a:prstGeom prst="diamond">
            <a:avLst/>
          </a:prstGeom>
          <a:solidFill>
            <a:srgbClr val="8B5CF6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44" name="TextBox 43">
            <a:extLst>
              <a:ext uri="{FF2B5EF4-FFF2-40B4-BE49-F238E27FC236}">
                <a16:creationId xmlns:a16="http://schemas.microsoft.com/office/drawing/2014/main" id="{68F7A9AA-1A57-A80B-1266-15C9328D92AE}"/>
              </a:ext>
            </a:extLst>
          </p:cNvPr>
          <p:cNvSpPr txBox="1"/>
          <p:nvPr userDrawn="1"/>
        </p:nvSpPr>
        <p:spPr>
          <a:xfrm>
            <a:off x="5500116" y="3035808"/>
            <a:ext cx="539496" cy="466344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2800" b="1">
                <a:solidFill>
                  <a:srgbClr val="FFFFFF"/>
                </a:solidFill>
                <a:latin typeface="Calibri"/>
              </a:defRPr>
            </a:pPr>
            <a:r>
              <a:t>S</a:t>
            </a:r>
          </a:p>
        </p:txBody>
      </p:sp>
      <p:sp>
        <p:nvSpPr>
          <p:cNvPr id="45" name="Diamond 44">
            <a:extLst>
              <a:ext uri="{FF2B5EF4-FFF2-40B4-BE49-F238E27FC236}">
                <a16:creationId xmlns:a16="http://schemas.microsoft.com/office/drawing/2014/main" id="{821FC996-07D5-794B-E062-7E53251A8479}"/>
              </a:ext>
            </a:extLst>
          </p:cNvPr>
          <p:cNvSpPr/>
          <p:nvPr userDrawn="1"/>
        </p:nvSpPr>
        <p:spPr>
          <a:xfrm>
            <a:off x="6112764" y="2926080"/>
            <a:ext cx="685800" cy="685800"/>
          </a:xfrm>
          <a:prstGeom prst="diamond">
            <a:avLst/>
          </a:prstGeom>
          <a:solidFill>
            <a:srgbClr val="3B82F6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46" name="TextBox 45">
            <a:extLst>
              <a:ext uri="{FF2B5EF4-FFF2-40B4-BE49-F238E27FC236}">
                <a16:creationId xmlns:a16="http://schemas.microsoft.com/office/drawing/2014/main" id="{1150429C-D140-4B26-9520-B67A42558A89}"/>
              </a:ext>
            </a:extLst>
          </p:cNvPr>
          <p:cNvSpPr txBox="1"/>
          <p:nvPr userDrawn="1"/>
        </p:nvSpPr>
        <p:spPr>
          <a:xfrm>
            <a:off x="6185916" y="3035808"/>
            <a:ext cx="539496" cy="466344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2800" b="1">
                <a:solidFill>
                  <a:srgbClr val="FFFFFF"/>
                </a:solidFill>
                <a:latin typeface="Calibri"/>
              </a:defRPr>
            </a:pPr>
            <a:r>
              <a:t>W</a:t>
            </a:r>
          </a:p>
        </p:txBody>
      </p:sp>
      <p:sp>
        <p:nvSpPr>
          <p:cNvPr id="47" name="Diamond 46">
            <a:extLst>
              <a:ext uri="{FF2B5EF4-FFF2-40B4-BE49-F238E27FC236}">
                <a16:creationId xmlns:a16="http://schemas.microsoft.com/office/drawing/2014/main" id="{E80BF908-DED5-1DC4-62A4-ED7C0653F6D3}"/>
              </a:ext>
            </a:extLst>
          </p:cNvPr>
          <p:cNvSpPr/>
          <p:nvPr userDrawn="1"/>
        </p:nvSpPr>
        <p:spPr>
          <a:xfrm>
            <a:off x="5426964" y="3611880"/>
            <a:ext cx="685800" cy="685800"/>
          </a:xfrm>
          <a:prstGeom prst="diamond">
            <a:avLst/>
          </a:prstGeom>
          <a:solidFill>
            <a:srgbClr val="16A34A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48" name="TextBox 47">
            <a:extLst>
              <a:ext uri="{FF2B5EF4-FFF2-40B4-BE49-F238E27FC236}">
                <a16:creationId xmlns:a16="http://schemas.microsoft.com/office/drawing/2014/main" id="{CBC57E3E-3D88-C633-FF5B-AA712716466A}"/>
              </a:ext>
            </a:extLst>
          </p:cNvPr>
          <p:cNvSpPr txBox="1"/>
          <p:nvPr userDrawn="1"/>
        </p:nvSpPr>
        <p:spPr>
          <a:xfrm>
            <a:off x="5500116" y="3721608"/>
            <a:ext cx="539496" cy="466344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2800" b="1">
                <a:solidFill>
                  <a:srgbClr val="FFFFFF"/>
                </a:solidFill>
                <a:latin typeface="Calibri"/>
              </a:defRPr>
            </a:pPr>
            <a:r>
              <a:t>O</a:t>
            </a:r>
          </a:p>
        </p:txBody>
      </p:sp>
      <p:sp>
        <p:nvSpPr>
          <p:cNvPr id="49" name="Diamond 48">
            <a:extLst>
              <a:ext uri="{FF2B5EF4-FFF2-40B4-BE49-F238E27FC236}">
                <a16:creationId xmlns:a16="http://schemas.microsoft.com/office/drawing/2014/main" id="{4C2F0276-CBD1-1CA5-3BDA-368772C0AFEB}"/>
              </a:ext>
            </a:extLst>
          </p:cNvPr>
          <p:cNvSpPr/>
          <p:nvPr userDrawn="1"/>
        </p:nvSpPr>
        <p:spPr>
          <a:xfrm>
            <a:off x="6112764" y="3611880"/>
            <a:ext cx="685800" cy="685800"/>
          </a:xfrm>
          <a:prstGeom prst="diamond">
            <a:avLst/>
          </a:prstGeom>
          <a:solidFill>
            <a:srgbClr val="EA580C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50" name="TextBox 49">
            <a:extLst>
              <a:ext uri="{FF2B5EF4-FFF2-40B4-BE49-F238E27FC236}">
                <a16:creationId xmlns:a16="http://schemas.microsoft.com/office/drawing/2014/main" id="{D9678C4E-939C-C072-A22B-8758BFEC2069}"/>
              </a:ext>
            </a:extLst>
          </p:cNvPr>
          <p:cNvSpPr txBox="1"/>
          <p:nvPr userDrawn="1"/>
        </p:nvSpPr>
        <p:spPr>
          <a:xfrm>
            <a:off x="6185916" y="3721608"/>
            <a:ext cx="539496" cy="466344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2800" b="1">
                <a:solidFill>
                  <a:srgbClr val="FFFFFF"/>
                </a:solidFill>
                <a:latin typeface="Calibri"/>
              </a:defRPr>
            </a:pPr>
            <a:r>
              <a:t>T</a:t>
            </a:r>
          </a:p>
        </p:txBody>
      </p:sp>
      <p:sp>
        <p:nvSpPr>
          <p:cNvPr id="51" name="Oval 50">
            <a:extLst>
              <a:ext uri="{FF2B5EF4-FFF2-40B4-BE49-F238E27FC236}">
                <a16:creationId xmlns:a16="http://schemas.microsoft.com/office/drawing/2014/main" id="{883382E2-AFAB-ABE7-2879-D52BDE4E12BE}"/>
              </a:ext>
            </a:extLst>
          </p:cNvPr>
          <p:cNvSpPr/>
          <p:nvPr userDrawn="1"/>
        </p:nvSpPr>
        <p:spPr>
          <a:xfrm>
            <a:off x="5792724" y="3291840"/>
            <a:ext cx="640080" cy="640080"/>
          </a:xfrm>
          <a:prstGeom prst="ellipse">
            <a:avLst/>
          </a:prstGeom>
          <a:solidFill>
            <a:srgbClr val="FFFFF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52" name="TextBox 51">
            <a:extLst>
              <a:ext uri="{FF2B5EF4-FFF2-40B4-BE49-F238E27FC236}">
                <a16:creationId xmlns:a16="http://schemas.microsoft.com/office/drawing/2014/main" id="{D9CAC15A-36BA-2FA5-C044-AB7E5A5D5833}"/>
              </a:ext>
            </a:extLst>
          </p:cNvPr>
          <p:cNvSpPr txBox="1"/>
          <p:nvPr userDrawn="1"/>
        </p:nvSpPr>
        <p:spPr>
          <a:xfrm>
            <a:off x="5701284" y="3502152"/>
            <a:ext cx="822960" cy="219456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700" b="1">
                <a:solidFill>
                  <a:srgbClr val="0F172A"/>
                </a:solidFill>
                <a:latin typeface="Calibri"/>
              </a:defRPr>
            </a:pPr>
            <a:r>
              <a:t>{{drug_short}}</a:t>
            </a:r>
          </a:p>
        </p:txBody>
      </p:sp>
      <p:sp>
        <p:nvSpPr>
          <p:cNvPr id="53" name="TextBox 52">
            <a:extLst>
              <a:ext uri="{FF2B5EF4-FFF2-40B4-BE49-F238E27FC236}">
                <a16:creationId xmlns:a16="http://schemas.microsoft.com/office/drawing/2014/main" id="{B89FF20E-F137-D5EF-20DE-7179AD9CCE75}"/>
              </a:ext>
            </a:extLst>
          </p:cNvPr>
          <p:cNvSpPr txBox="1"/>
          <p:nvPr userDrawn="1"/>
        </p:nvSpPr>
        <p:spPr>
          <a:xfrm>
            <a:off x="1600200" y="146396"/>
            <a:ext cx="1371600" cy="23083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900" b="1">
                <a:solidFill>
                  <a:srgbClr val="FFFFFF"/>
                </a:solidFill>
                <a:latin typeface="Calibri"/>
              </a:defRPr>
            </a:pPr>
            <a:r>
              <a:rPr dirty="0">
                <a:solidFill>
                  <a:srgbClr val="C4B5FD"/>
                </a:solidFill>
                <a:latin typeface="Arial" panose="020B0604020202020204" pitchFamily="34" charset="0"/>
                <a:cs typeface="Arial" panose="020B0604020202020204" pitchFamily="34" charset="0"/>
              </a:rPr>
              <a:t>SWOT ANALYSIS</a:t>
            </a:r>
          </a:p>
        </p:txBody>
      </p:sp>
      <p:sp>
        <p:nvSpPr>
          <p:cNvPr id="54" name="TextBox 53">
            <a:extLst>
              <a:ext uri="{FF2B5EF4-FFF2-40B4-BE49-F238E27FC236}">
                <a16:creationId xmlns:a16="http://schemas.microsoft.com/office/drawing/2014/main" id="{7E204D80-BBAE-B4F6-4DBD-27A5698DB0A5}"/>
              </a:ext>
            </a:extLst>
          </p:cNvPr>
          <p:cNvSpPr txBox="1"/>
          <p:nvPr userDrawn="1"/>
        </p:nvSpPr>
        <p:spPr>
          <a:xfrm>
            <a:off x="3200400" y="118964"/>
            <a:ext cx="4572000" cy="34747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defRPr sz="1200" b="0">
                <a:solidFill>
                  <a:srgbClr val="CBD5E1"/>
                </a:solidFill>
                <a:latin typeface="Calibri"/>
              </a:defRPr>
            </a:pPr>
            <a:r>
              <a:t>{{drug_label}}</a:t>
            </a:r>
          </a:p>
        </p:txBody>
      </p:sp>
    </p:spTree>
    <p:extLst>
      <p:ext uri="{BB962C8B-B14F-4D97-AF65-F5344CB8AC3E}">
        <p14:creationId xmlns:p14="http://schemas.microsoft.com/office/powerpoint/2010/main" val="1781074632"/>
      </p:ext>
    </p:extLst>
  </p:cSld>
  <p:clrMapOvr>
    <a:masterClrMapping/>
  </p:clrMapOvr>
</p:sldLayout>
</file>

<file path=ppt/slideLayouts/slideLayout28.xml><?xml version="1.0" encoding="utf-8"?>
<p:sldLayout xmlns:a="http://schemas.openxmlformats.org/drawingml/2006/main" xmlns:r="http://schemas.openxmlformats.org/officeDocument/2006/relationships" xmlns:p="http://schemas.openxmlformats.org/presentationml/2006/main" preserve="1" userDrawn="1">
  <p:cSld name="KM_ligh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8" name="Rectangle 7">
            <a:extLst>
              <a:ext uri="{FF2B5EF4-FFF2-40B4-BE49-F238E27FC236}">
                <a16:creationId xmlns:a16="http://schemas.microsoft.com/office/drawing/2014/main" id="{BAF0B43C-559B-4A51-5A4B-699509B0EF84}"/>
              </a:ext>
            </a:extLst>
          </p:cNvPr>
          <p:cNvSpPr/>
          <p:nvPr userDrawn="1"/>
        </p:nvSpPr>
        <p:spPr>
          <a:xfrm>
            <a:off x="0" y="566928"/>
            <a:ext cx="12188952" cy="502920"/>
          </a:xfrm>
          <a:prstGeom prst="rect">
            <a:avLst/>
          </a:prstGeom>
          <a:solidFill>
            <a:srgbClr val="F5F3FF"/>
          </a:solidFill>
          <a:ln w="6350">
            <a:solidFill>
              <a:srgbClr val="E5E7EB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9" name="TextBox 8">
            <a:extLst>
              <a:ext uri="{FF2B5EF4-FFF2-40B4-BE49-F238E27FC236}">
                <a16:creationId xmlns:a16="http://schemas.microsoft.com/office/drawing/2014/main" id="{8E42C9BC-6BB1-DA87-3078-8A46D917176A}"/>
              </a:ext>
            </a:extLst>
          </p:cNvPr>
          <p:cNvSpPr txBox="1"/>
          <p:nvPr userDrawn="1"/>
        </p:nvSpPr>
        <p:spPr>
          <a:xfrm>
            <a:off x="475488" y="640080"/>
            <a:ext cx="5486400" cy="36576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defRPr sz="1300" b="1">
                <a:solidFill>
                  <a:srgbClr val="0F172A"/>
                </a:solidFill>
                <a:latin typeface="Calibri"/>
              </a:defRPr>
            </a:pPr>
            <a:r>
              <a:t>{{km_title}}</a:t>
            </a:r>
          </a:p>
        </p:txBody>
      </p:sp>
      <p:sp>
        <p:nvSpPr>
          <p:cNvPr id="10" name="TextBox 9">
            <a:extLst>
              <a:ext uri="{FF2B5EF4-FFF2-40B4-BE49-F238E27FC236}">
                <a16:creationId xmlns:a16="http://schemas.microsoft.com/office/drawing/2014/main" id="{42718B7B-8D32-8B6B-D73C-176DAB693C2B}"/>
              </a:ext>
            </a:extLst>
          </p:cNvPr>
          <p:cNvSpPr txBox="1"/>
          <p:nvPr userDrawn="1"/>
        </p:nvSpPr>
        <p:spPr>
          <a:xfrm>
            <a:off x="6400800" y="676656"/>
            <a:ext cx="5029200" cy="32004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defRPr sz="900" b="0">
                <a:solidFill>
                  <a:srgbClr val="475569"/>
                </a:solidFill>
                <a:latin typeface="Calibri"/>
              </a:defRPr>
            </a:pPr>
            <a:r>
              <a:t>{{km_subtitle}}</a:t>
            </a:r>
          </a:p>
        </p:txBody>
      </p:sp>
      <p:sp>
        <p:nvSpPr>
          <p:cNvPr id="11" name="Rounded Rectangle 15">
            <a:extLst>
              <a:ext uri="{FF2B5EF4-FFF2-40B4-BE49-F238E27FC236}">
                <a16:creationId xmlns:a16="http://schemas.microsoft.com/office/drawing/2014/main" id="{4EC4E375-3DC7-4D2B-5F02-A0138B0402F4}"/>
              </a:ext>
            </a:extLst>
          </p:cNvPr>
          <p:cNvSpPr/>
          <p:nvPr userDrawn="1"/>
        </p:nvSpPr>
        <p:spPr>
          <a:xfrm>
            <a:off x="457200" y="1143000"/>
            <a:ext cx="2736342" cy="777240"/>
          </a:xfrm>
          <a:prstGeom prst="roundRect">
            <a:avLst/>
          </a:prstGeom>
          <a:solidFill>
            <a:srgbClr val="FFFFFF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12" name="Rectangle 11">
            <a:extLst>
              <a:ext uri="{FF2B5EF4-FFF2-40B4-BE49-F238E27FC236}">
                <a16:creationId xmlns:a16="http://schemas.microsoft.com/office/drawing/2014/main" id="{45714286-56BD-CD7D-B8B1-38DAAEA88EF1}"/>
              </a:ext>
            </a:extLst>
          </p:cNvPr>
          <p:cNvSpPr/>
          <p:nvPr userDrawn="1"/>
        </p:nvSpPr>
        <p:spPr>
          <a:xfrm>
            <a:off x="457200" y="1143000"/>
            <a:ext cx="2736342" cy="36576"/>
          </a:xfrm>
          <a:prstGeom prst="rect">
            <a:avLst/>
          </a:prstGeom>
          <a:solidFill>
            <a:srgbClr val="10B981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13" name="TextBox 12">
            <a:extLst>
              <a:ext uri="{FF2B5EF4-FFF2-40B4-BE49-F238E27FC236}">
                <a16:creationId xmlns:a16="http://schemas.microsoft.com/office/drawing/2014/main" id="{94037E4F-3F89-D8AA-43BF-DB193AD27756}"/>
              </a:ext>
            </a:extLst>
          </p:cNvPr>
          <p:cNvSpPr txBox="1"/>
          <p:nvPr userDrawn="1"/>
        </p:nvSpPr>
        <p:spPr>
          <a:xfrm>
            <a:off x="566928" y="1234440"/>
            <a:ext cx="2516886" cy="1828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defRPr sz="800" b="0">
                <a:solidFill>
                  <a:srgbClr val="94A3B8"/>
                </a:solidFill>
                <a:latin typeface="Calibri"/>
              </a:defRPr>
            </a:pPr>
            <a:r>
              <a:t>{{km_kpi_1_label}}</a:t>
            </a:r>
          </a:p>
        </p:txBody>
      </p:sp>
      <p:sp>
        <p:nvSpPr>
          <p:cNvPr id="14" name="TextBox 13">
            <a:extLst>
              <a:ext uri="{FF2B5EF4-FFF2-40B4-BE49-F238E27FC236}">
                <a16:creationId xmlns:a16="http://schemas.microsoft.com/office/drawing/2014/main" id="{999AEF49-6112-C3EB-A249-312FB15E1974}"/>
              </a:ext>
            </a:extLst>
          </p:cNvPr>
          <p:cNvSpPr txBox="1"/>
          <p:nvPr userDrawn="1"/>
        </p:nvSpPr>
        <p:spPr>
          <a:xfrm>
            <a:off x="566928" y="1417320"/>
            <a:ext cx="2516886" cy="36576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1800" b="1">
                <a:solidFill>
                  <a:srgbClr val="10B981"/>
                </a:solidFill>
                <a:latin typeface="Calibri"/>
              </a:defRPr>
            </a:pPr>
            <a:r>
              <a:t>{{km_kpi_1_value}}</a:t>
            </a:r>
          </a:p>
        </p:txBody>
      </p:sp>
      <p:sp>
        <p:nvSpPr>
          <p:cNvPr id="15" name="Rounded Rectangle 19">
            <a:extLst>
              <a:ext uri="{FF2B5EF4-FFF2-40B4-BE49-F238E27FC236}">
                <a16:creationId xmlns:a16="http://schemas.microsoft.com/office/drawing/2014/main" id="{99522371-BEED-A3A6-C0C6-BA9463F9E2B2}"/>
              </a:ext>
            </a:extLst>
          </p:cNvPr>
          <p:cNvSpPr/>
          <p:nvPr userDrawn="1"/>
        </p:nvSpPr>
        <p:spPr>
          <a:xfrm>
            <a:off x="3303270" y="1143000"/>
            <a:ext cx="2736342" cy="777240"/>
          </a:xfrm>
          <a:prstGeom prst="roundRect">
            <a:avLst/>
          </a:prstGeom>
          <a:solidFill>
            <a:srgbClr val="FFFFFF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16" name="Rectangle 15">
            <a:extLst>
              <a:ext uri="{FF2B5EF4-FFF2-40B4-BE49-F238E27FC236}">
                <a16:creationId xmlns:a16="http://schemas.microsoft.com/office/drawing/2014/main" id="{C10B1239-3E38-ED17-32F6-CE2371F32064}"/>
              </a:ext>
            </a:extLst>
          </p:cNvPr>
          <p:cNvSpPr/>
          <p:nvPr userDrawn="1"/>
        </p:nvSpPr>
        <p:spPr>
          <a:xfrm>
            <a:off x="3303270" y="1143000"/>
            <a:ext cx="2736342" cy="36576"/>
          </a:xfrm>
          <a:prstGeom prst="rect">
            <a:avLst/>
          </a:prstGeom>
          <a:solidFill>
            <a:srgbClr val="6366F1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17" name="TextBox 16">
            <a:extLst>
              <a:ext uri="{FF2B5EF4-FFF2-40B4-BE49-F238E27FC236}">
                <a16:creationId xmlns:a16="http://schemas.microsoft.com/office/drawing/2014/main" id="{0EF839B7-7823-3408-7E8F-DB5665B99EA8}"/>
              </a:ext>
            </a:extLst>
          </p:cNvPr>
          <p:cNvSpPr txBox="1"/>
          <p:nvPr userDrawn="1"/>
        </p:nvSpPr>
        <p:spPr>
          <a:xfrm>
            <a:off x="3412998" y="1234440"/>
            <a:ext cx="2516886" cy="1828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defRPr sz="800" b="0">
                <a:solidFill>
                  <a:srgbClr val="94A3B8"/>
                </a:solidFill>
                <a:latin typeface="Calibri"/>
              </a:defRPr>
            </a:pPr>
            <a:r>
              <a:t>{{km_kpi_2_label}}</a:t>
            </a:r>
          </a:p>
        </p:txBody>
      </p:sp>
      <p:sp>
        <p:nvSpPr>
          <p:cNvPr id="18" name="TextBox 17">
            <a:extLst>
              <a:ext uri="{FF2B5EF4-FFF2-40B4-BE49-F238E27FC236}">
                <a16:creationId xmlns:a16="http://schemas.microsoft.com/office/drawing/2014/main" id="{D7E7FAA2-DC29-0569-27F3-4535D352C590}"/>
              </a:ext>
            </a:extLst>
          </p:cNvPr>
          <p:cNvSpPr txBox="1"/>
          <p:nvPr userDrawn="1"/>
        </p:nvSpPr>
        <p:spPr>
          <a:xfrm>
            <a:off x="3412998" y="1417320"/>
            <a:ext cx="2516886" cy="36576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1800" b="1">
                <a:solidFill>
                  <a:srgbClr val="6366F1"/>
                </a:solidFill>
                <a:latin typeface="Calibri"/>
              </a:defRPr>
            </a:pPr>
            <a:r>
              <a:t>{{km_kpi_2_value}}</a:t>
            </a:r>
          </a:p>
        </p:txBody>
      </p:sp>
      <p:sp>
        <p:nvSpPr>
          <p:cNvPr id="19" name="Rounded Rectangle 23">
            <a:extLst>
              <a:ext uri="{FF2B5EF4-FFF2-40B4-BE49-F238E27FC236}">
                <a16:creationId xmlns:a16="http://schemas.microsoft.com/office/drawing/2014/main" id="{B9966078-BCBF-1DB5-6AC5-623F79944D20}"/>
              </a:ext>
            </a:extLst>
          </p:cNvPr>
          <p:cNvSpPr/>
          <p:nvPr userDrawn="1"/>
        </p:nvSpPr>
        <p:spPr>
          <a:xfrm>
            <a:off x="6149340" y="1143000"/>
            <a:ext cx="2736342" cy="777240"/>
          </a:xfrm>
          <a:prstGeom prst="roundRect">
            <a:avLst/>
          </a:prstGeom>
          <a:solidFill>
            <a:srgbClr val="FFFFFF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20" name="Rectangle 19">
            <a:extLst>
              <a:ext uri="{FF2B5EF4-FFF2-40B4-BE49-F238E27FC236}">
                <a16:creationId xmlns:a16="http://schemas.microsoft.com/office/drawing/2014/main" id="{99D27D29-873A-B704-FA51-C9C2B2B6632B}"/>
              </a:ext>
            </a:extLst>
          </p:cNvPr>
          <p:cNvSpPr/>
          <p:nvPr userDrawn="1"/>
        </p:nvSpPr>
        <p:spPr>
          <a:xfrm>
            <a:off x="6149340" y="1143000"/>
            <a:ext cx="2736342" cy="36576"/>
          </a:xfrm>
          <a:prstGeom prst="rect">
            <a:avLst/>
          </a:prstGeom>
          <a:solidFill>
            <a:srgbClr val="8B5CF6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21" name="TextBox 20">
            <a:extLst>
              <a:ext uri="{FF2B5EF4-FFF2-40B4-BE49-F238E27FC236}">
                <a16:creationId xmlns:a16="http://schemas.microsoft.com/office/drawing/2014/main" id="{CF531344-BE68-AA82-7BFF-CA458D68CC0B}"/>
              </a:ext>
            </a:extLst>
          </p:cNvPr>
          <p:cNvSpPr txBox="1"/>
          <p:nvPr userDrawn="1"/>
        </p:nvSpPr>
        <p:spPr>
          <a:xfrm>
            <a:off x="6259068" y="1234440"/>
            <a:ext cx="2516886" cy="1828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defRPr sz="800" b="0">
                <a:solidFill>
                  <a:srgbClr val="94A3B8"/>
                </a:solidFill>
                <a:latin typeface="Calibri"/>
              </a:defRPr>
            </a:pPr>
            <a:r>
              <a:t>{{km_kpi_3_label}}</a:t>
            </a:r>
          </a:p>
        </p:txBody>
      </p:sp>
      <p:sp>
        <p:nvSpPr>
          <p:cNvPr id="22" name="TextBox 21">
            <a:extLst>
              <a:ext uri="{FF2B5EF4-FFF2-40B4-BE49-F238E27FC236}">
                <a16:creationId xmlns:a16="http://schemas.microsoft.com/office/drawing/2014/main" id="{315E6FAB-7019-54DB-C52A-D50255EA6F34}"/>
              </a:ext>
            </a:extLst>
          </p:cNvPr>
          <p:cNvSpPr txBox="1"/>
          <p:nvPr userDrawn="1"/>
        </p:nvSpPr>
        <p:spPr>
          <a:xfrm>
            <a:off x="6259068" y="1417320"/>
            <a:ext cx="2516886" cy="36576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1800" b="1">
                <a:solidFill>
                  <a:srgbClr val="8B5CF6"/>
                </a:solidFill>
                <a:latin typeface="Calibri"/>
              </a:defRPr>
            </a:pPr>
            <a:r>
              <a:t>{{km_kpi_3_value}}</a:t>
            </a:r>
          </a:p>
        </p:txBody>
      </p:sp>
      <p:sp>
        <p:nvSpPr>
          <p:cNvPr id="23" name="Rounded Rectangle 27">
            <a:extLst>
              <a:ext uri="{FF2B5EF4-FFF2-40B4-BE49-F238E27FC236}">
                <a16:creationId xmlns:a16="http://schemas.microsoft.com/office/drawing/2014/main" id="{5112CE02-E98D-A30F-91A7-0AD290062F16}"/>
              </a:ext>
            </a:extLst>
          </p:cNvPr>
          <p:cNvSpPr/>
          <p:nvPr userDrawn="1"/>
        </p:nvSpPr>
        <p:spPr>
          <a:xfrm>
            <a:off x="8995410" y="1143000"/>
            <a:ext cx="2736342" cy="777240"/>
          </a:xfrm>
          <a:prstGeom prst="roundRect">
            <a:avLst/>
          </a:prstGeom>
          <a:solidFill>
            <a:srgbClr val="FFFFFF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24" name="Rectangle 23">
            <a:extLst>
              <a:ext uri="{FF2B5EF4-FFF2-40B4-BE49-F238E27FC236}">
                <a16:creationId xmlns:a16="http://schemas.microsoft.com/office/drawing/2014/main" id="{931BFBC4-A90D-B426-C95E-79608CCD5BEB}"/>
              </a:ext>
            </a:extLst>
          </p:cNvPr>
          <p:cNvSpPr/>
          <p:nvPr userDrawn="1"/>
        </p:nvSpPr>
        <p:spPr>
          <a:xfrm>
            <a:off x="8995410" y="1143000"/>
            <a:ext cx="2736342" cy="36576"/>
          </a:xfrm>
          <a:prstGeom prst="rect">
            <a:avLst/>
          </a:prstGeom>
          <a:solidFill>
            <a:srgbClr val="D97706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25" name="TextBox 24">
            <a:extLst>
              <a:ext uri="{FF2B5EF4-FFF2-40B4-BE49-F238E27FC236}">
                <a16:creationId xmlns:a16="http://schemas.microsoft.com/office/drawing/2014/main" id="{9E92597A-3922-68B4-F287-236DD3D41E2D}"/>
              </a:ext>
            </a:extLst>
          </p:cNvPr>
          <p:cNvSpPr txBox="1"/>
          <p:nvPr userDrawn="1"/>
        </p:nvSpPr>
        <p:spPr>
          <a:xfrm>
            <a:off x="9105138" y="1234440"/>
            <a:ext cx="2516886" cy="1828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defRPr sz="800" b="0">
                <a:solidFill>
                  <a:srgbClr val="94A3B8"/>
                </a:solidFill>
                <a:latin typeface="Calibri"/>
              </a:defRPr>
            </a:pPr>
            <a:r>
              <a:t>{{km_kpi_4_label}}</a:t>
            </a:r>
          </a:p>
        </p:txBody>
      </p:sp>
      <p:sp>
        <p:nvSpPr>
          <p:cNvPr id="26" name="TextBox 25">
            <a:extLst>
              <a:ext uri="{FF2B5EF4-FFF2-40B4-BE49-F238E27FC236}">
                <a16:creationId xmlns:a16="http://schemas.microsoft.com/office/drawing/2014/main" id="{48CC0B2B-FD4A-D675-9EFD-98F6FED601FF}"/>
              </a:ext>
            </a:extLst>
          </p:cNvPr>
          <p:cNvSpPr txBox="1"/>
          <p:nvPr userDrawn="1"/>
        </p:nvSpPr>
        <p:spPr>
          <a:xfrm>
            <a:off x="9105138" y="1417320"/>
            <a:ext cx="2516886" cy="36576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1800" b="1">
                <a:solidFill>
                  <a:srgbClr val="D97706"/>
                </a:solidFill>
                <a:latin typeface="Calibri"/>
              </a:defRPr>
            </a:pPr>
            <a:r>
              <a:t>{{km_kpi_4_value}}</a:t>
            </a:r>
          </a:p>
        </p:txBody>
      </p:sp>
      <p:sp>
        <p:nvSpPr>
          <p:cNvPr id="27" name="Rounded Rectangle 31" descr="CHART_AREA">
            <a:extLst>
              <a:ext uri="{FF2B5EF4-FFF2-40B4-BE49-F238E27FC236}">
                <a16:creationId xmlns:a16="http://schemas.microsoft.com/office/drawing/2014/main" id="{C63E1236-270A-BE7E-FEC3-C6F4A14BF0CD}"/>
              </a:ext>
            </a:extLst>
          </p:cNvPr>
          <p:cNvSpPr/>
          <p:nvPr userDrawn="1"/>
        </p:nvSpPr>
        <p:spPr>
          <a:xfrm>
            <a:off x="457200" y="2057400"/>
            <a:ext cx="11274552" cy="3840480"/>
          </a:xfrm>
          <a:prstGeom prst="roundRect">
            <a:avLst/>
          </a:prstGeom>
          <a:solidFill>
            <a:srgbClr val="FFFFFF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28" name="TextBox 27">
            <a:extLst>
              <a:ext uri="{FF2B5EF4-FFF2-40B4-BE49-F238E27FC236}">
                <a16:creationId xmlns:a16="http://schemas.microsoft.com/office/drawing/2014/main" id="{5B42E532-E1F6-C562-6B48-929EEA54C02F}"/>
              </a:ext>
            </a:extLst>
          </p:cNvPr>
          <p:cNvSpPr txBox="1"/>
          <p:nvPr userDrawn="1"/>
        </p:nvSpPr>
        <p:spPr>
          <a:xfrm>
            <a:off x="4114800" y="3429000"/>
            <a:ext cx="4114800" cy="36576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1100" b="0">
                <a:solidFill>
                  <a:srgbClr val="94A3B8"/>
                </a:solidFill>
                <a:latin typeface="Calibri"/>
              </a:defRPr>
            </a:pPr>
            <a:r>
              <a:t>{{km_chart_area}}</a:t>
            </a:r>
          </a:p>
        </p:txBody>
      </p:sp>
      <p:sp>
        <p:nvSpPr>
          <p:cNvPr id="29" name="TextBox 28">
            <a:extLst>
              <a:ext uri="{FF2B5EF4-FFF2-40B4-BE49-F238E27FC236}">
                <a16:creationId xmlns:a16="http://schemas.microsoft.com/office/drawing/2014/main" id="{B8846A70-302A-A985-EAFC-2CD118AF445C}"/>
              </a:ext>
            </a:extLst>
          </p:cNvPr>
          <p:cNvSpPr txBox="1"/>
          <p:nvPr userDrawn="1"/>
        </p:nvSpPr>
        <p:spPr>
          <a:xfrm>
            <a:off x="3200400" y="3886200"/>
            <a:ext cx="5943600" cy="2743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800" b="0">
                <a:solidFill>
                  <a:srgbClr val="94A3B8"/>
                </a:solidFill>
                <a:latin typeface="Calibri"/>
              </a:defRPr>
            </a:pPr>
            <a:r>
              <a:t>KM curve rendered by Chart Service</a:t>
            </a:r>
          </a:p>
        </p:txBody>
      </p:sp>
      <p:sp>
        <p:nvSpPr>
          <p:cNvPr id="30" name="TextBox 29">
            <a:extLst>
              <a:ext uri="{FF2B5EF4-FFF2-40B4-BE49-F238E27FC236}">
                <a16:creationId xmlns:a16="http://schemas.microsoft.com/office/drawing/2014/main" id="{58F00C8F-C1D7-D3DC-B2D5-6A066DFD95E0}"/>
              </a:ext>
            </a:extLst>
          </p:cNvPr>
          <p:cNvSpPr txBox="1"/>
          <p:nvPr userDrawn="1"/>
        </p:nvSpPr>
        <p:spPr>
          <a:xfrm>
            <a:off x="457200" y="5989320"/>
            <a:ext cx="2743200" cy="2286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defRPr sz="800" b="1">
                <a:solidFill>
                  <a:srgbClr val="475569"/>
                </a:solidFill>
                <a:latin typeface="Calibri"/>
              </a:defRPr>
            </a:pPr>
            <a:r>
              <a:t>{{km_at_risk_label}}</a:t>
            </a:r>
          </a:p>
        </p:txBody>
      </p:sp>
      <p:sp>
        <p:nvSpPr>
          <p:cNvPr id="31" name="TextBox 30">
            <a:extLst>
              <a:ext uri="{FF2B5EF4-FFF2-40B4-BE49-F238E27FC236}">
                <a16:creationId xmlns:a16="http://schemas.microsoft.com/office/drawing/2014/main" id="{67ADF438-E191-E957-E0E7-B92C3AD6308C}"/>
              </a:ext>
            </a:extLst>
          </p:cNvPr>
          <p:cNvSpPr txBox="1"/>
          <p:nvPr userDrawn="1"/>
        </p:nvSpPr>
        <p:spPr>
          <a:xfrm>
            <a:off x="1600200" y="147588"/>
            <a:ext cx="1737360" cy="23083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900" b="1">
                <a:solidFill>
                  <a:srgbClr val="FFFFFF"/>
                </a:solidFill>
                <a:latin typeface="Calibri"/>
              </a:defRPr>
            </a:pPr>
            <a:r>
              <a:rPr dirty="0">
                <a:solidFill>
                  <a:srgbClr val="C4B5FD"/>
                </a:solidFill>
                <a:latin typeface="Arial" panose="020B0604020202020204" pitchFamily="34" charset="0"/>
                <a:cs typeface="Arial" panose="020B0604020202020204" pitchFamily="34" charset="0"/>
              </a:rPr>
              <a:t>KAPLAN-MEIER</a:t>
            </a:r>
          </a:p>
        </p:txBody>
      </p:sp>
      <p:sp>
        <p:nvSpPr>
          <p:cNvPr id="32" name="TextBox 31">
            <a:extLst>
              <a:ext uri="{FF2B5EF4-FFF2-40B4-BE49-F238E27FC236}">
                <a16:creationId xmlns:a16="http://schemas.microsoft.com/office/drawing/2014/main" id="{0923FA61-29FB-1635-C73F-2A628D48AEF6}"/>
              </a:ext>
            </a:extLst>
          </p:cNvPr>
          <p:cNvSpPr txBox="1"/>
          <p:nvPr userDrawn="1"/>
        </p:nvSpPr>
        <p:spPr>
          <a:xfrm>
            <a:off x="3566160" y="118964"/>
            <a:ext cx="4572000" cy="34747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defRPr sz="1200" b="0">
                <a:solidFill>
                  <a:srgbClr val="CBD5E1"/>
                </a:solidFill>
                <a:latin typeface="Calibri"/>
              </a:defRPr>
            </a:pPr>
            <a:r>
              <a:rPr dirty="0"/>
              <a:t>{{</a:t>
            </a:r>
            <a:r>
              <a:rPr dirty="0" err="1"/>
              <a:t>drug_label</a:t>
            </a:r>
            <a:r>
              <a:rPr dirty="0"/>
              <a:t>}}</a:t>
            </a:r>
          </a:p>
        </p:txBody>
      </p:sp>
    </p:spTree>
    <p:extLst>
      <p:ext uri="{BB962C8B-B14F-4D97-AF65-F5344CB8AC3E}">
        <p14:creationId xmlns:p14="http://schemas.microsoft.com/office/powerpoint/2010/main" val="2004722868"/>
      </p:ext>
    </p:extLst>
  </p:cSld>
  <p:clrMapOvr>
    <a:masterClrMapping/>
  </p:clrMapOvr>
</p:sldLayout>
</file>

<file path=ppt/slideLayouts/slideLayout29.xml><?xml version="1.0" encoding="utf-8"?>
<p:sldLayout xmlns:a="http://schemas.openxmlformats.org/drawingml/2006/main" xmlns:r="http://schemas.openxmlformats.org/officeDocument/2006/relationships" xmlns:p="http://schemas.openxmlformats.org/presentationml/2006/main" preserve="1" userDrawn="1">
  <p:cSld name="EPIDEMIOLOGY_ligh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7" name="Rectangle 6">
            <a:extLst>
              <a:ext uri="{FF2B5EF4-FFF2-40B4-BE49-F238E27FC236}">
                <a16:creationId xmlns:a16="http://schemas.microsoft.com/office/drawing/2014/main" id="{247FF796-1CC4-4F5C-DD74-4A88F9DDD6DE}"/>
              </a:ext>
            </a:extLst>
          </p:cNvPr>
          <p:cNvSpPr/>
          <p:nvPr userDrawn="1"/>
        </p:nvSpPr>
        <p:spPr>
          <a:xfrm>
            <a:off x="0" y="566928"/>
            <a:ext cx="12188952" cy="502920"/>
          </a:xfrm>
          <a:prstGeom prst="rect">
            <a:avLst/>
          </a:prstGeom>
          <a:solidFill>
            <a:srgbClr val="F5F3FF"/>
          </a:solidFill>
          <a:ln w="6350">
            <a:solidFill>
              <a:srgbClr val="E5E7EB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8" name="TextBox 7">
            <a:extLst>
              <a:ext uri="{FF2B5EF4-FFF2-40B4-BE49-F238E27FC236}">
                <a16:creationId xmlns:a16="http://schemas.microsoft.com/office/drawing/2014/main" id="{94852883-B992-4C7C-2F7C-399E8C488B81}"/>
              </a:ext>
            </a:extLst>
          </p:cNvPr>
          <p:cNvSpPr txBox="1"/>
          <p:nvPr userDrawn="1"/>
        </p:nvSpPr>
        <p:spPr>
          <a:xfrm>
            <a:off x="475488" y="640080"/>
            <a:ext cx="4572000" cy="36576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defRPr sz="1300" b="1">
                <a:solidFill>
                  <a:srgbClr val="0F172A"/>
                </a:solidFill>
                <a:latin typeface="Calibri"/>
              </a:defRPr>
            </a:pPr>
            <a:r>
              <a:t>{{prevalence_title}}</a:t>
            </a:r>
          </a:p>
        </p:txBody>
      </p:sp>
      <p:sp>
        <p:nvSpPr>
          <p:cNvPr id="9" name="TextBox 8">
            <a:extLst>
              <a:ext uri="{FF2B5EF4-FFF2-40B4-BE49-F238E27FC236}">
                <a16:creationId xmlns:a16="http://schemas.microsoft.com/office/drawing/2014/main" id="{DD9B25A9-A08F-F2BB-418B-CED7E5290740}"/>
              </a:ext>
            </a:extLst>
          </p:cNvPr>
          <p:cNvSpPr txBox="1"/>
          <p:nvPr userDrawn="1"/>
        </p:nvSpPr>
        <p:spPr>
          <a:xfrm>
            <a:off x="5486400" y="676656"/>
            <a:ext cx="4572000" cy="32004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defRPr sz="900" b="0">
                <a:solidFill>
                  <a:srgbClr val="475569"/>
                </a:solidFill>
                <a:latin typeface="Calibri"/>
              </a:defRPr>
            </a:pPr>
            <a:r>
              <a:t>{{prevalence_subtitle}}</a:t>
            </a:r>
          </a:p>
        </p:txBody>
      </p:sp>
      <p:sp>
        <p:nvSpPr>
          <p:cNvPr id="10" name="Rounded Rectangle 18">
            <a:extLst>
              <a:ext uri="{FF2B5EF4-FFF2-40B4-BE49-F238E27FC236}">
                <a16:creationId xmlns:a16="http://schemas.microsoft.com/office/drawing/2014/main" id="{70272913-CF21-883A-BDE6-9CE4F2BB31CC}"/>
              </a:ext>
            </a:extLst>
          </p:cNvPr>
          <p:cNvSpPr/>
          <p:nvPr userDrawn="1"/>
        </p:nvSpPr>
        <p:spPr>
          <a:xfrm>
            <a:off x="457200" y="1234440"/>
            <a:ext cx="2715768" cy="1463040"/>
          </a:xfrm>
          <a:prstGeom prst="roundRect">
            <a:avLst/>
          </a:prstGeom>
          <a:solidFill>
            <a:srgbClr val="FFFFFF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11" name="Rectangle 10">
            <a:extLst>
              <a:ext uri="{FF2B5EF4-FFF2-40B4-BE49-F238E27FC236}">
                <a16:creationId xmlns:a16="http://schemas.microsoft.com/office/drawing/2014/main" id="{C39E2004-B2D3-7DF4-615A-180EC13FAC33}"/>
              </a:ext>
            </a:extLst>
          </p:cNvPr>
          <p:cNvSpPr/>
          <p:nvPr userDrawn="1"/>
        </p:nvSpPr>
        <p:spPr>
          <a:xfrm>
            <a:off x="457200" y="1234440"/>
            <a:ext cx="2715768" cy="36576"/>
          </a:xfrm>
          <a:prstGeom prst="rect">
            <a:avLst/>
          </a:prstGeom>
          <a:noFill/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>
              <a:solidFill>
                <a:schemeClr val="accent4"/>
              </a:solidFill>
            </a:endParaRPr>
          </a:p>
        </p:txBody>
      </p:sp>
      <p:sp>
        <p:nvSpPr>
          <p:cNvPr id="12" name="TextBox 11">
            <a:extLst>
              <a:ext uri="{FF2B5EF4-FFF2-40B4-BE49-F238E27FC236}">
                <a16:creationId xmlns:a16="http://schemas.microsoft.com/office/drawing/2014/main" id="{FE0A3E71-B754-C7DC-770A-0472CC4A107F}"/>
              </a:ext>
            </a:extLst>
          </p:cNvPr>
          <p:cNvSpPr txBox="1"/>
          <p:nvPr userDrawn="1"/>
        </p:nvSpPr>
        <p:spPr>
          <a:xfrm>
            <a:off x="594360" y="1417320"/>
            <a:ext cx="2441448" cy="1828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defRPr sz="900" b="0">
                <a:solidFill>
                  <a:srgbClr val="94A3B8"/>
                </a:solidFill>
                <a:latin typeface="Calibri"/>
              </a:defRPr>
            </a:pPr>
            <a:r>
              <a:t>{{kpi_1_label}}</a:t>
            </a:r>
          </a:p>
        </p:txBody>
      </p:sp>
      <p:sp>
        <p:nvSpPr>
          <p:cNvPr id="13" name="TextBox 12">
            <a:extLst>
              <a:ext uri="{FF2B5EF4-FFF2-40B4-BE49-F238E27FC236}">
                <a16:creationId xmlns:a16="http://schemas.microsoft.com/office/drawing/2014/main" id="{AEBE5EA1-B8AD-3E31-D8CC-142A5606FA93}"/>
              </a:ext>
            </a:extLst>
          </p:cNvPr>
          <p:cNvSpPr txBox="1"/>
          <p:nvPr userDrawn="1"/>
        </p:nvSpPr>
        <p:spPr>
          <a:xfrm>
            <a:off x="594360" y="1645920"/>
            <a:ext cx="2441448" cy="954107"/>
          </a:xfrm>
          <a:prstGeom prst="rect">
            <a:avLst/>
          </a:prstGeom>
          <a:noFill/>
          <a:ln>
            <a:noFill/>
          </a:ln>
        </p:spPr>
        <p:txBody>
          <a:bodyPr wrap="square">
            <a:spAutoFit/>
          </a:bodyPr>
          <a:lstStyle/>
          <a:p>
            <a:pPr algn="ctr">
              <a:defRPr sz="2800" b="1">
                <a:solidFill>
                  <a:srgbClr val="10B981"/>
                </a:solidFill>
                <a:latin typeface="Calibri"/>
              </a:defRPr>
            </a:pPr>
            <a:r>
              <a:rPr>
                <a:solidFill>
                  <a:schemeClr val="accent4"/>
                </a:solidFill>
              </a:rPr>
              <a:t>{{kpi_1_value}}</a:t>
            </a:r>
          </a:p>
        </p:txBody>
      </p:sp>
      <p:sp>
        <p:nvSpPr>
          <p:cNvPr id="14" name="TextBox 13">
            <a:extLst>
              <a:ext uri="{FF2B5EF4-FFF2-40B4-BE49-F238E27FC236}">
                <a16:creationId xmlns:a16="http://schemas.microsoft.com/office/drawing/2014/main" id="{8F95D551-9D2F-284D-AF63-1FD0F8E1ACB0}"/>
              </a:ext>
            </a:extLst>
          </p:cNvPr>
          <p:cNvSpPr txBox="1"/>
          <p:nvPr userDrawn="1"/>
        </p:nvSpPr>
        <p:spPr>
          <a:xfrm>
            <a:off x="594360" y="2286000"/>
            <a:ext cx="2441448" cy="2743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800" b="0">
                <a:solidFill>
                  <a:srgbClr val="94A3B8"/>
                </a:solidFill>
                <a:latin typeface="Calibri"/>
              </a:defRPr>
            </a:pPr>
            <a:r>
              <a:t>{{kpi_1_source}}</a:t>
            </a:r>
          </a:p>
        </p:txBody>
      </p:sp>
      <p:sp>
        <p:nvSpPr>
          <p:cNvPr id="15" name="Rounded Rectangle 23">
            <a:extLst>
              <a:ext uri="{FF2B5EF4-FFF2-40B4-BE49-F238E27FC236}">
                <a16:creationId xmlns:a16="http://schemas.microsoft.com/office/drawing/2014/main" id="{A60244F1-F80D-93EF-51AA-534F1B019112}"/>
              </a:ext>
            </a:extLst>
          </p:cNvPr>
          <p:cNvSpPr/>
          <p:nvPr userDrawn="1"/>
        </p:nvSpPr>
        <p:spPr>
          <a:xfrm>
            <a:off x="3310128" y="1234440"/>
            <a:ext cx="2715768" cy="1463040"/>
          </a:xfrm>
          <a:prstGeom prst="roundRect">
            <a:avLst/>
          </a:prstGeom>
          <a:solidFill>
            <a:srgbClr val="FFFFFF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16" name="Rectangle 15">
            <a:extLst>
              <a:ext uri="{FF2B5EF4-FFF2-40B4-BE49-F238E27FC236}">
                <a16:creationId xmlns:a16="http://schemas.microsoft.com/office/drawing/2014/main" id="{540BB11A-FB33-0EA7-04C4-831061C58F75}"/>
              </a:ext>
            </a:extLst>
          </p:cNvPr>
          <p:cNvSpPr/>
          <p:nvPr userDrawn="1"/>
        </p:nvSpPr>
        <p:spPr>
          <a:xfrm>
            <a:off x="3310128" y="1234440"/>
            <a:ext cx="2715768" cy="36576"/>
          </a:xfrm>
          <a:prstGeom prst="rect">
            <a:avLst/>
          </a:prstGeom>
          <a:noFill/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>
              <a:solidFill>
                <a:schemeClr val="accent4"/>
              </a:solidFill>
            </a:endParaRPr>
          </a:p>
        </p:txBody>
      </p:sp>
      <p:sp>
        <p:nvSpPr>
          <p:cNvPr id="17" name="TextBox 16">
            <a:extLst>
              <a:ext uri="{FF2B5EF4-FFF2-40B4-BE49-F238E27FC236}">
                <a16:creationId xmlns:a16="http://schemas.microsoft.com/office/drawing/2014/main" id="{217DF350-F647-AFF1-88E3-600D7E2CA272}"/>
              </a:ext>
            </a:extLst>
          </p:cNvPr>
          <p:cNvSpPr txBox="1"/>
          <p:nvPr userDrawn="1"/>
        </p:nvSpPr>
        <p:spPr>
          <a:xfrm>
            <a:off x="3447288" y="1417320"/>
            <a:ext cx="2441448" cy="1828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defRPr sz="900" b="0">
                <a:solidFill>
                  <a:srgbClr val="94A3B8"/>
                </a:solidFill>
                <a:latin typeface="Calibri"/>
              </a:defRPr>
            </a:pPr>
            <a:r>
              <a:t>{{kpi_2_label}}</a:t>
            </a:r>
          </a:p>
        </p:txBody>
      </p:sp>
      <p:sp>
        <p:nvSpPr>
          <p:cNvPr id="18" name="TextBox 17">
            <a:extLst>
              <a:ext uri="{FF2B5EF4-FFF2-40B4-BE49-F238E27FC236}">
                <a16:creationId xmlns:a16="http://schemas.microsoft.com/office/drawing/2014/main" id="{479C076D-CC24-E1CE-0AA9-3FC7BA42CCC5}"/>
              </a:ext>
            </a:extLst>
          </p:cNvPr>
          <p:cNvSpPr txBox="1"/>
          <p:nvPr userDrawn="1"/>
        </p:nvSpPr>
        <p:spPr>
          <a:xfrm>
            <a:off x="3447288" y="1645920"/>
            <a:ext cx="2441448" cy="954107"/>
          </a:xfrm>
          <a:prstGeom prst="rect">
            <a:avLst/>
          </a:prstGeom>
          <a:noFill/>
          <a:ln>
            <a:noFill/>
          </a:ln>
        </p:spPr>
        <p:txBody>
          <a:bodyPr wrap="square">
            <a:spAutoFit/>
          </a:bodyPr>
          <a:lstStyle/>
          <a:p>
            <a:pPr algn="ctr">
              <a:defRPr sz="2800" b="1">
                <a:solidFill>
                  <a:srgbClr val="10B981"/>
                </a:solidFill>
                <a:latin typeface="Calibri"/>
              </a:defRPr>
            </a:pPr>
            <a:r>
              <a:rPr>
                <a:solidFill>
                  <a:schemeClr val="accent4"/>
                </a:solidFill>
              </a:rPr>
              <a:t>{{kpi_2_value}}</a:t>
            </a:r>
          </a:p>
        </p:txBody>
      </p:sp>
      <p:sp>
        <p:nvSpPr>
          <p:cNvPr id="19" name="TextBox 18">
            <a:extLst>
              <a:ext uri="{FF2B5EF4-FFF2-40B4-BE49-F238E27FC236}">
                <a16:creationId xmlns:a16="http://schemas.microsoft.com/office/drawing/2014/main" id="{DECA52C1-A682-FC79-6295-1736F6E2CCE7}"/>
              </a:ext>
            </a:extLst>
          </p:cNvPr>
          <p:cNvSpPr txBox="1"/>
          <p:nvPr userDrawn="1"/>
        </p:nvSpPr>
        <p:spPr>
          <a:xfrm>
            <a:off x="3447288" y="2286000"/>
            <a:ext cx="2441448" cy="2743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800" b="0">
                <a:solidFill>
                  <a:srgbClr val="94A3B8"/>
                </a:solidFill>
                <a:latin typeface="Calibri"/>
              </a:defRPr>
            </a:pPr>
            <a:r>
              <a:t>{{kpi_2_source}}</a:t>
            </a:r>
          </a:p>
        </p:txBody>
      </p:sp>
      <p:sp>
        <p:nvSpPr>
          <p:cNvPr id="20" name="Rounded Rectangle 28">
            <a:extLst>
              <a:ext uri="{FF2B5EF4-FFF2-40B4-BE49-F238E27FC236}">
                <a16:creationId xmlns:a16="http://schemas.microsoft.com/office/drawing/2014/main" id="{5E8F3997-A0DD-CF59-99E0-9B6A7EAC459A}"/>
              </a:ext>
            </a:extLst>
          </p:cNvPr>
          <p:cNvSpPr/>
          <p:nvPr userDrawn="1"/>
        </p:nvSpPr>
        <p:spPr>
          <a:xfrm>
            <a:off x="6163056" y="1234440"/>
            <a:ext cx="2715768" cy="1463040"/>
          </a:xfrm>
          <a:prstGeom prst="roundRect">
            <a:avLst/>
          </a:prstGeom>
          <a:solidFill>
            <a:srgbClr val="FFFFFF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21" name="Rectangle 20">
            <a:extLst>
              <a:ext uri="{FF2B5EF4-FFF2-40B4-BE49-F238E27FC236}">
                <a16:creationId xmlns:a16="http://schemas.microsoft.com/office/drawing/2014/main" id="{0F2C73DE-B93A-E04A-F8AC-4A431CB0AF9D}"/>
              </a:ext>
            </a:extLst>
          </p:cNvPr>
          <p:cNvSpPr/>
          <p:nvPr userDrawn="1"/>
        </p:nvSpPr>
        <p:spPr>
          <a:xfrm>
            <a:off x="6163056" y="1234440"/>
            <a:ext cx="2715768" cy="36576"/>
          </a:xfrm>
          <a:prstGeom prst="rect">
            <a:avLst/>
          </a:prstGeom>
          <a:noFill/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>
              <a:solidFill>
                <a:schemeClr val="accent4"/>
              </a:solidFill>
            </a:endParaRPr>
          </a:p>
        </p:txBody>
      </p:sp>
      <p:sp>
        <p:nvSpPr>
          <p:cNvPr id="22" name="TextBox 21">
            <a:extLst>
              <a:ext uri="{FF2B5EF4-FFF2-40B4-BE49-F238E27FC236}">
                <a16:creationId xmlns:a16="http://schemas.microsoft.com/office/drawing/2014/main" id="{C26EF6BA-919B-26E9-F844-2A53AD388745}"/>
              </a:ext>
            </a:extLst>
          </p:cNvPr>
          <p:cNvSpPr txBox="1"/>
          <p:nvPr userDrawn="1"/>
        </p:nvSpPr>
        <p:spPr>
          <a:xfrm>
            <a:off x="6300216" y="1417320"/>
            <a:ext cx="2441448" cy="1828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defRPr sz="900" b="0">
                <a:solidFill>
                  <a:srgbClr val="94A3B8"/>
                </a:solidFill>
                <a:latin typeface="Calibri"/>
              </a:defRPr>
            </a:pPr>
            <a:r>
              <a:t>{{kpi_3_label}}</a:t>
            </a:r>
          </a:p>
        </p:txBody>
      </p:sp>
      <p:sp>
        <p:nvSpPr>
          <p:cNvPr id="23" name="TextBox 22">
            <a:extLst>
              <a:ext uri="{FF2B5EF4-FFF2-40B4-BE49-F238E27FC236}">
                <a16:creationId xmlns:a16="http://schemas.microsoft.com/office/drawing/2014/main" id="{A1511D85-7ADD-3D27-5D40-259C9CC6110D}"/>
              </a:ext>
            </a:extLst>
          </p:cNvPr>
          <p:cNvSpPr txBox="1"/>
          <p:nvPr userDrawn="1"/>
        </p:nvSpPr>
        <p:spPr>
          <a:xfrm>
            <a:off x="6300216" y="1645920"/>
            <a:ext cx="2441448" cy="954107"/>
          </a:xfrm>
          <a:prstGeom prst="rect">
            <a:avLst/>
          </a:prstGeom>
          <a:noFill/>
          <a:ln>
            <a:noFill/>
          </a:ln>
        </p:spPr>
        <p:txBody>
          <a:bodyPr wrap="square">
            <a:spAutoFit/>
          </a:bodyPr>
          <a:lstStyle/>
          <a:p>
            <a:pPr algn="ctr">
              <a:defRPr sz="2800" b="1">
                <a:solidFill>
                  <a:srgbClr val="10B981"/>
                </a:solidFill>
                <a:latin typeface="Calibri"/>
              </a:defRPr>
            </a:pPr>
            <a:r>
              <a:rPr>
                <a:solidFill>
                  <a:schemeClr val="accent4"/>
                </a:solidFill>
              </a:rPr>
              <a:t>{{kpi_3_value}}</a:t>
            </a:r>
          </a:p>
        </p:txBody>
      </p:sp>
      <p:sp>
        <p:nvSpPr>
          <p:cNvPr id="24" name="TextBox 23">
            <a:extLst>
              <a:ext uri="{FF2B5EF4-FFF2-40B4-BE49-F238E27FC236}">
                <a16:creationId xmlns:a16="http://schemas.microsoft.com/office/drawing/2014/main" id="{53AD6BE7-4427-57B4-5CB6-8715496A9200}"/>
              </a:ext>
            </a:extLst>
          </p:cNvPr>
          <p:cNvSpPr txBox="1"/>
          <p:nvPr userDrawn="1"/>
        </p:nvSpPr>
        <p:spPr>
          <a:xfrm>
            <a:off x="6300216" y="2286000"/>
            <a:ext cx="2441448" cy="2743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800" b="0">
                <a:solidFill>
                  <a:srgbClr val="94A3B8"/>
                </a:solidFill>
                <a:latin typeface="Calibri"/>
              </a:defRPr>
            </a:pPr>
            <a:r>
              <a:t>{{kpi_3_source}}</a:t>
            </a:r>
          </a:p>
        </p:txBody>
      </p:sp>
      <p:sp>
        <p:nvSpPr>
          <p:cNvPr id="25" name="Rounded Rectangle 33">
            <a:extLst>
              <a:ext uri="{FF2B5EF4-FFF2-40B4-BE49-F238E27FC236}">
                <a16:creationId xmlns:a16="http://schemas.microsoft.com/office/drawing/2014/main" id="{8E5FC0AA-C794-EC89-CD22-3663DABAEC96}"/>
              </a:ext>
            </a:extLst>
          </p:cNvPr>
          <p:cNvSpPr/>
          <p:nvPr userDrawn="1"/>
        </p:nvSpPr>
        <p:spPr>
          <a:xfrm>
            <a:off x="9015984" y="1234440"/>
            <a:ext cx="2715768" cy="1463040"/>
          </a:xfrm>
          <a:prstGeom prst="roundRect">
            <a:avLst/>
          </a:prstGeom>
          <a:solidFill>
            <a:srgbClr val="FFFFFF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26" name="Rectangle 25">
            <a:extLst>
              <a:ext uri="{FF2B5EF4-FFF2-40B4-BE49-F238E27FC236}">
                <a16:creationId xmlns:a16="http://schemas.microsoft.com/office/drawing/2014/main" id="{B976D96C-CCC2-CE2A-56A2-C64D0D7FC958}"/>
              </a:ext>
            </a:extLst>
          </p:cNvPr>
          <p:cNvSpPr/>
          <p:nvPr userDrawn="1"/>
        </p:nvSpPr>
        <p:spPr>
          <a:xfrm>
            <a:off x="9015984" y="1234440"/>
            <a:ext cx="2715768" cy="36576"/>
          </a:xfrm>
          <a:prstGeom prst="rect">
            <a:avLst/>
          </a:prstGeom>
          <a:noFill/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>
              <a:solidFill>
                <a:schemeClr val="accent4"/>
              </a:solidFill>
            </a:endParaRPr>
          </a:p>
        </p:txBody>
      </p:sp>
      <p:sp>
        <p:nvSpPr>
          <p:cNvPr id="27" name="TextBox 26">
            <a:extLst>
              <a:ext uri="{FF2B5EF4-FFF2-40B4-BE49-F238E27FC236}">
                <a16:creationId xmlns:a16="http://schemas.microsoft.com/office/drawing/2014/main" id="{FE9B3132-3965-EA92-BB85-F61CBD321F8E}"/>
              </a:ext>
            </a:extLst>
          </p:cNvPr>
          <p:cNvSpPr txBox="1"/>
          <p:nvPr userDrawn="1"/>
        </p:nvSpPr>
        <p:spPr>
          <a:xfrm>
            <a:off x="9153144" y="1417320"/>
            <a:ext cx="2441448" cy="1828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defRPr sz="900" b="0">
                <a:solidFill>
                  <a:srgbClr val="94A3B8"/>
                </a:solidFill>
                <a:latin typeface="Calibri"/>
              </a:defRPr>
            </a:pPr>
            <a:r>
              <a:t>{{kpi_4_label}}</a:t>
            </a:r>
          </a:p>
        </p:txBody>
      </p:sp>
      <p:sp>
        <p:nvSpPr>
          <p:cNvPr id="28" name="TextBox 27">
            <a:extLst>
              <a:ext uri="{FF2B5EF4-FFF2-40B4-BE49-F238E27FC236}">
                <a16:creationId xmlns:a16="http://schemas.microsoft.com/office/drawing/2014/main" id="{AD9E80CF-ED26-9BCC-2989-1292A2B307DD}"/>
              </a:ext>
            </a:extLst>
          </p:cNvPr>
          <p:cNvSpPr txBox="1"/>
          <p:nvPr userDrawn="1"/>
        </p:nvSpPr>
        <p:spPr>
          <a:xfrm>
            <a:off x="9153144" y="1645920"/>
            <a:ext cx="2441448" cy="954107"/>
          </a:xfrm>
          <a:prstGeom prst="rect">
            <a:avLst/>
          </a:prstGeom>
          <a:noFill/>
          <a:ln>
            <a:noFill/>
          </a:ln>
        </p:spPr>
        <p:txBody>
          <a:bodyPr wrap="square">
            <a:spAutoFit/>
          </a:bodyPr>
          <a:lstStyle/>
          <a:p>
            <a:pPr algn="ctr">
              <a:defRPr sz="2800" b="1">
                <a:solidFill>
                  <a:srgbClr val="10B981"/>
                </a:solidFill>
                <a:latin typeface="Calibri"/>
              </a:defRPr>
            </a:pPr>
            <a:r>
              <a:rPr>
                <a:solidFill>
                  <a:schemeClr val="accent4"/>
                </a:solidFill>
              </a:rPr>
              <a:t>{{kpi_4_value}}</a:t>
            </a:r>
          </a:p>
        </p:txBody>
      </p:sp>
      <p:sp>
        <p:nvSpPr>
          <p:cNvPr id="29" name="TextBox 28">
            <a:extLst>
              <a:ext uri="{FF2B5EF4-FFF2-40B4-BE49-F238E27FC236}">
                <a16:creationId xmlns:a16="http://schemas.microsoft.com/office/drawing/2014/main" id="{D74E063B-6543-B07A-B93B-BE75CCE388FD}"/>
              </a:ext>
            </a:extLst>
          </p:cNvPr>
          <p:cNvSpPr txBox="1"/>
          <p:nvPr userDrawn="1"/>
        </p:nvSpPr>
        <p:spPr>
          <a:xfrm>
            <a:off x="9153144" y="2286000"/>
            <a:ext cx="2441448" cy="2743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800" b="0">
                <a:solidFill>
                  <a:srgbClr val="94A3B8"/>
                </a:solidFill>
                <a:latin typeface="Calibri"/>
              </a:defRPr>
            </a:pPr>
            <a:r>
              <a:t>{{kpi_4_source}}</a:t>
            </a:r>
          </a:p>
        </p:txBody>
      </p:sp>
      <p:sp>
        <p:nvSpPr>
          <p:cNvPr id="30" name="Rounded Rectangle 38">
            <a:extLst>
              <a:ext uri="{FF2B5EF4-FFF2-40B4-BE49-F238E27FC236}">
                <a16:creationId xmlns:a16="http://schemas.microsoft.com/office/drawing/2014/main" id="{BB1BBD39-2EAC-1864-CFD4-7DD98EAE6BDD}"/>
              </a:ext>
            </a:extLst>
          </p:cNvPr>
          <p:cNvSpPr/>
          <p:nvPr userDrawn="1"/>
        </p:nvSpPr>
        <p:spPr>
          <a:xfrm>
            <a:off x="457200" y="2880360"/>
            <a:ext cx="11274552" cy="3200400"/>
          </a:xfrm>
          <a:prstGeom prst="roundRect">
            <a:avLst/>
          </a:prstGeom>
          <a:solidFill>
            <a:srgbClr val="FFFFFF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31" name="TextBox 30">
            <a:extLst>
              <a:ext uri="{FF2B5EF4-FFF2-40B4-BE49-F238E27FC236}">
                <a16:creationId xmlns:a16="http://schemas.microsoft.com/office/drawing/2014/main" id="{9E6E27A5-D9F5-EDC3-2F47-A8513827AE85}"/>
              </a:ext>
            </a:extLst>
          </p:cNvPr>
          <p:cNvSpPr txBox="1"/>
          <p:nvPr userDrawn="1"/>
        </p:nvSpPr>
        <p:spPr>
          <a:xfrm>
            <a:off x="640080" y="2990088"/>
            <a:ext cx="3657600" cy="2286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defRPr sz="900" b="1">
                <a:solidFill>
                  <a:srgbClr val="8B5CF6"/>
                </a:solidFill>
                <a:latin typeface="Calibri"/>
              </a:defRPr>
            </a:pPr>
            <a:r>
              <a:rPr dirty="0">
                <a:solidFill>
                  <a:schemeClr val="accent4"/>
                </a:solidFill>
              </a:rPr>
              <a:t>EPIDEMIOLOGY CONTEXT</a:t>
            </a:r>
          </a:p>
        </p:txBody>
      </p:sp>
      <p:sp>
        <p:nvSpPr>
          <p:cNvPr id="32" name="TextBox 31">
            <a:extLst>
              <a:ext uri="{FF2B5EF4-FFF2-40B4-BE49-F238E27FC236}">
                <a16:creationId xmlns:a16="http://schemas.microsoft.com/office/drawing/2014/main" id="{C8F9D67E-8A5D-2F87-7FC5-1F7AD1A130EF}"/>
              </a:ext>
            </a:extLst>
          </p:cNvPr>
          <p:cNvSpPr txBox="1"/>
          <p:nvPr userDrawn="1"/>
        </p:nvSpPr>
        <p:spPr>
          <a:xfrm>
            <a:off x="640080" y="3337560"/>
            <a:ext cx="3657600" cy="32004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defRPr sz="1000" b="0">
                <a:solidFill>
                  <a:srgbClr val="0F172A"/>
                </a:solidFill>
                <a:latin typeface="Calibri"/>
              </a:defRPr>
            </a:pPr>
            <a:r>
              <a:t>{{ctx_metric_1}}</a:t>
            </a:r>
          </a:p>
        </p:txBody>
      </p:sp>
      <p:sp>
        <p:nvSpPr>
          <p:cNvPr id="33" name="TextBox 32">
            <a:extLst>
              <a:ext uri="{FF2B5EF4-FFF2-40B4-BE49-F238E27FC236}">
                <a16:creationId xmlns:a16="http://schemas.microsoft.com/office/drawing/2014/main" id="{7F1E3A88-675D-DDF5-6B3A-EF89EA0B3367}"/>
              </a:ext>
            </a:extLst>
          </p:cNvPr>
          <p:cNvSpPr txBox="1"/>
          <p:nvPr userDrawn="1"/>
        </p:nvSpPr>
        <p:spPr>
          <a:xfrm>
            <a:off x="5029200" y="3337560"/>
            <a:ext cx="2286000" cy="32004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1000" b="1">
                <a:solidFill>
                  <a:srgbClr val="0F172A"/>
                </a:solidFill>
                <a:latin typeface="Calibri"/>
              </a:defRPr>
            </a:pPr>
            <a:r>
              <a:t>{{ctx_value_1}}</a:t>
            </a:r>
          </a:p>
        </p:txBody>
      </p:sp>
      <p:sp>
        <p:nvSpPr>
          <p:cNvPr id="34" name="TextBox 33">
            <a:extLst>
              <a:ext uri="{FF2B5EF4-FFF2-40B4-BE49-F238E27FC236}">
                <a16:creationId xmlns:a16="http://schemas.microsoft.com/office/drawing/2014/main" id="{D5D4055E-85F0-7DDC-DA5D-09220F226AC1}"/>
              </a:ext>
            </a:extLst>
          </p:cNvPr>
          <p:cNvSpPr txBox="1"/>
          <p:nvPr userDrawn="1"/>
        </p:nvSpPr>
        <p:spPr>
          <a:xfrm>
            <a:off x="7498079" y="3337560"/>
            <a:ext cx="3657600" cy="32004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defRPr sz="800" b="0">
                <a:solidFill>
                  <a:srgbClr val="94A3B8"/>
                </a:solidFill>
                <a:latin typeface="Calibri"/>
              </a:defRPr>
            </a:pPr>
            <a:r>
              <a:t>{{ctx_source_1}}</a:t>
            </a:r>
          </a:p>
        </p:txBody>
      </p:sp>
      <p:sp>
        <p:nvSpPr>
          <p:cNvPr id="35" name="TextBox 34">
            <a:extLst>
              <a:ext uri="{FF2B5EF4-FFF2-40B4-BE49-F238E27FC236}">
                <a16:creationId xmlns:a16="http://schemas.microsoft.com/office/drawing/2014/main" id="{7835E29F-2181-DB5E-744F-459ECD55D26C}"/>
              </a:ext>
            </a:extLst>
          </p:cNvPr>
          <p:cNvSpPr txBox="1"/>
          <p:nvPr userDrawn="1"/>
        </p:nvSpPr>
        <p:spPr>
          <a:xfrm>
            <a:off x="640080" y="3749039"/>
            <a:ext cx="3657600" cy="32004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defRPr sz="1000" b="0">
                <a:solidFill>
                  <a:srgbClr val="0F172A"/>
                </a:solidFill>
                <a:latin typeface="Calibri"/>
              </a:defRPr>
            </a:pPr>
            <a:r>
              <a:t>{{ctx_metric_2}}</a:t>
            </a:r>
          </a:p>
        </p:txBody>
      </p:sp>
      <p:sp>
        <p:nvSpPr>
          <p:cNvPr id="36" name="TextBox 35">
            <a:extLst>
              <a:ext uri="{FF2B5EF4-FFF2-40B4-BE49-F238E27FC236}">
                <a16:creationId xmlns:a16="http://schemas.microsoft.com/office/drawing/2014/main" id="{25AEBF6D-EC73-ECE4-2048-07549AA352C1}"/>
              </a:ext>
            </a:extLst>
          </p:cNvPr>
          <p:cNvSpPr txBox="1"/>
          <p:nvPr userDrawn="1"/>
        </p:nvSpPr>
        <p:spPr>
          <a:xfrm>
            <a:off x="5029200" y="3749039"/>
            <a:ext cx="2286000" cy="32004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1000" b="1">
                <a:solidFill>
                  <a:srgbClr val="0F172A"/>
                </a:solidFill>
                <a:latin typeface="Calibri"/>
              </a:defRPr>
            </a:pPr>
            <a:r>
              <a:t>{{ctx_value_2}}</a:t>
            </a:r>
          </a:p>
        </p:txBody>
      </p:sp>
      <p:sp>
        <p:nvSpPr>
          <p:cNvPr id="37" name="TextBox 36">
            <a:extLst>
              <a:ext uri="{FF2B5EF4-FFF2-40B4-BE49-F238E27FC236}">
                <a16:creationId xmlns:a16="http://schemas.microsoft.com/office/drawing/2014/main" id="{457FF60A-2508-A9E6-DF3B-FC60D734CA7C}"/>
              </a:ext>
            </a:extLst>
          </p:cNvPr>
          <p:cNvSpPr txBox="1"/>
          <p:nvPr userDrawn="1"/>
        </p:nvSpPr>
        <p:spPr>
          <a:xfrm>
            <a:off x="7498079" y="3749039"/>
            <a:ext cx="3657600" cy="32004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defRPr sz="800" b="0">
                <a:solidFill>
                  <a:srgbClr val="94A3B8"/>
                </a:solidFill>
                <a:latin typeface="Calibri"/>
              </a:defRPr>
            </a:pPr>
            <a:r>
              <a:t>{{ctx_source_2}}</a:t>
            </a:r>
          </a:p>
        </p:txBody>
      </p:sp>
      <p:sp>
        <p:nvSpPr>
          <p:cNvPr id="38" name="TextBox 37">
            <a:extLst>
              <a:ext uri="{FF2B5EF4-FFF2-40B4-BE49-F238E27FC236}">
                <a16:creationId xmlns:a16="http://schemas.microsoft.com/office/drawing/2014/main" id="{36C0077A-378B-0ACB-1AD4-941950F5D4F1}"/>
              </a:ext>
            </a:extLst>
          </p:cNvPr>
          <p:cNvSpPr txBox="1"/>
          <p:nvPr userDrawn="1"/>
        </p:nvSpPr>
        <p:spPr>
          <a:xfrm>
            <a:off x="640080" y="4160520"/>
            <a:ext cx="3657600" cy="32004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defRPr sz="1000" b="0">
                <a:solidFill>
                  <a:srgbClr val="0F172A"/>
                </a:solidFill>
                <a:latin typeface="Calibri"/>
              </a:defRPr>
            </a:pPr>
            <a:r>
              <a:t>{{ctx_metric_3}}</a:t>
            </a:r>
          </a:p>
        </p:txBody>
      </p:sp>
      <p:sp>
        <p:nvSpPr>
          <p:cNvPr id="39" name="TextBox 38">
            <a:extLst>
              <a:ext uri="{FF2B5EF4-FFF2-40B4-BE49-F238E27FC236}">
                <a16:creationId xmlns:a16="http://schemas.microsoft.com/office/drawing/2014/main" id="{BB26B44E-3F9F-1E64-E0C7-D9433A0CFD16}"/>
              </a:ext>
            </a:extLst>
          </p:cNvPr>
          <p:cNvSpPr txBox="1"/>
          <p:nvPr userDrawn="1"/>
        </p:nvSpPr>
        <p:spPr>
          <a:xfrm>
            <a:off x="5029200" y="4160520"/>
            <a:ext cx="2286000" cy="32004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1000" b="1">
                <a:solidFill>
                  <a:srgbClr val="0F172A"/>
                </a:solidFill>
                <a:latin typeface="Calibri"/>
              </a:defRPr>
            </a:pPr>
            <a:r>
              <a:t>{{ctx_value_3}}</a:t>
            </a:r>
          </a:p>
        </p:txBody>
      </p:sp>
      <p:sp>
        <p:nvSpPr>
          <p:cNvPr id="40" name="TextBox 39">
            <a:extLst>
              <a:ext uri="{FF2B5EF4-FFF2-40B4-BE49-F238E27FC236}">
                <a16:creationId xmlns:a16="http://schemas.microsoft.com/office/drawing/2014/main" id="{2424E226-43B6-F856-46C5-BE8758AAF3DC}"/>
              </a:ext>
            </a:extLst>
          </p:cNvPr>
          <p:cNvSpPr txBox="1"/>
          <p:nvPr userDrawn="1"/>
        </p:nvSpPr>
        <p:spPr>
          <a:xfrm>
            <a:off x="7498079" y="4160520"/>
            <a:ext cx="3657600" cy="32004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defRPr sz="800" b="0">
                <a:solidFill>
                  <a:srgbClr val="94A3B8"/>
                </a:solidFill>
                <a:latin typeface="Calibri"/>
              </a:defRPr>
            </a:pPr>
            <a:r>
              <a:t>{{ctx_source_3}}</a:t>
            </a:r>
          </a:p>
        </p:txBody>
      </p:sp>
      <p:sp>
        <p:nvSpPr>
          <p:cNvPr id="41" name="TextBox 40">
            <a:extLst>
              <a:ext uri="{FF2B5EF4-FFF2-40B4-BE49-F238E27FC236}">
                <a16:creationId xmlns:a16="http://schemas.microsoft.com/office/drawing/2014/main" id="{7394F18D-4F03-FB49-83C2-E49543C88877}"/>
              </a:ext>
            </a:extLst>
          </p:cNvPr>
          <p:cNvSpPr txBox="1"/>
          <p:nvPr userDrawn="1"/>
        </p:nvSpPr>
        <p:spPr>
          <a:xfrm>
            <a:off x="640080" y="4572000"/>
            <a:ext cx="3657600" cy="32004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defRPr sz="1000" b="0">
                <a:solidFill>
                  <a:srgbClr val="0F172A"/>
                </a:solidFill>
                <a:latin typeface="Calibri"/>
              </a:defRPr>
            </a:pPr>
            <a:r>
              <a:t>{{ctx_metric_4}}</a:t>
            </a:r>
          </a:p>
        </p:txBody>
      </p:sp>
      <p:sp>
        <p:nvSpPr>
          <p:cNvPr id="42" name="TextBox 41">
            <a:extLst>
              <a:ext uri="{FF2B5EF4-FFF2-40B4-BE49-F238E27FC236}">
                <a16:creationId xmlns:a16="http://schemas.microsoft.com/office/drawing/2014/main" id="{7D478CC2-79F2-953F-F5A1-99BF67B2D86C}"/>
              </a:ext>
            </a:extLst>
          </p:cNvPr>
          <p:cNvSpPr txBox="1"/>
          <p:nvPr userDrawn="1"/>
        </p:nvSpPr>
        <p:spPr>
          <a:xfrm>
            <a:off x="5029200" y="4572000"/>
            <a:ext cx="2286000" cy="32004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1000" b="1">
                <a:solidFill>
                  <a:srgbClr val="0F172A"/>
                </a:solidFill>
                <a:latin typeface="Calibri"/>
              </a:defRPr>
            </a:pPr>
            <a:r>
              <a:t>{{ctx_value_4}}</a:t>
            </a:r>
          </a:p>
        </p:txBody>
      </p:sp>
      <p:sp>
        <p:nvSpPr>
          <p:cNvPr id="43" name="TextBox 42">
            <a:extLst>
              <a:ext uri="{FF2B5EF4-FFF2-40B4-BE49-F238E27FC236}">
                <a16:creationId xmlns:a16="http://schemas.microsoft.com/office/drawing/2014/main" id="{148768DE-70D0-7F41-1E95-A02D278BDCD5}"/>
              </a:ext>
            </a:extLst>
          </p:cNvPr>
          <p:cNvSpPr txBox="1"/>
          <p:nvPr userDrawn="1"/>
        </p:nvSpPr>
        <p:spPr>
          <a:xfrm>
            <a:off x="7498079" y="4572000"/>
            <a:ext cx="3657600" cy="32004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defRPr sz="800" b="0">
                <a:solidFill>
                  <a:srgbClr val="94A3B8"/>
                </a:solidFill>
                <a:latin typeface="Calibri"/>
              </a:defRPr>
            </a:pPr>
            <a:r>
              <a:t>{{ctx_source_4}}</a:t>
            </a:r>
          </a:p>
        </p:txBody>
      </p:sp>
      <p:sp>
        <p:nvSpPr>
          <p:cNvPr id="44" name="TextBox 43">
            <a:extLst>
              <a:ext uri="{FF2B5EF4-FFF2-40B4-BE49-F238E27FC236}">
                <a16:creationId xmlns:a16="http://schemas.microsoft.com/office/drawing/2014/main" id="{65FF2A71-CF8F-8789-6685-C69A91EAAF1F}"/>
              </a:ext>
            </a:extLst>
          </p:cNvPr>
          <p:cNvSpPr txBox="1"/>
          <p:nvPr userDrawn="1"/>
        </p:nvSpPr>
        <p:spPr>
          <a:xfrm>
            <a:off x="640080" y="4983480"/>
            <a:ext cx="3657600" cy="32004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defRPr sz="1000" b="0">
                <a:solidFill>
                  <a:srgbClr val="0F172A"/>
                </a:solidFill>
                <a:latin typeface="Calibri"/>
              </a:defRPr>
            </a:pPr>
            <a:r>
              <a:t>{{ctx_metric_5}}</a:t>
            </a:r>
          </a:p>
        </p:txBody>
      </p:sp>
      <p:sp>
        <p:nvSpPr>
          <p:cNvPr id="45" name="TextBox 44">
            <a:extLst>
              <a:ext uri="{FF2B5EF4-FFF2-40B4-BE49-F238E27FC236}">
                <a16:creationId xmlns:a16="http://schemas.microsoft.com/office/drawing/2014/main" id="{F8F4F53E-4FE0-C034-1ADE-09824C7EC948}"/>
              </a:ext>
            </a:extLst>
          </p:cNvPr>
          <p:cNvSpPr txBox="1"/>
          <p:nvPr userDrawn="1"/>
        </p:nvSpPr>
        <p:spPr>
          <a:xfrm>
            <a:off x="5029200" y="4983480"/>
            <a:ext cx="2286000" cy="32004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1000" b="1">
                <a:solidFill>
                  <a:srgbClr val="0F172A"/>
                </a:solidFill>
                <a:latin typeface="Calibri"/>
              </a:defRPr>
            </a:pPr>
            <a:r>
              <a:t>{{ctx_value_5}}</a:t>
            </a:r>
          </a:p>
        </p:txBody>
      </p:sp>
      <p:sp>
        <p:nvSpPr>
          <p:cNvPr id="46" name="TextBox 45">
            <a:extLst>
              <a:ext uri="{FF2B5EF4-FFF2-40B4-BE49-F238E27FC236}">
                <a16:creationId xmlns:a16="http://schemas.microsoft.com/office/drawing/2014/main" id="{FCBAF7C9-2844-8010-C025-B4D9636F039D}"/>
              </a:ext>
            </a:extLst>
          </p:cNvPr>
          <p:cNvSpPr txBox="1"/>
          <p:nvPr userDrawn="1"/>
        </p:nvSpPr>
        <p:spPr>
          <a:xfrm>
            <a:off x="7498079" y="4983480"/>
            <a:ext cx="3657600" cy="32004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defRPr sz="800" b="0">
                <a:solidFill>
                  <a:srgbClr val="94A3B8"/>
                </a:solidFill>
                <a:latin typeface="Calibri"/>
              </a:defRPr>
            </a:pPr>
            <a:r>
              <a:t>{{ctx_source_5}}</a:t>
            </a:r>
          </a:p>
        </p:txBody>
      </p:sp>
      <p:sp>
        <p:nvSpPr>
          <p:cNvPr id="47" name="TextBox 46">
            <a:extLst>
              <a:ext uri="{FF2B5EF4-FFF2-40B4-BE49-F238E27FC236}">
                <a16:creationId xmlns:a16="http://schemas.microsoft.com/office/drawing/2014/main" id="{975D95F5-92F3-148F-AE7E-C67D40835A26}"/>
              </a:ext>
            </a:extLst>
          </p:cNvPr>
          <p:cNvSpPr txBox="1"/>
          <p:nvPr userDrawn="1"/>
        </p:nvSpPr>
        <p:spPr>
          <a:xfrm>
            <a:off x="640080" y="5394960"/>
            <a:ext cx="3657600" cy="32004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defRPr sz="1000" b="0">
                <a:solidFill>
                  <a:srgbClr val="0F172A"/>
                </a:solidFill>
                <a:latin typeface="Calibri"/>
              </a:defRPr>
            </a:pPr>
            <a:r>
              <a:t>{{ctx_metric_6}}</a:t>
            </a:r>
          </a:p>
        </p:txBody>
      </p:sp>
      <p:sp>
        <p:nvSpPr>
          <p:cNvPr id="48" name="TextBox 47">
            <a:extLst>
              <a:ext uri="{FF2B5EF4-FFF2-40B4-BE49-F238E27FC236}">
                <a16:creationId xmlns:a16="http://schemas.microsoft.com/office/drawing/2014/main" id="{C51742C6-6531-843F-2846-5DFD556E3B43}"/>
              </a:ext>
            </a:extLst>
          </p:cNvPr>
          <p:cNvSpPr txBox="1"/>
          <p:nvPr userDrawn="1"/>
        </p:nvSpPr>
        <p:spPr>
          <a:xfrm>
            <a:off x="5029200" y="5394960"/>
            <a:ext cx="2286000" cy="32004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1000" b="1">
                <a:solidFill>
                  <a:srgbClr val="0F172A"/>
                </a:solidFill>
                <a:latin typeface="Calibri"/>
              </a:defRPr>
            </a:pPr>
            <a:r>
              <a:t>{{ctx_value_6}}</a:t>
            </a:r>
          </a:p>
        </p:txBody>
      </p:sp>
      <p:sp>
        <p:nvSpPr>
          <p:cNvPr id="49" name="TextBox 48">
            <a:extLst>
              <a:ext uri="{FF2B5EF4-FFF2-40B4-BE49-F238E27FC236}">
                <a16:creationId xmlns:a16="http://schemas.microsoft.com/office/drawing/2014/main" id="{A927332F-07AD-E92A-90DE-B6D54EE6A806}"/>
              </a:ext>
            </a:extLst>
          </p:cNvPr>
          <p:cNvSpPr txBox="1"/>
          <p:nvPr userDrawn="1"/>
        </p:nvSpPr>
        <p:spPr>
          <a:xfrm>
            <a:off x="7498079" y="5394960"/>
            <a:ext cx="3657600" cy="32004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defRPr sz="800" b="0">
                <a:solidFill>
                  <a:srgbClr val="94A3B8"/>
                </a:solidFill>
                <a:latin typeface="Calibri"/>
              </a:defRPr>
            </a:pPr>
            <a:r>
              <a:t>{{ctx_source_6}}</a:t>
            </a:r>
          </a:p>
        </p:txBody>
      </p:sp>
      <p:sp>
        <p:nvSpPr>
          <p:cNvPr id="50" name="TextBox 49">
            <a:extLst>
              <a:ext uri="{FF2B5EF4-FFF2-40B4-BE49-F238E27FC236}">
                <a16:creationId xmlns:a16="http://schemas.microsoft.com/office/drawing/2014/main" id="{A6C30E17-1B84-FB22-95DD-3383E99912E4}"/>
              </a:ext>
            </a:extLst>
          </p:cNvPr>
          <p:cNvSpPr txBox="1"/>
          <p:nvPr userDrawn="1"/>
        </p:nvSpPr>
        <p:spPr>
          <a:xfrm>
            <a:off x="1572768" y="89654"/>
            <a:ext cx="1737360" cy="36933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900" b="1">
                <a:solidFill>
                  <a:srgbClr val="FFFFFF"/>
                </a:solidFill>
                <a:latin typeface="Calibri"/>
              </a:defRPr>
            </a:pPr>
            <a:r>
              <a:rPr dirty="0">
                <a:solidFill>
                  <a:srgbClr val="C4B5FD"/>
                </a:solidFill>
                <a:latin typeface="Arial" panose="020B0604020202020204" pitchFamily="34" charset="0"/>
                <a:cs typeface="Arial" panose="020B0604020202020204" pitchFamily="34" charset="0"/>
              </a:rPr>
              <a:t>PREVALENCE &amp; EPIDEMIOLOGY</a:t>
            </a:r>
          </a:p>
        </p:txBody>
      </p:sp>
      <p:sp>
        <p:nvSpPr>
          <p:cNvPr id="51" name="TextBox 50">
            <a:extLst>
              <a:ext uri="{FF2B5EF4-FFF2-40B4-BE49-F238E27FC236}">
                <a16:creationId xmlns:a16="http://schemas.microsoft.com/office/drawing/2014/main" id="{939E00D5-73D9-B2BA-7D68-781EE762497D}"/>
              </a:ext>
            </a:extLst>
          </p:cNvPr>
          <p:cNvSpPr txBox="1"/>
          <p:nvPr userDrawn="1"/>
        </p:nvSpPr>
        <p:spPr>
          <a:xfrm>
            <a:off x="3566160" y="128390"/>
            <a:ext cx="4572000" cy="34747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defRPr sz="1200" b="0">
                <a:solidFill>
                  <a:srgbClr val="CBD5E1"/>
                </a:solidFill>
                <a:latin typeface="Calibri"/>
              </a:defRPr>
            </a:pPr>
            <a:r>
              <a:t>{{drug_label}}</a:t>
            </a:r>
          </a:p>
        </p:txBody>
      </p:sp>
    </p:spTree>
    <p:extLst>
      <p:ext uri="{BB962C8B-B14F-4D97-AF65-F5344CB8AC3E}">
        <p14:creationId xmlns:p14="http://schemas.microsoft.com/office/powerpoint/2010/main" val="3194219105"/>
      </p:ext>
    </p:extLst>
  </p:cSld>
  <p:clrMapOvr>
    <a:masterClrMapping/>
  </p:clrMapOvr>
</p:sldLayout>
</file>

<file path=ppt/slideLayouts/slideLayout30.xml><?xml version="1.0" encoding="utf-8"?>
<p:sldLayout xmlns:a="http://schemas.openxmlformats.org/drawingml/2006/main" xmlns:r="http://schemas.openxmlformats.org/officeDocument/2006/relationships" xmlns:p="http://schemas.openxmlformats.org/presentationml/2006/main" preserve="1" userDrawn="1">
  <p:cSld name="FORESTPLOT_ligh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7" name="Rounded Rectangle 9" descr="CHART_AREA">
            <a:extLst>
              <a:ext uri="{FF2B5EF4-FFF2-40B4-BE49-F238E27FC236}">
                <a16:creationId xmlns:a16="http://schemas.microsoft.com/office/drawing/2014/main" id="{14F771B1-9F53-87B6-B769-811FF6E7FB02}"/>
              </a:ext>
            </a:extLst>
          </p:cNvPr>
          <p:cNvSpPr/>
          <p:nvPr userDrawn="1"/>
        </p:nvSpPr>
        <p:spPr>
          <a:xfrm>
            <a:off x="4847909" y="822960"/>
            <a:ext cx="6400800" cy="5615216"/>
          </a:xfrm>
          <a:prstGeom prst="roundRect">
            <a:avLst/>
          </a:prstGeom>
          <a:solidFill>
            <a:srgbClr val="FFFFFF"/>
          </a:solidFill>
          <a:ln w="12700">
            <a:solidFill>
              <a:srgbClr val="E5E7EB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8" name="Rectangle 7">
            <a:extLst>
              <a:ext uri="{FF2B5EF4-FFF2-40B4-BE49-F238E27FC236}">
                <a16:creationId xmlns:a16="http://schemas.microsoft.com/office/drawing/2014/main" id="{F7AB946A-1346-E902-8B23-0778DEDAF545}"/>
              </a:ext>
            </a:extLst>
          </p:cNvPr>
          <p:cNvSpPr/>
          <p:nvPr userDrawn="1"/>
        </p:nvSpPr>
        <p:spPr>
          <a:xfrm>
            <a:off x="166180" y="658368"/>
            <a:ext cx="11859768" cy="329184"/>
          </a:xfrm>
          <a:prstGeom prst="rect">
            <a:avLst/>
          </a:prstGeom>
          <a:solidFill>
            <a:srgbClr val="FAFBFF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9" name="Rectangle 8">
            <a:extLst>
              <a:ext uri="{FF2B5EF4-FFF2-40B4-BE49-F238E27FC236}">
                <a16:creationId xmlns:a16="http://schemas.microsoft.com/office/drawing/2014/main" id="{17313F02-0759-A7ED-A26C-C2E08A33BF9C}"/>
              </a:ext>
            </a:extLst>
          </p:cNvPr>
          <p:cNvSpPr/>
          <p:nvPr userDrawn="1"/>
        </p:nvSpPr>
        <p:spPr>
          <a:xfrm>
            <a:off x="166180" y="987552"/>
            <a:ext cx="11859768" cy="9144"/>
          </a:xfrm>
          <a:prstGeom prst="rect">
            <a:avLst/>
          </a:prstGeom>
          <a:solidFill>
            <a:srgbClr val="F1F5F9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10" name="Rectangle 9">
            <a:extLst>
              <a:ext uri="{FF2B5EF4-FFF2-40B4-BE49-F238E27FC236}">
                <a16:creationId xmlns:a16="http://schemas.microsoft.com/office/drawing/2014/main" id="{58B3BF1F-7391-A33D-EB72-511C4CEFA271}"/>
              </a:ext>
            </a:extLst>
          </p:cNvPr>
          <p:cNvSpPr/>
          <p:nvPr userDrawn="1"/>
        </p:nvSpPr>
        <p:spPr>
          <a:xfrm>
            <a:off x="294196" y="815125"/>
            <a:ext cx="64008" cy="64008"/>
          </a:xfrm>
          <a:prstGeom prst="rect">
            <a:avLst/>
          </a:prstGeom>
          <a:solidFill>
            <a:srgbClr val="8B5CF6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11" name="TextBox 10">
            <a:extLst>
              <a:ext uri="{FF2B5EF4-FFF2-40B4-BE49-F238E27FC236}">
                <a16:creationId xmlns:a16="http://schemas.microsoft.com/office/drawing/2014/main" id="{247D5147-26DF-CB9F-5A27-17D5D2113B47}"/>
              </a:ext>
            </a:extLst>
          </p:cNvPr>
          <p:cNvSpPr txBox="1"/>
          <p:nvPr userDrawn="1"/>
        </p:nvSpPr>
        <p:spPr>
          <a:xfrm>
            <a:off x="403924" y="731519"/>
            <a:ext cx="3657600" cy="23083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defRPr sz="900" b="1" i="0">
                <a:solidFill>
                  <a:srgbClr val="64748B"/>
                </a:solidFill>
                <a:latin typeface="Arial"/>
              </a:defRPr>
            </a:pPr>
            <a:r>
              <a:rPr sz="900"/>
              <a:t>{{forest_title}}</a:t>
            </a:r>
          </a:p>
        </p:txBody>
      </p:sp>
      <p:sp>
        <p:nvSpPr>
          <p:cNvPr id="12" name="TextBox 11">
            <a:extLst>
              <a:ext uri="{FF2B5EF4-FFF2-40B4-BE49-F238E27FC236}">
                <a16:creationId xmlns:a16="http://schemas.microsoft.com/office/drawing/2014/main" id="{92D55372-5CD5-D3D7-FC8F-66B1ABEDCB9C}"/>
              </a:ext>
            </a:extLst>
          </p:cNvPr>
          <p:cNvSpPr txBox="1"/>
          <p:nvPr userDrawn="1"/>
        </p:nvSpPr>
        <p:spPr>
          <a:xfrm>
            <a:off x="330772" y="1060704"/>
            <a:ext cx="2926080" cy="215444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defRPr sz="800" b="1" i="0">
                <a:solidFill>
                  <a:srgbClr val="64748B"/>
                </a:solidFill>
                <a:latin typeface="Arial"/>
              </a:defRPr>
            </a:pPr>
            <a:r>
              <a:rPr sz="800"/>
              <a:t>Subgroup</a:t>
            </a:r>
          </a:p>
        </p:txBody>
      </p:sp>
      <p:sp>
        <p:nvSpPr>
          <p:cNvPr id="13" name="TextBox 12">
            <a:extLst>
              <a:ext uri="{FF2B5EF4-FFF2-40B4-BE49-F238E27FC236}">
                <a16:creationId xmlns:a16="http://schemas.microsoft.com/office/drawing/2014/main" id="{55E59C60-BADD-9990-8470-F4BA3285BE08}"/>
              </a:ext>
            </a:extLst>
          </p:cNvPr>
          <p:cNvSpPr txBox="1"/>
          <p:nvPr userDrawn="1"/>
        </p:nvSpPr>
        <p:spPr>
          <a:xfrm>
            <a:off x="3384868" y="1060704"/>
            <a:ext cx="548640" cy="215444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800" b="1" i="0">
                <a:solidFill>
                  <a:srgbClr val="64748B"/>
                </a:solidFill>
                <a:latin typeface="Arial"/>
              </a:defRPr>
            </a:pPr>
            <a:r>
              <a:rPr sz="800"/>
              <a:t>N</a:t>
            </a:r>
          </a:p>
        </p:txBody>
      </p:sp>
      <p:sp>
        <p:nvSpPr>
          <p:cNvPr id="14" name="TextBox 13">
            <a:extLst>
              <a:ext uri="{FF2B5EF4-FFF2-40B4-BE49-F238E27FC236}">
                <a16:creationId xmlns:a16="http://schemas.microsoft.com/office/drawing/2014/main" id="{97FDF252-8D16-36D3-B638-3C9B37B24E7F}"/>
              </a:ext>
            </a:extLst>
          </p:cNvPr>
          <p:cNvSpPr txBox="1"/>
          <p:nvPr userDrawn="1"/>
        </p:nvSpPr>
        <p:spPr>
          <a:xfrm>
            <a:off x="4024948" y="1060704"/>
            <a:ext cx="842838" cy="215444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800" b="1" i="0">
                <a:solidFill>
                  <a:srgbClr val="64748B"/>
                </a:solidFill>
                <a:latin typeface="Arial"/>
              </a:defRPr>
            </a:pPr>
            <a:r>
              <a:rPr sz="800" dirty="0"/>
              <a:t>HR (95% CI)</a:t>
            </a:r>
          </a:p>
        </p:txBody>
      </p:sp>
      <p:sp>
        <p:nvSpPr>
          <p:cNvPr id="15" name="TextBox 14">
            <a:extLst>
              <a:ext uri="{FF2B5EF4-FFF2-40B4-BE49-F238E27FC236}">
                <a16:creationId xmlns:a16="http://schemas.microsoft.com/office/drawing/2014/main" id="{2CFAA986-9E5F-F0E7-6F3F-D5043D836F5B}"/>
              </a:ext>
            </a:extLst>
          </p:cNvPr>
          <p:cNvSpPr txBox="1"/>
          <p:nvPr userDrawn="1"/>
        </p:nvSpPr>
        <p:spPr>
          <a:xfrm>
            <a:off x="4939348" y="1060705"/>
            <a:ext cx="3108960" cy="200055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defRPr sz="700" b="1" i="0">
                <a:solidFill>
                  <a:srgbClr val="8B5CF6"/>
                </a:solidFill>
                <a:latin typeface="Arial"/>
              </a:defRPr>
            </a:pPr>
            <a:r>
              <a:rPr sz="700" dirty="0"/>
              <a:t>{{</a:t>
            </a:r>
            <a:r>
              <a:rPr sz="700" dirty="0" err="1"/>
              <a:t>forest_favours_left</a:t>
            </a:r>
            <a:r>
              <a:rPr sz="700" dirty="0"/>
              <a:t>}}</a:t>
            </a:r>
          </a:p>
        </p:txBody>
      </p:sp>
      <p:sp>
        <p:nvSpPr>
          <p:cNvPr id="16" name="TextBox 15">
            <a:extLst>
              <a:ext uri="{FF2B5EF4-FFF2-40B4-BE49-F238E27FC236}">
                <a16:creationId xmlns:a16="http://schemas.microsoft.com/office/drawing/2014/main" id="{17CD72C9-BAE9-EB25-D0EA-883641485D65}"/>
              </a:ext>
            </a:extLst>
          </p:cNvPr>
          <p:cNvSpPr txBox="1"/>
          <p:nvPr userDrawn="1"/>
        </p:nvSpPr>
        <p:spPr>
          <a:xfrm>
            <a:off x="8048308" y="1060705"/>
            <a:ext cx="3108960" cy="200055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700" b="1" i="0">
                <a:solidFill>
                  <a:srgbClr val="94A3B8"/>
                </a:solidFill>
                <a:latin typeface="Arial"/>
              </a:defRPr>
            </a:pPr>
            <a:r>
              <a:rPr sz="700"/>
              <a:t>{{forest_favours_right}}</a:t>
            </a:r>
          </a:p>
        </p:txBody>
      </p:sp>
      <p:sp>
        <p:nvSpPr>
          <p:cNvPr id="17" name="Rectangle 16">
            <a:extLst>
              <a:ext uri="{FF2B5EF4-FFF2-40B4-BE49-F238E27FC236}">
                <a16:creationId xmlns:a16="http://schemas.microsoft.com/office/drawing/2014/main" id="{4768E1A6-D865-B61B-1882-C1D86357E77F}"/>
              </a:ext>
            </a:extLst>
          </p:cNvPr>
          <p:cNvSpPr/>
          <p:nvPr userDrawn="1"/>
        </p:nvSpPr>
        <p:spPr>
          <a:xfrm>
            <a:off x="330772" y="1238019"/>
            <a:ext cx="10826496" cy="9144"/>
          </a:xfrm>
          <a:prstGeom prst="rect">
            <a:avLst/>
          </a:prstGeom>
          <a:solidFill>
            <a:srgbClr val="E5E7EB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19" name="TextBox 18">
            <a:extLst>
              <a:ext uri="{FF2B5EF4-FFF2-40B4-BE49-F238E27FC236}">
                <a16:creationId xmlns:a16="http://schemas.microsoft.com/office/drawing/2014/main" id="{822BEDD1-6197-B69C-6BF2-2DACCD744242}"/>
              </a:ext>
            </a:extLst>
          </p:cNvPr>
          <p:cNvSpPr txBox="1"/>
          <p:nvPr userDrawn="1"/>
        </p:nvSpPr>
        <p:spPr>
          <a:xfrm>
            <a:off x="5392274" y="5779008"/>
            <a:ext cx="365760" cy="200055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700" b="0" i="0">
                <a:solidFill>
                  <a:srgbClr val="94A3B8"/>
                </a:solidFill>
                <a:latin typeface="Arial"/>
              </a:defRPr>
            </a:pPr>
            <a:r>
              <a:rPr sz="700"/>
              <a:t>0.2</a:t>
            </a:r>
          </a:p>
        </p:txBody>
      </p:sp>
      <p:sp>
        <p:nvSpPr>
          <p:cNvPr id="20" name="Rectangle 19">
            <a:extLst>
              <a:ext uri="{FF2B5EF4-FFF2-40B4-BE49-F238E27FC236}">
                <a16:creationId xmlns:a16="http://schemas.microsoft.com/office/drawing/2014/main" id="{688E3720-8C11-2052-F9EF-A70FF9C5577C}"/>
              </a:ext>
            </a:extLst>
          </p:cNvPr>
          <p:cNvSpPr/>
          <p:nvPr userDrawn="1"/>
        </p:nvSpPr>
        <p:spPr>
          <a:xfrm>
            <a:off x="5575154" y="5733288"/>
            <a:ext cx="4572" cy="54864"/>
          </a:xfrm>
          <a:prstGeom prst="rect">
            <a:avLst/>
          </a:prstGeom>
          <a:solidFill>
            <a:srgbClr val="94A3B8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21" name="TextBox 20">
            <a:extLst>
              <a:ext uri="{FF2B5EF4-FFF2-40B4-BE49-F238E27FC236}">
                <a16:creationId xmlns:a16="http://schemas.microsoft.com/office/drawing/2014/main" id="{53A84032-6D3E-925B-4CBB-5152EEAC83E6}"/>
              </a:ext>
            </a:extLst>
          </p:cNvPr>
          <p:cNvSpPr txBox="1"/>
          <p:nvPr userDrawn="1"/>
        </p:nvSpPr>
        <p:spPr>
          <a:xfrm>
            <a:off x="8949293" y="5779008"/>
            <a:ext cx="365760" cy="200055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700" b="0" i="0">
                <a:solidFill>
                  <a:srgbClr val="94A3B8"/>
                </a:solidFill>
                <a:latin typeface="Arial"/>
              </a:defRPr>
            </a:pPr>
            <a:r>
              <a:rPr sz="700"/>
              <a:t>1.0</a:t>
            </a:r>
          </a:p>
        </p:txBody>
      </p:sp>
      <p:sp>
        <p:nvSpPr>
          <p:cNvPr id="22" name="Rectangle 21">
            <a:extLst>
              <a:ext uri="{FF2B5EF4-FFF2-40B4-BE49-F238E27FC236}">
                <a16:creationId xmlns:a16="http://schemas.microsoft.com/office/drawing/2014/main" id="{AA575235-3E7D-B7CF-318F-B1CCF3213705}"/>
              </a:ext>
            </a:extLst>
          </p:cNvPr>
          <p:cNvSpPr/>
          <p:nvPr userDrawn="1"/>
        </p:nvSpPr>
        <p:spPr>
          <a:xfrm>
            <a:off x="9132173" y="5733288"/>
            <a:ext cx="4572" cy="54864"/>
          </a:xfrm>
          <a:prstGeom prst="rect">
            <a:avLst/>
          </a:prstGeom>
          <a:solidFill>
            <a:srgbClr val="94A3B8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23" name="TextBox 22">
            <a:extLst>
              <a:ext uri="{FF2B5EF4-FFF2-40B4-BE49-F238E27FC236}">
                <a16:creationId xmlns:a16="http://schemas.microsoft.com/office/drawing/2014/main" id="{0D2F083A-9C7C-1424-583C-0ACAF19B81EF}"/>
              </a:ext>
            </a:extLst>
          </p:cNvPr>
          <p:cNvSpPr txBox="1"/>
          <p:nvPr userDrawn="1"/>
        </p:nvSpPr>
        <p:spPr>
          <a:xfrm>
            <a:off x="10481218" y="5779008"/>
            <a:ext cx="365760" cy="200055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700" b="0" i="0">
                <a:solidFill>
                  <a:srgbClr val="94A3B8"/>
                </a:solidFill>
                <a:latin typeface="Arial"/>
              </a:defRPr>
            </a:pPr>
            <a:r>
              <a:rPr sz="700"/>
              <a:t>2.0</a:t>
            </a:r>
          </a:p>
        </p:txBody>
      </p:sp>
      <p:sp>
        <p:nvSpPr>
          <p:cNvPr id="24" name="Rectangle 23">
            <a:extLst>
              <a:ext uri="{FF2B5EF4-FFF2-40B4-BE49-F238E27FC236}">
                <a16:creationId xmlns:a16="http://schemas.microsoft.com/office/drawing/2014/main" id="{0EF008DD-4CAF-4EA8-4C72-6E425571CB10}"/>
              </a:ext>
            </a:extLst>
          </p:cNvPr>
          <p:cNvSpPr/>
          <p:nvPr userDrawn="1"/>
        </p:nvSpPr>
        <p:spPr>
          <a:xfrm>
            <a:off x="10664098" y="5733288"/>
            <a:ext cx="4572" cy="54864"/>
          </a:xfrm>
          <a:prstGeom prst="rect">
            <a:avLst/>
          </a:prstGeom>
          <a:solidFill>
            <a:srgbClr val="94A3B8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25" name="Rectangle 24">
            <a:extLst>
              <a:ext uri="{FF2B5EF4-FFF2-40B4-BE49-F238E27FC236}">
                <a16:creationId xmlns:a16="http://schemas.microsoft.com/office/drawing/2014/main" id="{8C7EDD4D-CCFC-68F4-52CF-024D24CE039E}"/>
              </a:ext>
            </a:extLst>
          </p:cNvPr>
          <p:cNvSpPr/>
          <p:nvPr userDrawn="1"/>
        </p:nvSpPr>
        <p:spPr>
          <a:xfrm>
            <a:off x="330772" y="1298448"/>
            <a:ext cx="10826496" cy="201168"/>
          </a:xfrm>
          <a:prstGeom prst="rect">
            <a:avLst/>
          </a:prstGeom>
          <a:solidFill>
            <a:srgbClr val="FAFBFF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26" name="TextBox 25">
            <a:extLst>
              <a:ext uri="{FF2B5EF4-FFF2-40B4-BE49-F238E27FC236}">
                <a16:creationId xmlns:a16="http://schemas.microsoft.com/office/drawing/2014/main" id="{8D6237D4-1B6C-3B3D-DC7B-C6A2BA8F8213}"/>
              </a:ext>
            </a:extLst>
          </p:cNvPr>
          <p:cNvSpPr txBox="1"/>
          <p:nvPr userDrawn="1"/>
        </p:nvSpPr>
        <p:spPr>
          <a:xfrm>
            <a:off x="330772" y="1316736"/>
            <a:ext cx="2926080" cy="215444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defRPr sz="800" b="1" i="0">
                <a:solidFill>
                  <a:srgbClr val="0F172A"/>
                </a:solidFill>
                <a:latin typeface="Arial"/>
              </a:defRPr>
            </a:pPr>
            <a:r>
              <a:rPr sz="800"/>
              <a:t>{{sg_overall_name}}</a:t>
            </a:r>
          </a:p>
        </p:txBody>
      </p:sp>
      <p:sp>
        <p:nvSpPr>
          <p:cNvPr id="27" name="TextBox 26">
            <a:extLst>
              <a:ext uri="{FF2B5EF4-FFF2-40B4-BE49-F238E27FC236}">
                <a16:creationId xmlns:a16="http://schemas.microsoft.com/office/drawing/2014/main" id="{42C28C69-F7D6-A220-1FE5-30808E60E555}"/>
              </a:ext>
            </a:extLst>
          </p:cNvPr>
          <p:cNvSpPr txBox="1"/>
          <p:nvPr userDrawn="1"/>
        </p:nvSpPr>
        <p:spPr>
          <a:xfrm>
            <a:off x="3384868" y="1316736"/>
            <a:ext cx="548640" cy="215444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800" b="0" i="0">
                <a:solidFill>
                  <a:srgbClr val="64748B"/>
                </a:solidFill>
                <a:latin typeface="Arial"/>
              </a:defRPr>
            </a:pPr>
            <a:r>
              <a:rPr sz="800"/>
              <a:t>{{sg_overall_n}}</a:t>
            </a:r>
          </a:p>
        </p:txBody>
      </p:sp>
      <p:sp>
        <p:nvSpPr>
          <p:cNvPr id="28" name="TextBox 27">
            <a:extLst>
              <a:ext uri="{FF2B5EF4-FFF2-40B4-BE49-F238E27FC236}">
                <a16:creationId xmlns:a16="http://schemas.microsoft.com/office/drawing/2014/main" id="{3E23D2CC-E9E7-7CEE-4E9E-75750F91E19B}"/>
              </a:ext>
            </a:extLst>
          </p:cNvPr>
          <p:cNvSpPr txBox="1"/>
          <p:nvPr userDrawn="1"/>
        </p:nvSpPr>
        <p:spPr>
          <a:xfrm>
            <a:off x="4024948" y="1316736"/>
            <a:ext cx="731520" cy="215444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800" b="1" i="0">
                <a:solidFill>
                  <a:srgbClr val="0F172A"/>
                </a:solidFill>
                <a:latin typeface="Arial"/>
              </a:defRPr>
            </a:pPr>
            <a:r>
              <a:rPr sz="800"/>
              <a:t>{{sg_overall_hr}}</a:t>
            </a:r>
          </a:p>
        </p:txBody>
      </p:sp>
      <p:sp>
        <p:nvSpPr>
          <p:cNvPr id="29" name="TextBox 28">
            <a:extLst>
              <a:ext uri="{FF2B5EF4-FFF2-40B4-BE49-F238E27FC236}">
                <a16:creationId xmlns:a16="http://schemas.microsoft.com/office/drawing/2014/main" id="{861B1F3E-FA36-C35B-0D1F-F03642A91FF8}"/>
              </a:ext>
            </a:extLst>
          </p:cNvPr>
          <p:cNvSpPr txBox="1"/>
          <p:nvPr userDrawn="1"/>
        </p:nvSpPr>
        <p:spPr>
          <a:xfrm>
            <a:off x="330772" y="1700784"/>
            <a:ext cx="2926080" cy="215444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defRPr sz="800" b="1" i="0">
                <a:solidFill>
                  <a:srgbClr val="0F172A"/>
                </a:solidFill>
                <a:latin typeface="Arial"/>
              </a:defRPr>
            </a:pPr>
            <a:r>
              <a:rPr sz="800"/>
              <a:t>{{sg_age_header_name}}</a:t>
            </a:r>
          </a:p>
        </p:txBody>
      </p:sp>
      <p:sp>
        <p:nvSpPr>
          <p:cNvPr id="30" name="TextBox 29">
            <a:extLst>
              <a:ext uri="{FF2B5EF4-FFF2-40B4-BE49-F238E27FC236}">
                <a16:creationId xmlns:a16="http://schemas.microsoft.com/office/drawing/2014/main" id="{585B4175-248E-1F50-F61A-8D66CEDDF07E}"/>
              </a:ext>
            </a:extLst>
          </p:cNvPr>
          <p:cNvSpPr txBox="1"/>
          <p:nvPr userDrawn="1"/>
        </p:nvSpPr>
        <p:spPr>
          <a:xfrm>
            <a:off x="330772" y="1920240"/>
            <a:ext cx="2926080" cy="215444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defRPr sz="800" b="0" i="0">
                <a:solidFill>
                  <a:srgbClr val="475569"/>
                </a:solidFill>
                <a:latin typeface="Arial"/>
              </a:defRPr>
            </a:pPr>
            <a:r>
              <a:rPr sz="800"/>
              <a:t>{{sg_age_lt65_name}}</a:t>
            </a:r>
          </a:p>
        </p:txBody>
      </p:sp>
      <p:sp>
        <p:nvSpPr>
          <p:cNvPr id="31" name="TextBox 30">
            <a:extLst>
              <a:ext uri="{FF2B5EF4-FFF2-40B4-BE49-F238E27FC236}">
                <a16:creationId xmlns:a16="http://schemas.microsoft.com/office/drawing/2014/main" id="{FA62415F-C1D2-EDA4-0F3A-03EF2856190A}"/>
              </a:ext>
            </a:extLst>
          </p:cNvPr>
          <p:cNvSpPr txBox="1"/>
          <p:nvPr userDrawn="1"/>
        </p:nvSpPr>
        <p:spPr>
          <a:xfrm>
            <a:off x="3384868" y="1920240"/>
            <a:ext cx="548640" cy="215444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800" b="0" i="0">
                <a:solidFill>
                  <a:srgbClr val="64748B"/>
                </a:solidFill>
                <a:latin typeface="Arial"/>
              </a:defRPr>
            </a:pPr>
            <a:r>
              <a:rPr sz="800"/>
              <a:t>{{sg_age_lt65_n}}</a:t>
            </a:r>
          </a:p>
        </p:txBody>
      </p:sp>
      <p:sp>
        <p:nvSpPr>
          <p:cNvPr id="32" name="TextBox 31">
            <a:extLst>
              <a:ext uri="{FF2B5EF4-FFF2-40B4-BE49-F238E27FC236}">
                <a16:creationId xmlns:a16="http://schemas.microsoft.com/office/drawing/2014/main" id="{2ADF60BA-1267-F625-C31D-CBDE09ED4FA4}"/>
              </a:ext>
            </a:extLst>
          </p:cNvPr>
          <p:cNvSpPr txBox="1"/>
          <p:nvPr userDrawn="1"/>
        </p:nvSpPr>
        <p:spPr>
          <a:xfrm>
            <a:off x="4024948" y="1920240"/>
            <a:ext cx="731520" cy="215444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800" b="1" i="0">
                <a:solidFill>
                  <a:srgbClr val="0F172A"/>
                </a:solidFill>
                <a:latin typeface="Arial"/>
              </a:defRPr>
            </a:pPr>
            <a:r>
              <a:rPr sz="800"/>
              <a:t>{{sg_age_lt65_hr}}</a:t>
            </a:r>
          </a:p>
        </p:txBody>
      </p:sp>
      <p:sp>
        <p:nvSpPr>
          <p:cNvPr id="33" name="Rectangle 32">
            <a:extLst>
              <a:ext uri="{FF2B5EF4-FFF2-40B4-BE49-F238E27FC236}">
                <a16:creationId xmlns:a16="http://schemas.microsoft.com/office/drawing/2014/main" id="{23CC740A-7C11-082C-60C0-22E490C4E39E}"/>
              </a:ext>
            </a:extLst>
          </p:cNvPr>
          <p:cNvSpPr/>
          <p:nvPr userDrawn="1"/>
        </p:nvSpPr>
        <p:spPr>
          <a:xfrm>
            <a:off x="330772" y="2103120"/>
            <a:ext cx="10826496" cy="201168"/>
          </a:xfrm>
          <a:prstGeom prst="rect">
            <a:avLst/>
          </a:prstGeom>
          <a:solidFill>
            <a:srgbClr val="FAFBFF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34" name="TextBox 33">
            <a:extLst>
              <a:ext uri="{FF2B5EF4-FFF2-40B4-BE49-F238E27FC236}">
                <a16:creationId xmlns:a16="http://schemas.microsoft.com/office/drawing/2014/main" id="{B197E3A4-7C39-A524-D0F6-EF361AE086E7}"/>
              </a:ext>
            </a:extLst>
          </p:cNvPr>
          <p:cNvSpPr txBox="1"/>
          <p:nvPr userDrawn="1"/>
        </p:nvSpPr>
        <p:spPr>
          <a:xfrm>
            <a:off x="330772" y="2121408"/>
            <a:ext cx="2926080" cy="215444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defRPr sz="800" b="0" i="0">
                <a:solidFill>
                  <a:srgbClr val="475569"/>
                </a:solidFill>
                <a:latin typeface="Arial"/>
              </a:defRPr>
            </a:pPr>
            <a:r>
              <a:rPr sz="800"/>
              <a:t>{{sg_age_gte65_name}}</a:t>
            </a:r>
          </a:p>
        </p:txBody>
      </p:sp>
      <p:sp>
        <p:nvSpPr>
          <p:cNvPr id="35" name="TextBox 34">
            <a:extLst>
              <a:ext uri="{FF2B5EF4-FFF2-40B4-BE49-F238E27FC236}">
                <a16:creationId xmlns:a16="http://schemas.microsoft.com/office/drawing/2014/main" id="{EA1121A2-616F-4FEA-7CE6-3AEEB073C037}"/>
              </a:ext>
            </a:extLst>
          </p:cNvPr>
          <p:cNvSpPr txBox="1"/>
          <p:nvPr userDrawn="1"/>
        </p:nvSpPr>
        <p:spPr>
          <a:xfrm>
            <a:off x="3384868" y="2121408"/>
            <a:ext cx="548640" cy="215444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800" b="0" i="0">
                <a:solidFill>
                  <a:srgbClr val="64748B"/>
                </a:solidFill>
                <a:latin typeface="Arial"/>
              </a:defRPr>
            </a:pPr>
            <a:r>
              <a:rPr sz="800"/>
              <a:t>{{sg_age_gte65_n}}</a:t>
            </a:r>
          </a:p>
        </p:txBody>
      </p:sp>
      <p:sp>
        <p:nvSpPr>
          <p:cNvPr id="36" name="TextBox 35">
            <a:extLst>
              <a:ext uri="{FF2B5EF4-FFF2-40B4-BE49-F238E27FC236}">
                <a16:creationId xmlns:a16="http://schemas.microsoft.com/office/drawing/2014/main" id="{7A2DC4E3-195D-9632-2991-64922E3F2F82}"/>
              </a:ext>
            </a:extLst>
          </p:cNvPr>
          <p:cNvSpPr txBox="1"/>
          <p:nvPr userDrawn="1"/>
        </p:nvSpPr>
        <p:spPr>
          <a:xfrm>
            <a:off x="4024948" y="2121408"/>
            <a:ext cx="731520" cy="215444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800" b="1" i="0">
                <a:solidFill>
                  <a:srgbClr val="0F172A"/>
                </a:solidFill>
                <a:latin typeface="Arial"/>
              </a:defRPr>
            </a:pPr>
            <a:r>
              <a:rPr sz="800"/>
              <a:t>{{sg_age_gte65_hr}}</a:t>
            </a:r>
          </a:p>
        </p:txBody>
      </p:sp>
      <p:sp>
        <p:nvSpPr>
          <p:cNvPr id="37" name="TextBox 36">
            <a:extLst>
              <a:ext uri="{FF2B5EF4-FFF2-40B4-BE49-F238E27FC236}">
                <a16:creationId xmlns:a16="http://schemas.microsoft.com/office/drawing/2014/main" id="{3C50B4E7-51B6-8015-7A63-D7441C6F318D}"/>
              </a:ext>
            </a:extLst>
          </p:cNvPr>
          <p:cNvSpPr txBox="1"/>
          <p:nvPr userDrawn="1"/>
        </p:nvSpPr>
        <p:spPr>
          <a:xfrm>
            <a:off x="330772" y="2505456"/>
            <a:ext cx="2926080" cy="215444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defRPr sz="800" b="1" i="0">
                <a:solidFill>
                  <a:srgbClr val="0F172A"/>
                </a:solidFill>
                <a:latin typeface="Arial"/>
              </a:defRPr>
            </a:pPr>
            <a:r>
              <a:rPr sz="800"/>
              <a:t>{{sg_prior_header_name}}</a:t>
            </a:r>
          </a:p>
        </p:txBody>
      </p:sp>
      <p:sp>
        <p:nvSpPr>
          <p:cNvPr id="38" name="TextBox 37">
            <a:extLst>
              <a:ext uri="{FF2B5EF4-FFF2-40B4-BE49-F238E27FC236}">
                <a16:creationId xmlns:a16="http://schemas.microsoft.com/office/drawing/2014/main" id="{4075ACE9-FD5E-9054-97EE-46F81BA423CF}"/>
              </a:ext>
            </a:extLst>
          </p:cNvPr>
          <p:cNvSpPr txBox="1"/>
          <p:nvPr userDrawn="1"/>
        </p:nvSpPr>
        <p:spPr>
          <a:xfrm>
            <a:off x="330772" y="2724912"/>
            <a:ext cx="2926080" cy="215444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defRPr sz="800" b="0" i="0">
                <a:solidFill>
                  <a:srgbClr val="475569"/>
                </a:solidFill>
                <a:latin typeface="Arial"/>
              </a:defRPr>
            </a:pPr>
            <a:r>
              <a:rPr sz="800"/>
              <a:t>{{sg_prior_1_name}}</a:t>
            </a:r>
          </a:p>
        </p:txBody>
      </p:sp>
      <p:sp>
        <p:nvSpPr>
          <p:cNvPr id="39" name="TextBox 38">
            <a:extLst>
              <a:ext uri="{FF2B5EF4-FFF2-40B4-BE49-F238E27FC236}">
                <a16:creationId xmlns:a16="http://schemas.microsoft.com/office/drawing/2014/main" id="{AB14F809-8A95-882B-5B64-11C5826D7E38}"/>
              </a:ext>
            </a:extLst>
          </p:cNvPr>
          <p:cNvSpPr txBox="1"/>
          <p:nvPr userDrawn="1"/>
        </p:nvSpPr>
        <p:spPr>
          <a:xfrm>
            <a:off x="3384868" y="2724912"/>
            <a:ext cx="548640" cy="215444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800" b="0" i="0">
                <a:solidFill>
                  <a:srgbClr val="64748B"/>
                </a:solidFill>
                <a:latin typeface="Arial"/>
              </a:defRPr>
            </a:pPr>
            <a:r>
              <a:rPr sz="800"/>
              <a:t>{{sg_prior_1_n}}</a:t>
            </a:r>
          </a:p>
        </p:txBody>
      </p:sp>
      <p:sp>
        <p:nvSpPr>
          <p:cNvPr id="40" name="TextBox 39">
            <a:extLst>
              <a:ext uri="{FF2B5EF4-FFF2-40B4-BE49-F238E27FC236}">
                <a16:creationId xmlns:a16="http://schemas.microsoft.com/office/drawing/2014/main" id="{674DA3EA-F83F-FD49-1B83-11ABF95ED40F}"/>
              </a:ext>
            </a:extLst>
          </p:cNvPr>
          <p:cNvSpPr txBox="1"/>
          <p:nvPr userDrawn="1"/>
        </p:nvSpPr>
        <p:spPr>
          <a:xfrm>
            <a:off x="4024948" y="2724912"/>
            <a:ext cx="731520" cy="215444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800" b="1" i="0">
                <a:solidFill>
                  <a:srgbClr val="0F172A"/>
                </a:solidFill>
                <a:latin typeface="Arial"/>
              </a:defRPr>
            </a:pPr>
            <a:r>
              <a:rPr sz="800"/>
              <a:t>{{sg_prior_1_hr}}</a:t>
            </a:r>
          </a:p>
        </p:txBody>
      </p:sp>
      <p:sp>
        <p:nvSpPr>
          <p:cNvPr id="41" name="Rectangle 40">
            <a:extLst>
              <a:ext uri="{FF2B5EF4-FFF2-40B4-BE49-F238E27FC236}">
                <a16:creationId xmlns:a16="http://schemas.microsoft.com/office/drawing/2014/main" id="{341D211C-21A3-1C1D-32CF-AA81CE26B5BA}"/>
              </a:ext>
            </a:extLst>
          </p:cNvPr>
          <p:cNvSpPr/>
          <p:nvPr userDrawn="1"/>
        </p:nvSpPr>
        <p:spPr>
          <a:xfrm>
            <a:off x="330772" y="2907791"/>
            <a:ext cx="10826496" cy="201168"/>
          </a:xfrm>
          <a:prstGeom prst="rect">
            <a:avLst/>
          </a:prstGeom>
          <a:solidFill>
            <a:srgbClr val="FAFBFF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42" name="TextBox 41">
            <a:extLst>
              <a:ext uri="{FF2B5EF4-FFF2-40B4-BE49-F238E27FC236}">
                <a16:creationId xmlns:a16="http://schemas.microsoft.com/office/drawing/2014/main" id="{E3A89DC2-A24F-5980-2CB2-D9594E13D234}"/>
              </a:ext>
            </a:extLst>
          </p:cNvPr>
          <p:cNvSpPr txBox="1"/>
          <p:nvPr userDrawn="1"/>
        </p:nvSpPr>
        <p:spPr>
          <a:xfrm>
            <a:off x="330772" y="2926079"/>
            <a:ext cx="2926080" cy="215444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defRPr sz="800" b="0" i="0">
                <a:solidFill>
                  <a:srgbClr val="475569"/>
                </a:solidFill>
                <a:latin typeface="Arial"/>
              </a:defRPr>
            </a:pPr>
            <a:r>
              <a:rPr sz="800"/>
              <a:t>{{sg_prior_2_3_name}}</a:t>
            </a:r>
          </a:p>
        </p:txBody>
      </p:sp>
      <p:sp>
        <p:nvSpPr>
          <p:cNvPr id="43" name="TextBox 42">
            <a:extLst>
              <a:ext uri="{FF2B5EF4-FFF2-40B4-BE49-F238E27FC236}">
                <a16:creationId xmlns:a16="http://schemas.microsoft.com/office/drawing/2014/main" id="{555560FF-AD46-A081-7B78-7C31F3B71854}"/>
              </a:ext>
            </a:extLst>
          </p:cNvPr>
          <p:cNvSpPr txBox="1"/>
          <p:nvPr userDrawn="1"/>
        </p:nvSpPr>
        <p:spPr>
          <a:xfrm>
            <a:off x="3384868" y="2926079"/>
            <a:ext cx="548640" cy="215444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800" b="0" i="0">
                <a:solidFill>
                  <a:srgbClr val="64748B"/>
                </a:solidFill>
                <a:latin typeface="Arial"/>
              </a:defRPr>
            </a:pPr>
            <a:r>
              <a:rPr sz="800"/>
              <a:t>{{sg_prior_2_3_n}}</a:t>
            </a:r>
          </a:p>
        </p:txBody>
      </p:sp>
      <p:sp>
        <p:nvSpPr>
          <p:cNvPr id="44" name="TextBox 43">
            <a:extLst>
              <a:ext uri="{FF2B5EF4-FFF2-40B4-BE49-F238E27FC236}">
                <a16:creationId xmlns:a16="http://schemas.microsoft.com/office/drawing/2014/main" id="{A84149DD-9B6E-E07F-6EC6-951CBBB79351}"/>
              </a:ext>
            </a:extLst>
          </p:cNvPr>
          <p:cNvSpPr txBox="1"/>
          <p:nvPr userDrawn="1"/>
        </p:nvSpPr>
        <p:spPr>
          <a:xfrm>
            <a:off x="4024948" y="2926079"/>
            <a:ext cx="731520" cy="215444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800" b="1" i="0">
                <a:solidFill>
                  <a:srgbClr val="0F172A"/>
                </a:solidFill>
                <a:latin typeface="Arial"/>
              </a:defRPr>
            </a:pPr>
            <a:r>
              <a:rPr sz="800"/>
              <a:t>{{sg_prior_2_3_hr}}</a:t>
            </a:r>
          </a:p>
        </p:txBody>
      </p:sp>
      <p:sp>
        <p:nvSpPr>
          <p:cNvPr id="45" name="TextBox 44">
            <a:extLst>
              <a:ext uri="{FF2B5EF4-FFF2-40B4-BE49-F238E27FC236}">
                <a16:creationId xmlns:a16="http://schemas.microsoft.com/office/drawing/2014/main" id="{612DAD83-6F1F-489D-553F-3BE435EFFC9C}"/>
              </a:ext>
            </a:extLst>
          </p:cNvPr>
          <p:cNvSpPr txBox="1"/>
          <p:nvPr userDrawn="1"/>
        </p:nvSpPr>
        <p:spPr>
          <a:xfrm>
            <a:off x="330772" y="3127248"/>
            <a:ext cx="2926080" cy="215444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defRPr sz="800" b="0" i="0">
                <a:solidFill>
                  <a:srgbClr val="475569"/>
                </a:solidFill>
                <a:latin typeface="Arial"/>
              </a:defRPr>
            </a:pPr>
            <a:r>
              <a:rPr sz="800"/>
              <a:t>{{sg_prior_gte4_name}}</a:t>
            </a:r>
          </a:p>
        </p:txBody>
      </p:sp>
      <p:sp>
        <p:nvSpPr>
          <p:cNvPr id="46" name="TextBox 45">
            <a:extLst>
              <a:ext uri="{FF2B5EF4-FFF2-40B4-BE49-F238E27FC236}">
                <a16:creationId xmlns:a16="http://schemas.microsoft.com/office/drawing/2014/main" id="{576282CF-41E9-0A04-2FAE-B65AD40AB8A7}"/>
              </a:ext>
            </a:extLst>
          </p:cNvPr>
          <p:cNvSpPr txBox="1"/>
          <p:nvPr userDrawn="1"/>
        </p:nvSpPr>
        <p:spPr>
          <a:xfrm>
            <a:off x="3384868" y="3127248"/>
            <a:ext cx="548640" cy="215444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800" b="0" i="0">
                <a:solidFill>
                  <a:srgbClr val="64748B"/>
                </a:solidFill>
                <a:latin typeface="Arial"/>
              </a:defRPr>
            </a:pPr>
            <a:r>
              <a:rPr sz="800"/>
              <a:t>{{sg_prior_gte4_n}}</a:t>
            </a:r>
          </a:p>
        </p:txBody>
      </p:sp>
      <p:sp>
        <p:nvSpPr>
          <p:cNvPr id="47" name="TextBox 46">
            <a:extLst>
              <a:ext uri="{FF2B5EF4-FFF2-40B4-BE49-F238E27FC236}">
                <a16:creationId xmlns:a16="http://schemas.microsoft.com/office/drawing/2014/main" id="{605BE384-09B8-7B6D-B73F-DE1FB2630270}"/>
              </a:ext>
            </a:extLst>
          </p:cNvPr>
          <p:cNvSpPr txBox="1"/>
          <p:nvPr userDrawn="1"/>
        </p:nvSpPr>
        <p:spPr>
          <a:xfrm>
            <a:off x="4024948" y="3127248"/>
            <a:ext cx="731520" cy="215444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800" b="1" i="0">
                <a:solidFill>
                  <a:srgbClr val="0F172A"/>
                </a:solidFill>
                <a:latin typeface="Arial"/>
              </a:defRPr>
            </a:pPr>
            <a:r>
              <a:rPr sz="800"/>
              <a:t>{{sg_prior_gte4_hr}}</a:t>
            </a:r>
          </a:p>
        </p:txBody>
      </p:sp>
      <p:sp>
        <p:nvSpPr>
          <p:cNvPr id="48" name="TextBox 47">
            <a:extLst>
              <a:ext uri="{FF2B5EF4-FFF2-40B4-BE49-F238E27FC236}">
                <a16:creationId xmlns:a16="http://schemas.microsoft.com/office/drawing/2014/main" id="{CA94CB53-96F6-9F9D-888A-BF1E0390567C}"/>
              </a:ext>
            </a:extLst>
          </p:cNvPr>
          <p:cNvSpPr txBox="1"/>
          <p:nvPr userDrawn="1"/>
        </p:nvSpPr>
        <p:spPr>
          <a:xfrm>
            <a:off x="330772" y="3511296"/>
            <a:ext cx="2926080" cy="215444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defRPr sz="800" b="1" i="0">
                <a:solidFill>
                  <a:srgbClr val="0F172A"/>
                </a:solidFill>
                <a:latin typeface="Arial"/>
              </a:defRPr>
            </a:pPr>
            <a:r>
              <a:rPr sz="800"/>
              <a:t>{{sg_refract_header_name}}</a:t>
            </a:r>
          </a:p>
        </p:txBody>
      </p:sp>
      <p:sp>
        <p:nvSpPr>
          <p:cNvPr id="49" name="Rectangle 48">
            <a:extLst>
              <a:ext uri="{FF2B5EF4-FFF2-40B4-BE49-F238E27FC236}">
                <a16:creationId xmlns:a16="http://schemas.microsoft.com/office/drawing/2014/main" id="{B1D2DC53-BDEF-8154-070C-F08941668E1B}"/>
              </a:ext>
            </a:extLst>
          </p:cNvPr>
          <p:cNvSpPr/>
          <p:nvPr userDrawn="1"/>
        </p:nvSpPr>
        <p:spPr>
          <a:xfrm>
            <a:off x="330772" y="3712464"/>
            <a:ext cx="10826496" cy="201168"/>
          </a:xfrm>
          <a:prstGeom prst="rect">
            <a:avLst/>
          </a:prstGeom>
          <a:solidFill>
            <a:srgbClr val="FAFBFF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50" name="TextBox 49">
            <a:extLst>
              <a:ext uri="{FF2B5EF4-FFF2-40B4-BE49-F238E27FC236}">
                <a16:creationId xmlns:a16="http://schemas.microsoft.com/office/drawing/2014/main" id="{E6134845-03EF-4819-D480-576116C4378A}"/>
              </a:ext>
            </a:extLst>
          </p:cNvPr>
          <p:cNvSpPr txBox="1"/>
          <p:nvPr userDrawn="1"/>
        </p:nvSpPr>
        <p:spPr>
          <a:xfrm>
            <a:off x="330772" y="3730752"/>
            <a:ext cx="2926080" cy="215444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defRPr sz="800" b="0" i="0">
                <a:solidFill>
                  <a:srgbClr val="475569"/>
                </a:solidFill>
                <a:latin typeface="Arial"/>
              </a:defRPr>
            </a:pPr>
            <a:r>
              <a:rPr sz="800"/>
              <a:t>{{sg_pi_refract_name}}</a:t>
            </a:r>
          </a:p>
        </p:txBody>
      </p:sp>
      <p:sp>
        <p:nvSpPr>
          <p:cNvPr id="51" name="TextBox 50">
            <a:extLst>
              <a:ext uri="{FF2B5EF4-FFF2-40B4-BE49-F238E27FC236}">
                <a16:creationId xmlns:a16="http://schemas.microsoft.com/office/drawing/2014/main" id="{67E8829D-545A-0D00-B531-751AC41AC515}"/>
              </a:ext>
            </a:extLst>
          </p:cNvPr>
          <p:cNvSpPr txBox="1"/>
          <p:nvPr userDrawn="1"/>
        </p:nvSpPr>
        <p:spPr>
          <a:xfrm>
            <a:off x="3384868" y="3730752"/>
            <a:ext cx="548640" cy="215444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800" b="0" i="0">
                <a:solidFill>
                  <a:srgbClr val="64748B"/>
                </a:solidFill>
                <a:latin typeface="Arial"/>
              </a:defRPr>
            </a:pPr>
            <a:r>
              <a:rPr sz="800"/>
              <a:t>{{sg_pi_refract_n}}</a:t>
            </a:r>
          </a:p>
        </p:txBody>
      </p:sp>
      <p:sp>
        <p:nvSpPr>
          <p:cNvPr id="52" name="TextBox 51">
            <a:extLst>
              <a:ext uri="{FF2B5EF4-FFF2-40B4-BE49-F238E27FC236}">
                <a16:creationId xmlns:a16="http://schemas.microsoft.com/office/drawing/2014/main" id="{E4012368-AD44-44CC-1C14-E4D90D2B368F}"/>
              </a:ext>
            </a:extLst>
          </p:cNvPr>
          <p:cNvSpPr txBox="1"/>
          <p:nvPr userDrawn="1"/>
        </p:nvSpPr>
        <p:spPr>
          <a:xfrm>
            <a:off x="4024948" y="3730752"/>
            <a:ext cx="731520" cy="215444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800" b="1" i="0">
                <a:solidFill>
                  <a:srgbClr val="0F172A"/>
                </a:solidFill>
                <a:latin typeface="Arial"/>
              </a:defRPr>
            </a:pPr>
            <a:r>
              <a:rPr sz="800"/>
              <a:t>{{sg_pi_refract_hr}}</a:t>
            </a:r>
          </a:p>
        </p:txBody>
      </p:sp>
      <p:sp>
        <p:nvSpPr>
          <p:cNvPr id="53" name="TextBox 52">
            <a:extLst>
              <a:ext uri="{FF2B5EF4-FFF2-40B4-BE49-F238E27FC236}">
                <a16:creationId xmlns:a16="http://schemas.microsoft.com/office/drawing/2014/main" id="{3807808F-FE3B-CA29-1A76-0A4730130B99}"/>
              </a:ext>
            </a:extLst>
          </p:cNvPr>
          <p:cNvSpPr txBox="1"/>
          <p:nvPr userDrawn="1"/>
        </p:nvSpPr>
        <p:spPr>
          <a:xfrm>
            <a:off x="330772" y="3931919"/>
            <a:ext cx="2926080" cy="215444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defRPr sz="800" b="0" i="0">
                <a:solidFill>
                  <a:srgbClr val="475569"/>
                </a:solidFill>
                <a:latin typeface="Arial"/>
              </a:defRPr>
            </a:pPr>
            <a:r>
              <a:rPr sz="800"/>
              <a:t>{{sg_imid_refract_name}}</a:t>
            </a:r>
          </a:p>
        </p:txBody>
      </p:sp>
      <p:sp>
        <p:nvSpPr>
          <p:cNvPr id="54" name="TextBox 53">
            <a:extLst>
              <a:ext uri="{FF2B5EF4-FFF2-40B4-BE49-F238E27FC236}">
                <a16:creationId xmlns:a16="http://schemas.microsoft.com/office/drawing/2014/main" id="{16281380-9431-1FB6-C39A-51AB0778DD93}"/>
              </a:ext>
            </a:extLst>
          </p:cNvPr>
          <p:cNvSpPr txBox="1"/>
          <p:nvPr userDrawn="1"/>
        </p:nvSpPr>
        <p:spPr>
          <a:xfrm>
            <a:off x="3384868" y="3931919"/>
            <a:ext cx="548640" cy="215444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800" b="0" i="0">
                <a:solidFill>
                  <a:srgbClr val="64748B"/>
                </a:solidFill>
                <a:latin typeface="Arial"/>
              </a:defRPr>
            </a:pPr>
            <a:r>
              <a:rPr sz="800"/>
              <a:t>{{sg_imid_refract_n}}</a:t>
            </a:r>
          </a:p>
        </p:txBody>
      </p:sp>
      <p:sp>
        <p:nvSpPr>
          <p:cNvPr id="55" name="TextBox 54">
            <a:extLst>
              <a:ext uri="{FF2B5EF4-FFF2-40B4-BE49-F238E27FC236}">
                <a16:creationId xmlns:a16="http://schemas.microsoft.com/office/drawing/2014/main" id="{B6C1FA67-41AB-B169-EEF8-927F97BF455F}"/>
              </a:ext>
            </a:extLst>
          </p:cNvPr>
          <p:cNvSpPr txBox="1"/>
          <p:nvPr userDrawn="1"/>
        </p:nvSpPr>
        <p:spPr>
          <a:xfrm>
            <a:off x="4024948" y="3931919"/>
            <a:ext cx="731520" cy="215444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800" b="1" i="0">
                <a:solidFill>
                  <a:srgbClr val="0F172A"/>
                </a:solidFill>
                <a:latin typeface="Arial"/>
              </a:defRPr>
            </a:pPr>
            <a:r>
              <a:rPr sz="800"/>
              <a:t>{{sg_imid_refract_hr}}</a:t>
            </a:r>
          </a:p>
        </p:txBody>
      </p:sp>
      <p:sp>
        <p:nvSpPr>
          <p:cNvPr id="56" name="Rectangle 55">
            <a:extLst>
              <a:ext uri="{FF2B5EF4-FFF2-40B4-BE49-F238E27FC236}">
                <a16:creationId xmlns:a16="http://schemas.microsoft.com/office/drawing/2014/main" id="{332AB552-3EE0-C2AE-E811-648A9DDC0CA5}"/>
              </a:ext>
            </a:extLst>
          </p:cNvPr>
          <p:cNvSpPr/>
          <p:nvPr userDrawn="1"/>
        </p:nvSpPr>
        <p:spPr>
          <a:xfrm>
            <a:off x="330772" y="4114800"/>
            <a:ext cx="10826496" cy="201168"/>
          </a:xfrm>
          <a:prstGeom prst="rect">
            <a:avLst/>
          </a:prstGeom>
          <a:solidFill>
            <a:srgbClr val="FAFBFF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57" name="TextBox 56">
            <a:extLst>
              <a:ext uri="{FF2B5EF4-FFF2-40B4-BE49-F238E27FC236}">
                <a16:creationId xmlns:a16="http://schemas.microsoft.com/office/drawing/2014/main" id="{C4E68C37-4BEA-63A6-AE68-756C8F4C64BE}"/>
              </a:ext>
            </a:extLst>
          </p:cNvPr>
          <p:cNvSpPr txBox="1"/>
          <p:nvPr userDrawn="1"/>
        </p:nvSpPr>
        <p:spPr>
          <a:xfrm>
            <a:off x="330772" y="4133087"/>
            <a:ext cx="2926080" cy="215444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defRPr sz="800" b="0" i="0">
                <a:solidFill>
                  <a:srgbClr val="475569"/>
                </a:solidFill>
                <a:latin typeface="Arial"/>
              </a:defRPr>
            </a:pPr>
            <a:r>
              <a:rPr sz="800"/>
              <a:t>{{sg_double_refract_name}}</a:t>
            </a:r>
          </a:p>
        </p:txBody>
      </p:sp>
      <p:sp>
        <p:nvSpPr>
          <p:cNvPr id="58" name="TextBox 57">
            <a:extLst>
              <a:ext uri="{FF2B5EF4-FFF2-40B4-BE49-F238E27FC236}">
                <a16:creationId xmlns:a16="http://schemas.microsoft.com/office/drawing/2014/main" id="{CCF2A537-EBE9-01C3-94A4-267A99A2AFE2}"/>
              </a:ext>
            </a:extLst>
          </p:cNvPr>
          <p:cNvSpPr txBox="1"/>
          <p:nvPr userDrawn="1"/>
        </p:nvSpPr>
        <p:spPr>
          <a:xfrm>
            <a:off x="3384868" y="4133087"/>
            <a:ext cx="548640" cy="215444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800" b="0" i="0">
                <a:solidFill>
                  <a:srgbClr val="64748B"/>
                </a:solidFill>
                <a:latin typeface="Arial"/>
              </a:defRPr>
            </a:pPr>
            <a:r>
              <a:rPr sz="800"/>
              <a:t>{{sg_double_refract_n}}</a:t>
            </a:r>
          </a:p>
        </p:txBody>
      </p:sp>
      <p:sp>
        <p:nvSpPr>
          <p:cNvPr id="59" name="TextBox 58">
            <a:extLst>
              <a:ext uri="{FF2B5EF4-FFF2-40B4-BE49-F238E27FC236}">
                <a16:creationId xmlns:a16="http://schemas.microsoft.com/office/drawing/2014/main" id="{4009F430-F4B9-2B2F-509D-229671B0799B}"/>
              </a:ext>
            </a:extLst>
          </p:cNvPr>
          <p:cNvSpPr txBox="1"/>
          <p:nvPr userDrawn="1"/>
        </p:nvSpPr>
        <p:spPr>
          <a:xfrm>
            <a:off x="4024948" y="4133087"/>
            <a:ext cx="731520" cy="215444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800" b="1" i="0">
                <a:solidFill>
                  <a:srgbClr val="0F172A"/>
                </a:solidFill>
                <a:latin typeface="Arial"/>
              </a:defRPr>
            </a:pPr>
            <a:r>
              <a:rPr sz="800" dirty="0"/>
              <a:t>{{sg_double_refract_hr}}</a:t>
            </a:r>
          </a:p>
        </p:txBody>
      </p:sp>
      <p:sp>
        <p:nvSpPr>
          <p:cNvPr id="60" name="TextBox 59">
            <a:extLst>
              <a:ext uri="{FF2B5EF4-FFF2-40B4-BE49-F238E27FC236}">
                <a16:creationId xmlns:a16="http://schemas.microsoft.com/office/drawing/2014/main" id="{AF863873-FFDB-76EA-9DAC-1AF4114ABA6F}"/>
              </a:ext>
            </a:extLst>
          </p:cNvPr>
          <p:cNvSpPr txBox="1"/>
          <p:nvPr userDrawn="1"/>
        </p:nvSpPr>
        <p:spPr>
          <a:xfrm>
            <a:off x="330772" y="4517136"/>
            <a:ext cx="2926080" cy="215444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defRPr sz="800" b="1" i="0">
                <a:solidFill>
                  <a:srgbClr val="0F172A"/>
                </a:solidFill>
                <a:latin typeface="Arial"/>
              </a:defRPr>
            </a:pPr>
            <a:r>
              <a:rPr sz="800"/>
              <a:t>{{sg_ecog_header_name}}</a:t>
            </a:r>
          </a:p>
        </p:txBody>
      </p:sp>
      <p:sp>
        <p:nvSpPr>
          <p:cNvPr id="61" name="TextBox 60">
            <a:extLst>
              <a:ext uri="{FF2B5EF4-FFF2-40B4-BE49-F238E27FC236}">
                <a16:creationId xmlns:a16="http://schemas.microsoft.com/office/drawing/2014/main" id="{6AC0E14E-066F-BCA0-9EE8-F62C4C2260FC}"/>
              </a:ext>
            </a:extLst>
          </p:cNvPr>
          <p:cNvSpPr txBox="1"/>
          <p:nvPr userDrawn="1"/>
        </p:nvSpPr>
        <p:spPr>
          <a:xfrm>
            <a:off x="330772" y="4736592"/>
            <a:ext cx="2926080" cy="215444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defRPr sz="800" b="0" i="0">
                <a:solidFill>
                  <a:srgbClr val="475569"/>
                </a:solidFill>
                <a:latin typeface="Arial"/>
              </a:defRPr>
            </a:pPr>
            <a:r>
              <a:rPr sz="800"/>
              <a:t>{{sg_ecog_0_name}}</a:t>
            </a:r>
          </a:p>
        </p:txBody>
      </p:sp>
      <p:sp>
        <p:nvSpPr>
          <p:cNvPr id="62" name="TextBox 61">
            <a:extLst>
              <a:ext uri="{FF2B5EF4-FFF2-40B4-BE49-F238E27FC236}">
                <a16:creationId xmlns:a16="http://schemas.microsoft.com/office/drawing/2014/main" id="{38706D4F-9D94-A752-66E4-02E92723AFE7}"/>
              </a:ext>
            </a:extLst>
          </p:cNvPr>
          <p:cNvSpPr txBox="1"/>
          <p:nvPr userDrawn="1"/>
        </p:nvSpPr>
        <p:spPr>
          <a:xfrm>
            <a:off x="3384868" y="4736592"/>
            <a:ext cx="548640" cy="215444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800" b="0" i="0">
                <a:solidFill>
                  <a:srgbClr val="64748B"/>
                </a:solidFill>
                <a:latin typeface="Arial"/>
              </a:defRPr>
            </a:pPr>
            <a:r>
              <a:rPr sz="800"/>
              <a:t>{{sg_ecog_0_n}}</a:t>
            </a:r>
          </a:p>
        </p:txBody>
      </p:sp>
      <p:sp>
        <p:nvSpPr>
          <p:cNvPr id="63" name="TextBox 62">
            <a:extLst>
              <a:ext uri="{FF2B5EF4-FFF2-40B4-BE49-F238E27FC236}">
                <a16:creationId xmlns:a16="http://schemas.microsoft.com/office/drawing/2014/main" id="{0432D114-813A-5491-730A-667288CB89E3}"/>
              </a:ext>
            </a:extLst>
          </p:cNvPr>
          <p:cNvSpPr txBox="1"/>
          <p:nvPr userDrawn="1"/>
        </p:nvSpPr>
        <p:spPr>
          <a:xfrm>
            <a:off x="4024948" y="4736592"/>
            <a:ext cx="731520" cy="215444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800" b="1" i="0">
                <a:solidFill>
                  <a:srgbClr val="0F172A"/>
                </a:solidFill>
                <a:latin typeface="Arial"/>
              </a:defRPr>
            </a:pPr>
            <a:r>
              <a:rPr sz="800"/>
              <a:t>{{sg_ecog_0_hr}}</a:t>
            </a:r>
          </a:p>
        </p:txBody>
      </p:sp>
      <p:sp>
        <p:nvSpPr>
          <p:cNvPr id="64" name="Rectangle 63">
            <a:extLst>
              <a:ext uri="{FF2B5EF4-FFF2-40B4-BE49-F238E27FC236}">
                <a16:creationId xmlns:a16="http://schemas.microsoft.com/office/drawing/2014/main" id="{43625406-CAB0-3BC1-13E1-D9A24F19F42A}"/>
              </a:ext>
            </a:extLst>
          </p:cNvPr>
          <p:cNvSpPr/>
          <p:nvPr userDrawn="1"/>
        </p:nvSpPr>
        <p:spPr>
          <a:xfrm>
            <a:off x="330772" y="4919472"/>
            <a:ext cx="10826496" cy="201168"/>
          </a:xfrm>
          <a:prstGeom prst="rect">
            <a:avLst/>
          </a:prstGeom>
          <a:solidFill>
            <a:srgbClr val="FAFBFF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65" name="TextBox 64">
            <a:extLst>
              <a:ext uri="{FF2B5EF4-FFF2-40B4-BE49-F238E27FC236}">
                <a16:creationId xmlns:a16="http://schemas.microsoft.com/office/drawing/2014/main" id="{04FB01D0-3F65-3697-FE10-54ACFB606F3D}"/>
              </a:ext>
            </a:extLst>
          </p:cNvPr>
          <p:cNvSpPr txBox="1"/>
          <p:nvPr userDrawn="1"/>
        </p:nvSpPr>
        <p:spPr>
          <a:xfrm>
            <a:off x="330772" y="4937759"/>
            <a:ext cx="2926080" cy="215444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defRPr sz="800" b="0" i="0">
                <a:solidFill>
                  <a:srgbClr val="475569"/>
                </a:solidFill>
                <a:latin typeface="Arial"/>
              </a:defRPr>
            </a:pPr>
            <a:r>
              <a:rPr sz="800"/>
              <a:t>{{sg_ecog_1_name}}</a:t>
            </a:r>
          </a:p>
        </p:txBody>
      </p:sp>
      <p:sp>
        <p:nvSpPr>
          <p:cNvPr id="66" name="TextBox 65">
            <a:extLst>
              <a:ext uri="{FF2B5EF4-FFF2-40B4-BE49-F238E27FC236}">
                <a16:creationId xmlns:a16="http://schemas.microsoft.com/office/drawing/2014/main" id="{0A9756AD-36D3-A1AB-C70E-E5EF7A7B50C4}"/>
              </a:ext>
            </a:extLst>
          </p:cNvPr>
          <p:cNvSpPr txBox="1"/>
          <p:nvPr userDrawn="1"/>
        </p:nvSpPr>
        <p:spPr>
          <a:xfrm>
            <a:off x="3384868" y="4937759"/>
            <a:ext cx="548640" cy="215444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800" b="0" i="0">
                <a:solidFill>
                  <a:srgbClr val="64748B"/>
                </a:solidFill>
                <a:latin typeface="Arial"/>
              </a:defRPr>
            </a:pPr>
            <a:r>
              <a:rPr sz="800" dirty="0"/>
              <a:t>{{sg_ecog_1_n}}</a:t>
            </a:r>
          </a:p>
        </p:txBody>
      </p:sp>
      <p:sp>
        <p:nvSpPr>
          <p:cNvPr id="67" name="TextBox 66">
            <a:extLst>
              <a:ext uri="{FF2B5EF4-FFF2-40B4-BE49-F238E27FC236}">
                <a16:creationId xmlns:a16="http://schemas.microsoft.com/office/drawing/2014/main" id="{E4DE7644-C693-2763-AB70-497E52DB3502}"/>
              </a:ext>
            </a:extLst>
          </p:cNvPr>
          <p:cNvSpPr txBox="1"/>
          <p:nvPr userDrawn="1"/>
        </p:nvSpPr>
        <p:spPr>
          <a:xfrm>
            <a:off x="4024948" y="4937759"/>
            <a:ext cx="731520" cy="215444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800" b="1" i="0">
                <a:solidFill>
                  <a:srgbClr val="0F172A"/>
                </a:solidFill>
                <a:latin typeface="Arial"/>
              </a:defRPr>
            </a:pPr>
            <a:r>
              <a:rPr sz="800"/>
              <a:t>{{sg_ecog_1_hr}}</a:t>
            </a:r>
          </a:p>
        </p:txBody>
      </p:sp>
      <p:sp>
        <p:nvSpPr>
          <p:cNvPr id="68" name="TextBox 67">
            <a:extLst>
              <a:ext uri="{FF2B5EF4-FFF2-40B4-BE49-F238E27FC236}">
                <a16:creationId xmlns:a16="http://schemas.microsoft.com/office/drawing/2014/main" id="{923B8A95-BAAB-06E0-838D-C9EAADA7C625}"/>
              </a:ext>
            </a:extLst>
          </p:cNvPr>
          <p:cNvSpPr txBox="1"/>
          <p:nvPr userDrawn="1"/>
        </p:nvSpPr>
        <p:spPr>
          <a:xfrm>
            <a:off x="330772" y="5321808"/>
            <a:ext cx="2926080" cy="215444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defRPr sz="800" b="1" i="0">
                <a:solidFill>
                  <a:srgbClr val="0F172A"/>
                </a:solidFill>
                <a:latin typeface="Arial"/>
              </a:defRPr>
            </a:pPr>
            <a:r>
              <a:rPr sz="800"/>
              <a:t>{{sg_iss_header_name}}</a:t>
            </a:r>
          </a:p>
        </p:txBody>
      </p:sp>
      <p:sp>
        <p:nvSpPr>
          <p:cNvPr id="69" name="TextBox 68">
            <a:extLst>
              <a:ext uri="{FF2B5EF4-FFF2-40B4-BE49-F238E27FC236}">
                <a16:creationId xmlns:a16="http://schemas.microsoft.com/office/drawing/2014/main" id="{FAB64B91-EFBA-0E0C-6FD2-6563A61FD6E3}"/>
              </a:ext>
            </a:extLst>
          </p:cNvPr>
          <p:cNvSpPr txBox="1"/>
          <p:nvPr userDrawn="1"/>
        </p:nvSpPr>
        <p:spPr>
          <a:xfrm>
            <a:off x="330772" y="5541264"/>
            <a:ext cx="2926080" cy="215444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defRPr sz="800" b="0" i="0">
                <a:solidFill>
                  <a:srgbClr val="475569"/>
                </a:solidFill>
                <a:latin typeface="Arial"/>
              </a:defRPr>
            </a:pPr>
            <a:r>
              <a:rPr sz="800"/>
              <a:t>{{sg_iss_1_name}}</a:t>
            </a:r>
          </a:p>
        </p:txBody>
      </p:sp>
      <p:sp>
        <p:nvSpPr>
          <p:cNvPr id="70" name="TextBox 69">
            <a:extLst>
              <a:ext uri="{FF2B5EF4-FFF2-40B4-BE49-F238E27FC236}">
                <a16:creationId xmlns:a16="http://schemas.microsoft.com/office/drawing/2014/main" id="{3C97F856-B72F-47A7-3219-A950AF15D91B}"/>
              </a:ext>
            </a:extLst>
          </p:cNvPr>
          <p:cNvSpPr txBox="1"/>
          <p:nvPr userDrawn="1"/>
        </p:nvSpPr>
        <p:spPr>
          <a:xfrm>
            <a:off x="3384868" y="5541264"/>
            <a:ext cx="548640" cy="215444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800" b="0" i="0">
                <a:solidFill>
                  <a:srgbClr val="64748B"/>
                </a:solidFill>
                <a:latin typeface="Arial"/>
              </a:defRPr>
            </a:pPr>
            <a:r>
              <a:rPr sz="800" dirty="0"/>
              <a:t>{{sg_iss_1_n}}</a:t>
            </a:r>
          </a:p>
        </p:txBody>
      </p:sp>
      <p:sp>
        <p:nvSpPr>
          <p:cNvPr id="71" name="TextBox 70">
            <a:extLst>
              <a:ext uri="{FF2B5EF4-FFF2-40B4-BE49-F238E27FC236}">
                <a16:creationId xmlns:a16="http://schemas.microsoft.com/office/drawing/2014/main" id="{46C5C219-4595-8E5A-9A30-6EAF5EF2BF27}"/>
              </a:ext>
            </a:extLst>
          </p:cNvPr>
          <p:cNvSpPr txBox="1"/>
          <p:nvPr userDrawn="1"/>
        </p:nvSpPr>
        <p:spPr>
          <a:xfrm>
            <a:off x="4024948" y="5541264"/>
            <a:ext cx="731520" cy="215444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800" b="1" i="0">
                <a:solidFill>
                  <a:srgbClr val="0F172A"/>
                </a:solidFill>
                <a:latin typeface="Arial"/>
              </a:defRPr>
            </a:pPr>
            <a:r>
              <a:rPr sz="800" dirty="0"/>
              <a:t>{{sg_iss_1_hr}}</a:t>
            </a:r>
          </a:p>
        </p:txBody>
      </p:sp>
      <p:sp>
        <p:nvSpPr>
          <p:cNvPr id="72" name="Rectangle 71">
            <a:extLst>
              <a:ext uri="{FF2B5EF4-FFF2-40B4-BE49-F238E27FC236}">
                <a16:creationId xmlns:a16="http://schemas.microsoft.com/office/drawing/2014/main" id="{3436981F-E84A-F2B2-4CBD-8AECDCAF1CB9}"/>
              </a:ext>
            </a:extLst>
          </p:cNvPr>
          <p:cNvSpPr/>
          <p:nvPr userDrawn="1"/>
        </p:nvSpPr>
        <p:spPr>
          <a:xfrm>
            <a:off x="330772" y="5724144"/>
            <a:ext cx="10826496" cy="201168"/>
          </a:xfrm>
          <a:prstGeom prst="rect">
            <a:avLst/>
          </a:prstGeom>
          <a:solidFill>
            <a:srgbClr val="FAFBFF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73" name="TextBox 72">
            <a:extLst>
              <a:ext uri="{FF2B5EF4-FFF2-40B4-BE49-F238E27FC236}">
                <a16:creationId xmlns:a16="http://schemas.microsoft.com/office/drawing/2014/main" id="{00264DE0-9E55-9EBE-8A49-8222A0E19CEE}"/>
              </a:ext>
            </a:extLst>
          </p:cNvPr>
          <p:cNvSpPr txBox="1"/>
          <p:nvPr userDrawn="1"/>
        </p:nvSpPr>
        <p:spPr>
          <a:xfrm>
            <a:off x="330772" y="5742431"/>
            <a:ext cx="2926080" cy="215444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defRPr sz="800" b="0" i="0">
                <a:solidFill>
                  <a:srgbClr val="475569"/>
                </a:solidFill>
                <a:latin typeface="Arial"/>
              </a:defRPr>
            </a:pPr>
            <a:r>
              <a:rPr sz="800"/>
              <a:t>{{sg_iss_2_name}}</a:t>
            </a:r>
          </a:p>
        </p:txBody>
      </p:sp>
      <p:sp>
        <p:nvSpPr>
          <p:cNvPr id="74" name="TextBox 73">
            <a:extLst>
              <a:ext uri="{FF2B5EF4-FFF2-40B4-BE49-F238E27FC236}">
                <a16:creationId xmlns:a16="http://schemas.microsoft.com/office/drawing/2014/main" id="{8106A91D-023D-CBB5-1710-EBC70AE7DE26}"/>
              </a:ext>
            </a:extLst>
          </p:cNvPr>
          <p:cNvSpPr txBox="1"/>
          <p:nvPr userDrawn="1"/>
        </p:nvSpPr>
        <p:spPr>
          <a:xfrm>
            <a:off x="3384868" y="5742431"/>
            <a:ext cx="548640" cy="215444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800" b="0" i="0">
                <a:solidFill>
                  <a:srgbClr val="64748B"/>
                </a:solidFill>
                <a:latin typeface="Arial"/>
              </a:defRPr>
            </a:pPr>
            <a:r>
              <a:rPr sz="800"/>
              <a:t>{{sg_iss_2_n}}</a:t>
            </a:r>
          </a:p>
        </p:txBody>
      </p:sp>
      <p:sp>
        <p:nvSpPr>
          <p:cNvPr id="75" name="TextBox 74">
            <a:extLst>
              <a:ext uri="{FF2B5EF4-FFF2-40B4-BE49-F238E27FC236}">
                <a16:creationId xmlns:a16="http://schemas.microsoft.com/office/drawing/2014/main" id="{DBB31852-9D0E-7088-C993-30F2E2490D63}"/>
              </a:ext>
            </a:extLst>
          </p:cNvPr>
          <p:cNvSpPr txBox="1"/>
          <p:nvPr userDrawn="1"/>
        </p:nvSpPr>
        <p:spPr>
          <a:xfrm>
            <a:off x="4024948" y="5742431"/>
            <a:ext cx="731520" cy="215444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800" b="1" i="0">
                <a:solidFill>
                  <a:srgbClr val="0F172A"/>
                </a:solidFill>
                <a:latin typeface="Arial"/>
              </a:defRPr>
            </a:pPr>
            <a:r>
              <a:rPr sz="800" dirty="0"/>
              <a:t>{{sg_iss_2_hr}}</a:t>
            </a:r>
          </a:p>
        </p:txBody>
      </p:sp>
      <p:sp>
        <p:nvSpPr>
          <p:cNvPr id="76" name="TextBox 75">
            <a:extLst>
              <a:ext uri="{FF2B5EF4-FFF2-40B4-BE49-F238E27FC236}">
                <a16:creationId xmlns:a16="http://schemas.microsoft.com/office/drawing/2014/main" id="{F1D987BD-CE91-A66E-DD2C-497DF05CAAA6}"/>
              </a:ext>
            </a:extLst>
          </p:cNvPr>
          <p:cNvSpPr txBox="1"/>
          <p:nvPr userDrawn="1"/>
        </p:nvSpPr>
        <p:spPr>
          <a:xfrm>
            <a:off x="330772" y="5943599"/>
            <a:ext cx="2926080" cy="215444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defRPr sz="800" b="0" i="0">
                <a:solidFill>
                  <a:srgbClr val="475569"/>
                </a:solidFill>
                <a:latin typeface="Arial"/>
              </a:defRPr>
            </a:pPr>
            <a:r>
              <a:rPr sz="800"/>
              <a:t>{{sg_iss_3_name}}</a:t>
            </a:r>
          </a:p>
        </p:txBody>
      </p:sp>
      <p:sp>
        <p:nvSpPr>
          <p:cNvPr id="77" name="TextBox 76">
            <a:extLst>
              <a:ext uri="{FF2B5EF4-FFF2-40B4-BE49-F238E27FC236}">
                <a16:creationId xmlns:a16="http://schemas.microsoft.com/office/drawing/2014/main" id="{D4F408BE-629E-E769-6A51-1DD56F5FE4C0}"/>
              </a:ext>
            </a:extLst>
          </p:cNvPr>
          <p:cNvSpPr txBox="1"/>
          <p:nvPr userDrawn="1"/>
        </p:nvSpPr>
        <p:spPr>
          <a:xfrm>
            <a:off x="3384868" y="5943599"/>
            <a:ext cx="548640" cy="215444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800" b="0" i="0">
                <a:solidFill>
                  <a:srgbClr val="64748B"/>
                </a:solidFill>
                <a:latin typeface="Arial"/>
              </a:defRPr>
            </a:pPr>
            <a:r>
              <a:rPr sz="800"/>
              <a:t>{{sg_iss_3_n}}</a:t>
            </a:r>
          </a:p>
        </p:txBody>
      </p:sp>
      <p:sp>
        <p:nvSpPr>
          <p:cNvPr id="78" name="TextBox 77">
            <a:extLst>
              <a:ext uri="{FF2B5EF4-FFF2-40B4-BE49-F238E27FC236}">
                <a16:creationId xmlns:a16="http://schemas.microsoft.com/office/drawing/2014/main" id="{FCBB42AD-2CBA-B82C-BC9C-4D2660DECAF2}"/>
              </a:ext>
            </a:extLst>
          </p:cNvPr>
          <p:cNvSpPr txBox="1"/>
          <p:nvPr userDrawn="1"/>
        </p:nvSpPr>
        <p:spPr>
          <a:xfrm>
            <a:off x="4024948" y="5943599"/>
            <a:ext cx="731520" cy="215444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800" b="1" i="0">
                <a:solidFill>
                  <a:srgbClr val="0F172A"/>
                </a:solidFill>
                <a:latin typeface="Arial"/>
              </a:defRPr>
            </a:pPr>
            <a:r>
              <a:rPr sz="800"/>
              <a:t>{{sg_iss_3_hr}}</a:t>
            </a:r>
          </a:p>
        </p:txBody>
      </p:sp>
      <p:sp>
        <p:nvSpPr>
          <p:cNvPr id="79" name="TextBox 78">
            <a:extLst>
              <a:ext uri="{FF2B5EF4-FFF2-40B4-BE49-F238E27FC236}">
                <a16:creationId xmlns:a16="http://schemas.microsoft.com/office/drawing/2014/main" id="{1EB0BA15-8023-1AB6-5852-5A3D8ADCBD4B}"/>
              </a:ext>
            </a:extLst>
          </p:cNvPr>
          <p:cNvSpPr txBox="1"/>
          <p:nvPr userDrawn="1"/>
        </p:nvSpPr>
        <p:spPr>
          <a:xfrm>
            <a:off x="4934776" y="6131052"/>
            <a:ext cx="6217920" cy="200055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defRPr sz="700" b="0" i="1">
                <a:solidFill>
                  <a:srgbClr val="94A3B8"/>
                </a:solidFill>
                <a:latin typeface="Arial"/>
              </a:defRPr>
            </a:pPr>
            <a:r>
              <a:rPr sz="700" dirty="0"/>
              <a:t>{{forest_conclusion}}</a:t>
            </a:r>
          </a:p>
        </p:txBody>
      </p:sp>
      <p:sp>
        <p:nvSpPr>
          <p:cNvPr id="80" name="TextBox 79">
            <a:extLst>
              <a:ext uri="{FF2B5EF4-FFF2-40B4-BE49-F238E27FC236}">
                <a16:creationId xmlns:a16="http://schemas.microsoft.com/office/drawing/2014/main" id="{0DA18E5C-3AC6-A6F0-D15C-DF6FAFC7DEAD}"/>
              </a:ext>
            </a:extLst>
          </p:cNvPr>
          <p:cNvSpPr txBox="1"/>
          <p:nvPr userDrawn="1"/>
        </p:nvSpPr>
        <p:spPr>
          <a:xfrm>
            <a:off x="1519492" y="147588"/>
            <a:ext cx="1737360" cy="23083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900" b="1">
                <a:solidFill>
                  <a:srgbClr val="FFFFFF"/>
                </a:solidFill>
                <a:latin typeface="Calibri"/>
              </a:defRPr>
            </a:pPr>
            <a:r>
              <a:rPr lang="de-DE" dirty="0">
                <a:solidFill>
                  <a:srgbClr val="C4B5FD"/>
                </a:solidFill>
                <a:latin typeface="Arial" panose="020B0604020202020204" pitchFamily="34" charset="0"/>
                <a:cs typeface="Arial" panose="020B0604020202020204" pitchFamily="34" charset="0"/>
              </a:rPr>
              <a:t>FOREST-PLOT</a:t>
            </a:r>
            <a:endParaRPr dirty="0">
              <a:solidFill>
                <a:srgbClr val="C4B5FD"/>
              </a:solidFill>
              <a:latin typeface="Arial" panose="020B0604020202020204" pitchFamily="34" charset="0"/>
              <a:cs typeface="Arial" panose="020B0604020202020204" pitchFamily="34" charset="0"/>
            </a:endParaRPr>
          </a:p>
        </p:txBody>
      </p:sp>
      <p:sp>
        <p:nvSpPr>
          <p:cNvPr id="81" name="TextBox 80">
            <a:extLst>
              <a:ext uri="{FF2B5EF4-FFF2-40B4-BE49-F238E27FC236}">
                <a16:creationId xmlns:a16="http://schemas.microsoft.com/office/drawing/2014/main" id="{A758F234-EB91-FCA4-50C2-4E170BC143D0}"/>
              </a:ext>
            </a:extLst>
          </p:cNvPr>
          <p:cNvSpPr txBox="1"/>
          <p:nvPr userDrawn="1"/>
        </p:nvSpPr>
        <p:spPr>
          <a:xfrm>
            <a:off x="3566160" y="118964"/>
            <a:ext cx="4572000" cy="34747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defRPr sz="1200" b="0">
                <a:solidFill>
                  <a:srgbClr val="CBD5E1"/>
                </a:solidFill>
                <a:latin typeface="Calibri"/>
              </a:defRPr>
            </a:pPr>
            <a:r>
              <a:rPr dirty="0"/>
              <a:t>{{</a:t>
            </a:r>
            <a:r>
              <a:rPr dirty="0" err="1"/>
              <a:t>drug_label</a:t>
            </a:r>
            <a:r>
              <a:rPr dirty="0"/>
              <a:t>}}</a:t>
            </a:r>
          </a:p>
        </p:txBody>
      </p:sp>
      <p:cxnSp>
        <p:nvCxnSpPr>
          <p:cNvPr id="83" name="Straight Connector 82">
            <a:extLst>
              <a:ext uri="{FF2B5EF4-FFF2-40B4-BE49-F238E27FC236}">
                <a16:creationId xmlns:a16="http://schemas.microsoft.com/office/drawing/2014/main" id="{546A0FE1-A28F-5971-493C-F8F863FB4B78}"/>
              </a:ext>
            </a:extLst>
          </p:cNvPr>
          <p:cNvCxnSpPr/>
          <p:nvPr userDrawn="1"/>
        </p:nvCxnSpPr>
        <p:spPr>
          <a:xfrm>
            <a:off x="8944855" y="1298448"/>
            <a:ext cx="0" cy="4882895"/>
          </a:xfrm>
          <a:prstGeom prst="line">
            <a:avLst/>
          </a:prstGeom>
          <a:ln>
            <a:solidFill>
              <a:schemeClr val="accent2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</p:spTree>
    <p:extLst>
      <p:ext uri="{BB962C8B-B14F-4D97-AF65-F5344CB8AC3E}">
        <p14:creationId xmlns:p14="http://schemas.microsoft.com/office/powerpoint/2010/main" val="2496780334"/>
      </p:ext>
    </p:extLst>
  </p:cSld>
  <p:clrMapOvr>
    <a:masterClrMapping/>
  </p:clrMapOvr>
</p:sldLayout>
</file>

<file path=ppt/slideLayouts/slideLayout31.xml><?xml version="1.0" encoding="utf-8"?>
<p:sldLayout xmlns:a="http://schemas.openxmlformats.org/drawingml/2006/main" xmlns:r="http://schemas.openxmlformats.org/officeDocument/2006/relationships" xmlns:p="http://schemas.openxmlformats.org/presentationml/2006/main" preserve="1" userDrawn="1">
  <p:cSld name="SI_4LINES_ligh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Rounded Rectangle 9">
            <a:extLst>
              <a:ext uri="{FF2B5EF4-FFF2-40B4-BE49-F238E27FC236}">
                <a16:creationId xmlns:a16="http://schemas.microsoft.com/office/drawing/2014/main" id="{95B37692-9278-0088-CBA1-9282637E1A46}"/>
              </a:ext>
            </a:extLst>
          </p:cNvPr>
          <p:cNvSpPr/>
          <p:nvPr userDrawn="1"/>
        </p:nvSpPr>
        <p:spPr>
          <a:xfrm>
            <a:off x="164592" y="658368"/>
            <a:ext cx="11859768" cy="1051560"/>
          </a:xfrm>
          <a:prstGeom prst="roundRect">
            <a:avLst/>
          </a:prstGeom>
          <a:solidFill>
            <a:srgbClr val="FFFFFF"/>
          </a:solidFill>
          <a:ln w="12700">
            <a:solidFill>
              <a:srgbClr val="E5E7EB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3" name="Rectangle 2">
            <a:extLst>
              <a:ext uri="{FF2B5EF4-FFF2-40B4-BE49-F238E27FC236}">
                <a16:creationId xmlns:a16="http://schemas.microsoft.com/office/drawing/2014/main" id="{3ECCEA9E-9409-5E5B-7B61-DADDEABA867D}"/>
              </a:ext>
            </a:extLst>
          </p:cNvPr>
          <p:cNvSpPr/>
          <p:nvPr userDrawn="1"/>
        </p:nvSpPr>
        <p:spPr>
          <a:xfrm>
            <a:off x="164592" y="658368"/>
            <a:ext cx="36576" cy="1051560"/>
          </a:xfrm>
          <a:prstGeom prst="rect">
            <a:avLst/>
          </a:prstGeom>
          <a:solidFill>
            <a:srgbClr val="8B5CF6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4" name="Rectangle 3">
            <a:extLst>
              <a:ext uri="{FF2B5EF4-FFF2-40B4-BE49-F238E27FC236}">
                <a16:creationId xmlns:a16="http://schemas.microsoft.com/office/drawing/2014/main" id="{7B6612B0-32FB-E69F-A498-2FC7D19BAE78}"/>
              </a:ext>
            </a:extLst>
          </p:cNvPr>
          <p:cNvSpPr/>
          <p:nvPr userDrawn="1"/>
        </p:nvSpPr>
        <p:spPr>
          <a:xfrm>
            <a:off x="310896" y="768096"/>
            <a:ext cx="420624" cy="420624"/>
          </a:xfrm>
          <a:prstGeom prst="rect">
            <a:avLst/>
          </a:prstGeom>
          <a:solidFill>
            <a:srgbClr val="8B5CF6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5" name="TextBox 4">
            <a:extLst>
              <a:ext uri="{FF2B5EF4-FFF2-40B4-BE49-F238E27FC236}">
                <a16:creationId xmlns:a16="http://schemas.microsoft.com/office/drawing/2014/main" id="{0D616C3C-4972-F244-6B66-3CD4949CC306}"/>
              </a:ext>
            </a:extLst>
          </p:cNvPr>
          <p:cNvSpPr txBox="1"/>
          <p:nvPr userDrawn="1"/>
        </p:nvSpPr>
        <p:spPr>
          <a:xfrm>
            <a:off x="310896" y="786384"/>
            <a:ext cx="420624" cy="38404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1800" b="1" i="0">
                <a:solidFill>
                  <a:srgbClr val="FFFFFF"/>
                </a:solidFill>
                <a:latin typeface="Arial"/>
              </a:defRPr>
            </a:pPr>
            <a:r>
              <a:rPr dirty="0"/>
              <a:t>1</a:t>
            </a:r>
          </a:p>
        </p:txBody>
      </p:sp>
      <p:sp>
        <p:nvSpPr>
          <p:cNvPr id="6" name="TextBox 5">
            <a:extLst>
              <a:ext uri="{FF2B5EF4-FFF2-40B4-BE49-F238E27FC236}">
                <a16:creationId xmlns:a16="http://schemas.microsoft.com/office/drawing/2014/main" id="{E0D1E1AF-AC11-905B-6F9F-A2113D73B9D0}"/>
              </a:ext>
            </a:extLst>
          </p:cNvPr>
          <p:cNvSpPr txBox="1"/>
          <p:nvPr userDrawn="1"/>
        </p:nvSpPr>
        <p:spPr>
          <a:xfrm>
            <a:off x="914400" y="749808"/>
            <a:ext cx="4114800" cy="219456"/>
          </a:xfrm>
          <a:prstGeom prst="rect">
            <a:avLst/>
          </a:prstGeom>
          <a:noFill/>
        </p:spPr>
        <p:txBody>
          <a:bodyPr wrap="square">
            <a:normAutofit fontScale="85000" lnSpcReduction="20000"/>
          </a:bodyPr>
          <a:lstStyle/>
          <a:p>
            <a:pPr>
              <a:defRPr sz="1200" b="1" i="0">
                <a:solidFill>
                  <a:srgbClr val="8B5CF6"/>
                </a:solidFill>
                <a:latin typeface="Arial"/>
              </a:defRPr>
            </a:pPr>
            <a:r>
              <a:t>{{pillar_1_title}}</a:t>
            </a:r>
          </a:p>
        </p:txBody>
      </p:sp>
      <p:sp>
        <p:nvSpPr>
          <p:cNvPr id="7" name="TextBox 6">
            <a:extLst>
              <a:ext uri="{FF2B5EF4-FFF2-40B4-BE49-F238E27FC236}">
                <a16:creationId xmlns:a16="http://schemas.microsoft.com/office/drawing/2014/main" id="{E5C94236-1B81-743F-F714-FB305173761F}"/>
              </a:ext>
            </a:extLst>
          </p:cNvPr>
          <p:cNvSpPr txBox="1"/>
          <p:nvPr userDrawn="1"/>
        </p:nvSpPr>
        <p:spPr>
          <a:xfrm>
            <a:off x="914400" y="987552"/>
            <a:ext cx="4114800" cy="630936"/>
          </a:xfrm>
          <a:prstGeom prst="rect">
            <a:avLst/>
          </a:prstGeom>
          <a:noFill/>
        </p:spPr>
        <p:txBody>
          <a:bodyPr wrap="square">
            <a:normAutofit/>
          </a:bodyPr>
          <a:lstStyle/>
          <a:p>
            <a:pPr>
              <a:defRPr sz="900" b="0" i="0">
                <a:solidFill>
                  <a:srgbClr val="475569"/>
                </a:solidFill>
                <a:latin typeface="Arial"/>
              </a:defRPr>
            </a:pPr>
            <a:r>
              <a:t>{{pillar_1_subtitle}}</a:t>
            </a:r>
          </a:p>
        </p:txBody>
      </p:sp>
      <p:sp>
        <p:nvSpPr>
          <p:cNvPr id="8" name="Rounded Rectangle 15">
            <a:extLst>
              <a:ext uri="{FF2B5EF4-FFF2-40B4-BE49-F238E27FC236}">
                <a16:creationId xmlns:a16="http://schemas.microsoft.com/office/drawing/2014/main" id="{C1D2DB75-80AE-7AC6-939A-47C04393DAE6}"/>
              </a:ext>
            </a:extLst>
          </p:cNvPr>
          <p:cNvSpPr/>
          <p:nvPr userDrawn="1"/>
        </p:nvSpPr>
        <p:spPr>
          <a:xfrm>
            <a:off x="5303520" y="731519"/>
            <a:ext cx="2167128" cy="905255"/>
          </a:xfrm>
          <a:prstGeom prst="roundRect">
            <a:avLst/>
          </a:prstGeom>
          <a:solidFill>
            <a:srgbClr val="FAFBFF"/>
          </a:solidFill>
          <a:ln w="12700">
            <a:solidFill>
              <a:srgbClr val="F1F5F9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9" name="Rectangle 8">
            <a:extLst>
              <a:ext uri="{FF2B5EF4-FFF2-40B4-BE49-F238E27FC236}">
                <a16:creationId xmlns:a16="http://schemas.microsoft.com/office/drawing/2014/main" id="{10FA484A-E25E-CD3D-8E4E-8899643A0D1F}"/>
              </a:ext>
            </a:extLst>
          </p:cNvPr>
          <p:cNvSpPr/>
          <p:nvPr userDrawn="1"/>
        </p:nvSpPr>
        <p:spPr>
          <a:xfrm>
            <a:off x="5303520" y="731519"/>
            <a:ext cx="27432" cy="905255"/>
          </a:xfrm>
          <a:prstGeom prst="rect">
            <a:avLst/>
          </a:prstGeom>
          <a:solidFill>
            <a:srgbClr val="8B5CF6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10" name="TextBox 9">
            <a:extLst>
              <a:ext uri="{FF2B5EF4-FFF2-40B4-BE49-F238E27FC236}">
                <a16:creationId xmlns:a16="http://schemas.microsoft.com/office/drawing/2014/main" id="{862080BC-5D66-46CA-832E-AD4F1CAD3B0E}"/>
              </a:ext>
            </a:extLst>
          </p:cNvPr>
          <p:cNvSpPr txBox="1"/>
          <p:nvPr userDrawn="1"/>
        </p:nvSpPr>
        <p:spPr>
          <a:xfrm>
            <a:off x="5394959" y="786384"/>
            <a:ext cx="2039112" cy="128016"/>
          </a:xfrm>
          <a:prstGeom prst="rect">
            <a:avLst/>
          </a:prstGeom>
          <a:noFill/>
        </p:spPr>
        <p:txBody>
          <a:bodyPr wrap="square">
            <a:noAutofit/>
          </a:bodyPr>
          <a:lstStyle/>
          <a:p>
            <a:pPr>
              <a:defRPr sz="700" b="0" i="0">
                <a:solidFill>
                  <a:srgbClr val="94A3B8"/>
                </a:solidFill>
                <a:latin typeface="Arial"/>
              </a:defRPr>
            </a:pPr>
            <a:r>
              <a:rPr sz="800" dirty="0"/>
              <a:t>{{pillar_1_metric_1_label}}</a:t>
            </a:r>
          </a:p>
        </p:txBody>
      </p:sp>
      <p:sp>
        <p:nvSpPr>
          <p:cNvPr id="11" name="TextBox 10">
            <a:extLst>
              <a:ext uri="{FF2B5EF4-FFF2-40B4-BE49-F238E27FC236}">
                <a16:creationId xmlns:a16="http://schemas.microsoft.com/office/drawing/2014/main" id="{A3E5213D-72D7-59AD-3DCA-16C6333EEE42}"/>
              </a:ext>
            </a:extLst>
          </p:cNvPr>
          <p:cNvSpPr txBox="1"/>
          <p:nvPr userDrawn="1"/>
        </p:nvSpPr>
        <p:spPr>
          <a:xfrm>
            <a:off x="5394959" y="950976"/>
            <a:ext cx="2039112" cy="25603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1800" b="1" i="0">
                <a:solidFill>
                  <a:srgbClr val="8B5CF6"/>
                </a:solidFill>
                <a:latin typeface="Arial"/>
              </a:defRPr>
            </a:pPr>
            <a:r>
              <a:t>{{pillar_1_metric_1_value}}</a:t>
            </a:r>
          </a:p>
        </p:txBody>
      </p:sp>
      <p:sp>
        <p:nvSpPr>
          <p:cNvPr id="14" name="Rounded Rectangle 21">
            <a:extLst>
              <a:ext uri="{FF2B5EF4-FFF2-40B4-BE49-F238E27FC236}">
                <a16:creationId xmlns:a16="http://schemas.microsoft.com/office/drawing/2014/main" id="{8BBFD348-B091-6790-FEF8-D6EC17F68F87}"/>
              </a:ext>
            </a:extLst>
          </p:cNvPr>
          <p:cNvSpPr/>
          <p:nvPr userDrawn="1"/>
        </p:nvSpPr>
        <p:spPr>
          <a:xfrm>
            <a:off x="7543800" y="731519"/>
            <a:ext cx="2167128" cy="905255"/>
          </a:xfrm>
          <a:prstGeom prst="roundRect">
            <a:avLst/>
          </a:prstGeom>
          <a:solidFill>
            <a:srgbClr val="FAFBFF"/>
          </a:solidFill>
          <a:ln w="12700">
            <a:solidFill>
              <a:srgbClr val="F1F5F9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15" name="Rectangle 14">
            <a:extLst>
              <a:ext uri="{FF2B5EF4-FFF2-40B4-BE49-F238E27FC236}">
                <a16:creationId xmlns:a16="http://schemas.microsoft.com/office/drawing/2014/main" id="{D5592268-5526-6FC0-395D-C04835F82E84}"/>
              </a:ext>
            </a:extLst>
          </p:cNvPr>
          <p:cNvSpPr/>
          <p:nvPr userDrawn="1"/>
        </p:nvSpPr>
        <p:spPr>
          <a:xfrm>
            <a:off x="7543800" y="731519"/>
            <a:ext cx="27432" cy="905255"/>
          </a:xfrm>
          <a:prstGeom prst="rect">
            <a:avLst/>
          </a:prstGeom>
          <a:solidFill>
            <a:srgbClr val="8B5CF6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16" name="TextBox 15">
            <a:extLst>
              <a:ext uri="{FF2B5EF4-FFF2-40B4-BE49-F238E27FC236}">
                <a16:creationId xmlns:a16="http://schemas.microsoft.com/office/drawing/2014/main" id="{63C09162-5277-945B-601B-A8F452C882B0}"/>
              </a:ext>
            </a:extLst>
          </p:cNvPr>
          <p:cNvSpPr txBox="1"/>
          <p:nvPr userDrawn="1"/>
        </p:nvSpPr>
        <p:spPr>
          <a:xfrm>
            <a:off x="7635240" y="786384"/>
            <a:ext cx="2039112" cy="128016"/>
          </a:xfrm>
          <a:prstGeom prst="rect">
            <a:avLst/>
          </a:prstGeom>
          <a:noFill/>
        </p:spPr>
        <p:txBody>
          <a:bodyPr wrap="square">
            <a:noAutofit/>
          </a:bodyPr>
          <a:lstStyle/>
          <a:p>
            <a:pPr>
              <a:defRPr sz="700" b="0" i="0">
                <a:solidFill>
                  <a:srgbClr val="94A3B8"/>
                </a:solidFill>
                <a:latin typeface="Arial"/>
              </a:defRPr>
            </a:pPr>
            <a:r>
              <a:rPr sz="800"/>
              <a:t>{{pillar_1_metric_2_label}}</a:t>
            </a:r>
          </a:p>
        </p:txBody>
      </p:sp>
      <p:sp>
        <p:nvSpPr>
          <p:cNvPr id="17" name="TextBox 16">
            <a:extLst>
              <a:ext uri="{FF2B5EF4-FFF2-40B4-BE49-F238E27FC236}">
                <a16:creationId xmlns:a16="http://schemas.microsoft.com/office/drawing/2014/main" id="{542CD253-2489-FCF1-FCF2-5B242A98AFAD}"/>
              </a:ext>
            </a:extLst>
          </p:cNvPr>
          <p:cNvSpPr txBox="1"/>
          <p:nvPr userDrawn="1"/>
        </p:nvSpPr>
        <p:spPr>
          <a:xfrm>
            <a:off x="7635240" y="950976"/>
            <a:ext cx="2039112" cy="25603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1800" b="1" i="0">
                <a:solidFill>
                  <a:srgbClr val="8B5CF6"/>
                </a:solidFill>
                <a:latin typeface="Arial"/>
              </a:defRPr>
            </a:pPr>
            <a:r>
              <a:t>{{pillar_1_metric_2_value}}</a:t>
            </a:r>
          </a:p>
        </p:txBody>
      </p:sp>
      <p:sp>
        <p:nvSpPr>
          <p:cNvPr id="20" name="Rounded Rectangle 27">
            <a:extLst>
              <a:ext uri="{FF2B5EF4-FFF2-40B4-BE49-F238E27FC236}">
                <a16:creationId xmlns:a16="http://schemas.microsoft.com/office/drawing/2014/main" id="{5A4454E3-1B5D-4E3F-0591-9AE6BA4552A1}"/>
              </a:ext>
            </a:extLst>
          </p:cNvPr>
          <p:cNvSpPr/>
          <p:nvPr userDrawn="1"/>
        </p:nvSpPr>
        <p:spPr>
          <a:xfrm>
            <a:off x="9784080" y="731519"/>
            <a:ext cx="2167128" cy="905255"/>
          </a:xfrm>
          <a:prstGeom prst="roundRect">
            <a:avLst/>
          </a:prstGeom>
          <a:solidFill>
            <a:srgbClr val="FAFBFF"/>
          </a:solidFill>
          <a:ln w="12700">
            <a:solidFill>
              <a:srgbClr val="F1F5F9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21" name="Rectangle 20">
            <a:extLst>
              <a:ext uri="{FF2B5EF4-FFF2-40B4-BE49-F238E27FC236}">
                <a16:creationId xmlns:a16="http://schemas.microsoft.com/office/drawing/2014/main" id="{ED66F693-7D78-64BC-0783-1CE7D332B347}"/>
              </a:ext>
            </a:extLst>
          </p:cNvPr>
          <p:cNvSpPr/>
          <p:nvPr userDrawn="1"/>
        </p:nvSpPr>
        <p:spPr>
          <a:xfrm>
            <a:off x="9784080" y="731519"/>
            <a:ext cx="27432" cy="905255"/>
          </a:xfrm>
          <a:prstGeom prst="rect">
            <a:avLst/>
          </a:prstGeom>
          <a:solidFill>
            <a:srgbClr val="8B5CF6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22" name="TextBox 21">
            <a:extLst>
              <a:ext uri="{FF2B5EF4-FFF2-40B4-BE49-F238E27FC236}">
                <a16:creationId xmlns:a16="http://schemas.microsoft.com/office/drawing/2014/main" id="{D9F16A67-D7DF-97EA-27AC-0C14665C1D84}"/>
              </a:ext>
            </a:extLst>
          </p:cNvPr>
          <p:cNvSpPr txBox="1"/>
          <p:nvPr userDrawn="1"/>
        </p:nvSpPr>
        <p:spPr>
          <a:xfrm>
            <a:off x="9875519" y="786384"/>
            <a:ext cx="2039112" cy="128016"/>
          </a:xfrm>
          <a:prstGeom prst="rect">
            <a:avLst/>
          </a:prstGeom>
          <a:noFill/>
        </p:spPr>
        <p:txBody>
          <a:bodyPr wrap="square">
            <a:noAutofit/>
          </a:bodyPr>
          <a:lstStyle/>
          <a:p>
            <a:pPr>
              <a:defRPr sz="700" b="0" i="0">
                <a:solidFill>
                  <a:srgbClr val="94A3B8"/>
                </a:solidFill>
                <a:latin typeface="Arial"/>
              </a:defRPr>
            </a:pPr>
            <a:r>
              <a:rPr sz="800"/>
              <a:t>{{pillar_1_metric_3_label}}</a:t>
            </a:r>
          </a:p>
        </p:txBody>
      </p:sp>
      <p:sp>
        <p:nvSpPr>
          <p:cNvPr id="23" name="TextBox 22">
            <a:extLst>
              <a:ext uri="{FF2B5EF4-FFF2-40B4-BE49-F238E27FC236}">
                <a16:creationId xmlns:a16="http://schemas.microsoft.com/office/drawing/2014/main" id="{12A2E154-2A40-EC5B-28C7-89BAA20F7CC2}"/>
              </a:ext>
            </a:extLst>
          </p:cNvPr>
          <p:cNvSpPr txBox="1"/>
          <p:nvPr userDrawn="1"/>
        </p:nvSpPr>
        <p:spPr>
          <a:xfrm>
            <a:off x="9875519" y="950976"/>
            <a:ext cx="2039112" cy="25603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1800" b="1" i="0">
                <a:solidFill>
                  <a:srgbClr val="8B5CF6"/>
                </a:solidFill>
                <a:latin typeface="Arial"/>
              </a:defRPr>
            </a:pPr>
            <a:r>
              <a:t>{{pillar_1_metric_3_value}}</a:t>
            </a:r>
          </a:p>
        </p:txBody>
      </p:sp>
      <p:sp>
        <p:nvSpPr>
          <p:cNvPr id="26" name="Rounded Rectangle 33">
            <a:extLst>
              <a:ext uri="{FF2B5EF4-FFF2-40B4-BE49-F238E27FC236}">
                <a16:creationId xmlns:a16="http://schemas.microsoft.com/office/drawing/2014/main" id="{CEA60BAA-FD34-DE74-DE86-2D820EB0EA5F}"/>
              </a:ext>
            </a:extLst>
          </p:cNvPr>
          <p:cNvSpPr/>
          <p:nvPr userDrawn="1"/>
        </p:nvSpPr>
        <p:spPr>
          <a:xfrm>
            <a:off x="164592" y="1783080"/>
            <a:ext cx="11859768" cy="1051560"/>
          </a:xfrm>
          <a:prstGeom prst="roundRect">
            <a:avLst/>
          </a:prstGeom>
          <a:solidFill>
            <a:srgbClr val="FFFFFF"/>
          </a:solidFill>
          <a:ln w="12700">
            <a:solidFill>
              <a:srgbClr val="E5E7EB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27" name="Rectangle 26">
            <a:extLst>
              <a:ext uri="{FF2B5EF4-FFF2-40B4-BE49-F238E27FC236}">
                <a16:creationId xmlns:a16="http://schemas.microsoft.com/office/drawing/2014/main" id="{5CD7AA35-2232-E0C2-242F-BAE48F2454BB}"/>
              </a:ext>
            </a:extLst>
          </p:cNvPr>
          <p:cNvSpPr/>
          <p:nvPr userDrawn="1"/>
        </p:nvSpPr>
        <p:spPr>
          <a:xfrm>
            <a:off x="164592" y="1783080"/>
            <a:ext cx="36576" cy="1051560"/>
          </a:xfrm>
          <a:prstGeom prst="rect">
            <a:avLst/>
          </a:prstGeom>
          <a:solidFill>
            <a:srgbClr val="6366F1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28" name="Rectangle 27">
            <a:extLst>
              <a:ext uri="{FF2B5EF4-FFF2-40B4-BE49-F238E27FC236}">
                <a16:creationId xmlns:a16="http://schemas.microsoft.com/office/drawing/2014/main" id="{3FAABB42-88FD-ED81-1C33-D15464016B8F}"/>
              </a:ext>
            </a:extLst>
          </p:cNvPr>
          <p:cNvSpPr/>
          <p:nvPr userDrawn="1"/>
        </p:nvSpPr>
        <p:spPr>
          <a:xfrm>
            <a:off x="310896" y="1892807"/>
            <a:ext cx="420624" cy="420624"/>
          </a:xfrm>
          <a:prstGeom prst="rect">
            <a:avLst/>
          </a:prstGeom>
          <a:solidFill>
            <a:srgbClr val="6366F1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29" name="TextBox 28">
            <a:extLst>
              <a:ext uri="{FF2B5EF4-FFF2-40B4-BE49-F238E27FC236}">
                <a16:creationId xmlns:a16="http://schemas.microsoft.com/office/drawing/2014/main" id="{0399575B-41DC-F220-7F74-D985F468E972}"/>
              </a:ext>
            </a:extLst>
          </p:cNvPr>
          <p:cNvSpPr txBox="1"/>
          <p:nvPr userDrawn="1"/>
        </p:nvSpPr>
        <p:spPr>
          <a:xfrm>
            <a:off x="310896" y="1911095"/>
            <a:ext cx="420624" cy="38404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1800" b="1" i="0">
                <a:solidFill>
                  <a:srgbClr val="FFFFFF"/>
                </a:solidFill>
                <a:latin typeface="Arial"/>
              </a:defRPr>
            </a:pPr>
            <a:r>
              <a:rPr dirty="0"/>
              <a:t>2</a:t>
            </a:r>
          </a:p>
        </p:txBody>
      </p:sp>
      <p:sp>
        <p:nvSpPr>
          <p:cNvPr id="30" name="TextBox 29">
            <a:extLst>
              <a:ext uri="{FF2B5EF4-FFF2-40B4-BE49-F238E27FC236}">
                <a16:creationId xmlns:a16="http://schemas.microsoft.com/office/drawing/2014/main" id="{9C06C85A-4A61-42FF-0413-102E54D4CF45}"/>
              </a:ext>
            </a:extLst>
          </p:cNvPr>
          <p:cNvSpPr txBox="1"/>
          <p:nvPr userDrawn="1"/>
        </p:nvSpPr>
        <p:spPr>
          <a:xfrm>
            <a:off x="914400" y="1874519"/>
            <a:ext cx="4114800" cy="219456"/>
          </a:xfrm>
          <a:prstGeom prst="rect">
            <a:avLst/>
          </a:prstGeom>
          <a:noFill/>
        </p:spPr>
        <p:txBody>
          <a:bodyPr wrap="square">
            <a:normAutofit fontScale="85000" lnSpcReduction="20000"/>
          </a:bodyPr>
          <a:lstStyle/>
          <a:p>
            <a:pPr>
              <a:defRPr sz="1200" b="1" i="0">
                <a:solidFill>
                  <a:srgbClr val="6366F1"/>
                </a:solidFill>
                <a:latin typeface="Arial"/>
              </a:defRPr>
            </a:pPr>
            <a:r>
              <a:t>{{pillar_2_title}}</a:t>
            </a:r>
          </a:p>
        </p:txBody>
      </p:sp>
      <p:sp>
        <p:nvSpPr>
          <p:cNvPr id="31" name="TextBox 30">
            <a:extLst>
              <a:ext uri="{FF2B5EF4-FFF2-40B4-BE49-F238E27FC236}">
                <a16:creationId xmlns:a16="http://schemas.microsoft.com/office/drawing/2014/main" id="{1AFF9C72-9EC2-B2B2-F04C-DF1EB6F3D725}"/>
              </a:ext>
            </a:extLst>
          </p:cNvPr>
          <p:cNvSpPr txBox="1"/>
          <p:nvPr userDrawn="1"/>
        </p:nvSpPr>
        <p:spPr>
          <a:xfrm>
            <a:off x="914400" y="2112264"/>
            <a:ext cx="4114800" cy="630936"/>
          </a:xfrm>
          <a:prstGeom prst="rect">
            <a:avLst/>
          </a:prstGeom>
          <a:noFill/>
        </p:spPr>
        <p:txBody>
          <a:bodyPr wrap="square">
            <a:normAutofit/>
          </a:bodyPr>
          <a:lstStyle/>
          <a:p>
            <a:pPr>
              <a:defRPr sz="900" b="0" i="0">
                <a:solidFill>
                  <a:srgbClr val="475569"/>
                </a:solidFill>
                <a:latin typeface="Arial"/>
              </a:defRPr>
            </a:pPr>
            <a:r>
              <a:t>{{pillar_2_subtitle}}</a:t>
            </a:r>
          </a:p>
        </p:txBody>
      </p:sp>
      <p:sp>
        <p:nvSpPr>
          <p:cNvPr id="32" name="Rounded Rectangle 39">
            <a:extLst>
              <a:ext uri="{FF2B5EF4-FFF2-40B4-BE49-F238E27FC236}">
                <a16:creationId xmlns:a16="http://schemas.microsoft.com/office/drawing/2014/main" id="{24752061-96FF-07D1-68EA-1AE2F83424FF}"/>
              </a:ext>
            </a:extLst>
          </p:cNvPr>
          <p:cNvSpPr/>
          <p:nvPr userDrawn="1"/>
        </p:nvSpPr>
        <p:spPr>
          <a:xfrm>
            <a:off x="5303520" y="1856231"/>
            <a:ext cx="2167128" cy="905255"/>
          </a:xfrm>
          <a:prstGeom prst="roundRect">
            <a:avLst/>
          </a:prstGeom>
          <a:solidFill>
            <a:srgbClr val="FAFBFF"/>
          </a:solidFill>
          <a:ln w="12700">
            <a:solidFill>
              <a:srgbClr val="F1F5F9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33" name="Rectangle 32">
            <a:extLst>
              <a:ext uri="{FF2B5EF4-FFF2-40B4-BE49-F238E27FC236}">
                <a16:creationId xmlns:a16="http://schemas.microsoft.com/office/drawing/2014/main" id="{75EB13A3-249E-937F-29E9-B8E85752C763}"/>
              </a:ext>
            </a:extLst>
          </p:cNvPr>
          <p:cNvSpPr/>
          <p:nvPr userDrawn="1"/>
        </p:nvSpPr>
        <p:spPr>
          <a:xfrm>
            <a:off x="5303520" y="1856231"/>
            <a:ext cx="27432" cy="905255"/>
          </a:xfrm>
          <a:prstGeom prst="rect">
            <a:avLst/>
          </a:prstGeom>
          <a:solidFill>
            <a:srgbClr val="6366F1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34" name="TextBox 33">
            <a:extLst>
              <a:ext uri="{FF2B5EF4-FFF2-40B4-BE49-F238E27FC236}">
                <a16:creationId xmlns:a16="http://schemas.microsoft.com/office/drawing/2014/main" id="{DDFE2F16-6943-CCB8-AE31-EE697471DB97}"/>
              </a:ext>
            </a:extLst>
          </p:cNvPr>
          <p:cNvSpPr txBox="1"/>
          <p:nvPr userDrawn="1"/>
        </p:nvSpPr>
        <p:spPr>
          <a:xfrm>
            <a:off x="5394959" y="1911095"/>
            <a:ext cx="2039112" cy="128016"/>
          </a:xfrm>
          <a:prstGeom prst="rect">
            <a:avLst/>
          </a:prstGeom>
          <a:noFill/>
        </p:spPr>
        <p:txBody>
          <a:bodyPr wrap="square">
            <a:noAutofit/>
          </a:bodyPr>
          <a:lstStyle/>
          <a:p>
            <a:pPr>
              <a:defRPr sz="700" b="0" i="0">
                <a:solidFill>
                  <a:srgbClr val="94A3B8"/>
                </a:solidFill>
                <a:latin typeface="Arial"/>
              </a:defRPr>
            </a:pPr>
            <a:r>
              <a:rPr sz="800"/>
              <a:t>{{pillar_2_metric_1_label}}</a:t>
            </a:r>
          </a:p>
        </p:txBody>
      </p:sp>
      <p:sp>
        <p:nvSpPr>
          <p:cNvPr id="35" name="TextBox 34">
            <a:extLst>
              <a:ext uri="{FF2B5EF4-FFF2-40B4-BE49-F238E27FC236}">
                <a16:creationId xmlns:a16="http://schemas.microsoft.com/office/drawing/2014/main" id="{5B220453-4D50-B382-120F-671FC822A8DC}"/>
              </a:ext>
            </a:extLst>
          </p:cNvPr>
          <p:cNvSpPr txBox="1"/>
          <p:nvPr userDrawn="1"/>
        </p:nvSpPr>
        <p:spPr>
          <a:xfrm>
            <a:off x="5394959" y="2075688"/>
            <a:ext cx="2039112" cy="25603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1800" b="1" i="0">
                <a:solidFill>
                  <a:srgbClr val="6366F1"/>
                </a:solidFill>
                <a:latin typeface="Arial"/>
              </a:defRPr>
            </a:pPr>
            <a:r>
              <a:t>{{pillar_2_metric_1_value}}</a:t>
            </a:r>
          </a:p>
        </p:txBody>
      </p:sp>
      <p:sp>
        <p:nvSpPr>
          <p:cNvPr id="38" name="Rounded Rectangle 45">
            <a:extLst>
              <a:ext uri="{FF2B5EF4-FFF2-40B4-BE49-F238E27FC236}">
                <a16:creationId xmlns:a16="http://schemas.microsoft.com/office/drawing/2014/main" id="{1C579BB1-8DBA-6085-BF51-E64EA4DC5272}"/>
              </a:ext>
            </a:extLst>
          </p:cNvPr>
          <p:cNvSpPr/>
          <p:nvPr userDrawn="1"/>
        </p:nvSpPr>
        <p:spPr>
          <a:xfrm>
            <a:off x="7543800" y="1856231"/>
            <a:ext cx="2167128" cy="905255"/>
          </a:xfrm>
          <a:prstGeom prst="roundRect">
            <a:avLst/>
          </a:prstGeom>
          <a:solidFill>
            <a:srgbClr val="FAFBFF"/>
          </a:solidFill>
          <a:ln w="12700">
            <a:solidFill>
              <a:srgbClr val="F1F5F9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39" name="Rectangle 38">
            <a:extLst>
              <a:ext uri="{FF2B5EF4-FFF2-40B4-BE49-F238E27FC236}">
                <a16:creationId xmlns:a16="http://schemas.microsoft.com/office/drawing/2014/main" id="{531A2BC4-6B2B-C02E-3253-F784253EB1D1}"/>
              </a:ext>
            </a:extLst>
          </p:cNvPr>
          <p:cNvSpPr/>
          <p:nvPr userDrawn="1"/>
        </p:nvSpPr>
        <p:spPr>
          <a:xfrm>
            <a:off x="7543800" y="1856231"/>
            <a:ext cx="27432" cy="905255"/>
          </a:xfrm>
          <a:prstGeom prst="rect">
            <a:avLst/>
          </a:prstGeom>
          <a:solidFill>
            <a:srgbClr val="6366F1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40" name="TextBox 39">
            <a:extLst>
              <a:ext uri="{FF2B5EF4-FFF2-40B4-BE49-F238E27FC236}">
                <a16:creationId xmlns:a16="http://schemas.microsoft.com/office/drawing/2014/main" id="{54015136-8AF8-A20E-9917-9B45236620AD}"/>
              </a:ext>
            </a:extLst>
          </p:cNvPr>
          <p:cNvSpPr txBox="1"/>
          <p:nvPr userDrawn="1"/>
        </p:nvSpPr>
        <p:spPr>
          <a:xfrm>
            <a:off x="7635240" y="1911095"/>
            <a:ext cx="2039112" cy="128016"/>
          </a:xfrm>
          <a:prstGeom prst="rect">
            <a:avLst/>
          </a:prstGeom>
          <a:noFill/>
        </p:spPr>
        <p:txBody>
          <a:bodyPr wrap="square">
            <a:noAutofit/>
          </a:bodyPr>
          <a:lstStyle/>
          <a:p>
            <a:pPr>
              <a:defRPr sz="700" b="0" i="0">
                <a:solidFill>
                  <a:srgbClr val="94A3B8"/>
                </a:solidFill>
                <a:latin typeface="Arial"/>
              </a:defRPr>
            </a:pPr>
            <a:r>
              <a:rPr sz="800"/>
              <a:t>{{pillar_2_metric_2_label}}</a:t>
            </a:r>
          </a:p>
        </p:txBody>
      </p:sp>
      <p:sp>
        <p:nvSpPr>
          <p:cNvPr id="41" name="TextBox 40">
            <a:extLst>
              <a:ext uri="{FF2B5EF4-FFF2-40B4-BE49-F238E27FC236}">
                <a16:creationId xmlns:a16="http://schemas.microsoft.com/office/drawing/2014/main" id="{D8B2516B-6608-ED64-C1F4-CD1FD9BB61F7}"/>
              </a:ext>
            </a:extLst>
          </p:cNvPr>
          <p:cNvSpPr txBox="1"/>
          <p:nvPr userDrawn="1"/>
        </p:nvSpPr>
        <p:spPr>
          <a:xfrm>
            <a:off x="7635240" y="2075688"/>
            <a:ext cx="2039112" cy="25603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1800" b="1" i="0">
                <a:solidFill>
                  <a:srgbClr val="6366F1"/>
                </a:solidFill>
                <a:latin typeface="Arial"/>
              </a:defRPr>
            </a:pPr>
            <a:r>
              <a:t>{{pillar_2_metric_2_value}}</a:t>
            </a:r>
          </a:p>
        </p:txBody>
      </p:sp>
      <p:sp>
        <p:nvSpPr>
          <p:cNvPr id="44" name="Rounded Rectangle 51">
            <a:extLst>
              <a:ext uri="{FF2B5EF4-FFF2-40B4-BE49-F238E27FC236}">
                <a16:creationId xmlns:a16="http://schemas.microsoft.com/office/drawing/2014/main" id="{60040E01-83F1-4F41-EEF6-790EBCFBEB4F}"/>
              </a:ext>
            </a:extLst>
          </p:cNvPr>
          <p:cNvSpPr/>
          <p:nvPr userDrawn="1"/>
        </p:nvSpPr>
        <p:spPr>
          <a:xfrm>
            <a:off x="9784080" y="1856231"/>
            <a:ext cx="2167128" cy="905255"/>
          </a:xfrm>
          <a:prstGeom prst="roundRect">
            <a:avLst/>
          </a:prstGeom>
          <a:solidFill>
            <a:srgbClr val="FAFBFF"/>
          </a:solidFill>
          <a:ln w="12700">
            <a:solidFill>
              <a:srgbClr val="F1F5F9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45" name="Rectangle 44">
            <a:extLst>
              <a:ext uri="{FF2B5EF4-FFF2-40B4-BE49-F238E27FC236}">
                <a16:creationId xmlns:a16="http://schemas.microsoft.com/office/drawing/2014/main" id="{C9CC74BA-502F-443B-1EEE-7E6C31E585FE}"/>
              </a:ext>
            </a:extLst>
          </p:cNvPr>
          <p:cNvSpPr/>
          <p:nvPr userDrawn="1"/>
        </p:nvSpPr>
        <p:spPr>
          <a:xfrm>
            <a:off x="9784080" y="1856231"/>
            <a:ext cx="27432" cy="905255"/>
          </a:xfrm>
          <a:prstGeom prst="rect">
            <a:avLst/>
          </a:prstGeom>
          <a:solidFill>
            <a:srgbClr val="6366F1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46" name="TextBox 45">
            <a:extLst>
              <a:ext uri="{FF2B5EF4-FFF2-40B4-BE49-F238E27FC236}">
                <a16:creationId xmlns:a16="http://schemas.microsoft.com/office/drawing/2014/main" id="{04108B52-AE41-9E15-BAFF-2835E2D0BD9D}"/>
              </a:ext>
            </a:extLst>
          </p:cNvPr>
          <p:cNvSpPr txBox="1"/>
          <p:nvPr userDrawn="1"/>
        </p:nvSpPr>
        <p:spPr>
          <a:xfrm>
            <a:off x="9875519" y="1911095"/>
            <a:ext cx="2039112" cy="128016"/>
          </a:xfrm>
          <a:prstGeom prst="rect">
            <a:avLst/>
          </a:prstGeom>
          <a:noFill/>
        </p:spPr>
        <p:txBody>
          <a:bodyPr wrap="square">
            <a:noAutofit/>
          </a:bodyPr>
          <a:lstStyle/>
          <a:p>
            <a:pPr>
              <a:defRPr sz="700" b="0" i="0">
                <a:solidFill>
                  <a:srgbClr val="94A3B8"/>
                </a:solidFill>
                <a:latin typeface="Arial"/>
              </a:defRPr>
            </a:pPr>
            <a:r>
              <a:rPr sz="800"/>
              <a:t>{{pillar_2_metric_3_label}}</a:t>
            </a:r>
          </a:p>
        </p:txBody>
      </p:sp>
      <p:sp>
        <p:nvSpPr>
          <p:cNvPr id="47" name="TextBox 46">
            <a:extLst>
              <a:ext uri="{FF2B5EF4-FFF2-40B4-BE49-F238E27FC236}">
                <a16:creationId xmlns:a16="http://schemas.microsoft.com/office/drawing/2014/main" id="{6063F7F5-FCD3-3D3F-B640-27F21653100E}"/>
              </a:ext>
            </a:extLst>
          </p:cNvPr>
          <p:cNvSpPr txBox="1"/>
          <p:nvPr userDrawn="1"/>
        </p:nvSpPr>
        <p:spPr>
          <a:xfrm>
            <a:off x="9875519" y="2075688"/>
            <a:ext cx="2039112" cy="25603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1800" b="1" i="0">
                <a:solidFill>
                  <a:srgbClr val="6366F1"/>
                </a:solidFill>
                <a:latin typeface="Arial"/>
              </a:defRPr>
            </a:pPr>
            <a:r>
              <a:t>{{pillar_2_metric_3_value}}</a:t>
            </a:r>
          </a:p>
        </p:txBody>
      </p:sp>
      <p:sp>
        <p:nvSpPr>
          <p:cNvPr id="50" name="Rounded Rectangle 57">
            <a:extLst>
              <a:ext uri="{FF2B5EF4-FFF2-40B4-BE49-F238E27FC236}">
                <a16:creationId xmlns:a16="http://schemas.microsoft.com/office/drawing/2014/main" id="{26491A39-348B-5819-E05A-95A88E9B5B11}"/>
              </a:ext>
            </a:extLst>
          </p:cNvPr>
          <p:cNvSpPr/>
          <p:nvPr userDrawn="1"/>
        </p:nvSpPr>
        <p:spPr>
          <a:xfrm>
            <a:off x="164592" y="2907791"/>
            <a:ext cx="11859768" cy="1051560"/>
          </a:xfrm>
          <a:prstGeom prst="roundRect">
            <a:avLst/>
          </a:prstGeom>
          <a:solidFill>
            <a:srgbClr val="FFFFFF"/>
          </a:solidFill>
          <a:ln w="12700">
            <a:solidFill>
              <a:srgbClr val="E5E7EB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51" name="Rectangle 50">
            <a:extLst>
              <a:ext uri="{FF2B5EF4-FFF2-40B4-BE49-F238E27FC236}">
                <a16:creationId xmlns:a16="http://schemas.microsoft.com/office/drawing/2014/main" id="{01B3794D-F1C1-D778-29EC-77627FFD30FC}"/>
              </a:ext>
            </a:extLst>
          </p:cNvPr>
          <p:cNvSpPr/>
          <p:nvPr userDrawn="1"/>
        </p:nvSpPr>
        <p:spPr>
          <a:xfrm>
            <a:off x="164592" y="2907791"/>
            <a:ext cx="36576" cy="1051560"/>
          </a:xfrm>
          <a:prstGeom prst="rect">
            <a:avLst/>
          </a:prstGeom>
          <a:solidFill>
            <a:srgbClr val="3B82F6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52" name="Rectangle 51">
            <a:extLst>
              <a:ext uri="{FF2B5EF4-FFF2-40B4-BE49-F238E27FC236}">
                <a16:creationId xmlns:a16="http://schemas.microsoft.com/office/drawing/2014/main" id="{CE2BA4A5-2740-88C4-E05C-CAFF63FCA238}"/>
              </a:ext>
            </a:extLst>
          </p:cNvPr>
          <p:cNvSpPr/>
          <p:nvPr userDrawn="1"/>
        </p:nvSpPr>
        <p:spPr>
          <a:xfrm>
            <a:off x="310896" y="3017520"/>
            <a:ext cx="420624" cy="420624"/>
          </a:xfrm>
          <a:prstGeom prst="rect">
            <a:avLst/>
          </a:prstGeom>
          <a:solidFill>
            <a:srgbClr val="3B82F6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53" name="TextBox 52">
            <a:extLst>
              <a:ext uri="{FF2B5EF4-FFF2-40B4-BE49-F238E27FC236}">
                <a16:creationId xmlns:a16="http://schemas.microsoft.com/office/drawing/2014/main" id="{A4200545-03E6-9FF1-BBE7-3CF2EA3F06C2}"/>
              </a:ext>
            </a:extLst>
          </p:cNvPr>
          <p:cNvSpPr txBox="1"/>
          <p:nvPr userDrawn="1"/>
        </p:nvSpPr>
        <p:spPr>
          <a:xfrm>
            <a:off x="310896" y="3035808"/>
            <a:ext cx="420624" cy="38404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1800" b="1" i="0">
                <a:solidFill>
                  <a:srgbClr val="FFFFFF"/>
                </a:solidFill>
                <a:latin typeface="Arial"/>
              </a:defRPr>
            </a:pPr>
            <a:r>
              <a:rPr dirty="0"/>
              <a:t>3</a:t>
            </a:r>
          </a:p>
        </p:txBody>
      </p:sp>
      <p:sp>
        <p:nvSpPr>
          <p:cNvPr id="54" name="TextBox 53">
            <a:extLst>
              <a:ext uri="{FF2B5EF4-FFF2-40B4-BE49-F238E27FC236}">
                <a16:creationId xmlns:a16="http://schemas.microsoft.com/office/drawing/2014/main" id="{82D0DD8D-8D87-64F4-27F7-9F12333EF923}"/>
              </a:ext>
            </a:extLst>
          </p:cNvPr>
          <p:cNvSpPr txBox="1"/>
          <p:nvPr userDrawn="1"/>
        </p:nvSpPr>
        <p:spPr>
          <a:xfrm>
            <a:off x="914400" y="2999232"/>
            <a:ext cx="4114800" cy="219456"/>
          </a:xfrm>
          <a:prstGeom prst="rect">
            <a:avLst/>
          </a:prstGeom>
          <a:noFill/>
        </p:spPr>
        <p:txBody>
          <a:bodyPr wrap="square">
            <a:normAutofit fontScale="85000" lnSpcReduction="20000"/>
          </a:bodyPr>
          <a:lstStyle/>
          <a:p>
            <a:pPr>
              <a:defRPr sz="1200" b="1" i="0">
                <a:solidFill>
                  <a:srgbClr val="3B82F6"/>
                </a:solidFill>
                <a:latin typeface="Arial"/>
              </a:defRPr>
            </a:pPr>
            <a:r>
              <a:t>{{pillar_3_title}}</a:t>
            </a:r>
          </a:p>
        </p:txBody>
      </p:sp>
      <p:sp>
        <p:nvSpPr>
          <p:cNvPr id="55" name="TextBox 54">
            <a:extLst>
              <a:ext uri="{FF2B5EF4-FFF2-40B4-BE49-F238E27FC236}">
                <a16:creationId xmlns:a16="http://schemas.microsoft.com/office/drawing/2014/main" id="{2BB85B61-8551-A5E8-4549-3B6620B73C1E}"/>
              </a:ext>
            </a:extLst>
          </p:cNvPr>
          <p:cNvSpPr txBox="1"/>
          <p:nvPr userDrawn="1"/>
        </p:nvSpPr>
        <p:spPr>
          <a:xfrm>
            <a:off x="914400" y="3236975"/>
            <a:ext cx="4114800" cy="630936"/>
          </a:xfrm>
          <a:prstGeom prst="rect">
            <a:avLst/>
          </a:prstGeom>
          <a:noFill/>
        </p:spPr>
        <p:txBody>
          <a:bodyPr wrap="square">
            <a:normAutofit/>
          </a:bodyPr>
          <a:lstStyle/>
          <a:p>
            <a:pPr>
              <a:defRPr sz="900" b="0" i="0">
                <a:solidFill>
                  <a:srgbClr val="475569"/>
                </a:solidFill>
                <a:latin typeface="Arial"/>
              </a:defRPr>
            </a:pPr>
            <a:r>
              <a:t>{{pillar_3_subtitle}}</a:t>
            </a:r>
          </a:p>
        </p:txBody>
      </p:sp>
      <p:sp>
        <p:nvSpPr>
          <p:cNvPr id="56" name="Rounded Rectangle 63">
            <a:extLst>
              <a:ext uri="{FF2B5EF4-FFF2-40B4-BE49-F238E27FC236}">
                <a16:creationId xmlns:a16="http://schemas.microsoft.com/office/drawing/2014/main" id="{CEDBC588-7629-BEF1-E651-C1B54ECE97D3}"/>
              </a:ext>
            </a:extLst>
          </p:cNvPr>
          <p:cNvSpPr/>
          <p:nvPr userDrawn="1"/>
        </p:nvSpPr>
        <p:spPr>
          <a:xfrm>
            <a:off x="5303520" y="2980944"/>
            <a:ext cx="2167128" cy="905255"/>
          </a:xfrm>
          <a:prstGeom prst="roundRect">
            <a:avLst/>
          </a:prstGeom>
          <a:solidFill>
            <a:srgbClr val="FAFBFF"/>
          </a:solidFill>
          <a:ln w="12700">
            <a:solidFill>
              <a:srgbClr val="F1F5F9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57" name="Rectangle 56">
            <a:extLst>
              <a:ext uri="{FF2B5EF4-FFF2-40B4-BE49-F238E27FC236}">
                <a16:creationId xmlns:a16="http://schemas.microsoft.com/office/drawing/2014/main" id="{68414D70-0630-C978-F253-235A756F9DA2}"/>
              </a:ext>
            </a:extLst>
          </p:cNvPr>
          <p:cNvSpPr/>
          <p:nvPr userDrawn="1"/>
        </p:nvSpPr>
        <p:spPr>
          <a:xfrm>
            <a:off x="5303520" y="2980944"/>
            <a:ext cx="27432" cy="905255"/>
          </a:xfrm>
          <a:prstGeom prst="rect">
            <a:avLst/>
          </a:prstGeom>
          <a:solidFill>
            <a:srgbClr val="3B82F6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58" name="TextBox 57">
            <a:extLst>
              <a:ext uri="{FF2B5EF4-FFF2-40B4-BE49-F238E27FC236}">
                <a16:creationId xmlns:a16="http://schemas.microsoft.com/office/drawing/2014/main" id="{1022388B-82F3-92A5-E25D-E2B81DC376D2}"/>
              </a:ext>
            </a:extLst>
          </p:cNvPr>
          <p:cNvSpPr txBox="1"/>
          <p:nvPr userDrawn="1"/>
        </p:nvSpPr>
        <p:spPr>
          <a:xfrm>
            <a:off x="5394959" y="3035808"/>
            <a:ext cx="2039112" cy="128016"/>
          </a:xfrm>
          <a:prstGeom prst="rect">
            <a:avLst/>
          </a:prstGeom>
          <a:noFill/>
        </p:spPr>
        <p:txBody>
          <a:bodyPr wrap="square">
            <a:noAutofit/>
          </a:bodyPr>
          <a:lstStyle/>
          <a:p>
            <a:pPr>
              <a:defRPr sz="700" b="0" i="0">
                <a:solidFill>
                  <a:srgbClr val="94A3B8"/>
                </a:solidFill>
                <a:latin typeface="Arial"/>
              </a:defRPr>
            </a:pPr>
            <a:r>
              <a:rPr sz="800"/>
              <a:t>{{pillar_3_metric_1_label}}</a:t>
            </a:r>
          </a:p>
        </p:txBody>
      </p:sp>
      <p:sp>
        <p:nvSpPr>
          <p:cNvPr id="59" name="TextBox 58">
            <a:extLst>
              <a:ext uri="{FF2B5EF4-FFF2-40B4-BE49-F238E27FC236}">
                <a16:creationId xmlns:a16="http://schemas.microsoft.com/office/drawing/2014/main" id="{693398B9-7710-9EFB-521E-4A2588227AED}"/>
              </a:ext>
            </a:extLst>
          </p:cNvPr>
          <p:cNvSpPr txBox="1"/>
          <p:nvPr userDrawn="1"/>
        </p:nvSpPr>
        <p:spPr>
          <a:xfrm>
            <a:off x="5394959" y="3200399"/>
            <a:ext cx="2039112" cy="25603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1800" b="1" i="0">
                <a:solidFill>
                  <a:srgbClr val="3B82F6"/>
                </a:solidFill>
                <a:latin typeface="Arial"/>
              </a:defRPr>
            </a:pPr>
            <a:r>
              <a:t>{{pillar_3_metric_1_value}}</a:t>
            </a:r>
          </a:p>
        </p:txBody>
      </p:sp>
      <p:sp>
        <p:nvSpPr>
          <p:cNvPr id="62" name="Rounded Rectangle 69">
            <a:extLst>
              <a:ext uri="{FF2B5EF4-FFF2-40B4-BE49-F238E27FC236}">
                <a16:creationId xmlns:a16="http://schemas.microsoft.com/office/drawing/2014/main" id="{6998DD71-F2C0-B1F7-559E-615411E509B2}"/>
              </a:ext>
            </a:extLst>
          </p:cNvPr>
          <p:cNvSpPr/>
          <p:nvPr userDrawn="1"/>
        </p:nvSpPr>
        <p:spPr>
          <a:xfrm>
            <a:off x="7543800" y="2980944"/>
            <a:ext cx="2167128" cy="905255"/>
          </a:xfrm>
          <a:prstGeom prst="roundRect">
            <a:avLst/>
          </a:prstGeom>
          <a:solidFill>
            <a:srgbClr val="FAFBFF"/>
          </a:solidFill>
          <a:ln w="12700">
            <a:solidFill>
              <a:srgbClr val="F1F5F9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63" name="Rectangle 62">
            <a:extLst>
              <a:ext uri="{FF2B5EF4-FFF2-40B4-BE49-F238E27FC236}">
                <a16:creationId xmlns:a16="http://schemas.microsoft.com/office/drawing/2014/main" id="{A4D1C543-60A2-E4CA-5C78-185A64132E37}"/>
              </a:ext>
            </a:extLst>
          </p:cNvPr>
          <p:cNvSpPr/>
          <p:nvPr userDrawn="1"/>
        </p:nvSpPr>
        <p:spPr>
          <a:xfrm>
            <a:off x="7543800" y="2980944"/>
            <a:ext cx="27432" cy="905255"/>
          </a:xfrm>
          <a:prstGeom prst="rect">
            <a:avLst/>
          </a:prstGeom>
          <a:solidFill>
            <a:srgbClr val="3B82F6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64" name="TextBox 63">
            <a:extLst>
              <a:ext uri="{FF2B5EF4-FFF2-40B4-BE49-F238E27FC236}">
                <a16:creationId xmlns:a16="http://schemas.microsoft.com/office/drawing/2014/main" id="{983966CF-DD91-F462-AC33-E1994059B01E}"/>
              </a:ext>
            </a:extLst>
          </p:cNvPr>
          <p:cNvSpPr txBox="1"/>
          <p:nvPr userDrawn="1"/>
        </p:nvSpPr>
        <p:spPr>
          <a:xfrm>
            <a:off x="7635240" y="3035808"/>
            <a:ext cx="2039112" cy="128016"/>
          </a:xfrm>
          <a:prstGeom prst="rect">
            <a:avLst/>
          </a:prstGeom>
          <a:noFill/>
        </p:spPr>
        <p:txBody>
          <a:bodyPr wrap="square">
            <a:noAutofit/>
          </a:bodyPr>
          <a:lstStyle/>
          <a:p>
            <a:pPr>
              <a:defRPr sz="700" b="0" i="0">
                <a:solidFill>
                  <a:srgbClr val="94A3B8"/>
                </a:solidFill>
                <a:latin typeface="Arial"/>
              </a:defRPr>
            </a:pPr>
            <a:r>
              <a:rPr sz="800"/>
              <a:t>{{pillar_3_metric_2_label}}</a:t>
            </a:r>
          </a:p>
        </p:txBody>
      </p:sp>
      <p:sp>
        <p:nvSpPr>
          <p:cNvPr id="65" name="TextBox 64">
            <a:extLst>
              <a:ext uri="{FF2B5EF4-FFF2-40B4-BE49-F238E27FC236}">
                <a16:creationId xmlns:a16="http://schemas.microsoft.com/office/drawing/2014/main" id="{FE09F0D4-7B6E-0DDD-7C32-FB51BA7D8794}"/>
              </a:ext>
            </a:extLst>
          </p:cNvPr>
          <p:cNvSpPr txBox="1"/>
          <p:nvPr userDrawn="1"/>
        </p:nvSpPr>
        <p:spPr>
          <a:xfrm>
            <a:off x="7635240" y="3200399"/>
            <a:ext cx="2039112" cy="25603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1800" b="1" i="0">
                <a:solidFill>
                  <a:srgbClr val="3B82F6"/>
                </a:solidFill>
                <a:latin typeface="Arial"/>
              </a:defRPr>
            </a:pPr>
            <a:r>
              <a:t>{{pillar_3_metric_2_value}}</a:t>
            </a:r>
          </a:p>
        </p:txBody>
      </p:sp>
      <p:sp>
        <p:nvSpPr>
          <p:cNvPr id="68" name="Rounded Rectangle 75">
            <a:extLst>
              <a:ext uri="{FF2B5EF4-FFF2-40B4-BE49-F238E27FC236}">
                <a16:creationId xmlns:a16="http://schemas.microsoft.com/office/drawing/2014/main" id="{C74680D0-09D6-D8BF-0511-41B2CF306C87}"/>
              </a:ext>
            </a:extLst>
          </p:cNvPr>
          <p:cNvSpPr/>
          <p:nvPr userDrawn="1"/>
        </p:nvSpPr>
        <p:spPr>
          <a:xfrm>
            <a:off x="9784080" y="2980944"/>
            <a:ext cx="2167128" cy="905255"/>
          </a:xfrm>
          <a:prstGeom prst="roundRect">
            <a:avLst/>
          </a:prstGeom>
          <a:solidFill>
            <a:srgbClr val="FAFBFF"/>
          </a:solidFill>
          <a:ln w="12700">
            <a:solidFill>
              <a:srgbClr val="F1F5F9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69" name="Rectangle 68">
            <a:extLst>
              <a:ext uri="{FF2B5EF4-FFF2-40B4-BE49-F238E27FC236}">
                <a16:creationId xmlns:a16="http://schemas.microsoft.com/office/drawing/2014/main" id="{B6EF57B4-69A0-299B-18F9-AB756E2A16D8}"/>
              </a:ext>
            </a:extLst>
          </p:cNvPr>
          <p:cNvSpPr/>
          <p:nvPr userDrawn="1"/>
        </p:nvSpPr>
        <p:spPr>
          <a:xfrm>
            <a:off x="9784080" y="2980944"/>
            <a:ext cx="27432" cy="905255"/>
          </a:xfrm>
          <a:prstGeom prst="rect">
            <a:avLst/>
          </a:prstGeom>
          <a:solidFill>
            <a:srgbClr val="3B82F6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70" name="TextBox 69">
            <a:extLst>
              <a:ext uri="{FF2B5EF4-FFF2-40B4-BE49-F238E27FC236}">
                <a16:creationId xmlns:a16="http://schemas.microsoft.com/office/drawing/2014/main" id="{A01DBEAC-8D30-0253-4F45-E17BFEB2FE40}"/>
              </a:ext>
            </a:extLst>
          </p:cNvPr>
          <p:cNvSpPr txBox="1"/>
          <p:nvPr userDrawn="1"/>
        </p:nvSpPr>
        <p:spPr>
          <a:xfrm>
            <a:off x="9875519" y="3035808"/>
            <a:ext cx="2039112" cy="128016"/>
          </a:xfrm>
          <a:prstGeom prst="rect">
            <a:avLst/>
          </a:prstGeom>
          <a:noFill/>
        </p:spPr>
        <p:txBody>
          <a:bodyPr wrap="square">
            <a:noAutofit/>
          </a:bodyPr>
          <a:lstStyle/>
          <a:p>
            <a:pPr>
              <a:defRPr sz="700" b="0" i="0">
                <a:solidFill>
                  <a:srgbClr val="94A3B8"/>
                </a:solidFill>
                <a:latin typeface="Arial"/>
              </a:defRPr>
            </a:pPr>
            <a:r>
              <a:rPr sz="800"/>
              <a:t>{{pillar_3_metric_3_label}}</a:t>
            </a:r>
          </a:p>
        </p:txBody>
      </p:sp>
      <p:sp>
        <p:nvSpPr>
          <p:cNvPr id="71" name="TextBox 70">
            <a:extLst>
              <a:ext uri="{FF2B5EF4-FFF2-40B4-BE49-F238E27FC236}">
                <a16:creationId xmlns:a16="http://schemas.microsoft.com/office/drawing/2014/main" id="{A38FC3F9-0C0F-2EA9-B84D-5CF88BFB2A33}"/>
              </a:ext>
            </a:extLst>
          </p:cNvPr>
          <p:cNvSpPr txBox="1"/>
          <p:nvPr userDrawn="1"/>
        </p:nvSpPr>
        <p:spPr>
          <a:xfrm>
            <a:off x="9875519" y="3200399"/>
            <a:ext cx="2039112" cy="25603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1800" b="1" i="0">
                <a:solidFill>
                  <a:srgbClr val="3B82F6"/>
                </a:solidFill>
                <a:latin typeface="Arial"/>
              </a:defRPr>
            </a:pPr>
            <a:r>
              <a:t>{{pillar_3_metric_3_value}}</a:t>
            </a:r>
          </a:p>
        </p:txBody>
      </p:sp>
      <p:sp>
        <p:nvSpPr>
          <p:cNvPr id="74" name="Rounded Rectangle 81">
            <a:extLst>
              <a:ext uri="{FF2B5EF4-FFF2-40B4-BE49-F238E27FC236}">
                <a16:creationId xmlns:a16="http://schemas.microsoft.com/office/drawing/2014/main" id="{2770894C-996D-178C-C749-97F7526B7532}"/>
              </a:ext>
            </a:extLst>
          </p:cNvPr>
          <p:cNvSpPr/>
          <p:nvPr userDrawn="1"/>
        </p:nvSpPr>
        <p:spPr>
          <a:xfrm>
            <a:off x="164592" y="4032504"/>
            <a:ext cx="11859768" cy="1051560"/>
          </a:xfrm>
          <a:prstGeom prst="roundRect">
            <a:avLst/>
          </a:prstGeom>
          <a:solidFill>
            <a:srgbClr val="FFFFFF"/>
          </a:solidFill>
          <a:ln w="12700">
            <a:solidFill>
              <a:srgbClr val="E5E7EB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75" name="Rectangle 74">
            <a:extLst>
              <a:ext uri="{FF2B5EF4-FFF2-40B4-BE49-F238E27FC236}">
                <a16:creationId xmlns:a16="http://schemas.microsoft.com/office/drawing/2014/main" id="{012289EC-28A0-1BC2-E27E-E5B25F9A404E}"/>
              </a:ext>
            </a:extLst>
          </p:cNvPr>
          <p:cNvSpPr/>
          <p:nvPr userDrawn="1"/>
        </p:nvSpPr>
        <p:spPr>
          <a:xfrm>
            <a:off x="164592" y="4032504"/>
            <a:ext cx="36576" cy="1051560"/>
          </a:xfrm>
          <a:prstGeom prst="rect">
            <a:avLst/>
          </a:prstGeom>
          <a:solidFill>
            <a:srgbClr val="06B6D4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76" name="Rectangle 75">
            <a:extLst>
              <a:ext uri="{FF2B5EF4-FFF2-40B4-BE49-F238E27FC236}">
                <a16:creationId xmlns:a16="http://schemas.microsoft.com/office/drawing/2014/main" id="{C0D206BB-6DDE-FE28-A815-D7BBA98EE105}"/>
              </a:ext>
            </a:extLst>
          </p:cNvPr>
          <p:cNvSpPr/>
          <p:nvPr userDrawn="1"/>
        </p:nvSpPr>
        <p:spPr>
          <a:xfrm>
            <a:off x="310896" y="4142232"/>
            <a:ext cx="420624" cy="420624"/>
          </a:xfrm>
          <a:prstGeom prst="rect">
            <a:avLst/>
          </a:prstGeom>
          <a:solidFill>
            <a:srgbClr val="06B6D4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77" name="TextBox 76">
            <a:extLst>
              <a:ext uri="{FF2B5EF4-FFF2-40B4-BE49-F238E27FC236}">
                <a16:creationId xmlns:a16="http://schemas.microsoft.com/office/drawing/2014/main" id="{75F149A6-E953-BB7B-1A07-A964E7E73B70}"/>
              </a:ext>
            </a:extLst>
          </p:cNvPr>
          <p:cNvSpPr txBox="1"/>
          <p:nvPr userDrawn="1"/>
        </p:nvSpPr>
        <p:spPr>
          <a:xfrm>
            <a:off x="310896" y="4160520"/>
            <a:ext cx="420624" cy="38404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1800" b="1" i="0">
                <a:solidFill>
                  <a:srgbClr val="FFFFFF"/>
                </a:solidFill>
                <a:latin typeface="Arial"/>
              </a:defRPr>
            </a:pPr>
            <a:r>
              <a:rPr dirty="0"/>
              <a:t>4</a:t>
            </a:r>
          </a:p>
        </p:txBody>
      </p:sp>
      <p:sp>
        <p:nvSpPr>
          <p:cNvPr id="78" name="TextBox 77">
            <a:extLst>
              <a:ext uri="{FF2B5EF4-FFF2-40B4-BE49-F238E27FC236}">
                <a16:creationId xmlns:a16="http://schemas.microsoft.com/office/drawing/2014/main" id="{2F4B1A06-0DF8-8C93-ABE2-16EEECA6DD7C}"/>
              </a:ext>
            </a:extLst>
          </p:cNvPr>
          <p:cNvSpPr txBox="1"/>
          <p:nvPr userDrawn="1"/>
        </p:nvSpPr>
        <p:spPr>
          <a:xfrm>
            <a:off x="914400" y="4123944"/>
            <a:ext cx="4114800" cy="219456"/>
          </a:xfrm>
          <a:prstGeom prst="rect">
            <a:avLst/>
          </a:prstGeom>
          <a:noFill/>
        </p:spPr>
        <p:txBody>
          <a:bodyPr wrap="square">
            <a:normAutofit fontScale="85000" lnSpcReduction="20000"/>
          </a:bodyPr>
          <a:lstStyle/>
          <a:p>
            <a:pPr>
              <a:defRPr sz="1200" b="1" i="0">
                <a:solidFill>
                  <a:srgbClr val="06B6D4"/>
                </a:solidFill>
                <a:latin typeface="Arial"/>
              </a:defRPr>
            </a:pPr>
            <a:r>
              <a:t>{{pillar_4_title}}</a:t>
            </a:r>
          </a:p>
        </p:txBody>
      </p:sp>
      <p:sp>
        <p:nvSpPr>
          <p:cNvPr id="79" name="TextBox 78">
            <a:extLst>
              <a:ext uri="{FF2B5EF4-FFF2-40B4-BE49-F238E27FC236}">
                <a16:creationId xmlns:a16="http://schemas.microsoft.com/office/drawing/2014/main" id="{D9F0F463-D6E0-F957-E24D-459EF05FD6A1}"/>
              </a:ext>
            </a:extLst>
          </p:cNvPr>
          <p:cNvSpPr txBox="1"/>
          <p:nvPr userDrawn="1"/>
        </p:nvSpPr>
        <p:spPr>
          <a:xfrm>
            <a:off x="914400" y="4361688"/>
            <a:ext cx="4114800" cy="630936"/>
          </a:xfrm>
          <a:prstGeom prst="rect">
            <a:avLst/>
          </a:prstGeom>
          <a:noFill/>
        </p:spPr>
        <p:txBody>
          <a:bodyPr wrap="square">
            <a:normAutofit/>
          </a:bodyPr>
          <a:lstStyle/>
          <a:p>
            <a:pPr>
              <a:defRPr sz="900" b="0" i="0">
                <a:solidFill>
                  <a:srgbClr val="475569"/>
                </a:solidFill>
                <a:latin typeface="Arial"/>
              </a:defRPr>
            </a:pPr>
            <a:r>
              <a:t>{{pillar_4_subtitle}}</a:t>
            </a:r>
          </a:p>
        </p:txBody>
      </p:sp>
      <p:sp>
        <p:nvSpPr>
          <p:cNvPr id="80" name="Rounded Rectangle 87">
            <a:extLst>
              <a:ext uri="{FF2B5EF4-FFF2-40B4-BE49-F238E27FC236}">
                <a16:creationId xmlns:a16="http://schemas.microsoft.com/office/drawing/2014/main" id="{2DADE564-20EC-F8EB-5B49-9911AC05FF10}"/>
              </a:ext>
            </a:extLst>
          </p:cNvPr>
          <p:cNvSpPr/>
          <p:nvPr userDrawn="1"/>
        </p:nvSpPr>
        <p:spPr>
          <a:xfrm>
            <a:off x="5303520" y="4105656"/>
            <a:ext cx="2167128" cy="905255"/>
          </a:xfrm>
          <a:prstGeom prst="roundRect">
            <a:avLst/>
          </a:prstGeom>
          <a:solidFill>
            <a:srgbClr val="FAFBFF"/>
          </a:solidFill>
          <a:ln w="12700">
            <a:solidFill>
              <a:srgbClr val="F1F5F9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81" name="Rectangle 80">
            <a:extLst>
              <a:ext uri="{FF2B5EF4-FFF2-40B4-BE49-F238E27FC236}">
                <a16:creationId xmlns:a16="http://schemas.microsoft.com/office/drawing/2014/main" id="{F17C1DE8-4E22-1BDF-2729-9355C8B703B2}"/>
              </a:ext>
            </a:extLst>
          </p:cNvPr>
          <p:cNvSpPr/>
          <p:nvPr userDrawn="1"/>
        </p:nvSpPr>
        <p:spPr>
          <a:xfrm>
            <a:off x="5303520" y="4105656"/>
            <a:ext cx="27432" cy="905255"/>
          </a:xfrm>
          <a:prstGeom prst="rect">
            <a:avLst/>
          </a:prstGeom>
          <a:solidFill>
            <a:srgbClr val="06B6D4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82" name="TextBox 81">
            <a:extLst>
              <a:ext uri="{FF2B5EF4-FFF2-40B4-BE49-F238E27FC236}">
                <a16:creationId xmlns:a16="http://schemas.microsoft.com/office/drawing/2014/main" id="{D120FA53-744F-D37A-B07B-26CA6F27617B}"/>
              </a:ext>
            </a:extLst>
          </p:cNvPr>
          <p:cNvSpPr txBox="1"/>
          <p:nvPr userDrawn="1"/>
        </p:nvSpPr>
        <p:spPr>
          <a:xfrm>
            <a:off x="5394959" y="4160520"/>
            <a:ext cx="2039112" cy="128016"/>
          </a:xfrm>
          <a:prstGeom prst="rect">
            <a:avLst/>
          </a:prstGeom>
          <a:noFill/>
        </p:spPr>
        <p:txBody>
          <a:bodyPr wrap="square">
            <a:noAutofit/>
          </a:bodyPr>
          <a:lstStyle/>
          <a:p>
            <a:pPr>
              <a:defRPr sz="700" b="0" i="0">
                <a:solidFill>
                  <a:srgbClr val="94A3B8"/>
                </a:solidFill>
                <a:latin typeface="Arial"/>
              </a:defRPr>
            </a:pPr>
            <a:r>
              <a:rPr sz="800"/>
              <a:t>{{pillar_4_metric_1_label}}</a:t>
            </a:r>
          </a:p>
        </p:txBody>
      </p:sp>
      <p:sp>
        <p:nvSpPr>
          <p:cNvPr id="83" name="TextBox 82">
            <a:extLst>
              <a:ext uri="{FF2B5EF4-FFF2-40B4-BE49-F238E27FC236}">
                <a16:creationId xmlns:a16="http://schemas.microsoft.com/office/drawing/2014/main" id="{66C318A6-41C1-3221-2836-8935A7D2CFE9}"/>
              </a:ext>
            </a:extLst>
          </p:cNvPr>
          <p:cNvSpPr txBox="1"/>
          <p:nvPr userDrawn="1"/>
        </p:nvSpPr>
        <p:spPr>
          <a:xfrm>
            <a:off x="5394959" y="4325112"/>
            <a:ext cx="2039112" cy="25603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1800" b="1" i="0">
                <a:solidFill>
                  <a:srgbClr val="06B6D4"/>
                </a:solidFill>
                <a:latin typeface="Arial"/>
              </a:defRPr>
            </a:pPr>
            <a:r>
              <a:t>{{pillar_4_metric_1_value}}</a:t>
            </a:r>
          </a:p>
        </p:txBody>
      </p:sp>
      <p:sp>
        <p:nvSpPr>
          <p:cNvPr id="86" name="Rounded Rectangle 93">
            <a:extLst>
              <a:ext uri="{FF2B5EF4-FFF2-40B4-BE49-F238E27FC236}">
                <a16:creationId xmlns:a16="http://schemas.microsoft.com/office/drawing/2014/main" id="{CCF1125C-6E99-22B2-1062-89BFC376E5E5}"/>
              </a:ext>
            </a:extLst>
          </p:cNvPr>
          <p:cNvSpPr/>
          <p:nvPr userDrawn="1"/>
        </p:nvSpPr>
        <p:spPr>
          <a:xfrm>
            <a:off x="7543800" y="4105656"/>
            <a:ext cx="2167128" cy="905255"/>
          </a:xfrm>
          <a:prstGeom prst="roundRect">
            <a:avLst/>
          </a:prstGeom>
          <a:solidFill>
            <a:srgbClr val="FAFBFF"/>
          </a:solidFill>
          <a:ln w="12700">
            <a:solidFill>
              <a:srgbClr val="F1F5F9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87" name="Rectangle 86">
            <a:extLst>
              <a:ext uri="{FF2B5EF4-FFF2-40B4-BE49-F238E27FC236}">
                <a16:creationId xmlns:a16="http://schemas.microsoft.com/office/drawing/2014/main" id="{99019C62-64C6-7424-1CBF-A5A81453A147}"/>
              </a:ext>
            </a:extLst>
          </p:cNvPr>
          <p:cNvSpPr/>
          <p:nvPr userDrawn="1"/>
        </p:nvSpPr>
        <p:spPr>
          <a:xfrm>
            <a:off x="7543800" y="4105656"/>
            <a:ext cx="27432" cy="905255"/>
          </a:xfrm>
          <a:prstGeom prst="rect">
            <a:avLst/>
          </a:prstGeom>
          <a:solidFill>
            <a:srgbClr val="06B6D4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88" name="TextBox 87">
            <a:extLst>
              <a:ext uri="{FF2B5EF4-FFF2-40B4-BE49-F238E27FC236}">
                <a16:creationId xmlns:a16="http://schemas.microsoft.com/office/drawing/2014/main" id="{A12CA25D-C480-0D36-D4C8-3BD7E5F303A8}"/>
              </a:ext>
            </a:extLst>
          </p:cNvPr>
          <p:cNvSpPr txBox="1"/>
          <p:nvPr userDrawn="1"/>
        </p:nvSpPr>
        <p:spPr>
          <a:xfrm>
            <a:off x="7635240" y="4160520"/>
            <a:ext cx="2039112" cy="128016"/>
          </a:xfrm>
          <a:prstGeom prst="rect">
            <a:avLst/>
          </a:prstGeom>
          <a:noFill/>
        </p:spPr>
        <p:txBody>
          <a:bodyPr wrap="square">
            <a:noAutofit/>
          </a:bodyPr>
          <a:lstStyle/>
          <a:p>
            <a:pPr>
              <a:defRPr sz="700" b="0" i="0">
                <a:solidFill>
                  <a:srgbClr val="94A3B8"/>
                </a:solidFill>
                <a:latin typeface="Arial"/>
              </a:defRPr>
            </a:pPr>
            <a:r>
              <a:rPr sz="800"/>
              <a:t>{{pillar_4_metric_2_label}}</a:t>
            </a:r>
          </a:p>
        </p:txBody>
      </p:sp>
      <p:sp>
        <p:nvSpPr>
          <p:cNvPr id="89" name="TextBox 88">
            <a:extLst>
              <a:ext uri="{FF2B5EF4-FFF2-40B4-BE49-F238E27FC236}">
                <a16:creationId xmlns:a16="http://schemas.microsoft.com/office/drawing/2014/main" id="{B801A640-E93A-FAFC-5BA6-DEC7F3AD4BE1}"/>
              </a:ext>
            </a:extLst>
          </p:cNvPr>
          <p:cNvSpPr txBox="1"/>
          <p:nvPr userDrawn="1"/>
        </p:nvSpPr>
        <p:spPr>
          <a:xfrm>
            <a:off x="7635240" y="4325112"/>
            <a:ext cx="2039112" cy="25603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1800" b="1" i="0">
                <a:solidFill>
                  <a:srgbClr val="06B6D4"/>
                </a:solidFill>
                <a:latin typeface="Arial"/>
              </a:defRPr>
            </a:pPr>
            <a:r>
              <a:t>{{pillar_4_metric_2_value}}</a:t>
            </a:r>
          </a:p>
        </p:txBody>
      </p:sp>
      <p:sp>
        <p:nvSpPr>
          <p:cNvPr id="92" name="Rounded Rectangle 99">
            <a:extLst>
              <a:ext uri="{FF2B5EF4-FFF2-40B4-BE49-F238E27FC236}">
                <a16:creationId xmlns:a16="http://schemas.microsoft.com/office/drawing/2014/main" id="{2B528F1C-0FD4-0284-2A3D-678F37F55782}"/>
              </a:ext>
            </a:extLst>
          </p:cNvPr>
          <p:cNvSpPr/>
          <p:nvPr userDrawn="1"/>
        </p:nvSpPr>
        <p:spPr>
          <a:xfrm>
            <a:off x="9784080" y="4105656"/>
            <a:ext cx="2167128" cy="905255"/>
          </a:xfrm>
          <a:prstGeom prst="roundRect">
            <a:avLst/>
          </a:prstGeom>
          <a:solidFill>
            <a:srgbClr val="FAFBFF"/>
          </a:solidFill>
          <a:ln w="12700">
            <a:solidFill>
              <a:srgbClr val="F1F5F9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93" name="Rectangle 92">
            <a:extLst>
              <a:ext uri="{FF2B5EF4-FFF2-40B4-BE49-F238E27FC236}">
                <a16:creationId xmlns:a16="http://schemas.microsoft.com/office/drawing/2014/main" id="{687558F7-1862-43E6-B12B-91CAD25938DE}"/>
              </a:ext>
            </a:extLst>
          </p:cNvPr>
          <p:cNvSpPr/>
          <p:nvPr userDrawn="1"/>
        </p:nvSpPr>
        <p:spPr>
          <a:xfrm>
            <a:off x="9784080" y="4105656"/>
            <a:ext cx="27432" cy="905255"/>
          </a:xfrm>
          <a:prstGeom prst="rect">
            <a:avLst/>
          </a:prstGeom>
          <a:solidFill>
            <a:srgbClr val="06B6D4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94" name="TextBox 93">
            <a:extLst>
              <a:ext uri="{FF2B5EF4-FFF2-40B4-BE49-F238E27FC236}">
                <a16:creationId xmlns:a16="http://schemas.microsoft.com/office/drawing/2014/main" id="{9609AF58-6B0B-05FE-F2FA-E16EF43ED2B3}"/>
              </a:ext>
            </a:extLst>
          </p:cNvPr>
          <p:cNvSpPr txBox="1"/>
          <p:nvPr userDrawn="1"/>
        </p:nvSpPr>
        <p:spPr>
          <a:xfrm>
            <a:off x="9875519" y="4160520"/>
            <a:ext cx="2039112" cy="128016"/>
          </a:xfrm>
          <a:prstGeom prst="rect">
            <a:avLst/>
          </a:prstGeom>
          <a:noFill/>
        </p:spPr>
        <p:txBody>
          <a:bodyPr wrap="square">
            <a:noAutofit/>
          </a:bodyPr>
          <a:lstStyle/>
          <a:p>
            <a:pPr>
              <a:defRPr sz="700" b="0" i="0">
                <a:solidFill>
                  <a:srgbClr val="94A3B8"/>
                </a:solidFill>
                <a:latin typeface="Arial"/>
              </a:defRPr>
            </a:pPr>
            <a:r>
              <a:rPr sz="800"/>
              <a:t>{{pillar_4_metric_3_label}}</a:t>
            </a:r>
          </a:p>
        </p:txBody>
      </p:sp>
      <p:sp>
        <p:nvSpPr>
          <p:cNvPr id="95" name="TextBox 94">
            <a:extLst>
              <a:ext uri="{FF2B5EF4-FFF2-40B4-BE49-F238E27FC236}">
                <a16:creationId xmlns:a16="http://schemas.microsoft.com/office/drawing/2014/main" id="{DFA9AAB5-B0B7-DB4D-803B-4BEB289D730B}"/>
              </a:ext>
            </a:extLst>
          </p:cNvPr>
          <p:cNvSpPr txBox="1"/>
          <p:nvPr userDrawn="1"/>
        </p:nvSpPr>
        <p:spPr>
          <a:xfrm>
            <a:off x="9875519" y="4325112"/>
            <a:ext cx="2039112" cy="25603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1800" b="1" i="0">
                <a:solidFill>
                  <a:srgbClr val="06B6D4"/>
                </a:solidFill>
                <a:latin typeface="Arial"/>
              </a:defRPr>
            </a:pPr>
            <a:r>
              <a:t>{{pillar_4_metric_3_value}}</a:t>
            </a:r>
          </a:p>
        </p:txBody>
      </p:sp>
      <p:sp>
        <p:nvSpPr>
          <p:cNvPr id="98" name="TextBox 97">
            <a:extLst>
              <a:ext uri="{FF2B5EF4-FFF2-40B4-BE49-F238E27FC236}">
                <a16:creationId xmlns:a16="http://schemas.microsoft.com/office/drawing/2014/main" id="{A693992E-C0F6-C496-73FC-E523D9E37319}"/>
              </a:ext>
            </a:extLst>
          </p:cNvPr>
          <p:cNvSpPr txBox="1"/>
          <p:nvPr userDrawn="1"/>
        </p:nvSpPr>
        <p:spPr>
          <a:xfrm>
            <a:off x="1600200" y="95226"/>
            <a:ext cx="1669473" cy="36933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900" b="1">
                <a:solidFill>
                  <a:srgbClr val="FFFFFF"/>
                </a:solidFill>
                <a:latin typeface="Calibri"/>
              </a:defRPr>
            </a:pPr>
            <a:r>
              <a:rPr lang="de-DE" dirty="0">
                <a:solidFill>
                  <a:srgbClr val="C4B5FD"/>
                </a:solidFill>
                <a:latin typeface="Arial" panose="020B0604020202020204" pitchFamily="34" charset="0"/>
                <a:cs typeface="Arial" panose="020B0604020202020204" pitchFamily="34" charset="0"/>
              </a:rPr>
              <a:t>STRATEGIC IMPTERATIVES</a:t>
            </a:r>
            <a:endParaRPr dirty="0">
              <a:solidFill>
                <a:srgbClr val="C4B5FD"/>
              </a:solidFill>
              <a:latin typeface="Arial" panose="020B0604020202020204" pitchFamily="34" charset="0"/>
              <a:cs typeface="Arial" panose="020B0604020202020204" pitchFamily="34" charset="0"/>
            </a:endParaRPr>
          </a:p>
        </p:txBody>
      </p:sp>
      <p:sp>
        <p:nvSpPr>
          <p:cNvPr id="99" name="TextBox 98">
            <a:extLst>
              <a:ext uri="{FF2B5EF4-FFF2-40B4-BE49-F238E27FC236}">
                <a16:creationId xmlns:a16="http://schemas.microsoft.com/office/drawing/2014/main" id="{726CF6C6-84CF-FB57-34E9-CA54C4A9AD62}"/>
              </a:ext>
            </a:extLst>
          </p:cNvPr>
          <p:cNvSpPr txBox="1"/>
          <p:nvPr userDrawn="1"/>
        </p:nvSpPr>
        <p:spPr>
          <a:xfrm>
            <a:off x="3566160" y="118964"/>
            <a:ext cx="4572000" cy="34747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defRPr sz="1200" b="0">
                <a:solidFill>
                  <a:srgbClr val="CBD5E1"/>
                </a:solidFill>
                <a:latin typeface="Calibri"/>
              </a:defRPr>
            </a:pPr>
            <a:r>
              <a:rPr dirty="0"/>
              <a:t>{{</a:t>
            </a:r>
            <a:r>
              <a:rPr dirty="0" err="1"/>
              <a:t>drug_label</a:t>
            </a:r>
            <a:r>
              <a:rPr dirty="0"/>
              <a:t>}}</a:t>
            </a:r>
          </a:p>
        </p:txBody>
      </p:sp>
    </p:spTree>
    <p:extLst>
      <p:ext uri="{BB962C8B-B14F-4D97-AF65-F5344CB8AC3E}">
        <p14:creationId xmlns:p14="http://schemas.microsoft.com/office/powerpoint/2010/main" val="3778501704"/>
      </p:ext>
    </p:extLst>
  </p:cSld>
  <p:clrMapOvr>
    <a:masterClrMapping/>
  </p:clrMapOvr>
</p:sldLayout>
</file>

<file path=ppt/slideLayouts/slideLayout32.xml><?xml version="1.0" encoding="utf-8"?>
<p:sldLayout xmlns:a="http://schemas.openxmlformats.org/drawingml/2006/main" xmlns:r="http://schemas.openxmlformats.org/officeDocument/2006/relationships" xmlns:p="http://schemas.openxmlformats.org/presentationml/2006/main" preserve="1" userDrawn="1">
  <p:cSld name="COMPARISON_ligh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4" name="Rounded Rectangle 41">
            <a:extLst>
              <a:ext uri="{FF2B5EF4-FFF2-40B4-BE49-F238E27FC236}">
                <a16:creationId xmlns:a16="http://schemas.microsoft.com/office/drawing/2014/main" id="{98EEF80E-0065-637B-D307-010D4C3563DC}"/>
              </a:ext>
            </a:extLst>
          </p:cNvPr>
          <p:cNvSpPr/>
          <p:nvPr userDrawn="1"/>
        </p:nvSpPr>
        <p:spPr>
          <a:xfrm>
            <a:off x="0" y="552653"/>
            <a:ext cx="12025948" cy="5409235"/>
          </a:xfrm>
          <a:prstGeom prst="roundRect">
            <a:avLst/>
          </a:prstGeom>
          <a:solidFill>
            <a:srgbClr val="FFFFFF"/>
          </a:solidFill>
          <a:ln w="12700">
            <a:solidFill>
              <a:srgbClr val="E5E7EB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6" name="Rectangle 5">
            <a:extLst>
              <a:ext uri="{FF2B5EF4-FFF2-40B4-BE49-F238E27FC236}">
                <a16:creationId xmlns:a16="http://schemas.microsoft.com/office/drawing/2014/main" id="{14910A6D-C99A-645B-0448-B4A275D586CE}"/>
              </a:ext>
            </a:extLst>
          </p:cNvPr>
          <p:cNvSpPr/>
          <p:nvPr userDrawn="1"/>
        </p:nvSpPr>
        <p:spPr>
          <a:xfrm>
            <a:off x="106744" y="923268"/>
            <a:ext cx="11919204" cy="9144"/>
          </a:xfrm>
          <a:prstGeom prst="rect">
            <a:avLst/>
          </a:prstGeom>
          <a:solidFill>
            <a:srgbClr val="F1F5F9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7" name="Rectangle 6">
            <a:extLst>
              <a:ext uri="{FF2B5EF4-FFF2-40B4-BE49-F238E27FC236}">
                <a16:creationId xmlns:a16="http://schemas.microsoft.com/office/drawing/2014/main" id="{DCACDB68-4D71-4A5A-E67B-8328F4C3F4CB}"/>
              </a:ext>
            </a:extLst>
          </p:cNvPr>
          <p:cNvSpPr/>
          <p:nvPr userDrawn="1"/>
        </p:nvSpPr>
        <p:spPr>
          <a:xfrm>
            <a:off x="457725" y="742077"/>
            <a:ext cx="64008" cy="64008"/>
          </a:xfrm>
          <a:prstGeom prst="rect">
            <a:avLst/>
          </a:prstGeom>
          <a:solidFill>
            <a:srgbClr val="10B981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8" name="TextBox 7">
            <a:extLst>
              <a:ext uri="{FF2B5EF4-FFF2-40B4-BE49-F238E27FC236}">
                <a16:creationId xmlns:a16="http://schemas.microsoft.com/office/drawing/2014/main" id="{9D31380F-494E-6E1F-128A-CDEC48A672D1}"/>
              </a:ext>
            </a:extLst>
          </p:cNvPr>
          <p:cNvSpPr txBox="1"/>
          <p:nvPr userDrawn="1"/>
        </p:nvSpPr>
        <p:spPr>
          <a:xfrm>
            <a:off x="567453" y="664796"/>
            <a:ext cx="5605272" cy="23083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defRPr sz="900" b="1" i="0">
                <a:solidFill>
                  <a:srgbClr val="64748B"/>
                </a:solidFill>
                <a:latin typeface="Arial"/>
              </a:defRPr>
            </a:pPr>
            <a:r>
              <a:rPr sz="900" dirty="0"/>
              <a:t>Head-to-Head Comparison</a:t>
            </a:r>
          </a:p>
        </p:txBody>
      </p:sp>
      <p:sp>
        <p:nvSpPr>
          <p:cNvPr id="9" name="Rectangle 8">
            <a:extLst>
              <a:ext uri="{FF2B5EF4-FFF2-40B4-BE49-F238E27FC236}">
                <a16:creationId xmlns:a16="http://schemas.microsoft.com/office/drawing/2014/main" id="{71BB18BC-995D-69A3-87A6-3C36EF77D4E9}"/>
              </a:ext>
            </a:extLst>
          </p:cNvPr>
          <p:cNvSpPr/>
          <p:nvPr userDrawn="1"/>
        </p:nvSpPr>
        <p:spPr>
          <a:xfrm>
            <a:off x="106744" y="1042415"/>
            <a:ext cx="11919204" cy="274320"/>
          </a:xfrm>
          <a:prstGeom prst="rect">
            <a:avLst/>
          </a:prstGeom>
          <a:solidFill>
            <a:srgbClr val="F0EFFF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10" name="TextBox 9">
            <a:extLst>
              <a:ext uri="{FF2B5EF4-FFF2-40B4-BE49-F238E27FC236}">
                <a16:creationId xmlns:a16="http://schemas.microsoft.com/office/drawing/2014/main" id="{96C1BC2F-81E7-E674-5B24-958D91C94356}"/>
              </a:ext>
            </a:extLst>
          </p:cNvPr>
          <p:cNvSpPr txBox="1"/>
          <p:nvPr userDrawn="1"/>
        </p:nvSpPr>
        <p:spPr>
          <a:xfrm>
            <a:off x="128135" y="1077303"/>
            <a:ext cx="2876429" cy="215444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defRPr sz="800" b="1" i="0">
                <a:solidFill>
                  <a:srgbClr val="64748B"/>
                </a:solidFill>
                <a:latin typeface="Arial"/>
              </a:defRPr>
            </a:pPr>
            <a:r>
              <a:rPr sz="800" dirty="0"/>
              <a:t>Parameter</a:t>
            </a:r>
          </a:p>
        </p:txBody>
      </p:sp>
      <p:sp>
        <p:nvSpPr>
          <p:cNvPr id="11" name="TextBox 10">
            <a:extLst>
              <a:ext uri="{FF2B5EF4-FFF2-40B4-BE49-F238E27FC236}">
                <a16:creationId xmlns:a16="http://schemas.microsoft.com/office/drawing/2014/main" id="{180AAF8C-D7C0-260D-417B-5F8F1C5E7D5F}"/>
              </a:ext>
            </a:extLst>
          </p:cNvPr>
          <p:cNvSpPr txBox="1"/>
          <p:nvPr userDrawn="1"/>
        </p:nvSpPr>
        <p:spPr>
          <a:xfrm>
            <a:off x="1146387" y="1077303"/>
            <a:ext cx="3595537" cy="215444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800" b="1" i="0">
                <a:solidFill>
                  <a:srgbClr val="8B5CF6"/>
                </a:solidFill>
                <a:latin typeface="Arial"/>
              </a:defRPr>
            </a:pPr>
            <a:r>
              <a:rPr sz="800" dirty="0"/>
              <a:t>{{comp_drug_1}}</a:t>
            </a:r>
          </a:p>
        </p:txBody>
      </p:sp>
      <p:sp>
        <p:nvSpPr>
          <p:cNvPr id="12" name="TextBox 11">
            <a:extLst>
              <a:ext uri="{FF2B5EF4-FFF2-40B4-BE49-F238E27FC236}">
                <a16:creationId xmlns:a16="http://schemas.microsoft.com/office/drawing/2014/main" id="{A556B40E-A237-A240-0A2B-5B5E747E1F6B}"/>
              </a:ext>
            </a:extLst>
          </p:cNvPr>
          <p:cNvSpPr txBox="1"/>
          <p:nvPr userDrawn="1"/>
        </p:nvSpPr>
        <p:spPr>
          <a:xfrm>
            <a:off x="2153656" y="1077303"/>
            <a:ext cx="5267461" cy="215444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800" b="1" i="0">
                <a:solidFill>
                  <a:srgbClr val="8B5CF6"/>
                </a:solidFill>
                <a:latin typeface="Arial"/>
              </a:defRPr>
            </a:pPr>
            <a:r>
              <a:rPr lang="de-DE" sz="800" dirty="0">
                <a:solidFill>
                  <a:schemeClr val="bg1">
                    <a:lumMod val="65000"/>
                  </a:schemeClr>
                </a:solidFill>
              </a:rPr>
              <a:t>{{comp_avg}}</a:t>
            </a:r>
          </a:p>
        </p:txBody>
      </p:sp>
      <p:sp>
        <p:nvSpPr>
          <p:cNvPr id="13" name="Rectangle 12">
            <a:extLst>
              <a:ext uri="{FF2B5EF4-FFF2-40B4-BE49-F238E27FC236}">
                <a16:creationId xmlns:a16="http://schemas.microsoft.com/office/drawing/2014/main" id="{E41D4EA1-0513-9F7D-6E5E-43110F456103}"/>
              </a:ext>
            </a:extLst>
          </p:cNvPr>
          <p:cNvSpPr/>
          <p:nvPr userDrawn="1"/>
        </p:nvSpPr>
        <p:spPr>
          <a:xfrm>
            <a:off x="106744" y="1335024"/>
            <a:ext cx="11919204" cy="329184"/>
          </a:xfrm>
          <a:prstGeom prst="rect">
            <a:avLst/>
          </a:prstGeom>
          <a:solidFill>
            <a:srgbClr val="FAFBFF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14" name="Rectangle 13">
            <a:extLst>
              <a:ext uri="{FF2B5EF4-FFF2-40B4-BE49-F238E27FC236}">
                <a16:creationId xmlns:a16="http://schemas.microsoft.com/office/drawing/2014/main" id="{C24F55E4-33A2-E9E8-A629-7C5D79C2C9C0}"/>
              </a:ext>
            </a:extLst>
          </p:cNvPr>
          <p:cNvSpPr/>
          <p:nvPr userDrawn="1"/>
        </p:nvSpPr>
        <p:spPr>
          <a:xfrm>
            <a:off x="106744" y="1659636"/>
            <a:ext cx="11919204" cy="4572"/>
          </a:xfrm>
          <a:prstGeom prst="rect">
            <a:avLst/>
          </a:prstGeom>
          <a:solidFill>
            <a:srgbClr val="F1F5F9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15" name="TextBox 14">
            <a:extLst>
              <a:ext uri="{FF2B5EF4-FFF2-40B4-BE49-F238E27FC236}">
                <a16:creationId xmlns:a16="http://schemas.microsoft.com/office/drawing/2014/main" id="{A91DEEF9-E55A-68E2-94CB-97905232F699}"/>
              </a:ext>
            </a:extLst>
          </p:cNvPr>
          <p:cNvSpPr txBox="1"/>
          <p:nvPr userDrawn="1"/>
        </p:nvSpPr>
        <p:spPr>
          <a:xfrm>
            <a:off x="216472" y="1369911"/>
            <a:ext cx="2696652" cy="219456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defRPr sz="800" b="0" i="0">
                <a:solidFill>
                  <a:srgbClr val="64748B"/>
                </a:solidFill>
                <a:latin typeface="Arial"/>
              </a:defRPr>
            </a:pPr>
            <a:r>
              <a:rPr sz="800"/>
              <a:t>Mechanism</a:t>
            </a:r>
          </a:p>
        </p:txBody>
      </p:sp>
      <p:sp>
        <p:nvSpPr>
          <p:cNvPr id="16" name="TextBox 15">
            <a:extLst>
              <a:ext uri="{FF2B5EF4-FFF2-40B4-BE49-F238E27FC236}">
                <a16:creationId xmlns:a16="http://schemas.microsoft.com/office/drawing/2014/main" id="{3892CFFC-B499-7DDA-B232-33826906C8D3}"/>
              </a:ext>
            </a:extLst>
          </p:cNvPr>
          <p:cNvSpPr txBox="1"/>
          <p:nvPr userDrawn="1"/>
        </p:nvSpPr>
        <p:spPr>
          <a:xfrm>
            <a:off x="1146387" y="1369911"/>
            <a:ext cx="3595537" cy="22313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850" b="1" i="0">
                <a:solidFill>
                  <a:srgbClr val="0F172A"/>
                </a:solidFill>
                <a:latin typeface="Arial"/>
              </a:defRPr>
            </a:pPr>
            <a:r>
              <a:rPr sz="850"/>
              <a:t>{{comp_1_mechanism}}</a:t>
            </a:r>
          </a:p>
        </p:txBody>
      </p:sp>
      <p:sp>
        <p:nvSpPr>
          <p:cNvPr id="17" name="TextBox 16">
            <a:extLst>
              <a:ext uri="{FF2B5EF4-FFF2-40B4-BE49-F238E27FC236}">
                <a16:creationId xmlns:a16="http://schemas.microsoft.com/office/drawing/2014/main" id="{ADA1AB7C-850C-D8D0-791C-F0ABAD7B078B}"/>
              </a:ext>
            </a:extLst>
          </p:cNvPr>
          <p:cNvSpPr txBox="1"/>
          <p:nvPr userDrawn="1"/>
        </p:nvSpPr>
        <p:spPr>
          <a:xfrm>
            <a:off x="2153656" y="1369911"/>
            <a:ext cx="5267461" cy="219456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800" b="0" i="0">
                <a:solidFill>
                  <a:srgbClr val="94A3B8"/>
                </a:solidFill>
                <a:latin typeface="Arial"/>
              </a:defRPr>
            </a:pPr>
            <a:r>
              <a:rPr sz="800"/>
              <a:t>{{comp_avg_mechanism}}</a:t>
            </a:r>
          </a:p>
        </p:txBody>
      </p:sp>
      <p:sp>
        <p:nvSpPr>
          <p:cNvPr id="18" name="Rectangle 17">
            <a:extLst>
              <a:ext uri="{FF2B5EF4-FFF2-40B4-BE49-F238E27FC236}">
                <a16:creationId xmlns:a16="http://schemas.microsoft.com/office/drawing/2014/main" id="{6C45AD69-8EB0-7E51-A315-C1F83C835A5A}"/>
              </a:ext>
            </a:extLst>
          </p:cNvPr>
          <p:cNvSpPr/>
          <p:nvPr userDrawn="1"/>
        </p:nvSpPr>
        <p:spPr>
          <a:xfrm>
            <a:off x="106744" y="1988819"/>
            <a:ext cx="11919204" cy="4572"/>
          </a:xfrm>
          <a:prstGeom prst="rect">
            <a:avLst/>
          </a:prstGeom>
          <a:solidFill>
            <a:srgbClr val="F1F5F9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19" name="TextBox 18">
            <a:extLst>
              <a:ext uri="{FF2B5EF4-FFF2-40B4-BE49-F238E27FC236}">
                <a16:creationId xmlns:a16="http://schemas.microsoft.com/office/drawing/2014/main" id="{C95ECB1F-D2ED-8254-7347-16F4D2808104}"/>
              </a:ext>
            </a:extLst>
          </p:cNvPr>
          <p:cNvSpPr txBox="1"/>
          <p:nvPr userDrawn="1"/>
        </p:nvSpPr>
        <p:spPr>
          <a:xfrm>
            <a:off x="216472" y="1699095"/>
            <a:ext cx="2696652" cy="219456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defRPr sz="800" b="0" i="0">
                <a:solidFill>
                  <a:srgbClr val="64748B"/>
                </a:solidFill>
                <a:latin typeface="Arial"/>
              </a:defRPr>
            </a:pPr>
            <a:r>
              <a:rPr sz="800"/>
              <a:t>Line of therapy</a:t>
            </a:r>
          </a:p>
        </p:txBody>
      </p:sp>
      <p:sp>
        <p:nvSpPr>
          <p:cNvPr id="20" name="TextBox 19">
            <a:extLst>
              <a:ext uri="{FF2B5EF4-FFF2-40B4-BE49-F238E27FC236}">
                <a16:creationId xmlns:a16="http://schemas.microsoft.com/office/drawing/2014/main" id="{32F3F7B6-5774-307F-44DB-A1121B0F90EB}"/>
              </a:ext>
            </a:extLst>
          </p:cNvPr>
          <p:cNvSpPr txBox="1"/>
          <p:nvPr userDrawn="1"/>
        </p:nvSpPr>
        <p:spPr>
          <a:xfrm>
            <a:off x="1146387" y="1699095"/>
            <a:ext cx="3595537" cy="22313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850" b="1" i="0">
                <a:solidFill>
                  <a:srgbClr val="0F172A"/>
                </a:solidFill>
                <a:latin typeface="Arial"/>
              </a:defRPr>
            </a:pPr>
            <a:r>
              <a:rPr sz="850"/>
              <a:t>{{comp_1_line}}</a:t>
            </a:r>
          </a:p>
        </p:txBody>
      </p:sp>
      <p:sp>
        <p:nvSpPr>
          <p:cNvPr id="21" name="TextBox 20">
            <a:extLst>
              <a:ext uri="{FF2B5EF4-FFF2-40B4-BE49-F238E27FC236}">
                <a16:creationId xmlns:a16="http://schemas.microsoft.com/office/drawing/2014/main" id="{E74131D3-8723-997F-F92A-0B98ED36CA98}"/>
              </a:ext>
            </a:extLst>
          </p:cNvPr>
          <p:cNvSpPr txBox="1"/>
          <p:nvPr userDrawn="1"/>
        </p:nvSpPr>
        <p:spPr>
          <a:xfrm>
            <a:off x="2153656" y="1699095"/>
            <a:ext cx="5267461" cy="219456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800" b="0" i="0">
                <a:solidFill>
                  <a:srgbClr val="94A3B8"/>
                </a:solidFill>
                <a:latin typeface="Arial"/>
              </a:defRPr>
            </a:pPr>
            <a:r>
              <a:rPr sz="800"/>
              <a:t>{{comp_avg_line}}</a:t>
            </a:r>
          </a:p>
        </p:txBody>
      </p:sp>
      <p:sp>
        <p:nvSpPr>
          <p:cNvPr id="22" name="Rectangle 21">
            <a:extLst>
              <a:ext uri="{FF2B5EF4-FFF2-40B4-BE49-F238E27FC236}">
                <a16:creationId xmlns:a16="http://schemas.microsoft.com/office/drawing/2014/main" id="{BB1F3DF0-7281-D65B-7294-7D864F88E0C9}"/>
              </a:ext>
            </a:extLst>
          </p:cNvPr>
          <p:cNvSpPr/>
          <p:nvPr userDrawn="1"/>
        </p:nvSpPr>
        <p:spPr>
          <a:xfrm>
            <a:off x="106744" y="1993391"/>
            <a:ext cx="11919204" cy="329184"/>
          </a:xfrm>
          <a:prstGeom prst="rect">
            <a:avLst/>
          </a:prstGeom>
          <a:solidFill>
            <a:srgbClr val="FAFBFF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23" name="Rectangle 22">
            <a:extLst>
              <a:ext uri="{FF2B5EF4-FFF2-40B4-BE49-F238E27FC236}">
                <a16:creationId xmlns:a16="http://schemas.microsoft.com/office/drawing/2014/main" id="{3F43E6B4-3E13-FA97-9500-6BC2F058855B}"/>
              </a:ext>
            </a:extLst>
          </p:cNvPr>
          <p:cNvSpPr/>
          <p:nvPr userDrawn="1"/>
        </p:nvSpPr>
        <p:spPr>
          <a:xfrm>
            <a:off x="106744" y="2318003"/>
            <a:ext cx="11919204" cy="4572"/>
          </a:xfrm>
          <a:prstGeom prst="rect">
            <a:avLst/>
          </a:prstGeom>
          <a:solidFill>
            <a:srgbClr val="F1F5F9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24" name="TextBox 23">
            <a:extLst>
              <a:ext uri="{FF2B5EF4-FFF2-40B4-BE49-F238E27FC236}">
                <a16:creationId xmlns:a16="http://schemas.microsoft.com/office/drawing/2014/main" id="{4A7B23A9-E688-B51F-414D-F0EBCF671441}"/>
              </a:ext>
            </a:extLst>
          </p:cNvPr>
          <p:cNvSpPr txBox="1"/>
          <p:nvPr userDrawn="1"/>
        </p:nvSpPr>
        <p:spPr>
          <a:xfrm>
            <a:off x="216472" y="2028278"/>
            <a:ext cx="2696652" cy="219456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defRPr sz="800" b="0" i="0">
                <a:solidFill>
                  <a:srgbClr val="64748B"/>
                </a:solidFill>
                <a:latin typeface="Arial"/>
              </a:defRPr>
            </a:pPr>
            <a:r>
              <a:rPr sz="800"/>
              <a:t>ORR</a:t>
            </a:r>
          </a:p>
        </p:txBody>
      </p:sp>
      <p:sp>
        <p:nvSpPr>
          <p:cNvPr id="25" name="TextBox 24">
            <a:extLst>
              <a:ext uri="{FF2B5EF4-FFF2-40B4-BE49-F238E27FC236}">
                <a16:creationId xmlns:a16="http://schemas.microsoft.com/office/drawing/2014/main" id="{28C0B3B0-8C35-CD12-27A8-ED83EDC1DCB7}"/>
              </a:ext>
            </a:extLst>
          </p:cNvPr>
          <p:cNvSpPr txBox="1"/>
          <p:nvPr userDrawn="1"/>
        </p:nvSpPr>
        <p:spPr>
          <a:xfrm>
            <a:off x="1146387" y="2028278"/>
            <a:ext cx="3595537" cy="22313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850" b="1" i="0">
                <a:solidFill>
                  <a:srgbClr val="0F172A"/>
                </a:solidFill>
                <a:latin typeface="Arial"/>
              </a:defRPr>
            </a:pPr>
            <a:r>
              <a:rPr sz="850"/>
              <a:t>{{comp_1_orr}}</a:t>
            </a:r>
          </a:p>
        </p:txBody>
      </p:sp>
      <p:sp>
        <p:nvSpPr>
          <p:cNvPr id="26" name="TextBox 25">
            <a:extLst>
              <a:ext uri="{FF2B5EF4-FFF2-40B4-BE49-F238E27FC236}">
                <a16:creationId xmlns:a16="http://schemas.microsoft.com/office/drawing/2014/main" id="{1C34AE83-E894-2B88-6068-1D4D715C1962}"/>
              </a:ext>
            </a:extLst>
          </p:cNvPr>
          <p:cNvSpPr txBox="1"/>
          <p:nvPr userDrawn="1"/>
        </p:nvSpPr>
        <p:spPr>
          <a:xfrm>
            <a:off x="2153656" y="2028278"/>
            <a:ext cx="5267461" cy="219456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800" b="0" i="0">
                <a:solidFill>
                  <a:srgbClr val="94A3B8"/>
                </a:solidFill>
                <a:latin typeface="Arial"/>
              </a:defRPr>
            </a:pPr>
            <a:r>
              <a:rPr sz="800"/>
              <a:t>{{comp_avg_orr}}</a:t>
            </a:r>
          </a:p>
        </p:txBody>
      </p:sp>
      <p:sp>
        <p:nvSpPr>
          <p:cNvPr id="27" name="Rectangle 26">
            <a:extLst>
              <a:ext uri="{FF2B5EF4-FFF2-40B4-BE49-F238E27FC236}">
                <a16:creationId xmlns:a16="http://schemas.microsoft.com/office/drawing/2014/main" id="{7C2E5201-2F44-A6E6-BE4B-E639D3CD3C84}"/>
              </a:ext>
            </a:extLst>
          </p:cNvPr>
          <p:cNvSpPr/>
          <p:nvPr userDrawn="1"/>
        </p:nvSpPr>
        <p:spPr>
          <a:xfrm>
            <a:off x="106744" y="2647188"/>
            <a:ext cx="11919204" cy="4572"/>
          </a:xfrm>
          <a:prstGeom prst="rect">
            <a:avLst/>
          </a:prstGeom>
          <a:solidFill>
            <a:srgbClr val="F1F5F9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28" name="TextBox 27">
            <a:extLst>
              <a:ext uri="{FF2B5EF4-FFF2-40B4-BE49-F238E27FC236}">
                <a16:creationId xmlns:a16="http://schemas.microsoft.com/office/drawing/2014/main" id="{F956DA0E-C608-5E55-84B3-8BA9E378F2E0}"/>
              </a:ext>
            </a:extLst>
          </p:cNvPr>
          <p:cNvSpPr txBox="1"/>
          <p:nvPr userDrawn="1"/>
        </p:nvSpPr>
        <p:spPr>
          <a:xfrm>
            <a:off x="216472" y="2357463"/>
            <a:ext cx="2696652" cy="219456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defRPr sz="800" b="0" i="0">
                <a:solidFill>
                  <a:srgbClr val="64748B"/>
                </a:solidFill>
                <a:latin typeface="Arial"/>
              </a:defRPr>
            </a:pPr>
            <a:r>
              <a:rPr sz="800"/>
              <a:t>CR Rate</a:t>
            </a:r>
          </a:p>
        </p:txBody>
      </p:sp>
      <p:sp>
        <p:nvSpPr>
          <p:cNvPr id="29" name="TextBox 28">
            <a:extLst>
              <a:ext uri="{FF2B5EF4-FFF2-40B4-BE49-F238E27FC236}">
                <a16:creationId xmlns:a16="http://schemas.microsoft.com/office/drawing/2014/main" id="{B4F1AEB4-6973-1E77-0A75-99325F81E711}"/>
              </a:ext>
            </a:extLst>
          </p:cNvPr>
          <p:cNvSpPr txBox="1"/>
          <p:nvPr userDrawn="1"/>
        </p:nvSpPr>
        <p:spPr>
          <a:xfrm>
            <a:off x="1146387" y="2357463"/>
            <a:ext cx="3595537" cy="22313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850" b="1" i="0">
                <a:solidFill>
                  <a:srgbClr val="0F172A"/>
                </a:solidFill>
                <a:latin typeface="Arial"/>
              </a:defRPr>
            </a:pPr>
            <a:r>
              <a:rPr sz="850"/>
              <a:t>{{comp_1_cr}}</a:t>
            </a:r>
          </a:p>
        </p:txBody>
      </p:sp>
      <p:sp>
        <p:nvSpPr>
          <p:cNvPr id="30" name="TextBox 29">
            <a:extLst>
              <a:ext uri="{FF2B5EF4-FFF2-40B4-BE49-F238E27FC236}">
                <a16:creationId xmlns:a16="http://schemas.microsoft.com/office/drawing/2014/main" id="{4A4A6395-2E0D-3E66-166D-32EF3676005F}"/>
              </a:ext>
            </a:extLst>
          </p:cNvPr>
          <p:cNvSpPr txBox="1"/>
          <p:nvPr userDrawn="1"/>
        </p:nvSpPr>
        <p:spPr>
          <a:xfrm>
            <a:off x="2153656" y="2357463"/>
            <a:ext cx="5267461" cy="219456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800" b="0" i="0">
                <a:solidFill>
                  <a:srgbClr val="94A3B8"/>
                </a:solidFill>
                <a:latin typeface="Arial"/>
              </a:defRPr>
            </a:pPr>
            <a:r>
              <a:rPr sz="800"/>
              <a:t>{{comp_avg_cr}}</a:t>
            </a:r>
          </a:p>
        </p:txBody>
      </p:sp>
      <p:sp>
        <p:nvSpPr>
          <p:cNvPr id="31" name="Rectangle 30">
            <a:extLst>
              <a:ext uri="{FF2B5EF4-FFF2-40B4-BE49-F238E27FC236}">
                <a16:creationId xmlns:a16="http://schemas.microsoft.com/office/drawing/2014/main" id="{0C971010-1001-A83B-D8F7-4CFB61F2A315}"/>
              </a:ext>
            </a:extLst>
          </p:cNvPr>
          <p:cNvSpPr/>
          <p:nvPr userDrawn="1"/>
        </p:nvSpPr>
        <p:spPr>
          <a:xfrm>
            <a:off x="106744" y="2651760"/>
            <a:ext cx="11919204" cy="329184"/>
          </a:xfrm>
          <a:prstGeom prst="rect">
            <a:avLst/>
          </a:prstGeom>
          <a:solidFill>
            <a:srgbClr val="FAFBFF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32" name="Rectangle 31">
            <a:extLst>
              <a:ext uri="{FF2B5EF4-FFF2-40B4-BE49-F238E27FC236}">
                <a16:creationId xmlns:a16="http://schemas.microsoft.com/office/drawing/2014/main" id="{A60A1405-1AD5-9565-0DF6-B8A109D200BD}"/>
              </a:ext>
            </a:extLst>
          </p:cNvPr>
          <p:cNvSpPr/>
          <p:nvPr userDrawn="1"/>
        </p:nvSpPr>
        <p:spPr>
          <a:xfrm>
            <a:off x="106744" y="2976372"/>
            <a:ext cx="11919204" cy="4572"/>
          </a:xfrm>
          <a:prstGeom prst="rect">
            <a:avLst/>
          </a:prstGeom>
          <a:solidFill>
            <a:srgbClr val="F1F5F9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33" name="TextBox 32">
            <a:extLst>
              <a:ext uri="{FF2B5EF4-FFF2-40B4-BE49-F238E27FC236}">
                <a16:creationId xmlns:a16="http://schemas.microsoft.com/office/drawing/2014/main" id="{639D3BA5-9D61-A0AA-D0D4-B07EB89CA6FE}"/>
              </a:ext>
            </a:extLst>
          </p:cNvPr>
          <p:cNvSpPr txBox="1"/>
          <p:nvPr userDrawn="1"/>
        </p:nvSpPr>
        <p:spPr>
          <a:xfrm>
            <a:off x="216472" y="2686647"/>
            <a:ext cx="2696652" cy="219456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defRPr sz="800" b="0" i="0">
                <a:solidFill>
                  <a:srgbClr val="64748B"/>
                </a:solidFill>
                <a:latin typeface="Arial"/>
              </a:defRPr>
            </a:pPr>
            <a:r>
              <a:rPr sz="800"/>
              <a:t>mPFS</a:t>
            </a:r>
          </a:p>
        </p:txBody>
      </p:sp>
      <p:sp>
        <p:nvSpPr>
          <p:cNvPr id="34" name="TextBox 33">
            <a:extLst>
              <a:ext uri="{FF2B5EF4-FFF2-40B4-BE49-F238E27FC236}">
                <a16:creationId xmlns:a16="http://schemas.microsoft.com/office/drawing/2014/main" id="{EDB2DB42-745B-420F-EA1A-E927A1094795}"/>
              </a:ext>
            </a:extLst>
          </p:cNvPr>
          <p:cNvSpPr txBox="1"/>
          <p:nvPr userDrawn="1"/>
        </p:nvSpPr>
        <p:spPr>
          <a:xfrm>
            <a:off x="1146387" y="2686647"/>
            <a:ext cx="3595537" cy="22313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850" b="1" i="0">
                <a:solidFill>
                  <a:srgbClr val="0F172A"/>
                </a:solidFill>
                <a:latin typeface="Arial"/>
              </a:defRPr>
            </a:pPr>
            <a:r>
              <a:rPr sz="850"/>
              <a:t>{{comp_1_mpfs}}</a:t>
            </a:r>
          </a:p>
        </p:txBody>
      </p:sp>
      <p:sp>
        <p:nvSpPr>
          <p:cNvPr id="35" name="TextBox 34">
            <a:extLst>
              <a:ext uri="{FF2B5EF4-FFF2-40B4-BE49-F238E27FC236}">
                <a16:creationId xmlns:a16="http://schemas.microsoft.com/office/drawing/2014/main" id="{EDA3D32E-94A7-FF99-B8DA-C005B6AE0703}"/>
              </a:ext>
            </a:extLst>
          </p:cNvPr>
          <p:cNvSpPr txBox="1"/>
          <p:nvPr userDrawn="1"/>
        </p:nvSpPr>
        <p:spPr>
          <a:xfrm>
            <a:off x="2153656" y="2686647"/>
            <a:ext cx="5267461" cy="219456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800" b="0" i="0">
                <a:solidFill>
                  <a:srgbClr val="94A3B8"/>
                </a:solidFill>
                <a:latin typeface="Arial"/>
              </a:defRPr>
            </a:pPr>
            <a:r>
              <a:rPr sz="800"/>
              <a:t>{{comp_avg_mpfs}}</a:t>
            </a:r>
          </a:p>
        </p:txBody>
      </p:sp>
      <p:sp>
        <p:nvSpPr>
          <p:cNvPr id="36" name="Rectangle 35">
            <a:extLst>
              <a:ext uri="{FF2B5EF4-FFF2-40B4-BE49-F238E27FC236}">
                <a16:creationId xmlns:a16="http://schemas.microsoft.com/office/drawing/2014/main" id="{7CA02531-CEB2-C7DB-0D7F-D1A129F88379}"/>
              </a:ext>
            </a:extLst>
          </p:cNvPr>
          <p:cNvSpPr/>
          <p:nvPr userDrawn="1"/>
        </p:nvSpPr>
        <p:spPr>
          <a:xfrm>
            <a:off x="106744" y="3305556"/>
            <a:ext cx="11919204" cy="4572"/>
          </a:xfrm>
          <a:prstGeom prst="rect">
            <a:avLst/>
          </a:prstGeom>
          <a:solidFill>
            <a:srgbClr val="F1F5F9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37" name="TextBox 36">
            <a:extLst>
              <a:ext uri="{FF2B5EF4-FFF2-40B4-BE49-F238E27FC236}">
                <a16:creationId xmlns:a16="http://schemas.microsoft.com/office/drawing/2014/main" id="{034A93D4-4FBE-F666-F789-6F5E4AB611AC}"/>
              </a:ext>
            </a:extLst>
          </p:cNvPr>
          <p:cNvSpPr txBox="1"/>
          <p:nvPr userDrawn="1"/>
        </p:nvSpPr>
        <p:spPr>
          <a:xfrm>
            <a:off x="216472" y="3015831"/>
            <a:ext cx="2696652" cy="219456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defRPr sz="800" b="0" i="0">
                <a:solidFill>
                  <a:srgbClr val="64748B"/>
                </a:solidFill>
                <a:latin typeface="Arial"/>
              </a:defRPr>
            </a:pPr>
            <a:r>
              <a:rPr sz="800"/>
              <a:t>HR (PFS)</a:t>
            </a:r>
          </a:p>
        </p:txBody>
      </p:sp>
      <p:sp>
        <p:nvSpPr>
          <p:cNvPr id="38" name="TextBox 37">
            <a:extLst>
              <a:ext uri="{FF2B5EF4-FFF2-40B4-BE49-F238E27FC236}">
                <a16:creationId xmlns:a16="http://schemas.microsoft.com/office/drawing/2014/main" id="{211F353E-07CD-3F5D-D04B-9C52DA4C7FC3}"/>
              </a:ext>
            </a:extLst>
          </p:cNvPr>
          <p:cNvSpPr txBox="1"/>
          <p:nvPr userDrawn="1"/>
        </p:nvSpPr>
        <p:spPr>
          <a:xfrm>
            <a:off x="1146387" y="3015831"/>
            <a:ext cx="3595537" cy="22313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850" b="1" i="0">
                <a:solidFill>
                  <a:srgbClr val="0F172A"/>
                </a:solidFill>
                <a:latin typeface="Arial"/>
              </a:defRPr>
            </a:pPr>
            <a:r>
              <a:rPr sz="850"/>
              <a:t>{{comp_1_hr}}</a:t>
            </a:r>
          </a:p>
        </p:txBody>
      </p:sp>
      <p:sp>
        <p:nvSpPr>
          <p:cNvPr id="39" name="TextBox 38">
            <a:extLst>
              <a:ext uri="{FF2B5EF4-FFF2-40B4-BE49-F238E27FC236}">
                <a16:creationId xmlns:a16="http://schemas.microsoft.com/office/drawing/2014/main" id="{8BDC2CFC-6E99-817D-7ECB-B8B52B9BA9B9}"/>
              </a:ext>
            </a:extLst>
          </p:cNvPr>
          <p:cNvSpPr txBox="1"/>
          <p:nvPr userDrawn="1"/>
        </p:nvSpPr>
        <p:spPr>
          <a:xfrm>
            <a:off x="2153656" y="3015831"/>
            <a:ext cx="5267461" cy="219456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800" b="0" i="0">
                <a:solidFill>
                  <a:srgbClr val="94A3B8"/>
                </a:solidFill>
                <a:latin typeface="Arial"/>
              </a:defRPr>
            </a:pPr>
            <a:r>
              <a:rPr sz="800"/>
              <a:t>{{comp_avg_hr}}</a:t>
            </a:r>
          </a:p>
        </p:txBody>
      </p:sp>
      <p:sp>
        <p:nvSpPr>
          <p:cNvPr id="40" name="Rectangle 39">
            <a:extLst>
              <a:ext uri="{FF2B5EF4-FFF2-40B4-BE49-F238E27FC236}">
                <a16:creationId xmlns:a16="http://schemas.microsoft.com/office/drawing/2014/main" id="{131AEBE0-6F7B-FF49-C57A-B757ADFCFA79}"/>
              </a:ext>
            </a:extLst>
          </p:cNvPr>
          <p:cNvSpPr/>
          <p:nvPr userDrawn="1"/>
        </p:nvSpPr>
        <p:spPr>
          <a:xfrm>
            <a:off x="106744" y="3310128"/>
            <a:ext cx="11919204" cy="329184"/>
          </a:xfrm>
          <a:prstGeom prst="rect">
            <a:avLst/>
          </a:prstGeom>
          <a:solidFill>
            <a:srgbClr val="FAFBFF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41" name="Rectangle 40">
            <a:extLst>
              <a:ext uri="{FF2B5EF4-FFF2-40B4-BE49-F238E27FC236}">
                <a16:creationId xmlns:a16="http://schemas.microsoft.com/office/drawing/2014/main" id="{45C0BAAB-B4BA-2AEE-9E97-CA1346A392AD}"/>
              </a:ext>
            </a:extLst>
          </p:cNvPr>
          <p:cNvSpPr/>
          <p:nvPr userDrawn="1"/>
        </p:nvSpPr>
        <p:spPr>
          <a:xfrm>
            <a:off x="106744" y="3634740"/>
            <a:ext cx="11919204" cy="4572"/>
          </a:xfrm>
          <a:prstGeom prst="rect">
            <a:avLst/>
          </a:prstGeom>
          <a:solidFill>
            <a:srgbClr val="F1F5F9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42" name="TextBox 41">
            <a:extLst>
              <a:ext uri="{FF2B5EF4-FFF2-40B4-BE49-F238E27FC236}">
                <a16:creationId xmlns:a16="http://schemas.microsoft.com/office/drawing/2014/main" id="{566579BB-56A0-BD54-E47B-B424BC84DAAD}"/>
              </a:ext>
            </a:extLst>
          </p:cNvPr>
          <p:cNvSpPr txBox="1"/>
          <p:nvPr userDrawn="1"/>
        </p:nvSpPr>
        <p:spPr>
          <a:xfrm>
            <a:off x="216472" y="3345015"/>
            <a:ext cx="2696652" cy="219456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defRPr sz="800" b="0" i="0">
                <a:solidFill>
                  <a:srgbClr val="64748B"/>
                </a:solidFill>
                <a:latin typeface="Arial"/>
              </a:defRPr>
            </a:pPr>
            <a:r>
              <a:rPr sz="800"/>
              <a:t>Route</a:t>
            </a:r>
          </a:p>
        </p:txBody>
      </p:sp>
      <p:sp>
        <p:nvSpPr>
          <p:cNvPr id="43" name="TextBox 42">
            <a:extLst>
              <a:ext uri="{FF2B5EF4-FFF2-40B4-BE49-F238E27FC236}">
                <a16:creationId xmlns:a16="http://schemas.microsoft.com/office/drawing/2014/main" id="{7BAA338D-5F1D-5B6A-1090-984FA0297969}"/>
              </a:ext>
            </a:extLst>
          </p:cNvPr>
          <p:cNvSpPr txBox="1"/>
          <p:nvPr userDrawn="1"/>
        </p:nvSpPr>
        <p:spPr>
          <a:xfrm>
            <a:off x="1146387" y="3345015"/>
            <a:ext cx="3595537" cy="22313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850" b="1" i="0">
                <a:solidFill>
                  <a:srgbClr val="0F172A"/>
                </a:solidFill>
                <a:latin typeface="Arial"/>
              </a:defRPr>
            </a:pPr>
            <a:r>
              <a:rPr sz="850"/>
              <a:t>{{comp_1_route}}</a:t>
            </a:r>
          </a:p>
        </p:txBody>
      </p:sp>
      <p:sp>
        <p:nvSpPr>
          <p:cNvPr id="44" name="TextBox 43">
            <a:extLst>
              <a:ext uri="{FF2B5EF4-FFF2-40B4-BE49-F238E27FC236}">
                <a16:creationId xmlns:a16="http://schemas.microsoft.com/office/drawing/2014/main" id="{857C22BA-775E-6426-86E8-5B06DDACE511}"/>
              </a:ext>
            </a:extLst>
          </p:cNvPr>
          <p:cNvSpPr txBox="1"/>
          <p:nvPr userDrawn="1"/>
        </p:nvSpPr>
        <p:spPr>
          <a:xfrm>
            <a:off x="2153656" y="3345015"/>
            <a:ext cx="5267461" cy="219456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800" b="0" i="0">
                <a:solidFill>
                  <a:srgbClr val="94A3B8"/>
                </a:solidFill>
                <a:latin typeface="Arial"/>
              </a:defRPr>
            </a:pPr>
            <a:r>
              <a:rPr sz="800"/>
              <a:t>{{comp_avg_route}}</a:t>
            </a:r>
          </a:p>
        </p:txBody>
      </p:sp>
      <p:sp>
        <p:nvSpPr>
          <p:cNvPr id="45" name="Rectangle 44">
            <a:extLst>
              <a:ext uri="{FF2B5EF4-FFF2-40B4-BE49-F238E27FC236}">
                <a16:creationId xmlns:a16="http://schemas.microsoft.com/office/drawing/2014/main" id="{6642B3BB-CB47-43F1-B39B-26403D6DC53D}"/>
              </a:ext>
            </a:extLst>
          </p:cNvPr>
          <p:cNvSpPr/>
          <p:nvPr userDrawn="1"/>
        </p:nvSpPr>
        <p:spPr>
          <a:xfrm>
            <a:off x="106744" y="3963924"/>
            <a:ext cx="11919204" cy="4572"/>
          </a:xfrm>
          <a:prstGeom prst="rect">
            <a:avLst/>
          </a:prstGeom>
          <a:solidFill>
            <a:srgbClr val="F1F5F9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46" name="TextBox 45">
            <a:extLst>
              <a:ext uri="{FF2B5EF4-FFF2-40B4-BE49-F238E27FC236}">
                <a16:creationId xmlns:a16="http://schemas.microsoft.com/office/drawing/2014/main" id="{FF4E3DEE-1D83-29AB-620E-AA14BD88EF2F}"/>
              </a:ext>
            </a:extLst>
          </p:cNvPr>
          <p:cNvSpPr txBox="1"/>
          <p:nvPr userDrawn="1"/>
        </p:nvSpPr>
        <p:spPr>
          <a:xfrm>
            <a:off x="216472" y="3674199"/>
            <a:ext cx="2696652" cy="219456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defRPr sz="800" b="0" i="0">
                <a:solidFill>
                  <a:srgbClr val="64748B"/>
                </a:solidFill>
                <a:latin typeface="Arial"/>
              </a:defRPr>
            </a:pPr>
            <a:r>
              <a:rPr sz="800"/>
              <a:t>Key AE</a:t>
            </a:r>
          </a:p>
        </p:txBody>
      </p:sp>
      <p:sp>
        <p:nvSpPr>
          <p:cNvPr id="47" name="TextBox 46">
            <a:extLst>
              <a:ext uri="{FF2B5EF4-FFF2-40B4-BE49-F238E27FC236}">
                <a16:creationId xmlns:a16="http://schemas.microsoft.com/office/drawing/2014/main" id="{5FF226D7-6E88-E07D-3383-409C7E30EB5A}"/>
              </a:ext>
            </a:extLst>
          </p:cNvPr>
          <p:cNvSpPr txBox="1"/>
          <p:nvPr userDrawn="1"/>
        </p:nvSpPr>
        <p:spPr>
          <a:xfrm>
            <a:off x="1146387" y="3674199"/>
            <a:ext cx="3595537" cy="22313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850" b="1" i="0">
                <a:solidFill>
                  <a:srgbClr val="0F172A"/>
                </a:solidFill>
                <a:latin typeface="Arial"/>
              </a:defRPr>
            </a:pPr>
            <a:r>
              <a:rPr sz="850"/>
              <a:t>{{comp_1_ae}}</a:t>
            </a:r>
          </a:p>
        </p:txBody>
      </p:sp>
      <p:sp>
        <p:nvSpPr>
          <p:cNvPr id="48" name="TextBox 47">
            <a:extLst>
              <a:ext uri="{FF2B5EF4-FFF2-40B4-BE49-F238E27FC236}">
                <a16:creationId xmlns:a16="http://schemas.microsoft.com/office/drawing/2014/main" id="{65AFC874-61D8-8825-544C-FB14BDA15223}"/>
              </a:ext>
            </a:extLst>
          </p:cNvPr>
          <p:cNvSpPr txBox="1"/>
          <p:nvPr userDrawn="1"/>
        </p:nvSpPr>
        <p:spPr>
          <a:xfrm>
            <a:off x="2153656" y="3674199"/>
            <a:ext cx="5267461" cy="219456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800" b="0" i="0">
                <a:solidFill>
                  <a:srgbClr val="94A3B8"/>
                </a:solidFill>
                <a:latin typeface="Arial"/>
              </a:defRPr>
            </a:pPr>
            <a:r>
              <a:rPr sz="800"/>
              <a:t>{{comp_avg_ae}}</a:t>
            </a:r>
          </a:p>
        </p:txBody>
      </p:sp>
      <p:sp>
        <p:nvSpPr>
          <p:cNvPr id="49" name="Rectangle 48">
            <a:extLst>
              <a:ext uri="{FF2B5EF4-FFF2-40B4-BE49-F238E27FC236}">
                <a16:creationId xmlns:a16="http://schemas.microsoft.com/office/drawing/2014/main" id="{23980B07-3E44-B913-4C65-3303F9A0D51B}"/>
              </a:ext>
            </a:extLst>
          </p:cNvPr>
          <p:cNvSpPr/>
          <p:nvPr userDrawn="1"/>
        </p:nvSpPr>
        <p:spPr>
          <a:xfrm>
            <a:off x="106744" y="3968496"/>
            <a:ext cx="11919204" cy="329184"/>
          </a:xfrm>
          <a:prstGeom prst="rect">
            <a:avLst/>
          </a:prstGeom>
          <a:solidFill>
            <a:srgbClr val="FAFBFF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50" name="Rectangle 49">
            <a:extLst>
              <a:ext uri="{FF2B5EF4-FFF2-40B4-BE49-F238E27FC236}">
                <a16:creationId xmlns:a16="http://schemas.microsoft.com/office/drawing/2014/main" id="{172D3D99-AC88-ED7B-375C-0FEE52BB2744}"/>
              </a:ext>
            </a:extLst>
          </p:cNvPr>
          <p:cNvSpPr/>
          <p:nvPr userDrawn="1"/>
        </p:nvSpPr>
        <p:spPr>
          <a:xfrm>
            <a:off x="106744" y="4293108"/>
            <a:ext cx="11919204" cy="4572"/>
          </a:xfrm>
          <a:prstGeom prst="rect">
            <a:avLst/>
          </a:prstGeom>
          <a:solidFill>
            <a:srgbClr val="F1F5F9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51" name="TextBox 50">
            <a:extLst>
              <a:ext uri="{FF2B5EF4-FFF2-40B4-BE49-F238E27FC236}">
                <a16:creationId xmlns:a16="http://schemas.microsoft.com/office/drawing/2014/main" id="{08F81158-0A62-68E9-F748-724EDE0BC301}"/>
              </a:ext>
            </a:extLst>
          </p:cNvPr>
          <p:cNvSpPr txBox="1"/>
          <p:nvPr userDrawn="1"/>
        </p:nvSpPr>
        <p:spPr>
          <a:xfrm>
            <a:off x="216472" y="4003382"/>
            <a:ext cx="2696652" cy="219456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defRPr sz="800" b="0" i="0">
                <a:solidFill>
                  <a:srgbClr val="64748B"/>
                </a:solidFill>
                <a:latin typeface="Arial"/>
              </a:defRPr>
            </a:pPr>
            <a:r>
              <a:rPr sz="800"/>
              <a:t>REMS/RMP</a:t>
            </a:r>
          </a:p>
        </p:txBody>
      </p:sp>
      <p:sp>
        <p:nvSpPr>
          <p:cNvPr id="52" name="TextBox 51">
            <a:extLst>
              <a:ext uri="{FF2B5EF4-FFF2-40B4-BE49-F238E27FC236}">
                <a16:creationId xmlns:a16="http://schemas.microsoft.com/office/drawing/2014/main" id="{276C93EF-248E-D6CC-959F-26D8B2169741}"/>
              </a:ext>
            </a:extLst>
          </p:cNvPr>
          <p:cNvSpPr txBox="1"/>
          <p:nvPr userDrawn="1"/>
        </p:nvSpPr>
        <p:spPr>
          <a:xfrm>
            <a:off x="1146387" y="4003382"/>
            <a:ext cx="3595537" cy="22313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850" b="1" i="0">
                <a:solidFill>
                  <a:srgbClr val="0F172A"/>
                </a:solidFill>
                <a:latin typeface="Arial"/>
              </a:defRPr>
            </a:pPr>
            <a:r>
              <a:rPr sz="850"/>
              <a:t>{{comp_1_rems}}</a:t>
            </a:r>
          </a:p>
        </p:txBody>
      </p:sp>
      <p:sp>
        <p:nvSpPr>
          <p:cNvPr id="53" name="TextBox 52">
            <a:extLst>
              <a:ext uri="{FF2B5EF4-FFF2-40B4-BE49-F238E27FC236}">
                <a16:creationId xmlns:a16="http://schemas.microsoft.com/office/drawing/2014/main" id="{B8DB7271-B719-B6E2-C152-1892D5920762}"/>
              </a:ext>
            </a:extLst>
          </p:cNvPr>
          <p:cNvSpPr txBox="1"/>
          <p:nvPr userDrawn="1"/>
        </p:nvSpPr>
        <p:spPr>
          <a:xfrm>
            <a:off x="2153656" y="4003382"/>
            <a:ext cx="5267461" cy="219456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800" b="0" i="0">
                <a:solidFill>
                  <a:srgbClr val="94A3B8"/>
                </a:solidFill>
                <a:latin typeface="Arial"/>
              </a:defRPr>
            </a:pPr>
            <a:r>
              <a:rPr sz="800"/>
              <a:t>{{comp_avg_rems}}</a:t>
            </a:r>
          </a:p>
        </p:txBody>
      </p:sp>
      <p:sp>
        <p:nvSpPr>
          <p:cNvPr id="54" name="Rectangle 53">
            <a:extLst>
              <a:ext uri="{FF2B5EF4-FFF2-40B4-BE49-F238E27FC236}">
                <a16:creationId xmlns:a16="http://schemas.microsoft.com/office/drawing/2014/main" id="{67082702-93DE-D67D-9108-15FC9DE18C86}"/>
              </a:ext>
            </a:extLst>
          </p:cNvPr>
          <p:cNvSpPr/>
          <p:nvPr userDrawn="1"/>
        </p:nvSpPr>
        <p:spPr>
          <a:xfrm>
            <a:off x="106744" y="4622292"/>
            <a:ext cx="11919204" cy="4572"/>
          </a:xfrm>
          <a:prstGeom prst="rect">
            <a:avLst/>
          </a:prstGeom>
          <a:solidFill>
            <a:srgbClr val="F1F5F9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55" name="TextBox 54">
            <a:extLst>
              <a:ext uri="{FF2B5EF4-FFF2-40B4-BE49-F238E27FC236}">
                <a16:creationId xmlns:a16="http://schemas.microsoft.com/office/drawing/2014/main" id="{BC20DCE9-2768-DDCC-ABA8-DE47C4294FB5}"/>
              </a:ext>
            </a:extLst>
          </p:cNvPr>
          <p:cNvSpPr txBox="1"/>
          <p:nvPr userDrawn="1"/>
        </p:nvSpPr>
        <p:spPr>
          <a:xfrm>
            <a:off x="216472" y="4332566"/>
            <a:ext cx="2696652" cy="219456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defRPr sz="800" b="0" i="0">
                <a:solidFill>
                  <a:srgbClr val="64748B"/>
                </a:solidFill>
                <a:latin typeface="Arial"/>
              </a:defRPr>
            </a:pPr>
            <a:r>
              <a:rPr sz="800"/>
              <a:t>Convenience</a:t>
            </a:r>
          </a:p>
        </p:txBody>
      </p:sp>
      <p:sp>
        <p:nvSpPr>
          <p:cNvPr id="56" name="TextBox 55">
            <a:extLst>
              <a:ext uri="{FF2B5EF4-FFF2-40B4-BE49-F238E27FC236}">
                <a16:creationId xmlns:a16="http://schemas.microsoft.com/office/drawing/2014/main" id="{3E6EC170-D2F1-FCD5-51C1-69160601DD73}"/>
              </a:ext>
            </a:extLst>
          </p:cNvPr>
          <p:cNvSpPr txBox="1"/>
          <p:nvPr userDrawn="1"/>
        </p:nvSpPr>
        <p:spPr>
          <a:xfrm>
            <a:off x="1146387" y="4332566"/>
            <a:ext cx="3595537" cy="22313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850" b="1" i="0">
                <a:solidFill>
                  <a:srgbClr val="0F172A"/>
                </a:solidFill>
                <a:latin typeface="Arial"/>
              </a:defRPr>
            </a:pPr>
            <a:r>
              <a:rPr sz="850"/>
              <a:t>{{comp_1_convenience}}</a:t>
            </a:r>
          </a:p>
        </p:txBody>
      </p:sp>
      <p:sp>
        <p:nvSpPr>
          <p:cNvPr id="57" name="TextBox 56">
            <a:extLst>
              <a:ext uri="{FF2B5EF4-FFF2-40B4-BE49-F238E27FC236}">
                <a16:creationId xmlns:a16="http://schemas.microsoft.com/office/drawing/2014/main" id="{2323BD68-065F-E063-2747-369FA3DA88E5}"/>
              </a:ext>
            </a:extLst>
          </p:cNvPr>
          <p:cNvSpPr txBox="1"/>
          <p:nvPr userDrawn="1"/>
        </p:nvSpPr>
        <p:spPr>
          <a:xfrm>
            <a:off x="2153656" y="4332566"/>
            <a:ext cx="5267461" cy="219456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800" b="0" i="0">
                <a:solidFill>
                  <a:srgbClr val="94A3B8"/>
                </a:solidFill>
                <a:latin typeface="Arial"/>
              </a:defRPr>
            </a:pPr>
            <a:r>
              <a:rPr sz="800"/>
              <a:t>{{comp_avg_convenience}}</a:t>
            </a:r>
          </a:p>
        </p:txBody>
      </p:sp>
      <p:sp>
        <p:nvSpPr>
          <p:cNvPr id="58" name="Rectangle 57">
            <a:extLst>
              <a:ext uri="{FF2B5EF4-FFF2-40B4-BE49-F238E27FC236}">
                <a16:creationId xmlns:a16="http://schemas.microsoft.com/office/drawing/2014/main" id="{D1928639-6864-0B64-A74B-209AA762AB37}"/>
              </a:ext>
            </a:extLst>
          </p:cNvPr>
          <p:cNvSpPr/>
          <p:nvPr userDrawn="1"/>
        </p:nvSpPr>
        <p:spPr>
          <a:xfrm>
            <a:off x="106744" y="4626864"/>
            <a:ext cx="11919204" cy="329184"/>
          </a:xfrm>
          <a:prstGeom prst="rect">
            <a:avLst/>
          </a:prstGeom>
          <a:solidFill>
            <a:srgbClr val="FAFBFF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59" name="Rectangle 58">
            <a:extLst>
              <a:ext uri="{FF2B5EF4-FFF2-40B4-BE49-F238E27FC236}">
                <a16:creationId xmlns:a16="http://schemas.microsoft.com/office/drawing/2014/main" id="{7CDAFAE3-B60F-7E13-14A5-E3A8667AA77D}"/>
              </a:ext>
            </a:extLst>
          </p:cNvPr>
          <p:cNvSpPr/>
          <p:nvPr userDrawn="1"/>
        </p:nvSpPr>
        <p:spPr>
          <a:xfrm>
            <a:off x="106744" y="4951476"/>
            <a:ext cx="11919204" cy="4572"/>
          </a:xfrm>
          <a:prstGeom prst="rect">
            <a:avLst/>
          </a:prstGeom>
          <a:solidFill>
            <a:srgbClr val="F1F5F9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60" name="TextBox 59">
            <a:extLst>
              <a:ext uri="{FF2B5EF4-FFF2-40B4-BE49-F238E27FC236}">
                <a16:creationId xmlns:a16="http://schemas.microsoft.com/office/drawing/2014/main" id="{54BEAA31-D815-679B-A24E-40DD6CD8205C}"/>
              </a:ext>
            </a:extLst>
          </p:cNvPr>
          <p:cNvSpPr txBox="1"/>
          <p:nvPr userDrawn="1"/>
        </p:nvSpPr>
        <p:spPr>
          <a:xfrm>
            <a:off x="216472" y="4661750"/>
            <a:ext cx="2696652" cy="219456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defRPr sz="800" b="0" i="0">
                <a:solidFill>
                  <a:srgbClr val="64748B"/>
                </a:solidFill>
                <a:latin typeface="Arial"/>
              </a:defRPr>
            </a:pPr>
            <a:r>
              <a:rPr sz="800"/>
              <a:t>HTA readiness</a:t>
            </a:r>
          </a:p>
        </p:txBody>
      </p:sp>
      <p:sp>
        <p:nvSpPr>
          <p:cNvPr id="61" name="TextBox 60">
            <a:extLst>
              <a:ext uri="{FF2B5EF4-FFF2-40B4-BE49-F238E27FC236}">
                <a16:creationId xmlns:a16="http://schemas.microsoft.com/office/drawing/2014/main" id="{341251D5-7869-BE90-0883-C69EE880F9C6}"/>
              </a:ext>
            </a:extLst>
          </p:cNvPr>
          <p:cNvSpPr txBox="1"/>
          <p:nvPr userDrawn="1"/>
        </p:nvSpPr>
        <p:spPr>
          <a:xfrm>
            <a:off x="1146387" y="4661750"/>
            <a:ext cx="3595537" cy="22313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850" b="1" i="0">
                <a:solidFill>
                  <a:srgbClr val="0F172A"/>
                </a:solidFill>
                <a:latin typeface="Arial"/>
              </a:defRPr>
            </a:pPr>
            <a:r>
              <a:rPr sz="850"/>
              <a:t>{{comp_1_hta}}</a:t>
            </a:r>
          </a:p>
        </p:txBody>
      </p:sp>
      <p:sp>
        <p:nvSpPr>
          <p:cNvPr id="62" name="TextBox 61">
            <a:extLst>
              <a:ext uri="{FF2B5EF4-FFF2-40B4-BE49-F238E27FC236}">
                <a16:creationId xmlns:a16="http://schemas.microsoft.com/office/drawing/2014/main" id="{98F6CDF6-ABFF-2C78-4ABE-3C629705DB9C}"/>
              </a:ext>
            </a:extLst>
          </p:cNvPr>
          <p:cNvSpPr txBox="1"/>
          <p:nvPr userDrawn="1"/>
        </p:nvSpPr>
        <p:spPr>
          <a:xfrm>
            <a:off x="2153656" y="4661750"/>
            <a:ext cx="5267461" cy="219456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800" b="0" i="0">
                <a:solidFill>
                  <a:srgbClr val="94A3B8"/>
                </a:solidFill>
                <a:latin typeface="Arial"/>
              </a:defRPr>
            </a:pPr>
            <a:r>
              <a:rPr sz="800" dirty="0"/>
              <a:t>{{</a:t>
            </a:r>
            <a:r>
              <a:rPr sz="800" dirty="0" err="1"/>
              <a:t>comp_avg_hta</a:t>
            </a:r>
            <a:r>
              <a:rPr sz="800" dirty="0"/>
              <a:t>}}</a:t>
            </a:r>
          </a:p>
        </p:txBody>
      </p:sp>
      <p:sp>
        <p:nvSpPr>
          <p:cNvPr id="63" name="Rounded Rectangle 100">
            <a:extLst>
              <a:ext uri="{FF2B5EF4-FFF2-40B4-BE49-F238E27FC236}">
                <a16:creationId xmlns:a16="http://schemas.microsoft.com/office/drawing/2014/main" id="{9517973B-3AC6-A06E-935B-184609C1E495}"/>
              </a:ext>
            </a:extLst>
          </p:cNvPr>
          <p:cNvSpPr/>
          <p:nvPr userDrawn="1"/>
        </p:nvSpPr>
        <p:spPr>
          <a:xfrm>
            <a:off x="166180" y="6053327"/>
            <a:ext cx="11859768" cy="475488"/>
          </a:xfrm>
          <a:prstGeom prst="roundRect">
            <a:avLst/>
          </a:prstGeom>
          <a:solidFill>
            <a:srgbClr val="F5F3FF"/>
          </a:solidFill>
          <a:ln w="12700">
            <a:solidFill>
              <a:srgbClr val="C4B5FD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65" name="TextBox 64">
            <a:extLst>
              <a:ext uri="{FF2B5EF4-FFF2-40B4-BE49-F238E27FC236}">
                <a16:creationId xmlns:a16="http://schemas.microsoft.com/office/drawing/2014/main" id="{8B5511EC-C2BF-A5B4-B30E-35772D12A72D}"/>
              </a:ext>
            </a:extLst>
          </p:cNvPr>
          <p:cNvSpPr txBox="1"/>
          <p:nvPr userDrawn="1"/>
        </p:nvSpPr>
        <p:spPr>
          <a:xfrm>
            <a:off x="330772" y="6108191"/>
            <a:ext cx="1735590" cy="215444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defRPr sz="800" b="1" i="0">
                <a:solidFill>
                  <a:srgbClr val="8B5CF6"/>
                </a:solidFill>
                <a:latin typeface="Arial"/>
              </a:defRPr>
            </a:pPr>
            <a:r>
              <a:rPr sz="800" dirty="0"/>
              <a:t>KEY DIFFERENTIATOR</a:t>
            </a:r>
          </a:p>
        </p:txBody>
      </p:sp>
      <p:sp>
        <p:nvSpPr>
          <p:cNvPr id="66" name="TextBox 65">
            <a:extLst>
              <a:ext uri="{FF2B5EF4-FFF2-40B4-BE49-F238E27FC236}">
                <a16:creationId xmlns:a16="http://schemas.microsoft.com/office/drawing/2014/main" id="{B5428E70-A33D-582C-0B6C-2D034622B63B}"/>
              </a:ext>
            </a:extLst>
          </p:cNvPr>
          <p:cNvSpPr txBox="1"/>
          <p:nvPr userDrawn="1"/>
        </p:nvSpPr>
        <p:spPr>
          <a:xfrm>
            <a:off x="330772" y="6272784"/>
            <a:ext cx="11530584" cy="246221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defRPr sz="1000" b="0" i="0">
                <a:solidFill>
                  <a:srgbClr val="475569"/>
                </a:solidFill>
                <a:latin typeface="Arial"/>
              </a:defRPr>
            </a:pPr>
            <a:r>
              <a:rPr sz="1000"/>
              <a:t>{{key_differentiator}}</a:t>
            </a:r>
          </a:p>
        </p:txBody>
      </p:sp>
      <p:sp>
        <p:nvSpPr>
          <p:cNvPr id="67" name="Rectangle 66">
            <a:extLst>
              <a:ext uri="{FF2B5EF4-FFF2-40B4-BE49-F238E27FC236}">
                <a16:creationId xmlns:a16="http://schemas.microsoft.com/office/drawing/2014/main" id="{A58C666A-5A8E-9CCC-DE6C-530CA9C5F44D}"/>
              </a:ext>
            </a:extLst>
          </p:cNvPr>
          <p:cNvSpPr/>
          <p:nvPr userDrawn="1"/>
        </p:nvSpPr>
        <p:spPr>
          <a:xfrm>
            <a:off x="1588" y="6556248"/>
            <a:ext cx="12188952" cy="9144"/>
          </a:xfrm>
          <a:prstGeom prst="rect">
            <a:avLst/>
          </a:prstGeom>
          <a:solidFill>
            <a:srgbClr val="F0F0F5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68" name="TextBox 67">
            <a:extLst>
              <a:ext uri="{FF2B5EF4-FFF2-40B4-BE49-F238E27FC236}">
                <a16:creationId xmlns:a16="http://schemas.microsoft.com/office/drawing/2014/main" id="{08714025-2F0A-0DE5-91C2-5F6FC5B2658E}"/>
              </a:ext>
            </a:extLst>
          </p:cNvPr>
          <p:cNvSpPr txBox="1"/>
          <p:nvPr userDrawn="1"/>
        </p:nvSpPr>
        <p:spPr>
          <a:xfrm>
            <a:off x="4456071" y="1062711"/>
            <a:ext cx="5267461" cy="215444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800" b="1" i="0">
                <a:solidFill>
                  <a:srgbClr val="8B5CF6"/>
                </a:solidFill>
                <a:latin typeface="Arial"/>
              </a:defRPr>
            </a:pPr>
            <a:r>
              <a:rPr lang="de-DE" sz="800" dirty="0">
                <a:solidFill>
                  <a:schemeClr val="bg1">
                    <a:lumMod val="65000"/>
                  </a:schemeClr>
                </a:solidFill>
              </a:rPr>
              <a:t>{{comp_avg_2}}</a:t>
            </a:r>
          </a:p>
        </p:txBody>
      </p:sp>
      <p:sp>
        <p:nvSpPr>
          <p:cNvPr id="69" name="TextBox 68">
            <a:extLst>
              <a:ext uri="{FF2B5EF4-FFF2-40B4-BE49-F238E27FC236}">
                <a16:creationId xmlns:a16="http://schemas.microsoft.com/office/drawing/2014/main" id="{FEF84C44-BFE2-AE58-0026-5A43E89DC0F0}"/>
              </a:ext>
            </a:extLst>
          </p:cNvPr>
          <p:cNvSpPr txBox="1"/>
          <p:nvPr userDrawn="1"/>
        </p:nvSpPr>
        <p:spPr>
          <a:xfrm>
            <a:off x="4456071" y="1355319"/>
            <a:ext cx="5267461" cy="219456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800" b="0" i="0">
                <a:solidFill>
                  <a:srgbClr val="94A3B8"/>
                </a:solidFill>
                <a:latin typeface="Arial"/>
              </a:defRPr>
            </a:pPr>
            <a:r>
              <a:rPr sz="800" dirty="0"/>
              <a:t>{{</a:t>
            </a:r>
            <a:r>
              <a:rPr sz="800" dirty="0" err="1"/>
              <a:t>comp_avg</a:t>
            </a:r>
            <a:r>
              <a:rPr lang="de-DE" sz="800" dirty="0"/>
              <a:t>_2</a:t>
            </a:r>
            <a:r>
              <a:rPr sz="800" dirty="0"/>
              <a:t>_mechanism}}</a:t>
            </a:r>
          </a:p>
        </p:txBody>
      </p:sp>
      <p:sp>
        <p:nvSpPr>
          <p:cNvPr id="70" name="TextBox 69">
            <a:extLst>
              <a:ext uri="{FF2B5EF4-FFF2-40B4-BE49-F238E27FC236}">
                <a16:creationId xmlns:a16="http://schemas.microsoft.com/office/drawing/2014/main" id="{D0C0557E-05CB-AB07-9B1E-BB21CC628E99}"/>
              </a:ext>
            </a:extLst>
          </p:cNvPr>
          <p:cNvSpPr txBox="1"/>
          <p:nvPr userDrawn="1"/>
        </p:nvSpPr>
        <p:spPr>
          <a:xfrm>
            <a:off x="4456071" y="1684503"/>
            <a:ext cx="5267461" cy="219456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800" b="0" i="0">
                <a:solidFill>
                  <a:srgbClr val="94A3B8"/>
                </a:solidFill>
                <a:latin typeface="Arial"/>
              </a:defRPr>
            </a:pPr>
            <a:r>
              <a:rPr sz="800" dirty="0"/>
              <a:t>{{</a:t>
            </a:r>
            <a:r>
              <a:rPr sz="800" dirty="0" err="1"/>
              <a:t>comp_avg</a:t>
            </a:r>
            <a:r>
              <a:rPr lang="de-DE" sz="800" dirty="0"/>
              <a:t>_2</a:t>
            </a:r>
            <a:r>
              <a:rPr sz="800" dirty="0"/>
              <a:t>_line}}</a:t>
            </a:r>
          </a:p>
        </p:txBody>
      </p:sp>
      <p:sp>
        <p:nvSpPr>
          <p:cNvPr id="71" name="TextBox 70">
            <a:extLst>
              <a:ext uri="{FF2B5EF4-FFF2-40B4-BE49-F238E27FC236}">
                <a16:creationId xmlns:a16="http://schemas.microsoft.com/office/drawing/2014/main" id="{0346C671-5255-931A-6106-6BF1057AD225}"/>
              </a:ext>
            </a:extLst>
          </p:cNvPr>
          <p:cNvSpPr txBox="1"/>
          <p:nvPr userDrawn="1"/>
        </p:nvSpPr>
        <p:spPr>
          <a:xfrm>
            <a:off x="4456071" y="2013686"/>
            <a:ext cx="5267461" cy="219456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800" b="0" i="0">
                <a:solidFill>
                  <a:srgbClr val="94A3B8"/>
                </a:solidFill>
                <a:latin typeface="Arial"/>
              </a:defRPr>
            </a:pPr>
            <a:r>
              <a:rPr sz="800" dirty="0"/>
              <a:t>{{</a:t>
            </a:r>
            <a:r>
              <a:rPr sz="800" dirty="0" err="1"/>
              <a:t>comp_avg</a:t>
            </a:r>
            <a:r>
              <a:rPr lang="de-DE" sz="800" dirty="0"/>
              <a:t>_2</a:t>
            </a:r>
            <a:r>
              <a:rPr sz="800" dirty="0"/>
              <a:t>_</a:t>
            </a:r>
            <a:r>
              <a:rPr sz="800" dirty="0" err="1"/>
              <a:t>orr</a:t>
            </a:r>
            <a:r>
              <a:rPr sz="800" dirty="0"/>
              <a:t>}}</a:t>
            </a:r>
          </a:p>
        </p:txBody>
      </p:sp>
      <p:sp>
        <p:nvSpPr>
          <p:cNvPr id="72" name="TextBox 71">
            <a:extLst>
              <a:ext uri="{FF2B5EF4-FFF2-40B4-BE49-F238E27FC236}">
                <a16:creationId xmlns:a16="http://schemas.microsoft.com/office/drawing/2014/main" id="{3BD27A72-3484-6014-F554-124EE1887F73}"/>
              </a:ext>
            </a:extLst>
          </p:cNvPr>
          <p:cNvSpPr txBox="1"/>
          <p:nvPr userDrawn="1"/>
        </p:nvSpPr>
        <p:spPr>
          <a:xfrm>
            <a:off x="4456071" y="2342871"/>
            <a:ext cx="5267461" cy="219456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800" b="0" i="0">
                <a:solidFill>
                  <a:srgbClr val="94A3B8"/>
                </a:solidFill>
                <a:latin typeface="Arial"/>
              </a:defRPr>
            </a:pPr>
            <a:r>
              <a:rPr sz="800" dirty="0"/>
              <a:t>{{</a:t>
            </a:r>
            <a:r>
              <a:rPr sz="800" dirty="0" err="1"/>
              <a:t>comp_avg</a:t>
            </a:r>
            <a:r>
              <a:rPr lang="de-DE" sz="800" dirty="0"/>
              <a:t>_2</a:t>
            </a:r>
            <a:r>
              <a:rPr sz="800" dirty="0"/>
              <a:t>_</a:t>
            </a:r>
            <a:r>
              <a:rPr sz="800" dirty="0" err="1"/>
              <a:t>cr</a:t>
            </a:r>
            <a:r>
              <a:rPr sz="800" dirty="0"/>
              <a:t>}}</a:t>
            </a:r>
          </a:p>
        </p:txBody>
      </p:sp>
      <p:sp>
        <p:nvSpPr>
          <p:cNvPr id="73" name="TextBox 72">
            <a:extLst>
              <a:ext uri="{FF2B5EF4-FFF2-40B4-BE49-F238E27FC236}">
                <a16:creationId xmlns:a16="http://schemas.microsoft.com/office/drawing/2014/main" id="{4784DF70-E832-D6E8-DA94-B3DC7327D55D}"/>
              </a:ext>
            </a:extLst>
          </p:cNvPr>
          <p:cNvSpPr txBox="1"/>
          <p:nvPr userDrawn="1"/>
        </p:nvSpPr>
        <p:spPr>
          <a:xfrm>
            <a:off x="4456071" y="2672055"/>
            <a:ext cx="5267461" cy="219456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800" b="0" i="0">
                <a:solidFill>
                  <a:srgbClr val="94A3B8"/>
                </a:solidFill>
                <a:latin typeface="Arial"/>
              </a:defRPr>
            </a:pPr>
            <a:r>
              <a:rPr sz="800" dirty="0"/>
              <a:t>{{</a:t>
            </a:r>
            <a:r>
              <a:rPr sz="800" dirty="0" err="1"/>
              <a:t>comp_avg</a:t>
            </a:r>
            <a:r>
              <a:rPr lang="de-DE" sz="800" dirty="0"/>
              <a:t>_2</a:t>
            </a:r>
            <a:r>
              <a:rPr sz="800" dirty="0"/>
              <a:t>_</a:t>
            </a:r>
            <a:r>
              <a:rPr sz="800" dirty="0" err="1"/>
              <a:t>mpfs</a:t>
            </a:r>
            <a:r>
              <a:rPr sz="800" dirty="0"/>
              <a:t>}}</a:t>
            </a:r>
          </a:p>
        </p:txBody>
      </p:sp>
      <p:sp>
        <p:nvSpPr>
          <p:cNvPr id="74" name="TextBox 73">
            <a:extLst>
              <a:ext uri="{FF2B5EF4-FFF2-40B4-BE49-F238E27FC236}">
                <a16:creationId xmlns:a16="http://schemas.microsoft.com/office/drawing/2014/main" id="{C41A94C5-0ED2-13C7-E375-7ECFDE2E6C72}"/>
              </a:ext>
            </a:extLst>
          </p:cNvPr>
          <p:cNvSpPr txBox="1"/>
          <p:nvPr userDrawn="1"/>
        </p:nvSpPr>
        <p:spPr>
          <a:xfrm>
            <a:off x="4456071" y="3001239"/>
            <a:ext cx="5267461" cy="219456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800" b="0" i="0">
                <a:solidFill>
                  <a:srgbClr val="94A3B8"/>
                </a:solidFill>
                <a:latin typeface="Arial"/>
              </a:defRPr>
            </a:pPr>
            <a:r>
              <a:rPr sz="800" dirty="0"/>
              <a:t>{{</a:t>
            </a:r>
            <a:r>
              <a:rPr sz="800" dirty="0" err="1"/>
              <a:t>comp_avg</a:t>
            </a:r>
            <a:r>
              <a:rPr lang="de-DE" sz="800" dirty="0"/>
              <a:t>_2</a:t>
            </a:r>
            <a:r>
              <a:rPr sz="800" dirty="0"/>
              <a:t>_</a:t>
            </a:r>
            <a:r>
              <a:rPr sz="800" dirty="0" err="1"/>
              <a:t>hr</a:t>
            </a:r>
            <a:r>
              <a:rPr sz="800" dirty="0"/>
              <a:t>}}</a:t>
            </a:r>
          </a:p>
        </p:txBody>
      </p:sp>
      <p:sp>
        <p:nvSpPr>
          <p:cNvPr id="75" name="TextBox 74">
            <a:extLst>
              <a:ext uri="{FF2B5EF4-FFF2-40B4-BE49-F238E27FC236}">
                <a16:creationId xmlns:a16="http://schemas.microsoft.com/office/drawing/2014/main" id="{5E20C1BB-CC17-5DB2-070D-BD121BC98B1D}"/>
              </a:ext>
            </a:extLst>
          </p:cNvPr>
          <p:cNvSpPr txBox="1"/>
          <p:nvPr userDrawn="1"/>
        </p:nvSpPr>
        <p:spPr>
          <a:xfrm>
            <a:off x="4456071" y="3330423"/>
            <a:ext cx="5267461" cy="219456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800" b="0" i="0">
                <a:solidFill>
                  <a:srgbClr val="94A3B8"/>
                </a:solidFill>
                <a:latin typeface="Arial"/>
              </a:defRPr>
            </a:pPr>
            <a:r>
              <a:rPr sz="800" dirty="0"/>
              <a:t>{{</a:t>
            </a:r>
            <a:r>
              <a:rPr sz="800" dirty="0" err="1"/>
              <a:t>comp_avg</a:t>
            </a:r>
            <a:r>
              <a:rPr lang="de-DE" sz="800" dirty="0"/>
              <a:t>_2</a:t>
            </a:r>
            <a:r>
              <a:rPr sz="800" dirty="0"/>
              <a:t>_route}}</a:t>
            </a:r>
          </a:p>
        </p:txBody>
      </p:sp>
      <p:sp>
        <p:nvSpPr>
          <p:cNvPr id="76" name="TextBox 75">
            <a:extLst>
              <a:ext uri="{FF2B5EF4-FFF2-40B4-BE49-F238E27FC236}">
                <a16:creationId xmlns:a16="http://schemas.microsoft.com/office/drawing/2014/main" id="{106780B8-2E4A-3655-AC54-457CD8C5E471}"/>
              </a:ext>
            </a:extLst>
          </p:cNvPr>
          <p:cNvSpPr txBox="1"/>
          <p:nvPr userDrawn="1"/>
        </p:nvSpPr>
        <p:spPr>
          <a:xfrm>
            <a:off x="4456071" y="3659607"/>
            <a:ext cx="5267461" cy="219456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800" b="0" i="0">
                <a:solidFill>
                  <a:srgbClr val="94A3B8"/>
                </a:solidFill>
                <a:latin typeface="Arial"/>
              </a:defRPr>
            </a:pPr>
            <a:r>
              <a:rPr sz="800" dirty="0"/>
              <a:t>{{</a:t>
            </a:r>
            <a:r>
              <a:rPr sz="800" dirty="0" err="1"/>
              <a:t>comp_avg</a:t>
            </a:r>
            <a:r>
              <a:rPr lang="de-DE" sz="800" dirty="0"/>
              <a:t>_2</a:t>
            </a:r>
            <a:r>
              <a:rPr sz="800" dirty="0"/>
              <a:t>_ae}}</a:t>
            </a:r>
          </a:p>
        </p:txBody>
      </p:sp>
      <p:sp>
        <p:nvSpPr>
          <p:cNvPr id="77" name="TextBox 76">
            <a:extLst>
              <a:ext uri="{FF2B5EF4-FFF2-40B4-BE49-F238E27FC236}">
                <a16:creationId xmlns:a16="http://schemas.microsoft.com/office/drawing/2014/main" id="{BD1753EC-7D59-874B-63CB-8E4170CC1FF9}"/>
              </a:ext>
            </a:extLst>
          </p:cNvPr>
          <p:cNvSpPr txBox="1"/>
          <p:nvPr userDrawn="1"/>
        </p:nvSpPr>
        <p:spPr>
          <a:xfrm>
            <a:off x="4456071" y="3988790"/>
            <a:ext cx="5267461" cy="219456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800" b="0" i="0">
                <a:solidFill>
                  <a:srgbClr val="94A3B8"/>
                </a:solidFill>
                <a:latin typeface="Arial"/>
              </a:defRPr>
            </a:pPr>
            <a:r>
              <a:rPr sz="800" dirty="0"/>
              <a:t>{{</a:t>
            </a:r>
            <a:r>
              <a:rPr sz="800" dirty="0" err="1"/>
              <a:t>comp_avg</a:t>
            </a:r>
            <a:r>
              <a:rPr lang="de-DE" sz="800" dirty="0"/>
              <a:t>_2</a:t>
            </a:r>
            <a:r>
              <a:rPr sz="800" dirty="0"/>
              <a:t>_rems}}</a:t>
            </a:r>
          </a:p>
        </p:txBody>
      </p:sp>
      <p:sp>
        <p:nvSpPr>
          <p:cNvPr id="78" name="TextBox 77">
            <a:extLst>
              <a:ext uri="{FF2B5EF4-FFF2-40B4-BE49-F238E27FC236}">
                <a16:creationId xmlns:a16="http://schemas.microsoft.com/office/drawing/2014/main" id="{C0391A95-3914-D4B9-F4AA-603F86BEB64F}"/>
              </a:ext>
            </a:extLst>
          </p:cNvPr>
          <p:cNvSpPr txBox="1"/>
          <p:nvPr userDrawn="1"/>
        </p:nvSpPr>
        <p:spPr>
          <a:xfrm>
            <a:off x="4456071" y="4317974"/>
            <a:ext cx="5267461" cy="219456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800" b="0" i="0">
                <a:solidFill>
                  <a:srgbClr val="94A3B8"/>
                </a:solidFill>
                <a:latin typeface="Arial"/>
              </a:defRPr>
            </a:pPr>
            <a:r>
              <a:rPr sz="800" dirty="0"/>
              <a:t>{{</a:t>
            </a:r>
            <a:r>
              <a:rPr sz="800" dirty="0" err="1"/>
              <a:t>comp_avg</a:t>
            </a:r>
            <a:r>
              <a:rPr lang="de-DE" sz="800" dirty="0"/>
              <a:t>_2</a:t>
            </a:r>
            <a:r>
              <a:rPr sz="800" dirty="0"/>
              <a:t>_convenience}}</a:t>
            </a:r>
          </a:p>
        </p:txBody>
      </p:sp>
      <p:sp>
        <p:nvSpPr>
          <p:cNvPr id="79" name="TextBox 78">
            <a:extLst>
              <a:ext uri="{FF2B5EF4-FFF2-40B4-BE49-F238E27FC236}">
                <a16:creationId xmlns:a16="http://schemas.microsoft.com/office/drawing/2014/main" id="{E0BAB698-D865-96F7-D85F-A668401DAB68}"/>
              </a:ext>
            </a:extLst>
          </p:cNvPr>
          <p:cNvSpPr txBox="1"/>
          <p:nvPr userDrawn="1"/>
        </p:nvSpPr>
        <p:spPr>
          <a:xfrm>
            <a:off x="4456071" y="4647158"/>
            <a:ext cx="5267461" cy="219456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800" b="0" i="0">
                <a:solidFill>
                  <a:srgbClr val="94A3B8"/>
                </a:solidFill>
                <a:latin typeface="Arial"/>
              </a:defRPr>
            </a:pPr>
            <a:r>
              <a:rPr sz="800" dirty="0"/>
              <a:t>{{</a:t>
            </a:r>
            <a:r>
              <a:rPr sz="800" dirty="0" err="1"/>
              <a:t>comp_avg</a:t>
            </a:r>
            <a:r>
              <a:rPr lang="de-DE" sz="800" dirty="0"/>
              <a:t>_2</a:t>
            </a:r>
            <a:r>
              <a:rPr sz="800" dirty="0"/>
              <a:t>_</a:t>
            </a:r>
            <a:r>
              <a:rPr sz="800" dirty="0" err="1"/>
              <a:t>hta</a:t>
            </a:r>
            <a:r>
              <a:rPr sz="800" dirty="0"/>
              <a:t>}}</a:t>
            </a:r>
          </a:p>
        </p:txBody>
      </p:sp>
      <p:sp>
        <p:nvSpPr>
          <p:cNvPr id="80" name="TextBox 79">
            <a:extLst>
              <a:ext uri="{FF2B5EF4-FFF2-40B4-BE49-F238E27FC236}">
                <a16:creationId xmlns:a16="http://schemas.microsoft.com/office/drawing/2014/main" id="{0D679221-DF87-6A71-EE83-F2146CDEB214}"/>
              </a:ext>
            </a:extLst>
          </p:cNvPr>
          <p:cNvSpPr txBox="1"/>
          <p:nvPr userDrawn="1"/>
        </p:nvSpPr>
        <p:spPr>
          <a:xfrm>
            <a:off x="6973371" y="1077303"/>
            <a:ext cx="5267461" cy="215444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800" b="1" i="0">
                <a:solidFill>
                  <a:srgbClr val="8B5CF6"/>
                </a:solidFill>
                <a:latin typeface="Arial"/>
              </a:defRPr>
            </a:pPr>
            <a:r>
              <a:rPr lang="de-DE" sz="800" dirty="0">
                <a:solidFill>
                  <a:schemeClr val="bg1">
                    <a:lumMod val="65000"/>
                  </a:schemeClr>
                </a:solidFill>
              </a:rPr>
              <a:t>{{comp_avg_3}}</a:t>
            </a:r>
          </a:p>
        </p:txBody>
      </p:sp>
      <p:sp>
        <p:nvSpPr>
          <p:cNvPr id="81" name="TextBox 80">
            <a:extLst>
              <a:ext uri="{FF2B5EF4-FFF2-40B4-BE49-F238E27FC236}">
                <a16:creationId xmlns:a16="http://schemas.microsoft.com/office/drawing/2014/main" id="{516DEC13-ACB2-F9C6-9D59-1A142C98CA33}"/>
              </a:ext>
            </a:extLst>
          </p:cNvPr>
          <p:cNvSpPr txBox="1"/>
          <p:nvPr userDrawn="1"/>
        </p:nvSpPr>
        <p:spPr>
          <a:xfrm>
            <a:off x="6973371" y="1369911"/>
            <a:ext cx="5267461" cy="219456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800" b="0" i="0">
                <a:solidFill>
                  <a:srgbClr val="94A3B8"/>
                </a:solidFill>
                <a:latin typeface="Arial"/>
              </a:defRPr>
            </a:pPr>
            <a:r>
              <a:rPr sz="800" dirty="0"/>
              <a:t>{{</a:t>
            </a:r>
            <a:r>
              <a:rPr sz="800" dirty="0" err="1"/>
              <a:t>comp_avg</a:t>
            </a:r>
            <a:r>
              <a:rPr lang="de-DE" sz="800" dirty="0"/>
              <a:t>_3</a:t>
            </a:r>
            <a:r>
              <a:rPr sz="800" dirty="0"/>
              <a:t>_mechanism}}</a:t>
            </a:r>
          </a:p>
        </p:txBody>
      </p:sp>
      <p:sp>
        <p:nvSpPr>
          <p:cNvPr id="82" name="TextBox 81">
            <a:extLst>
              <a:ext uri="{FF2B5EF4-FFF2-40B4-BE49-F238E27FC236}">
                <a16:creationId xmlns:a16="http://schemas.microsoft.com/office/drawing/2014/main" id="{A5BE1D52-A68E-E7AF-1EE3-90EDDB7D6CE0}"/>
              </a:ext>
            </a:extLst>
          </p:cNvPr>
          <p:cNvSpPr txBox="1"/>
          <p:nvPr userDrawn="1"/>
        </p:nvSpPr>
        <p:spPr>
          <a:xfrm>
            <a:off x="6973371" y="1699095"/>
            <a:ext cx="5267461" cy="219456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800" b="0" i="0">
                <a:solidFill>
                  <a:srgbClr val="94A3B8"/>
                </a:solidFill>
                <a:latin typeface="Arial"/>
              </a:defRPr>
            </a:pPr>
            <a:r>
              <a:rPr sz="800" dirty="0"/>
              <a:t>{{</a:t>
            </a:r>
            <a:r>
              <a:rPr sz="800" dirty="0" err="1"/>
              <a:t>comp_avg</a:t>
            </a:r>
            <a:r>
              <a:rPr lang="de-DE" sz="800" dirty="0"/>
              <a:t>_3</a:t>
            </a:r>
            <a:r>
              <a:rPr sz="800" dirty="0"/>
              <a:t>_line}}</a:t>
            </a:r>
          </a:p>
        </p:txBody>
      </p:sp>
      <p:sp>
        <p:nvSpPr>
          <p:cNvPr id="83" name="TextBox 82">
            <a:extLst>
              <a:ext uri="{FF2B5EF4-FFF2-40B4-BE49-F238E27FC236}">
                <a16:creationId xmlns:a16="http://schemas.microsoft.com/office/drawing/2014/main" id="{D1646B42-97A8-F2B0-5F31-3889BC6ABAA9}"/>
              </a:ext>
            </a:extLst>
          </p:cNvPr>
          <p:cNvSpPr txBox="1"/>
          <p:nvPr userDrawn="1"/>
        </p:nvSpPr>
        <p:spPr>
          <a:xfrm>
            <a:off x="6973371" y="2028278"/>
            <a:ext cx="5267461" cy="219456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800" b="0" i="0">
                <a:solidFill>
                  <a:srgbClr val="94A3B8"/>
                </a:solidFill>
                <a:latin typeface="Arial"/>
              </a:defRPr>
            </a:pPr>
            <a:r>
              <a:rPr sz="800" dirty="0"/>
              <a:t>{{</a:t>
            </a:r>
            <a:r>
              <a:rPr sz="800" dirty="0" err="1"/>
              <a:t>comp_avg</a:t>
            </a:r>
            <a:r>
              <a:rPr lang="de-DE" sz="800" dirty="0"/>
              <a:t>_3</a:t>
            </a:r>
            <a:r>
              <a:rPr sz="800" dirty="0"/>
              <a:t>_</a:t>
            </a:r>
            <a:r>
              <a:rPr sz="800" dirty="0" err="1"/>
              <a:t>orr</a:t>
            </a:r>
            <a:r>
              <a:rPr sz="800" dirty="0"/>
              <a:t>}}</a:t>
            </a:r>
          </a:p>
        </p:txBody>
      </p:sp>
      <p:sp>
        <p:nvSpPr>
          <p:cNvPr id="84" name="TextBox 83">
            <a:extLst>
              <a:ext uri="{FF2B5EF4-FFF2-40B4-BE49-F238E27FC236}">
                <a16:creationId xmlns:a16="http://schemas.microsoft.com/office/drawing/2014/main" id="{90790E0D-6D05-A2F7-942F-5A57ED06EDA0}"/>
              </a:ext>
            </a:extLst>
          </p:cNvPr>
          <p:cNvSpPr txBox="1"/>
          <p:nvPr userDrawn="1"/>
        </p:nvSpPr>
        <p:spPr>
          <a:xfrm>
            <a:off x="6973371" y="2357463"/>
            <a:ext cx="5267461" cy="219456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800" b="0" i="0">
                <a:solidFill>
                  <a:srgbClr val="94A3B8"/>
                </a:solidFill>
                <a:latin typeface="Arial"/>
              </a:defRPr>
            </a:pPr>
            <a:r>
              <a:rPr sz="800" dirty="0"/>
              <a:t>{{</a:t>
            </a:r>
            <a:r>
              <a:rPr sz="800" dirty="0" err="1"/>
              <a:t>comp_avg</a:t>
            </a:r>
            <a:r>
              <a:rPr lang="de-DE" sz="800" dirty="0"/>
              <a:t>_3</a:t>
            </a:r>
            <a:r>
              <a:rPr sz="800" dirty="0"/>
              <a:t>_</a:t>
            </a:r>
            <a:r>
              <a:rPr sz="800" dirty="0" err="1"/>
              <a:t>cr</a:t>
            </a:r>
            <a:r>
              <a:rPr sz="800" dirty="0"/>
              <a:t>}}</a:t>
            </a:r>
          </a:p>
        </p:txBody>
      </p:sp>
      <p:sp>
        <p:nvSpPr>
          <p:cNvPr id="85" name="TextBox 84">
            <a:extLst>
              <a:ext uri="{FF2B5EF4-FFF2-40B4-BE49-F238E27FC236}">
                <a16:creationId xmlns:a16="http://schemas.microsoft.com/office/drawing/2014/main" id="{20C1920E-5779-85E9-4FFA-27E30EC01ADE}"/>
              </a:ext>
            </a:extLst>
          </p:cNvPr>
          <p:cNvSpPr txBox="1"/>
          <p:nvPr userDrawn="1"/>
        </p:nvSpPr>
        <p:spPr>
          <a:xfrm>
            <a:off x="6973371" y="2686647"/>
            <a:ext cx="5267461" cy="219456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800" b="0" i="0">
                <a:solidFill>
                  <a:srgbClr val="94A3B8"/>
                </a:solidFill>
                <a:latin typeface="Arial"/>
              </a:defRPr>
            </a:pPr>
            <a:r>
              <a:rPr sz="800" dirty="0"/>
              <a:t>{{</a:t>
            </a:r>
            <a:r>
              <a:rPr sz="800" dirty="0" err="1"/>
              <a:t>comp_avg</a:t>
            </a:r>
            <a:r>
              <a:rPr lang="de-DE" sz="800" dirty="0"/>
              <a:t>_3</a:t>
            </a:r>
            <a:r>
              <a:rPr sz="800" dirty="0"/>
              <a:t>_</a:t>
            </a:r>
            <a:r>
              <a:rPr sz="800" dirty="0" err="1"/>
              <a:t>mpfs</a:t>
            </a:r>
            <a:r>
              <a:rPr sz="800" dirty="0"/>
              <a:t>}}</a:t>
            </a:r>
          </a:p>
        </p:txBody>
      </p:sp>
      <p:sp>
        <p:nvSpPr>
          <p:cNvPr id="86" name="TextBox 85">
            <a:extLst>
              <a:ext uri="{FF2B5EF4-FFF2-40B4-BE49-F238E27FC236}">
                <a16:creationId xmlns:a16="http://schemas.microsoft.com/office/drawing/2014/main" id="{5BE46211-3F73-D8EB-6D03-A65D31900190}"/>
              </a:ext>
            </a:extLst>
          </p:cNvPr>
          <p:cNvSpPr txBox="1"/>
          <p:nvPr userDrawn="1"/>
        </p:nvSpPr>
        <p:spPr>
          <a:xfrm>
            <a:off x="6973371" y="3015831"/>
            <a:ext cx="5267461" cy="219456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800" b="0" i="0">
                <a:solidFill>
                  <a:srgbClr val="94A3B8"/>
                </a:solidFill>
                <a:latin typeface="Arial"/>
              </a:defRPr>
            </a:pPr>
            <a:r>
              <a:rPr sz="800" dirty="0"/>
              <a:t>{{</a:t>
            </a:r>
            <a:r>
              <a:rPr sz="800" dirty="0" err="1"/>
              <a:t>comp_avg</a:t>
            </a:r>
            <a:r>
              <a:rPr lang="de-DE" sz="800" dirty="0"/>
              <a:t>_3</a:t>
            </a:r>
            <a:r>
              <a:rPr sz="800" dirty="0"/>
              <a:t>_</a:t>
            </a:r>
            <a:r>
              <a:rPr sz="800" dirty="0" err="1"/>
              <a:t>hr</a:t>
            </a:r>
            <a:r>
              <a:rPr sz="800" dirty="0"/>
              <a:t>}}</a:t>
            </a:r>
          </a:p>
        </p:txBody>
      </p:sp>
      <p:sp>
        <p:nvSpPr>
          <p:cNvPr id="87" name="TextBox 86">
            <a:extLst>
              <a:ext uri="{FF2B5EF4-FFF2-40B4-BE49-F238E27FC236}">
                <a16:creationId xmlns:a16="http://schemas.microsoft.com/office/drawing/2014/main" id="{D94F13ED-C68A-414A-A631-272E1C3FCF62}"/>
              </a:ext>
            </a:extLst>
          </p:cNvPr>
          <p:cNvSpPr txBox="1"/>
          <p:nvPr userDrawn="1"/>
        </p:nvSpPr>
        <p:spPr>
          <a:xfrm>
            <a:off x="6973371" y="3345015"/>
            <a:ext cx="5267461" cy="219456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800" b="0" i="0">
                <a:solidFill>
                  <a:srgbClr val="94A3B8"/>
                </a:solidFill>
                <a:latin typeface="Arial"/>
              </a:defRPr>
            </a:pPr>
            <a:r>
              <a:rPr sz="800" dirty="0"/>
              <a:t>{{</a:t>
            </a:r>
            <a:r>
              <a:rPr sz="800" dirty="0" err="1"/>
              <a:t>comp_avg</a:t>
            </a:r>
            <a:r>
              <a:rPr lang="de-DE" sz="800" dirty="0"/>
              <a:t>_3</a:t>
            </a:r>
            <a:r>
              <a:rPr sz="800" dirty="0"/>
              <a:t>_route}}</a:t>
            </a:r>
          </a:p>
        </p:txBody>
      </p:sp>
      <p:sp>
        <p:nvSpPr>
          <p:cNvPr id="88" name="TextBox 87">
            <a:extLst>
              <a:ext uri="{FF2B5EF4-FFF2-40B4-BE49-F238E27FC236}">
                <a16:creationId xmlns:a16="http://schemas.microsoft.com/office/drawing/2014/main" id="{6804D749-6123-985C-2E42-43ABA7FC5B0C}"/>
              </a:ext>
            </a:extLst>
          </p:cNvPr>
          <p:cNvSpPr txBox="1"/>
          <p:nvPr userDrawn="1"/>
        </p:nvSpPr>
        <p:spPr>
          <a:xfrm>
            <a:off x="6973371" y="3674199"/>
            <a:ext cx="5267461" cy="219456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800" b="0" i="0">
                <a:solidFill>
                  <a:srgbClr val="94A3B8"/>
                </a:solidFill>
                <a:latin typeface="Arial"/>
              </a:defRPr>
            </a:pPr>
            <a:r>
              <a:rPr sz="800" dirty="0"/>
              <a:t>{{</a:t>
            </a:r>
            <a:r>
              <a:rPr sz="800" dirty="0" err="1"/>
              <a:t>comp_avg</a:t>
            </a:r>
            <a:r>
              <a:rPr lang="de-DE" sz="800" dirty="0"/>
              <a:t>_3</a:t>
            </a:r>
            <a:r>
              <a:rPr sz="800" dirty="0"/>
              <a:t>_ae}}</a:t>
            </a:r>
          </a:p>
        </p:txBody>
      </p:sp>
      <p:sp>
        <p:nvSpPr>
          <p:cNvPr id="89" name="TextBox 88">
            <a:extLst>
              <a:ext uri="{FF2B5EF4-FFF2-40B4-BE49-F238E27FC236}">
                <a16:creationId xmlns:a16="http://schemas.microsoft.com/office/drawing/2014/main" id="{736421E3-8E43-A6FF-830F-B19EEF94B096}"/>
              </a:ext>
            </a:extLst>
          </p:cNvPr>
          <p:cNvSpPr txBox="1"/>
          <p:nvPr userDrawn="1"/>
        </p:nvSpPr>
        <p:spPr>
          <a:xfrm>
            <a:off x="6973371" y="4003382"/>
            <a:ext cx="5267461" cy="219456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800" b="0" i="0">
                <a:solidFill>
                  <a:srgbClr val="94A3B8"/>
                </a:solidFill>
                <a:latin typeface="Arial"/>
              </a:defRPr>
            </a:pPr>
            <a:r>
              <a:rPr sz="800" dirty="0"/>
              <a:t>{{</a:t>
            </a:r>
            <a:r>
              <a:rPr sz="800" dirty="0" err="1"/>
              <a:t>comp_avg</a:t>
            </a:r>
            <a:r>
              <a:rPr lang="de-DE" sz="800" dirty="0"/>
              <a:t>_3</a:t>
            </a:r>
            <a:r>
              <a:rPr sz="800" dirty="0"/>
              <a:t>_rems}}</a:t>
            </a:r>
          </a:p>
        </p:txBody>
      </p:sp>
      <p:sp>
        <p:nvSpPr>
          <p:cNvPr id="90" name="TextBox 89">
            <a:extLst>
              <a:ext uri="{FF2B5EF4-FFF2-40B4-BE49-F238E27FC236}">
                <a16:creationId xmlns:a16="http://schemas.microsoft.com/office/drawing/2014/main" id="{8DE7ED2A-287B-D08E-407E-D63E418088BA}"/>
              </a:ext>
            </a:extLst>
          </p:cNvPr>
          <p:cNvSpPr txBox="1"/>
          <p:nvPr userDrawn="1"/>
        </p:nvSpPr>
        <p:spPr>
          <a:xfrm>
            <a:off x="6973371" y="4332566"/>
            <a:ext cx="5267461" cy="219456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800" b="0" i="0">
                <a:solidFill>
                  <a:srgbClr val="94A3B8"/>
                </a:solidFill>
                <a:latin typeface="Arial"/>
              </a:defRPr>
            </a:pPr>
            <a:r>
              <a:rPr sz="800" dirty="0"/>
              <a:t>{{</a:t>
            </a:r>
            <a:r>
              <a:rPr sz="800" dirty="0" err="1"/>
              <a:t>comp_avg</a:t>
            </a:r>
            <a:r>
              <a:rPr lang="de-DE" sz="800" dirty="0"/>
              <a:t>_3</a:t>
            </a:r>
            <a:r>
              <a:rPr sz="800" dirty="0"/>
              <a:t>_convenience}}</a:t>
            </a:r>
          </a:p>
        </p:txBody>
      </p:sp>
      <p:sp>
        <p:nvSpPr>
          <p:cNvPr id="91" name="TextBox 90">
            <a:extLst>
              <a:ext uri="{FF2B5EF4-FFF2-40B4-BE49-F238E27FC236}">
                <a16:creationId xmlns:a16="http://schemas.microsoft.com/office/drawing/2014/main" id="{97455B83-329F-3A16-4E0F-36FB980EBB4E}"/>
              </a:ext>
            </a:extLst>
          </p:cNvPr>
          <p:cNvSpPr txBox="1"/>
          <p:nvPr userDrawn="1"/>
        </p:nvSpPr>
        <p:spPr>
          <a:xfrm>
            <a:off x="6973371" y="4661750"/>
            <a:ext cx="5267461" cy="219456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800" b="0" i="0">
                <a:solidFill>
                  <a:srgbClr val="94A3B8"/>
                </a:solidFill>
                <a:latin typeface="Arial"/>
              </a:defRPr>
            </a:pPr>
            <a:r>
              <a:rPr sz="800" dirty="0"/>
              <a:t>{{</a:t>
            </a:r>
            <a:r>
              <a:rPr sz="800" dirty="0" err="1"/>
              <a:t>comp_avg</a:t>
            </a:r>
            <a:r>
              <a:rPr lang="de-DE" sz="800" dirty="0"/>
              <a:t>_3</a:t>
            </a:r>
            <a:r>
              <a:rPr sz="800" dirty="0"/>
              <a:t>_</a:t>
            </a:r>
            <a:r>
              <a:rPr sz="800" dirty="0" err="1"/>
              <a:t>hta</a:t>
            </a:r>
            <a:r>
              <a:rPr sz="800" dirty="0"/>
              <a:t>}}</a:t>
            </a:r>
          </a:p>
        </p:txBody>
      </p:sp>
      <p:sp>
        <p:nvSpPr>
          <p:cNvPr id="92" name="TextBox 91">
            <a:extLst>
              <a:ext uri="{FF2B5EF4-FFF2-40B4-BE49-F238E27FC236}">
                <a16:creationId xmlns:a16="http://schemas.microsoft.com/office/drawing/2014/main" id="{75747A4F-BF26-257E-F330-23CF02D0A1B8}"/>
              </a:ext>
            </a:extLst>
          </p:cNvPr>
          <p:cNvSpPr txBox="1"/>
          <p:nvPr userDrawn="1"/>
        </p:nvSpPr>
        <p:spPr>
          <a:xfrm>
            <a:off x="1464628" y="88092"/>
            <a:ext cx="1554480" cy="36933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900" b="1" i="0">
                <a:solidFill>
                  <a:srgbClr val="C4B5FD"/>
                </a:solidFill>
                <a:latin typeface="Arial"/>
              </a:defRPr>
            </a:pPr>
            <a:r>
              <a:rPr sz="900" dirty="0"/>
              <a:t>COMPETITIVE LANDSCAPE</a:t>
            </a:r>
          </a:p>
        </p:txBody>
      </p:sp>
      <p:sp>
        <p:nvSpPr>
          <p:cNvPr id="93" name="TextBox 92">
            <a:extLst>
              <a:ext uri="{FF2B5EF4-FFF2-40B4-BE49-F238E27FC236}">
                <a16:creationId xmlns:a16="http://schemas.microsoft.com/office/drawing/2014/main" id="{05D95C84-95B0-BF88-8628-0B2DDF3C1DF9}"/>
              </a:ext>
            </a:extLst>
          </p:cNvPr>
          <p:cNvSpPr txBox="1"/>
          <p:nvPr userDrawn="1"/>
        </p:nvSpPr>
        <p:spPr>
          <a:xfrm>
            <a:off x="3201988" y="118964"/>
            <a:ext cx="4572000" cy="26161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defRPr sz="1100" b="0" i="0">
                <a:solidFill>
                  <a:srgbClr val="C0C0D0"/>
                </a:solidFill>
                <a:latin typeface="Arial"/>
              </a:defRPr>
            </a:pPr>
            <a:r>
              <a:rPr sz="1100"/>
              <a:t>{{drug_label}}</a:t>
            </a:r>
          </a:p>
        </p:txBody>
      </p:sp>
    </p:spTree>
    <p:extLst>
      <p:ext uri="{BB962C8B-B14F-4D97-AF65-F5344CB8AC3E}">
        <p14:creationId xmlns:p14="http://schemas.microsoft.com/office/powerpoint/2010/main" val="2870611489"/>
      </p:ext>
    </p:extLst>
  </p:cSld>
  <p:clrMapOvr>
    <a:masterClrMapping/>
  </p:clrMapOvr>
</p:sldLayout>
</file>

<file path=ppt/slideLayouts/slideLayout33.xml><?xml version="1.0" encoding="utf-8"?>
<p:sldLayout xmlns:a="http://schemas.openxmlformats.org/drawingml/2006/main" xmlns:r="http://schemas.openxmlformats.org/officeDocument/2006/relationships" xmlns:p="http://schemas.openxmlformats.org/presentationml/2006/main" preserve="1" userDrawn="1">
  <p:cSld name="UNMET_NEEDS_ligh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Box 1">
            <a:extLst>
              <a:ext uri="{FF2B5EF4-FFF2-40B4-BE49-F238E27FC236}">
                <a16:creationId xmlns:a16="http://schemas.microsoft.com/office/drawing/2014/main" id="{64949B74-5528-5815-E866-62B87EB4D2D0}"/>
              </a:ext>
            </a:extLst>
          </p:cNvPr>
          <p:cNvSpPr txBox="1"/>
          <p:nvPr userDrawn="1"/>
        </p:nvSpPr>
        <p:spPr>
          <a:xfrm>
            <a:off x="329184" y="539220"/>
            <a:ext cx="9144000" cy="365760"/>
          </a:xfrm>
          <a:prstGeom prst="rect">
            <a:avLst/>
          </a:prstGeom>
          <a:noFill/>
        </p:spPr>
        <p:txBody>
          <a:bodyPr wrap="square"/>
          <a:lstStyle/>
          <a:p>
            <a:pPr>
              <a:defRPr sz="2200" b="1">
                <a:solidFill>
                  <a:srgbClr val="F1F5F9"/>
                </a:solidFill>
                <a:latin typeface="Calibri"/>
              </a:defRPr>
            </a:pPr>
            <a:r>
              <a:rPr dirty="0">
                <a:solidFill>
                  <a:schemeClr val="tx1">
                    <a:lumMod val="50000"/>
                    <a:lumOff val="50000"/>
                  </a:schemeClr>
                </a:solidFill>
              </a:rPr>
              <a:t>{{</a:t>
            </a:r>
            <a:r>
              <a:rPr dirty="0" err="1">
                <a:solidFill>
                  <a:schemeClr val="tx1">
                    <a:lumMod val="50000"/>
                    <a:lumOff val="50000"/>
                  </a:schemeClr>
                </a:solidFill>
              </a:rPr>
              <a:t>slide_title</a:t>
            </a:r>
            <a:r>
              <a:rPr dirty="0">
                <a:solidFill>
                  <a:schemeClr val="tx1">
                    <a:lumMod val="50000"/>
                    <a:lumOff val="50000"/>
                  </a:schemeClr>
                </a:solidFill>
              </a:rPr>
              <a:t>}}</a:t>
            </a:r>
          </a:p>
        </p:txBody>
      </p:sp>
      <p:sp>
        <p:nvSpPr>
          <p:cNvPr id="3" name="TextBox 2">
            <a:extLst>
              <a:ext uri="{FF2B5EF4-FFF2-40B4-BE49-F238E27FC236}">
                <a16:creationId xmlns:a16="http://schemas.microsoft.com/office/drawing/2014/main" id="{572F5676-998E-60C9-1B09-844A80591F6E}"/>
              </a:ext>
            </a:extLst>
          </p:cNvPr>
          <p:cNvSpPr txBox="1"/>
          <p:nvPr userDrawn="1"/>
        </p:nvSpPr>
        <p:spPr>
          <a:xfrm>
            <a:off x="329184" y="841248"/>
            <a:ext cx="7315200" cy="182880"/>
          </a:xfrm>
          <a:prstGeom prst="rect">
            <a:avLst/>
          </a:prstGeom>
          <a:noFill/>
        </p:spPr>
        <p:txBody>
          <a:bodyPr wrap="square"/>
          <a:lstStyle/>
          <a:p>
            <a:pPr>
              <a:defRPr sz="950" b="0">
                <a:solidFill>
                  <a:srgbClr val="94A3B8"/>
                </a:solidFill>
                <a:latin typeface="Calibri"/>
              </a:defRPr>
            </a:pPr>
            <a:r>
              <a:rPr>
                <a:solidFill>
                  <a:schemeClr val="tx1">
                    <a:lumMod val="50000"/>
                    <a:lumOff val="50000"/>
                  </a:schemeClr>
                </a:solidFill>
              </a:rPr>
              <a:t>{{slide_subtitle}}</a:t>
            </a:r>
          </a:p>
        </p:txBody>
      </p:sp>
      <p:sp>
        <p:nvSpPr>
          <p:cNvPr id="4" name="Rectangle 3">
            <a:extLst>
              <a:ext uri="{FF2B5EF4-FFF2-40B4-BE49-F238E27FC236}">
                <a16:creationId xmlns:a16="http://schemas.microsoft.com/office/drawing/2014/main" id="{D47E2415-3DD2-7737-5393-52D5E41396F8}"/>
              </a:ext>
            </a:extLst>
          </p:cNvPr>
          <p:cNvSpPr/>
          <p:nvPr userDrawn="1"/>
        </p:nvSpPr>
        <p:spPr>
          <a:xfrm>
            <a:off x="0" y="1024128"/>
            <a:ext cx="12188952" cy="9144"/>
          </a:xfrm>
          <a:prstGeom prst="rect">
            <a:avLst/>
          </a:prstGeom>
          <a:solidFill>
            <a:schemeClr val="bg1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>
              <a:solidFill>
                <a:schemeClr val="tx1">
                  <a:lumMod val="50000"/>
                  <a:lumOff val="50000"/>
                </a:schemeClr>
              </a:solidFill>
            </a:endParaRPr>
          </a:p>
        </p:txBody>
      </p:sp>
      <p:sp>
        <p:nvSpPr>
          <p:cNvPr id="5" name="TextBox 4">
            <a:extLst>
              <a:ext uri="{FF2B5EF4-FFF2-40B4-BE49-F238E27FC236}">
                <a16:creationId xmlns:a16="http://schemas.microsoft.com/office/drawing/2014/main" id="{4F5D4138-0845-A53E-C64A-3F38C87AC6AC}"/>
              </a:ext>
            </a:extLst>
          </p:cNvPr>
          <p:cNvSpPr txBox="1"/>
          <p:nvPr userDrawn="1"/>
        </p:nvSpPr>
        <p:spPr>
          <a:xfrm>
            <a:off x="329184" y="1143000"/>
            <a:ext cx="2286000" cy="182880"/>
          </a:xfrm>
          <a:prstGeom prst="rect">
            <a:avLst/>
          </a:prstGeom>
          <a:noFill/>
        </p:spPr>
        <p:txBody>
          <a:bodyPr wrap="square"/>
          <a:lstStyle/>
          <a:p>
            <a:pPr>
              <a:defRPr sz="1000" b="1">
                <a:solidFill>
                  <a:srgbClr val="A78BFA"/>
                </a:solidFill>
                <a:latin typeface="Calibri"/>
              </a:defRPr>
            </a:pPr>
            <a:r>
              <a:rPr dirty="0">
                <a:solidFill>
                  <a:schemeClr val="tx1">
                    <a:lumMod val="50000"/>
                    <a:lumOff val="50000"/>
                  </a:schemeClr>
                </a:solidFill>
              </a:rPr>
              <a:t>{{section_1_heading}}</a:t>
            </a:r>
          </a:p>
        </p:txBody>
      </p:sp>
      <p:sp>
        <p:nvSpPr>
          <p:cNvPr id="7" name="Rectangle 6">
            <a:extLst>
              <a:ext uri="{FF2B5EF4-FFF2-40B4-BE49-F238E27FC236}">
                <a16:creationId xmlns:a16="http://schemas.microsoft.com/office/drawing/2014/main" id="{563BB916-08EC-D4D3-5D13-D987FD694092}"/>
              </a:ext>
            </a:extLst>
          </p:cNvPr>
          <p:cNvSpPr/>
          <p:nvPr userDrawn="1"/>
        </p:nvSpPr>
        <p:spPr>
          <a:xfrm>
            <a:off x="374904" y="1518364"/>
            <a:ext cx="54864" cy="54864"/>
          </a:xfrm>
          <a:prstGeom prst="rect">
            <a:avLst/>
          </a:prstGeom>
          <a:solidFill>
            <a:schemeClr val="accent4">
              <a:lumMod val="75000"/>
            </a:schemeClr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>
              <a:solidFill>
                <a:schemeClr val="tx1">
                  <a:lumMod val="50000"/>
                  <a:lumOff val="50000"/>
                </a:schemeClr>
              </a:solidFill>
            </a:endParaRPr>
          </a:p>
        </p:txBody>
      </p:sp>
      <p:sp>
        <p:nvSpPr>
          <p:cNvPr id="8" name="TextBox 7">
            <a:extLst>
              <a:ext uri="{FF2B5EF4-FFF2-40B4-BE49-F238E27FC236}">
                <a16:creationId xmlns:a16="http://schemas.microsoft.com/office/drawing/2014/main" id="{14D23F85-0AF9-1C16-B486-AA0034727409}"/>
              </a:ext>
            </a:extLst>
          </p:cNvPr>
          <p:cNvSpPr txBox="1"/>
          <p:nvPr userDrawn="1"/>
        </p:nvSpPr>
        <p:spPr>
          <a:xfrm>
            <a:off x="512064" y="1417320"/>
            <a:ext cx="6949440" cy="347472"/>
          </a:xfrm>
          <a:prstGeom prst="rect">
            <a:avLst/>
          </a:prstGeom>
          <a:noFill/>
        </p:spPr>
        <p:txBody>
          <a:bodyPr wrap="square"/>
          <a:lstStyle/>
          <a:p>
            <a:pPr>
              <a:defRPr sz="1050" b="0">
                <a:solidFill>
                  <a:srgbClr val="CBD5E1"/>
                </a:solidFill>
                <a:latin typeface="Calibri"/>
              </a:defRPr>
            </a:pPr>
            <a:r>
              <a:rPr>
                <a:solidFill>
                  <a:schemeClr val="tx1">
                    <a:lumMod val="50000"/>
                    <a:lumOff val="50000"/>
                  </a:schemeClr>
                </a:solidFill>
              </a:rPr>
              <a:t>{{bullet_1_1}}</a:t>
            </a:r>
          </a:p>
        </p:txBody>
      </p:sp>
      <p:sp>
        <p:nvSpPr>
          <p:cNvPr id="9" name="Rectangle 8">
            <a:extLst>
              <a:ext uri="{FF2B5EF4-FFF2-40B4-BE49-F238E27FC236}">
                <a16:creationId xmlns:a16="http://schemas.microsoft.com/office/drawing/2014/main" id="{B64D6995-730B-4AD7-0B9A-43881749E269}"/>
              </a:ext>
            </a:extLst>
          </p:cNvPr>
          <p:cNvSpPr/>
          <p:nvPr userDrawn="1"/>
        </p:nvSpPr>
        <p:spPr>
          <a:xfrm>
            <a:off x="374904" y="1902411"/>
            <a:ext cx="54864" cy="54864"/>
          </a:xfrm>
          <a:prstGeom prst="rect">
            <a:avLst/>
          </a:prstGeom>
          <a:solidFill>
            <a:schemeClr val="accent4">
              <a:lumMod val="75000"/>
            </a:schemeClr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>
              <a:solidFill>
                <a:schemeClr val="tx1">
                  <a:lumMod val="50000"/>
                  <a:lumOff val="50000"/>
                </a:schemeClr>
              </a:solidFill>
            </a:endParaRPr>
          </a:p>
        </p:txBody>
      </p:sp>
      <p:sp>
        <p:nvSpPr>
          <p:cNvPr id="10" name="TextBox 9">
            <a:extLst>
              <a:ext uri="{FF2B5EF4-FFF2-40B4-BE49-F238E27FC236}">
                <a16:creationId xmlns:a16="http://schemas.microsoft.com/office/drawing/2014/main" id="{986E8CA5-2131-429A-6DF2-28D400CC4E9D}"/>
              </a:ext>
            </a:extLst>
          </p:cNvPr>
          <p:cNvSpPr txBox="1"/>
          <p:nvPr userDrawn="1"/>
        </p:nvSpPr>
        <p:spPr>
          <a:xfrm>
            <a:off x="512064" y="1801368"/>
            <a:ext cx="6949440" cy="347472"/>
          </a:xfrm>
          <a:prstGeom prst="rect">
            <a:avLst/>
          </a:prstGeom>
          <a:noFill/>
        </p:spPr>
        <p:txBody>
          <a:bodyPr wrap="square"/>
          <a:lstStyle/>
          <a:p>
            <a:pPr>
              <a:defRPr sz="1050" b="0">
                <a:solidFill>
                  <a:srgbClr val="CBD5E1"/>
                </a:solidFill>
                <a:latin typeface="Calibri"/>
              </a:defRPr>
            </a:pPr>
            <a:r>
              <a:rPr>
                <a:solidFill>
                  <a:schemeClr val="tx1">
                    <a:lumMod val="50000"/>
                    <a:lumOff val="50000"/>
                  </a:schemeClr>
                </a:solidFill>
              </a:rPr>
              <a:t>{{bullet_1_2}}</a:t>
            </a:r>
          </a:p>
        </p:txBody>
      </p:sp>
      <p:sp>
        <p:nvSpPr>
          <p:cNvPr id="11" name="Rectangle 10">
            <a:extLst>
              <a:ext uri="{FF2B5EF4-FFF2-40B4-BE49-F238E27FC236}">
                <a16:creationId xmlns:a16="http://schemas.microsoft.com/office/drawing/2014/main" id="{DC886850-A441-7ADE-114C-4023A8FA37BD}"/>
              </a:ext>
            </a:extLst>
          </p:cNvPr>
          <p:cNvSpPr/>
          <p:nvPr userDrawn="1"/>
        </p:nvSpPr>
        <p:spPr>
          <a:xfrm>
            <a:off x="374904" y="2286460"/>
            <a:ext cx="54864" cy="54864"/>
          </a:xfrm>
          <a:prstGeom prst="rect">
            <a:avLst/>
          </a:prstGeom>
          <a:solidFill>
            <a:schemeClr val="accent4">
              <a:lumMod val="75000"/>
            </a:schemeClr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>
              <a:solidFill>
                <a:schemeClr val="tx1">
                  <a:lumMod val="50000"/>
                  <a:lumOff val="50000"/>
                </a:schemeClr>
              </a:solidFill>
            </a:endParaRPr>
          </a:p>
        </p:txBody>
      </p:sp>
      <p:sp>
        <p:nvSpPr>
          <p:cNvPr id="12" name="TextBox 11">
            <a:extLst>
              <a:ext uri="{FF2B5EF4-FFF2-40B4-BE49-F238E27FC236}">
                <a16:creationId xmlns:a16="http://schemas.microsoft.com/office/drawing/2014/main" id="{C870047B-38D4-CE5D-D551-1C8A1C2068E9}"/>
              </a:ext>
            </a:extLst>
          </p:cNvPr>
          <p:cNvSpPr txBox="1"/>
          <p:nvPr userDrawn="1"/>
        </p:nvSpPr>
        <p:spPr>
          <a:xfrm>
            <a:off x="512064" y="2185416"/>
            <a:ext cx="6949440" cy="347472"/>
          </a:xfrm>
          <a:prstGeom prst="rect">
            <a:avLst/>
          </a:prstGeom>
          <a:noFill/>
        </p:spPr>
        <p:txBody>
          <a:bodyPr wrap="square"/>
          <a:lstStyle/>
          <a:p>
            <a:pPr>
              <a:defRPr sz="1050" b="0">
                <a:solidFill>
                  <a:srgbClr val="CBD5E1"/>
                </a:solidFill>
                <a:latin typeface="Calibri"/>
              </a:defRPr>
            </a:pPr>
            <a:r>
              <a:rPr>
                <a:solidFill>
                  <a:schemeClr val="tx1">
                    <a:lumMod val="50000"/>
                    <a:lumOff val="50000"/>
                  </a:schemeClr>
                </a:solidFill>
              </a:rPr>
              <a:t>{{bullet_1_3}}</a:t>
            </a:r>
          </a:p>
        </p:txBody>
      </p:sp>
      <p:sp>
        <p:nvSpPr>
          <p:cNvPr id="13" name="TextBox 12">
            <a:extLst>
              <a:ext uri="{FF2B5EF4-FFF2-40B4-BE49-F238E27FC236}">
                <a16:creationId xmlns:a16="http://schemas.microsoft.com/office/drawing/2014/main" id="{393B7E97-8A61-3383-5B77-629785A694E4}"/>
              </a:ext>
            </a:extLst>
          </p:cNvPr>
          <p:cNvSpPr txBox="1"/>
          <p:nvPr userDrawn="1"/>
        </p:nvSpPr>
        <p:spPr>
          <a:xfrm>
            <a:off x="329184" y="2606040"/>
            <a:ext cx="2286000" cy="182880"/>
          </a:xfrm>
          <a:prstGeom prst="rect">
            <a:avLst/>
          </a:prstGeom>
          <a:noFill/>
        </p:spPr>
        <p:txBody>
          <a:bodyPr wrap="square"/>
          <a:lstStyle/>
          <a:p>
            <a:pPr>
              <a:defRPr sz="1000" b="1">
                <a:solidFill>
                  <a:srgbClr val="60A5FA"/>
                </a:solidFill>
                <a:latin typeface="Calibri"/>
              </a:defRPr>
            </a:pPr>
            <a:r>
              <a:rPr>
                <a:solidFill>
                  <a:schemeClr val="tx1">
                    <a:lumMod val="50000"/>
                    <a:lumOff val="50000"/>
                  </a:schemeClr>
                </a:solidFill>
              </a:rPr>
              <a:t>{{section_2_heading}}</a:t>
            </a:r>
          </a:p>
        </p:txBody>
      </p:sp>
      <p:sp>
        <p:nvSpPr>
          <p:cNvPr id="15" name="Rectangle 14">
            <a:extLst>
              <a:ext uri="{FF2B5EF4-FFF2-40B4-BE49-F238E27FC236}">
                <a16:creationId xmlns:a16="http://schemas.microsoft.com/office/drawing/2014/main" id="{F02CB7C1-2C28-EFC4-C1EF-605ECE14E08C}"/>
              </a:ext>
            </a:extLst>
          </p:cNvPr>
          <p:cNvSpPr/>
          <p:nvPr userDrawn="1"/>
        </p:nvSpPr>
        <p:spPr>
          <a:xfrm>
            <a:off x="374904" y="2935684"/>
            <a:ext cx="54864" cy="54864"/>
          </a:xfrm>
          <a:prstGeom prst="rect">
            <a:avLst/>
          </a:prstGeom>
          <a:solidFill>
            <a:schemeClr val="accent4">
              <a:lumMod val="75000"/>
            </a:schemeClr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>
              <a:solidFill>
                <a:schemeClr val="tx1">
                  <a:lumMod val="50000"/>
                  <a:lumOff val="50000"/>
                </a:schemeClr>
              </a:solidFill>
            </a:endParaRPr>
          </a:p>
        </p:txBody>
      </p:sp>
      <p:sp>
        <p:nvSpPr>
          <p:cNvPr id="16" name="TextBox 15">
            <a:extLst>
              <a:ext uri="{FF2B5EF4-FFF2-40B4-BE49-F238E27FC236}">
                <a16:creationId xmlns:a16="http://schemas.microsoft.com/office/drawing/2014/main" id="{2FC94B01-877C-F874-3A4F-F536D3C1A4FA}"/>
              </a:ext>
            </a:extLst>
          </p:cNvPr>
          <p:cNvSpPr txBox="1"/>
          <p:nvPr userDrawn="1"/>
        </p:nvSpPr>
        <p:spPr>
          <a:xfrm>
            <a:off x="512064" y="2834640"/>
            <a:ext cx="6949440" cy="347472"/>
          </a:xfrm>
          <a:prstGeom prst="rect">
            <a:avLst/>
          </a:prstGeom>
          <a:noFill/>
        </p:spPr>
        <p:txBody>
          <a:bodyPr wrap="square"/>
          <a:lstStyle/>
          <a:p>
            <a:pPr>
              <a:defRPr sz="1050" b="0">
                <a:solidFill>
                  <a:srgbClr val="CBD5E1"/>
                </a:solidFill>
                <a:latin typeface="Calibri"/>
              </a:defRPr>
            </a:pPr>
            <a:r>
              <a:rPr>
                <a:solidFill>
                  <a:schemeClr val="tx1">
                    <a:lumMod val="50000"/>
                    <a:lumOff val="50000"/>
                  </a:schemeClr>
                </a:solidFill>
              </a:rPr>
              <a:t>{{bullet_2_1}}</a:t>
            </a:r>
          </a:p>
        </p:txBody>
      </p:sp>
      <p:sp>
        <p:nvSpPr>
          <p:cNvPr id="17" name="Rectangle 16">
            <a:extLst>
              <a:ext uri="{FF2B5EF4-FFF2-40B4-BE49-F238E27FC236}">
                <a16:creationId xmlns:a16="http://schemas.microsoft.com/office/drawing/2014/main" id="{BFBF464C-F317-3E6A-A5B3-78F65B1A3FB1}"/>
              </a:ext>
            </a:extLst>
          </p:cNvPr>
          <p:cNvSpPr/>
          <p:nvPr userDrawn="1"/>
        </p:nvSpPr>
        <p:spPr>
          <a:xfrm>
            <a:off x="374904" y="3319732"/>
            <a:ext cx="54864" cy="54864"/>
          </a:xfrm>
          <a:prstGeom prst="rect">
            <a:avLst/>
          </a:prstGeom>
          <a:solidFill>
            <a:schemeClr val="accent4">
              <a:lumMod val="75000"/>
            </a:schemeClr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>
              <a:solidFill>
                <a:schemeClr val="tx1">
                  <a:lumMod val="50000"/>
                  <a:lumOff val="50000"/>
                </a:schemeClr>
              </a:solidFill>
            </a:endParaRPr>
          </a:p>
        </p:txBody>
      </p:sp>
      <p:sp>
        <p:nvSpPr>
          <p:cNvPr id="18" name="TextBox 17">
            <a:extLst>
              <a:ext uri="{FF2B5EF4-FFF2-40B4-BE49-F238E27FC236}">
                <a16:creationId xmlns:a16="http://schemas.microsoft.com/office/drawing/2014/main" id="{797177A9-E9F1-937F-507E-03E6390231D5}"/>
              </a:ext>
            </a:extLst>
          </p:cNvPr>
          <p:cNvSpPr txBox="1"/>
          <p:nvPr userDrawn="1"/>
        </p:nvSpPr>
        <p:spPr>
          <a:xfrm>
            <a:off x="512064" y="3218688"/>
            <a:ext cx="6949440" cy="347472"/>
          </a:xfrm>
          <a:prstGeom prst="rect">
            <a:avLst/>
          </a:prstGeom>
          <a:noFill/>
        </p:spPr>
        <p:txBody>
          <a:bodyPr wrap="square"/>
          <a:lstStyle/>
          <a:p>
            <a:pPr>
              <a:defRPr sz="1050" b="0">
                <a:solidFill>
                  <a:srgbClr val="CBD5E1"/>
                </a:solidFill>
                <a:latin typeface="Calibri"/>
              </a:defRPr>
            </a:pPr>
            <a:r>
              <a:rPr>
                <a:solidFill>
                  <a:schemeClr val="tx1">
                    <a:lumMod val="50000"/>
                    <a:lumOff val="50000"/>
                  </a:schemeClr>
                </a:solidFill>
              </a:rPr>
              <a:t>{{bullet_2_2}}</a:t>
            </a:r>
          </a:p>
        </p:txBody>
      </p:sp>
      <p:sp>
        <p:nvSpPr>
          <p:cNvPr id="19" name="Rectangle 18">
            <a:extLst>
              <a:ext uri="{FF2B5EF4-FFF2-40B4-BE49-F238E27FC236}">
                <a16:creationId xmlns:a16="http://schemas.microsoft.com/office/drawing/2014/main" id="{04ED24A0-FC24-C48E-5351-4AF8F3D966B2}"/>
              </a:ext>
            </a:extLst>
          </p:cNvPr>
          <p:cNvSpPr/>
          <p:nvPr userDrawn="1"/>
        </p:nvSpPr>
        <p:spPr>
          <a:xfrm>
            <a:off x="329184" y="3703320"/>
            <a:ext cx="27432" cy="960120"/>
          </a:xfrm>
          <a:prstGeom prst="rect">
            <a:avLst/>
          </a:prstGeom>
          <a:noFill/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>
              <a:solidFill>
                <a:schemeClr val="tx1">
                  <a:lumMod val="50000"/>
                  <a:lumOff val="50000"/>
                </a:schemeClr>
              </a:solidFill>
            </a:endParaRPr>
          </a:p>
        </p:txBody>
      </p:sp>
      <p:sp>
        <p:nvSpPr>
          <p:cNvPr id="20" name="Rounded Rectangle 31">
            <a:extLst>
              <a:ext uri="{FF2B5EF4-FFF2-40B4-BE49-F238E27FC236}">
                <a16:creationId xmlns:a16="http://schemas.microsoft.com/office/drawing/2014/main" id="{D1952A5C-6222-51DA-97AA-0850C071C582}"/>
              </a:ext>
            </a:extLst>
          </p:cNvPr>
          <p:cNvSpPr/>
          <p:nvPr userDrawn="1"/>
        </p:nvSpPr>
        <p:spPr>
          <a:xfrm>
            <a:off x="402336" y="3703320"/>
            <a:ext cx="7351776" cy="960120"/>
          </a:xfrm>
          <a:prstGeom prst="roundRect">
            <a:avLst/>
          </a:prstGeom>
          <a:gradFill flip="none" rotWithShape="1">
            <a:gsLst>
              <a:gs pos="0">
                <a:srgbClr val="CDC3DB">
                  <a:lumMod val="60000"/>
                  <a:lumOff val="40000"/>
                </a:srgbClr>
              </a:gs>
              <a:gs pos="42000">
                <a:schemeClr val="accent4">
                  <a:lumMod val="16000"/>
                  <a:lumOff val="84000"/>
                </a:schemeClr>
              </a:gs>
              <a:gs pos="83000">
                <a:schemeClr val="accent4">
                  <a:lumMod val="10000"/>
                  <a:lumOff val="90000"/>
                </a:schemeClr>
              </a:gs>
              <a:gs pos="100000">
                <a:schemeClr val="accent4">
                  <a:lumMod val="19000"/>
                  <a:lumOff val="81000"/>
                </a:schemeClr>
              </a:gs>
            </a:gsLst>
            <a:lin ang="2700000" scaled="1"/>
            <a:tileRect/>
          </a:gradFill>
          <a:ln w="3810"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>
              <a:solidFill>
                <a:schemeClr val="tx1">
                  <a:lumMod val="50000"/>
                  <a:lumOff val="50000"/>
                </a:schemeClr>
              </a:solidFill>
            </a:endParaRPr>
          </a:p>
        </p:txBody>
      </p:sp>
      <p:sp>
        <p:nvSpPr>
          <p:cNvPr id="21" name="TextBox 20">
            <a:extLst>
              <a:ext uri="{FF2B5EF4-FFF2-40B4-BE49-F238E27FC236}">
                <a16:creationId xmlns:a16="http://schemas.microsoft.com/office/drawing/2014/main" id="{EE3D90AF-02F6-DB95-2938-9CE592AF0F40}"/>
              </a:ext>
            </a:extLst>
          </p:cNvPr>
          <p:cNvSpPr txBox="1"/>
          <p:nvPr userDrawn="1"/>
        </p:nvSpPr>
        <p:spPr>
          <a:xfrm>
            <a:off x="512064" y="3767328"/>
            <a:ext cx="6766559" cy="685800"/>
          </a:xfrm>
          <a:prstGeom prst="rect">
            <a:avLst/>
          </a:prstGeom>
          <a:noFill/>
        </p:spPr>
        <p:txBody>
          <a:bodyPr wrap="square"/>
          <a:lstStyle/>
          <a:p>
            <a:pPr>
              <a:defRPr sz="1050" b="0">
                <a:solidFill>
                  <a:srgbClr val="CBD5E1"/>
                </a:solidFill>
                <a:latin typeface="Calibri"/>
              </a:defRPr>
            </a:pPr>
            <a:r>
              <a:rPr>
                <a:solidFill>
                  <a:schemeClr val="tx1">
                    <a:lumMod val="50000"/>
                    <a:lumOff val="50000"/>
                  </a:schemeClr>
                </a:solidFill>
              </a:rPr>
              <a:t>{{quote_text}}</a:t>
            </a:r>
          </a:p>
        </p:txBody>
      </p:sp>
      <p:sp>
        <p:nvSpPr>
          <p:cNvPr id="22" name="TextBox 21">
            <a:extLst>
              <a:ext uri="{FF2B5EF4-FFF2-40B4-BE49-F238E27FC236}">
                <a16:creationId xmlns:a16="http://schemas.microsoft.com/office/drawing/2014/main" id="{D458AA89-F538-7DD1-7210-516220719257}"/>
              </a:ext>
            </a:extLst>
          </p:cNvPr>
          <p:cNvSpPr txBox="1"/>
          <p:nvPr userDrawn="1"/>
        </p:nvSpPr>
        <p:spPr>
          <a:xfrm>
            <a:off x="512064" y="4434840"/>
            <a:ext cx="6766559" cy="182880"/>
          </a:xfrm>
          <a:prstGeom prst="rect">
            <a:avLst/>
          </a:prstGeom>
          <a:noFill/>
        </p:spPr>
        <p:txBody>
          <a:bodyPr wrap="square"/>
          <a:lstStyle/>
          <a:p>
            <a:pPr>
              <a:defRPr sz="850" b="1">
                <a:solidFill>
                  <a:srgbClr val="64748B"/>
                </a:solidFill>
                <a:latin typeface="Calibri"/>
              </a:defRPr>
            </a:pPr>
            <a:r>
              <a:rPr>
                <a:solidFill>
                  <a:schemeClr val="tx1">
                    <a:lumMod val="50000"/>
                    <a:lumOff val="50000"/>
                  </a:schemeClr>
                </a:solidFill>
              </a:rPr>
              <a:t>{{quote_source}}</a:t>
            </a:r>
          </a:p>
        </p:txBody>
      </p:sp>
      <p:sp>
        <p:nvSpPr>
          <p:cNvPr id="23" name="TextBox 22">
            <a:extLst>
              <a:ext uri="{FF2B5EF4-FFF2-40B4-BE49-F238E27FC236}">
                <a16:creationId xmlns:a16="http://schemas.microsoft.com/office/drawing/2014/main" id="{77142AAE-94C7-2725-770B-20D1C98837EE}"/>
              </a:ext>
            </a:extLst>
          </p:cNvPr>
          <p:cNvSpPr txBox="1"/>
          <p:nvPr userDrawn="1"/>
        </p:nvSpPr>
        <p:spPr>
          <a:xfrm>
            <a:off x="7863840" y="1097280"/>
            <a:ext cx="4023360" cy="164592"/>
          </a:xfrm>
          <a:prstGeom prst="rect">
            <a:avLst/>
          </a:prstGeom>
          <a:noFill/>
        </p:spPr>
        <p:txBody>
          <a:bodyPr wrap="square"/>
          <a:lstStyle/>
          <a:p>
            <a:pPr>
              <a:defRPr sz="800" b="1">
                <a:solidFill>
                  <a:srgbClr val="94A3B8"/>
                </a:solidFill>
                <a:latin typeface="Calibri"/>
              </a:defRPr>
            </a:pPr>
            <a:r>
              <a:rPr>
                <a:solidFill>
                  <a:schemeClr val="tx1">
                    <a:lumMod val="50000"/>
                    <a:lumOff val="50000"/>
                  </a:schemeClr>
                </a:solidFill>
              </a:rPr>
              <a:t>{{kpi_section_label}}</a:t>
            </a:r>
          </a:p>
        </p:txBody>
      </p:sp>
      <p:sp>
        <p:nvSpPr>
          <p:cNvPr id="24" name="Rounded Rectangle 36">
            <a:extLst>
              <a:ext uri="{FF2B5EF4-FFF2-40B4-BE49-F238E27FC236}">
                <a16:creationId xmlns:a16="http://schemas.microsoft.com/office/drawing/2014/main" id="{0B664F32-40C7-1F51-73DC-973D5D57EF0D}"/>
              </a:ext>
            </a:extLst>
          </p:cNvPr>
          <p:cNvSpPr/>
          <p:nvPr userDrawn="1"/>
        </p:nvSpPr>
        <p:spPr>
          <a:xfrm>
            <a:off x="7863840" y="1371600"/>
            <a:ext cx="4023360" cy="685800"/>
          </a:xfrm>
          <a:prstGeom prst="roundRect">
            <a:avLst/>
          </a:prstGeom>
          <a:gradFill>
            <a:gsLst>
              <a:gs pos="0">
                <a:schemeClr val="accent4">
                  <a:lumMod val="10000"/>
                  <a:lumOff val="90000"/>
                </a:schemeClr>
              </a:gs>
              <a:gs pos="41000">
                <a:schemeClr val="accent4">
                  <a:lumMod val="28000"/>
                  <a:lumOff val="72000"/>
                </a:schemeClr>
              </a:gs>
              <a:gs pos="83000">
                <a:schemeClr val="accent4">
                  <a:lumMod val="26000"/>
                  <a:lumOff val="74000"/>
                </a:schemeClr>
              </a:gs>
              <a:gs pos="100000">
                <a:schemeClr val="accent4">
                  <a:lumMod val="10000"/>
                  <a:lumOff val="90000"/>
                </a:schemeClr>
              </a:gs>
            </a:gsLst>
            <a:path path="circle">
              <a:fillToRect l="100000" t="100000"/>
            </a:path>
          </a:gradFill>
          <a:ln w="3810"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>
              <a:solidFill>
                <a:schemeClr val="tx1">
                  <a:lumMod val="50000"/>
                  <a:lumOff val="50000"/>
                </a:schemeClr>
              </a:solidFill>
            </a:endParaRPr>
          </a:p>
        </p:txBody>
      </p:sp>
      <p:sp>
        <p:nvSpPr>
          <p:cNvPr id="26" name="TextBox 25">
            <a:extLst>
              <a:ext uri="{FF2B5EF4-FFF2-40B4-BE49-F238E27FC236}">
                <a16:creationId xmlns:a16="http://schemas.microsoft.com/office/drawing/2014/main" id="{7A75CF35-94F8-50DC-6975-D9A99B46984B}"/>
              </a:ext>
            </a:extLst>
          </p:cNvPr>
          <p:cNvSpPr txBox="1"/>
          <p:nvPr userDrawn="1"/>
        </p:nvSpPr>
        <p:spPr>
          <a:xfrm>
            <a:off x="8001000" y="1426464"/>
            <a:ext cx="3749040" cy="137160"/>
          </a:xfrm>
          <a:prstGeom prst="rect">
            <a:avLst/>
          </a:prstGeom>
          <a:noFill/>
        </p:spPr>
        <p:txBody>
          <a:bodyPr wrap="square"/>
          <a:lstStyle/>
          <a:p>
            <a:pPr>
              <a:defRPr sz="700" b="1">
                <a:solidFill>
                  <a:srgbClr val="64748B"/>
                </a:solidFill>
                <a:latin typeface="Calibri"/>
              </a:defRPr>
            </a:pPr>
            <a:r>
              <a:rPr>
                <a:solidFill>
                  <a:schemeClr val="tx1">
                    <a:lumMod val="50000"/>
                    <a:lumOff val="50000"/>
                  </a:schemeClr>
                </a:solidFill>
              </a:rPr>
              <a:t>{{kpi_1_label}}</a:t>
            </a:r>
          </a:p>
        </p:txBody>
      </p:sp>
      <p:sp>
        <p:nvSpPr>
          <p:cNvPr id="27" name="TextBox 26">
            <a:extLst>
              <a:ext uri="{FF2B5EF4-FFF2-40B4-BE49-F238E27FC236}">
                <a16:creationId xmlns:a16="http://schemas.microsoft.com/office/drawing/2014/main" id="{EFC72C18-8020-AB3A-CDB3-049A6FFB1344}"/>
              </a:ext>
            </a:extLst>
          </p:cNvPr>
          <p:cNvSpPr txBox="1"/>
          <p:nvPr userDrawn="1"/>
        </p:nvSpPr>
        <p:spPr>
          <a:xfrm>
            <a:off x="8001000" y="1572768"/>
            <a:ext cx="3749040" cy="274320"/>
          </a:xfrm>
          <a:prstGeom prst="rect">
            <a:avLst/>
          </a:prstGeom>
          <a:noFill/>
        </p:spPr>
        <p:txBody>
          <a:bodyPr wrap="square"/>
          <a:lstStyle/>
          <a:p>
            <a:pPr>
              <a:defRPr sz="2200" b="0">
                <a:solidFill>
                  <a:srgbClr val="F1F5F9"/>
                </a:solidFill>
                <a:latin typeface="Calibri"/>
              </a:defRPr>
            </a:pPr>
            <a:r>
              <a:rPr>
                <a:solidFill>
                  <a:schemeClr val="tx1">
                    <a:lumMod val="50000"/>
                    <a:lumOff val="50000"/>
                  </a:schemeClr>
                </a:solidFill>
              </a:rPr>
              <a:t>{{kpi_1_value}}</a:t>
            </a:r>
          </a:p>
        </p:txBody>
      </p:sp>
      <p:sp>
        <p:nvSpPr>
          <p:cNvPr id="28" name="TextBox 27">
            <a:extLst>
              <a:ext uri="{FF2B5EF4-FFF2-40B4-BE49-F238E27FC236}">
                <a16:creationId xmlns:a16="http://schemas.microsoft.com/office/drawing/2014/main" id="{78165307-F03F-0B6F-CBB9-DAD03B847F0D}"/>
              </a:ext>
            </a:extLst>
          </p:cNvPr>
          <p:cNvSpPr txBox="1"/>
          <p:nvPr userDrawn="1"/>
        </p:nvSpPr>
        <p:spPr>
          <a:xfrm>
            <a:off x="8001000" y="1874519"/>
            <a:ext cx="3749040" cy="137160"/>
          </a:xfrm>
          <a:prstGeom prst="rect">
            <a:avLst/>
          </a:prstGeom>
          <a:noFill/>
        </p:spPr>
        <p:txBody>
          <a:bodyPr wrap="square"/>
          <a:lstStyle/>
          <a:p>
            <a:pPr>
              <a:defRPr sz="800" b="0">
                <a:solidFill>
                  <a:srgbClr val="64748B"/>
                </a:solidFill>
                <a:latin typeface="Calibri"/>
              </a:defRPr>
            </a:pPr>
            <a:r>
              <a:rPr>
                <a:solidFill>
                  <a:schemeClr val="tx1">
                    <a:lumMod val="50000"/>
                    <a:lumOff val="50000"/>
                  </a:schemeClr>
                </a:solidFill>
              </a:rPr>
              <a:t>{{kpi_1_detail}}</a:t>
            </a:r>
          </a:p>
        </p:txBody>
      </p:sp>
      <p:sp>
        <p:nvSpPr>
          <p:cNvPr id="29" name="Rounded Rectangle 41">
            <a:extLst>
              <a:ext uri="{FF2B5EF4-FFF2-40B4-BE49-F238E27FC236}">
                <a16:creationId xmlns:a16="http://schemas.microsoft.com/office/drawing/2014/main" id="{93D1F1A1-0EEF-F6C1-CAF3-285A7D7C4711}"/>
              </a:ext>
            </a:extLst>
          </p:cNvPr>
          <p:cNvSpPr/>
          <p:nvPr userDrawn="1"/>
        </p:nvSpPr>
        <p:spPr>
          <a:xfrm>
            <a:off x="7863840" y="2148840"/>
            <a:ext cx="4023360" cy="685800"/>
          </a:xfrm>
          <a:prstGeom prst="roundRect">
            <a:avLst/>
          </a:prstGeom>
          <a:gradFill>
            <a:gsLst>
              <a:gs pos="0">
                <a:schemeClr val="accent4">
                  <a:lumMod val="10000"/>
                  <a:lumOff val="90000"/>
                </a:schemeClr>
              </a:gs>
              <a:gs pos="41000">
                <a:schemeClr val="accent4">
                  <a:lumMod val="28000"/>
                  <a:lumOff val="72000"/>
                </a:schemeClr>
              </a:gs>
              <a:gs pos="83000">
                <a:schemeClr val="accent4">
                  <a:lumMod val="26000"/>
                  <a:lumOff val="74000"/>
                </a:schemeClr>
              </a:gs>
              <a:gs pos="100000">
                <a:schemeClr val="accent4">
                  <a:lumMod val="10000"/>
                  <a:lumOff val="90000"/>
                </a:schemeClr>
              </a:gs>
            </a:gsLst>
            <a:path path="circle">
              <a:fillToRect l="100000" t="100000"/>
            </a:path>
          </a:gradFill>
          <a:ln w="3810"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>
              <a:solidFill>
                <a:schemeClr val="tx1">
                  <a:lumMod val="50000"/>
                  <a:lumOff val="50000"/>
                </a:schemeClr>
              </a:solidFill>
            </a:endParaRPr>
          </a:p>
        </p:txBody>
      </p:sp>
      <p:sp>
        <p:nvSpPr>
          <p:cNvPr id="31" name="TextBox 30">
            <a:extLst>
              <a:ext uri="{FF2B5EF4-FFF2-40B4-BE49-F238E27FC236}">
                <a16:creationId xmlns:a16="http://schemas.microsoft.com/office/drawing/2014/main" id="{AB90CF17-C5D2-4360-8079-EFD3D16AB546}"/>
              </a:ext>
            </a:extLst>
          </p:cNvPr>
          <p:cNvSpPr txBox="1"/>
          <p:nvPr userDrawn="1"/>
        </p:nvSpPr>
        <p:spPr>
          <a:xfrm>
            <a:off x="8001000" y="2203704"/>
            <a:ext cx="3749040" cy="137160"/>
          </a:xfrm>
          <a:prstGeom prst="rect">
            <a:avLst/>
          </a:prstGeom>
          <a:noFill/>
        </p:spPr>
        <p:txBody>
          <a:bodyPr wrap="square"/>
          <a:lstStyle/>
          <a:p>
            <a:pPr>
              <a:defRPr sz="700" b="1">
                <a:solidFill>
                  <a:srgbClr val="64748B"/>
                </a:solidFill>
                <a:latin typeface="Calibri"/>
              </a:defRPr>
            </a:pPr>
            <a:r>
              <a:rPr>
                <a:solidFill>
                  <a:schemeClr val="tx1">
                    <a:lumMod val="50000"/>
                    <a:lumOff val="50000"/>
                  </a:schemeClr>
                </a:solidFill>
              </a:rPr>
              <a:t>{{kpi_2_label}}</a:t>
            </a:r>
          </a:p>
        </p:txBody>
      </p:sp>
      <p:sp>
        <p:nvSpPr>
          <p:cNvPr id="32" name="TextBox 31">
            <a:extLst>
              <a:ext uri="{FF2B5EF4-FFF2-40B4-BE49-F238E27FC236}">
                <a16:creationId xmlns:a16="http://schemas.microsoft.com/office/drawing/2014/main" id="{1F1B251F-926C-E21C-9402-56531FFDC194}"/>
              </a:ext>
            </a:extLst>
          </p:cNvPr>
          <p:cNvSpPr txBox="1"/>
          <p:nvPr userDrawn="1"/>
        </p:nvSpPr>
        <p:spPr>
          <a:xfrm>
            <a:off x="8001000" y="2350008"/>
            <a:ext cx="3749040" cy="274320"/>
          </a:xfrm>
          <a:prstGeom prst="rect">
            <a:avLst/>
          </a:prstGeom>
          <a:noFill/>
        </p:spPr>
        <p:txBody>
          <a:bodyPr wrap="square"/>
          <a:lstStyle/>
          <a:p>
            <a:pPr>
              <a:defRPr sz="2200" b="0">
                <a:solidFill>
                  <a:srgbClr val="F1F5F9"/>
                </a:solidFill>
                <a:latin typeface="Calibri"/>
              </a:defRPr>
            </a:pPr>
            <a:r>
              <a:rPr>
                <a:solidFill>
                  <a:schemeClr val="tx1">
                    <a:lumMod val="50000"/>
                    <a:lumOff val="50000"/>
                  </a:schemeClr>
                </a:solidFill>
              </a:rPr>
              <a:t>{{kpi_2_value}}</a:t>
            </a:r>
          </a:p>
        </p:txBody>
      </p:sp>
      <p:sp>
        <p:nvSpPr>
          <p:cNvPr id="33" name="TextBox 32">
            <a:extLst>
              <a:ext uri="{FF2B5EF4-FFF2-40B4-BE49-F238E27FC236}">
                <a16:creationId xmlns:a16="http://schemas.microsoft.com/office/drawing/2014/main" id="{6C141751-1055-76B3-9DE5-24892BC306AC}"/>
              </a:ext>
            </a:extLst>
          </p:cNvPr>
          <p:cNvSpPr txBox="1"/>
          <p:nvPr userDrawn="1"/>
        </p:nvSpPr>
        <p:spPr>
          <a:xfrm>
            <a:off x="8001000" y="2651760"/>
            <a:ext cx="3749040" cy="137160"/>
          </a:xfrm>
          <a:prstGeom prst="rect">
            <a:avLst/>
          </a:prstGeom>
          <a:noFill/>
        </p:spPr>
        <p:txBody>
          <a:bodyPr wrap="square"/>
          <a:lstStyle/>
          <a:p>
            <a:pPr>
              <a:defRPr sz="800" b="0">
                <a:solidFill>
                  <a:srgbClr val="64748B"/>
                </a:solidFill>
                <a:latin typeface="Calibri"/>
              </a:defRPr>
            </a:pPr>
            <a:r>
              <a:rPr>
                <a:solidFill>
                  <a:schemeClr val="tx1">
                    <a:lumMod val="50000"/>
                    <a:lumOff val="50000"/>
                  </a:schemeClr>
                </a:solidFill>
              </a:rPr>
              <a:t>{{kpi_2_detail}}</a:t>
            </a:r>
          </a:p>
        </p:txBody>
      </p:sp>
      <p:sp>
        <p:nvSpPr>
          <p:cNvPr id="34" name="Rounded Rectangle 46">
            <a:extLst>
              <a:ext uri="{FF2B5EF4-FFF2-40B4-BE49-F238E27FC236}">
                <a16:creationId xmlns:a16="http://schemas.microsoft.com/office/drawing/2014/main" id="{607FF829-59F1-FD56-7012-89BCD8036149}"/>
              </a:ext>
            </a:extLst>
          </p:cNvPr>
          <p:cNvSpPr/>
          <p:nvPr userDrawn="1"/>
        </p:nvSpPr>
        <p:spPr>
          <a:xfrm>
            <a:off x="7863840" y="2926080"/>
            <a:ext cx="4023360" cy="685800"/>
          </a:xfrm>
          <a:prstGeom prst="roundRect">
            <a:avLst/>
          </a:prstGeom>
          <a:gradFill>
            <a:gsLst>
              <a:gs pos="0">
                <a:schemeClr val="accent4">
                  <a:lumMod val="10000"/>
                  <a:lumOff val="90000"/>
                </a:schemeClr>
              </a:gs>
              <a:gs pos="41000">
                <a:schemeClr val="accent4">
                  <a:lumMod val="28000"/>
                  <a:lumOff val="72000"/>
                </a:schemeClr>
              </a:gs>
              <a:gs pos="83000">
                <a:schemeClr val="accent4">
                  <a:lumMod val="26000"/>
                  <a:lumOff val="74000"/>
                </a:schemeClr>
              </a:gs>
              <a:gs pos="100000">
                <a:schemeClr val="accent4">
                  <a:lumMod val="10000"/>
                  <a:lumOff val="90000"/>
                </a:schemeClr>
              </a:gs>
            </a:gsLst>
            <a:path path="circle">
              <a:fillToRect l="100000" t="100000"/>
            </a:path>
          </a:gradFill>
          <a:ln w="3810"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>
              <a:solidFill>
                <a:schemeClr val="tx1">
                  <a:lumMod val="50000"/>
                  <a:lumOff val="50000"/>
                </a:schemeClr>
              </a:solidFill>
            </a:endParaRPr>
          </a:p>
        </p:txBody>
      </p:sp>
      <p:sp>
        <p:nvSpPr>
          <p:cNvPr id="36" name="TextBox 35">
            <a:extLst>
              <a:ext uri="{FF2B5EF4-FFF2-40B4-BE49-F238E27FC236}">
                <a16:creationId xmlns:a16="http://schemas.microsoft.com/office/drawing/2014/main" id="{89DF795C-3D7B-2D66-BBFE-0B804A993D2C}"/>
              </a:ext>
            </a:extLst>
          </p:cNvPr>
          <p:cNvSpPr txBox="1"/>
          <p:nvPr userDrawn="1"/>
        </p:nvSpPr>
        <p:spPr>
          <a:xfrm>
            <a:off x="8001000" y="2980944"/>
            <a:ext cx="3749040" cy="137160"/>
          </a:xfrm>
          <a:prstGeom prst="rect">
            <a:avLst/>
          </a:prstGeom>
          <a:noFill/>
        </p:spPr>
        <p:txBody>
          <a:bodyPr wrap="square"/>
          <a:lstStyle/>
          <a:p>
            <a:pPr>
              <a:defRPr sz="700" b="1">
                <a:solidFill>
                  <a:srgbClr val="64748B"/>
                </a:solidFill>
                <a:latin typeface="Calibri"/>
              </a:defRPr>
            </a:pPr>
            <a:r>
              <a:rPr>
                <a:solidFill>
                  <a:schemeClr val="tx1">
                    <a:lumMod val="50000"/>
                    <a:lumOff val="50000"/>
                  </a:schemeClr>
                </a:solidFill>
              </a:rPr>
              <a:t>{{kpi_3_label}}</a:t>
            </a:r>
          </a:p>
        </p:txBody>
      </p:sp>
      <p:sp>
        <p:nvSpPr>
          <p:cNvPr id="37" name="TextBox 36">
            <a:extLst>
              <a:ext uri="{FF2B5EF4-FFF2-40B4-BE49-F238E27FC236}">
                <a16:creationId xmlns:a16="http://schemas.microsoft.com/office/drawing/2014/main" id="{40CCDCC4-EA1A-07DA-35B5-B7BEFC641289}"/>
              </a:ext>
            </a:extLst>
          </p:cNvPr>
          <p:cNvSpPr txBox="1"/>
          <p:nvPr userDrawn="1"/>
        </p:nvSpPr>
        <p:spPr>
          <a:xfrm>
            <a:off x="8001000" y="3127248"/>
            <a:ext cx="3749040" cy="274320"/>
          </a:xfrm>
          <a:prstGeom prst="rect">
            <a:avLst/>
          </a:prstGeom>
          <a:noFill/>
        </p:spPr>
        <p:txBody>
          <a:bodyPr wrap="square"/>
          <a:lstStyle/>
          <a:p>
            <a:pPr>
              <a:defRPr sz="2200" b="0">
                <a:solidFill>
                  <a:srgbClr val="F1F5F9"/>
                </a:solidFill>
                <a:latin typeface="Calibri"/>
              </a:defRPr>
            </a:pPr>
            <a:r>
              <a:rPr>
                <a:solidFill>
                  <a:schemeClr val="tx1">
                    <a:lumMod val="50000"/>
                    <a:lumOff val="50000"/>
                  </a:schemeClr>
                </a:solidFill>
              </a:rPr>
              <a:t>{{kpi_3_value}}</a:t>
            </a:r>
          </a:p>
        </p:txBody>
      </p:sp>
      <p:sp>
        <p:nvSpPr>
          <p:cNvPr id="38" name="TextBox 37">
            <a:extLst>
              <a:ext uri="{FF2B5EF4-FFF2-40B4-BE49-F238E27FC236}">
                <a16:creationId xmlns:a16="http://schemas.microsoft.com/office/drawing/2014/main" id="{13B920FA-582A-7E53-D29A-4E47604A6DA2}"/>
              </a:ext>
            </a:extLst>
          </p:cNvPr>
          <p:cNvSpPr txBox="1"/>
          <p:nvPr userDrawn="1"/>
        </p:nvSpPr>
        <p:spPr>
          <a:xfrm>
            <a:off x="8001000" y="3429000"/>
            <a:ext cx="3749040" cy="137160"/>
          </a:xfrm>
          <a:prstGeom prst="rect">
            <a:avLst/>
          </a:prstGeom>
          <a:noFill/>
        </p:spPr>
        <p:txBody>
          <a:bodyPr wrap="square"/>
          <a:lstStyle/>
          <a:p>
            <a:pPr>
              <a:defRPr sz="800" b="0">
                <a:solidFill>
                  <a:srgbClr val="64748B"/>
                </a:solidFill>
                <a:latin typeface="Calibri"/>
              </a:defRPr>
            </a:pPr>
            <a:r>
              <a:rPr>
                <a:solidFill>
                  <a:schemeClr val="tx1">
                    <a:lumMod val="50000"/>
                    <a:lumOff val="50000"/>
                  </a:schemeClr>
                </a:solidFill>
              </a:rPr>
              <a:t>{{kpi_3_detail}}</a:t>
            </a:r>
          </a:p>
        </p:txBody>
      </p:sp>
      <p:sp>
        <p:nvSpPr>
          <p:cNvPr id="39" name="Rounded Rectangle 51">
            <a:extLst>
              <a:ext uri="{FF2B5EF4-FFF2-40B4-BE49-F238E27FC236}">
                <a16:creationId xmlns:a16="http://schemas.microsoft.com/office/drawing/2014/main" id="{AAEC4082-EACD-D1AB-D2AC-83B33B449F0A}"/>
              </a:ext>
            </a:extLst>
          </p:cNvPr>
          <p:cNvSpPr/>
          <p:nvPr userDrawn="1"/>
        </p:nvSpPr>
        <p:spPr>
          <a:xfrm>
            <a:off x="7863840" y="3703320"/>
            <a:ext cx="4023360" cy="685800"/>
          </a:xfrm>
          <a:prstGeom prst="roundRect">
            <a:avLst/>
          </a:prstGeom>
          <a:gradFill>
            <a:gsLst>
              <a:gs pos="0">
                <a:schemeClr val="accent4">
                  <a:lumMod val="10000"/>
                  <a:lumOff val="90000"/>
                </a:schemeClr>
              </a:gs>
              <a:gs pos="41000">
                <a:schemeClr val="accent4">
                  <a:lumMod val="28000"/>
                  <a:lumOff val="72000"/>
                </a:schemeClr>
              </a:gs>
              <a:gs pos="83000">
                <a:schemeClr val="accent4">
                  <a:lumMod val="26000"/>
                  <a:lumOff val="74000"/>
                </a:schemeClr>
              </a:gs>
              <a:gs pos="100000">
                <a:schemeClr val="accent4">
                  <a:lumMod val="10000"/>
                  <a:lumOff val="90000"/>
                </a:schemeClr>
              </a:gs>
            </a:gsLst>
            <a:path path="circle">
              <a:fillToRect l="100000" t="100000"/>
            </a:path>
          </a:gradFill>
          <a:ln w="3810"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>
              <a:solidFill>
                <a:schemeClr val="tx1">
                  <a:lumMod val="50000"/>
                  <a:lumOff val="50000"/>
                </a:schemeClr>
              </a:solidFill>
            </a:endParaRPr>
          </a:p>
        </p:txBody>
      </p:sp>
      <p:sp>
        <p:nvSpPr>
          <p:cNvPr id="41" name="TextBox 40">
            <a:extLst>
              <a:ext uri="{FF2B5EF4-FFF2-40B4-BE49-F238E27FC236}">
                <a16:creationId xmlns:a16="http://schemas.microsoft.com/office/drawing/2014/main" id="{B14AFF5F-6D3C-94D0-CAB0-CBD72E5733DE}"/>
              </a:ext>
            </a:extLst>
          </p:cNvPr>
          <p:cNvSpPr txBox="1"/>
          <p:nvPr userDrawn="1"/>
        </p:nvSpPr>
        <p:spPr>
          <a:xfrm>
            <a:off x="8001000" y="3758183"/>
            <a:ext cx="3749040" cy="137160"/>
          </a:xfrm>
          <a:prstGeom prst="rect">
            <a:avLst/>
          </a:prstGeom>
          <a:noFill/>
        </p:spPr>
        <p:txBody>
          <a:bodyPr wrap="square"/>
          <a:lstStyle/>
          <a:p>
            <a:pPr>
              <a:defRPr sz="700" b="1">
                <a:solidFill>
                  <a:srgbClr val="64748B"/>
                </a:solidFill>
                <a:latin typeface="Calibri"/>
              </a:defRPr>
            </a:pPr>
            <a:r>
              <a:rPr>
                <a:solidFill>
                  <a:schemeClr val="tx1">
                    <a:lumMod val="50000"/>
                    <a:lumOff val="50000"/>
                  </a:schemeClr>
                </a:solidFill>
              </a:rPr>
              <a:t>{{kpi_4_label}}</a:t>
            </a:r>
          </a:p>
        </p:txBody>
      </p:sp>
      <p:sp>
        <p:nvSpPr>
          <p:cNvPr id="42" name="TextBox 41">
            <a:extLst>
              <a:ext uri="{FF2B5EF4-FFF2-40B4-BE49-F238E27FC236}">
                <a16:creationId xmlns:a16="http://schemas.microsoft.com/office/drawing/2014/main" id="{050F79C8-9B51-EB67-072D-554CC7DAD033}"/>
              </a:ext>
            </a:extLst>
          </p:cNvPr>
          <p:cNvSpPr txBox="1"/>
          <p:nvPr userDrawn="1"/>
        </p:nvSpPr>
        <p:spPr>
          <a:xfrm>
            <a:off x="8001000" y="3904487"/>
            <a:ext cx="3749040" cy="274320"/>
          </a:xfrm>
          <a:prstGeom prst="rect">
            <a:avLst/>
          </a:prstGeom>
          <a:noFill/>
        </p:spPr>
        <p:txBody>
          <a:bodyPr wrap="square"/>
          <a:lstStyle/>
          <a:p>
            <a:pPr>
              <a:defRPr sz="2200" b="0">
                <a:solidFill>
                  <a:srgbClr val="F1F5F9"/>
                </a:solidFill>
                <a:latin typeface="Calibri"/>
              </a:defRPr>
            </a:pPr>
            <a:r>
              <a:rPr>
                <a:solidFill>
                  <a:schemeClr val="tx1">
                    <a:lumMod val="50000"/>
                    <a:lumOff val="50000"/>
                  </a:schemeClr>
                </a:solidFill>
              </a:rPr>
              <a:t>{{kpi_4_value}}</a:t>
            </a:r>
          </a:p>
        </p:txBody>
      </p:sp>
      <p:sp>
        <p:nvSpPr>
          <p:cNvPr id="43" name="TextBox 42">
            <a:extLst>
              <a:ext uri="{FF2B5EF4-FFF2-40B4-BE49-F238E27FC236}">
                <a16:creationId xmlns:a16="http://schemas.microsoft.com/office/drawing/2014/main" id="{1DDAAC0F-F7A4-25F6-D084-760072C23676}"/>
              </a:ext>
            </a:extLst>
          </p:cNvPr>
          <p:cNvSpPr txBox="1"/>
          <p:nvPr userDrawn="1"/>
        </p:nvSpPr>
        <p:spPr>
          <a:xfrm>
            <a:off x="8001000" y="4206240"/>
            <a:ext cx="3749040" cy="137160"/>
          </a:xfrm>
          <a:prstGeom prst="rect">
            <a:avLst/>
          </a:prstGeom>
          <a:noFill/>
        </p:spPr>
        <p:txBody>
          <a:bodyPr wrap="square"/>
          <a:lstStyle/>
          <a:p>
            <a:pPr>
              <a:defRPr sz="800" b="0">
                <a:solidFill>
                  <a:srgbClr val="64748B"/>
                </a:solidFill>
                <a:latin typeface="Calibri"/>
              </a:defRPr>
            </a:pPr>
            <a:r>
              <a:rPr>
                <a:solidFill>
                  <a:schemeClr val="tx1">
                    <a:lumMod val="50000"/>
                    <a:lumOff val="50000"/>
                  </a:schemeClr>
                </a:solidFill>
              </a:rPr>
              <a:t>{{kpi_4_detail}}</a:t>
            </a:r>
          </a:p>
        </p:txBody>
      </p:sp>
      <p:sp>
        <p:nvSpPr>
          <p:cNvPr id="44" name="TextBox 43">
            <a:extLst>
              <a:ext uri="{FF2B5EF4-FFF2-40B4-BE49-F238E27FC236}">
                <a16:creationId xmlns:a16="http://schemas.microsoft.com/office/drawing/2014/main" id="{83636D82-8C74-1C41-9464-4AEF686CEF61}"/>
              </a:ext>
            </a:extLst>
          </p:cNvPr>
          <p:cNvSpPr txBox="1"/>
          <p:nvPr userDrawn="1"/>
        </p:nvSpPr>
        <p:spPr>
          <a:xfrm>
            <a:off x="7863840" y="4572000"/>
            <a:ext cx="4023360" cy="164592"/>
          </a:xfrm>
          <a:prstGeom prst="rect">
            <a:avLst/>
          </a:prstGeom>
          <a:noFill/>
        </p:spPr>
        <p:txBody>
          <a:bodyPr wrap="square"/>
          <a:lstStyle/>
          <a:p>
            <a:pPr>
              <a:defRPr sz="800" b="1">
                <a:solidFill>
                  <a:srgbClr val="94A3B8"/>
                </a:solidFill>
                <a:latin typeface="Calibri"/>
              </a:defRPr>
            </a:pPr>
            <a:r>
              <a:rPr>
                <a:solidFill>
                  <a:schemeClr val="tx1">
                    <a:lumMod val="50000"/>
                    <a:lumOff val="50000"/>
                  </a:schemeClr>
                </a:solidFill>
              </a:rPr>
              <a:t>KEY SOURCES</a:t>
            </a:r>
          </a:p>
        </p:txBody>
      </p:sp>
      <p:sp>
        <p:nvSpPr>
          <p:cNvPr id="45" name="Rounded Rectangle 57">
            <a:extLst>
              <a:ext uri="{FF2B5EF4-FFF2-40B4-BE49-F238E27FC236}">
                <a16:creationId xmlns:a16="http://schemas.microsoft.com/office/drawing/2014/main" id="{45C4E1AF-227D-60FF-14EE-9CAC9C89165C}"/>
              </a:ext>
            </a:extLst>
          </p:cNvPr>
          <p:cNvSpPr/>
          <p:nvPr userDrawn="1"/>
        </p:nvSpPr>
        <p:spPr>
          <a:xfrm>
            <a:off x="7863840" y="4800600"/>
            <a:ext cx="4023360" cy="256032"/>
          </a:xfrm>
          <a:prstGeom prst="roundRect">
            <a:avLst/>
          </a:prstGeom>
          <a:noFill/>
          <a:ln w="3810"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>
              <a:solidFill>
                <a:schemeClr val="tx1">
                  <a:lumMod val="50000"/>
                  <a:lumOff val="50000"/>
                </a:schemeClr>
              </a:solidFill>
            </a:endParaRPr>
          </a:p>
        </p:txBody>
      </p:sp>
      <p:sp>
        <p:nvSpPr>
          <p:cNvPr id="46" name="TextBox 45">
            <a:extLst>
              <a:ext uri="{FF2B5EF4-FFF2-40B4-BE49-F238E27FC236}">
                <a16:creationId xmlns:a16="http://schemas.microsoft.com/office/drawing/2014/main" id="{A77F4EC8-3D29-08B1-6AAB-869FCB141E38}"/>
              </a:ext>
            </a:extLst>
          </p:cNvPr>
          <p:cNvSpPr txBox="1"/>
          <p:nvPr userDrawn="1"/>
        </p:nvSpPr>
        <p:spPr>
          <a:xfrm>
            <a:off x="7936992" y="4837176"/>
            <a:ext cx="182880" cy="182880"/>
          </a:xfrm>
          <a:prstGeom prst="rect">
            <a:avLst/>
          </a:prstGeom>
          <a:solidFill>
            <a:schemeClr val="bg1"/>
          </a:solidFill>
        </p:spPr>
        <p:txBody>
          <a:bodyPr wrap="square"/>
          <a:lstStyle/>
          <a:p>
            <a:pPr algn="ctr">
              <a:defRPr sz="700" b="1">
                <a:solidFill>
                  <a:srgbClr val="FFFFFF"/>
                </a:solidFill>
                <a:latin typeface="Calibri"/>
              </a:defRPr>
            </a:pPr>
            <a:r>
              <a:rPr>
                <a:solidFill>
                  <a:schemeClr val="tx1">
                    <a:lumMod val="50000"/>
                    <a:lumOff val="50000"/>
                  </a:schemeClr>
                </a:solidFill>
              </a:rPr>
              <a:t>1</a:t>
            </a:r>
          </a:p>
        </p:txBody>
      </p:sp>
      <p:sp>
        <p:nvSpPr>
          <p:cNvPr id="47" name="TextBox 46">
            <a:extLst>
              <a:ext uri="{FF2B5EF4-FFF2-40B4-BE49-F238E27FC236}">
                <a16:creationId xmlns:a16="http://schemas.microsoft.com/office/drawing/2014/main" id="{9998DEE2-47DB-0A8D-4B88-9C2D4F6160AE}"/>
              </a:ext>
            </a:extLst>
          </p:cNvPr>
          <p:cNvSpPr txBox="1"/>
          <p:nvPr userDrawn="1"/>
        </p:nvSpPr>
        <p:spPr>
          <a:xfrm>
            <a:off x="8183879" y="4837176"/>
            <a:ext cx="3566160" cy="182880"/>
          </a:xfrm>
          <a:prstGeom prst="rect">
            <a:avLst/>
          </a:prstGeom>
          <a:noFill/>
        </p:spPr>
        <p:txBody>
          <a:bodyPr wrap="square"/>
          <a:lstStyle/>
          <a:p>
            <a:pPr>
              <a:defRPr sz="800" b="0">
                <a:solidFill>
                  <a:srgbClr val="94A3B8"/>
                </a:solidFill>
                <a:latin typeface="Calibri"/>
              </a:defRPr>
            </a:pPr>
            <a:r>
              <a:rPr>
                <a:solidFill>
                  <a:schemeClr val="tx1">
                    <a:lumMod val="50000"/>
                    <a:lumOff val="50000"/>
                  </a:schemeClr>
                </a:solidFill>
              </a:rPr>
              <a:t>{{source_1}}</a:t>
            </a:r>
          </a:p>
        </p:txBody>
      </p:sp>
      <p:sp>
        <p:nvSpPr>
          <p:cNvPr id="48" name="Rounded Rectangle 60">
            <a:extLst>
              <a:ext uri="{FF2B5EF4-FFF2-40B4-BE49-F238E27FC236}">
                <a16:creationId xmlns:a16="http://schemas.microsoft.com/office/drawing/2014/main" id="{B8F970BA-0834-2497-E7CE-5FF50DCA50FC}"/>
              </a:ext>
            </a:extLst>
          </p:cNvPr>
          <p:cNvSpPr/>
          <p:nvPr userDrawn="1"/>
        </p:nvSpPr>
        <p:spPr>
          <a:xfrm>
            <a:off x="7863840" y="5093208"/>
            <a:ext cx="4023360" cy="256032"/>
          </a:xfrm>
          <a:prstGeom prst="roundRect">
            <a:avLst/>
          </a:prstGeom>
          <a:noFill/>
          <a:ln w="3810"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>
              <a:solidFill>
                <a:schemeClr val="tx1">
                  <a:lumMod val="50000"/>
                  <a:lumOff val="50000"/>
                </a:schemeClr>
              </a:solidFill>
            </a:endParaRPr>
          </a:p>
        </p:txBody>
      </p:sp>
      <p:sp>
        <p:nvSpPr>
          <p:cNvPr id="49" name="TextBox 48">
            <a:extLst>
              <a:ext uri="{FF2B5EF4-FFF2-40B4-BE49-F238E27FC236}">
                <a16:creationId xmlns:a16="http://schemas.microsoft.com/office/drawing/2014/main" id="{BA1A9F46-060A-3C1B-A159-B53E2DC92711}"/>
              </a:ext>
            </a:extLst>
          </p:cNvPr>
          <p:cNvSpPr txBox="1"/>
          <p:nvPr userDrawn="1"/>
        </p:nvSpPr>
        <p:spPr>
          <a:xfrm>
            <a:off x="7936992" y="5129784"/>
            <a:ext cx="182880" cy="182880"/>
          </a:xfrm>
          <a:prstGeom prst="rect">
            <a:avLst/>
          </a:prstGeom>
          <a:solidFill>
            <a:schemeClr val="bg1"/>
          </a:solidFill>
        </p:spPr>
        <p:txBody>
          <a:bodyPr wrap="square"/>
          <a:lstStyle/>
          <a:p>
            <a:pPr algn="ctr">
              <a:defRPr sz="700" b="1">
                <a:solidFill>
                  <a:srgbClr val="FFFFFF"/>
                </a:solidFill>
                <a:latin typeface="Calibri"/>
              </a:defRPr>
            </a:pPr>
            <a:r>
              <a:rPr>
                <a:solidFill>
                  <a:schemeClr val="tx1">
                    <a:lumMod val="50000"/>
                    <a:lumOff val="50000"/>
                  </a:schemeClr>
                </a:solidFill>
              </a:rPr>
              <a:t>2</a:t>
            </a:r>
          </a:p>
        </p:txBody>
      </p:sp>
      <p:sp>
        <p:nvSpPr>
          <p:cNvPr id="50" name="TextBox 49">
            <a:extLst>
              <a:ext uri="{FF2B5EF4-FFF2-40B4-BE49-F238E27FC236}">
                <a16:creationId xmlns:a16="http://schemas.microsoft.com/office/drawing/2014/main" id="{7D76771E-C54E-5B8D-AAA6-E80C6A33A775}"/>
              </a:ext>
            </a:extLst>
          </p:cNvPr>
          <p:cNvSpPr txBox="1"/>
          <p:nvPr userDrawn="1"/>
        </p:nvSpPr>
        <p:spPr>
          <a:xfrm>
            <a:off x="8183879" y="5129784"/>
            <a:ext cx="3566160" cy="182880"/>
          </a:xfrm>
          <a:prstGeom prst="rect">
            <a:avLst/>
          </a:prstGeom>
          <a:noFill/>
        </p:spPr>
        <p:txBody>
          <a:bodyPr wrap="square"/>
          <a:lstStyle/>
          <a:p>
            <a:pPr>
              <a:defRPr sz="800" b="0">
                <a:solidFill>
                  <a:srgbClr val="94A3B8"/>
                </a:solidFill>
                <a:latin typeface="Calibri"/>
              </a:defRPr>
            </a:pPr>
            <a:r>
              <a:rPr>
                <a:solidFill>
                  <a:schemeClr val="tx1">
                    <a:lumMod val="50000"/>
                    <a:lumOff val="50000"/>
                  </a:schemeClr>
                </a:solidFill>
              </a:rPr>
              <a:t>{{source_2}}</a:t>
            </a:r>
          </a:p>
        </p:txBody>
      </p:sp>
      <p:sp>
        <p:nvSpPr>
          <p:cNvPr id="51" name="Rounded Rectangle 63">
            <a:extLst>
              <a:ext uri="{FF2B5EF4-FFF2-40B4-BE49-F238E27FC236}">
                <a16:creationId xmlns:a16="http://schemas.microsoft.com/office/drawing/2014/main" id="{1624D95A-620D-DEBF-87AF-9EF8EA47BD32}"/>
              </a:ext>
            </a:extLst>
          </p:cNvPr>
          <p:cNvSpPr/>
          <p:nvPr userDrawn="1"/>
        </p:nvSpPr>
        <p:spPr>
          <a:xfrm>
            <a:off x="7863840" y="5385816"/>
            <a:ext cx="4023360" cy="256032"/>
          </a:xfrm>
          <a:prstGeom prst="roundRect">
            <a:avLst/>
          </a:prstGeom>
          <a:noFill/>
          <a:ln w="3810"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>
              <a:solidFill>
                <a:schemeClr val="tx1">
                  <a:lumMod val="50000"/>
                  <a:lumOff val="50000"/>
                </a:schemeClr>
              </a:solidFill>
            </a:endParaRPr>
          </a:p>
        </p:txBody>
      </p:sp>
      <p:sp>
        <p:nvSpPr>
          <p:cNvPr id="52" name="TextBox 51">
            <a:extLst>
              <a:ext uri="{FF2B5EF4-FFF2-40B4-BE49-F238E27FC236}">
                <a16:creationId xmlns:a16="http://schemas.microsoft.com/office/drawing/2014/main" id="{BE5C1C30-1475-7EE8-988B-BEB8ED5F7E4F}"/>
              </a:ext>
            </a:extLst>
          </p:cNvPr>
          <p:cNvSpPr txBox="1"/>
          <p:nvPr userDrawn="1"/>
        </p:nvSpPr>
        <p:spPr>
          <a:xfrm>
            <a:off x="7936992" y="5422392"/>
            <a:ext cx="182880" cy="182880"/>
          </a:xfrm>
          <a:prstGeom prst="rect">
            <a:avLst/>
          </a:prstGeom>
          <a:solidFill>
            <a:schemeClr val="bg1"/>
          </a:solidFill>
        </p:spPr>
        <p:txBody>
          <a:bodyPr wrap="square"/>
          <a:lstStyle/>
          <a:p>
            <a:pPr algn="ctr">
              <a:defRPr sz="700" b="1">
                <a:solidFill>
                  <a:srgbClr val="FFFFFF"/>
                </a:solidFill>
                <a:latin typeface="Calibri"/>
              </a:defRPr>
            </a:pPr>
            <a:r>
              <a:rPr>
                <a:solidFill>
                  <a:schemeClr val="tx1">
                    <a:lumMod val="50000"/>
                    <a:lumOff val="50000"/>
                  </a:schemeClr>
                </a:solidFill>
              </a:rPr>
              <a:t>3</a:t>
            </a:r>
          </a:p>
        </p:txBody>
      </p:sp>
      <p:sp>
        <p:nvSpPr>
          <p:cNvPr id="53" name="TextBox 52">
            <a:extLst>
              <a:ext uri="{FF2B5EF4-FFF2-40B4-BE49-F238E27FC236}">
                <a16:creationId xmlns:a16="http://schemas.microsoft.com/office/drawing/2014/main" id="{B9AFF96E-EB56-66EB-879D-2E5B8D928BCC}"/>
              </a:ext>
            </a:extLst>
          </p:cNvPr>
          <p:cNvSpPr txBox="1"/>
          <p:nvPr userDrawn="1"/>
        </p:nvSpPr>
        <p:spPr>
          <a:xfrm>
            <a:off x="8183879" y="5422392"/>
            <a:ext cx="3566160" cy="182880"/>
          </a:xfrm>
          <a:prstGeom prst="rect">
            <a:avLst/>
          </a:prstGeom>
          <a:noFill/>
        </p:spPr>
        <p:txBody>
          <a:bodyPr wrap="square"/>
          <a:lstStyle/>
          <a:p>
            <a:pPr>
              <a:defRPr sz="800" b="0">
                <a:solidFill>
                  <a:srgbClr val="94A3B8"/>
                </a:solidFill>
                <a:latin typeface="Calibri"/>
              </a:defRPr>
            </a:pPr>
            <a:r>
              <a:rPr>
                <a:solidFill>
                  <a:schemeClr val="tx1">
                    <a:lumMod val="50000"/>
                    <a:lumOff val="50000"/>
                  </a:schemeClr>
                </a:solidFill>
              </a:rPr>
              <a:t>{{source_3}}</a:t>
            </a:r>
          </a:p>
        </p:txBody>
      </p:sp>
      <p:sp>
        <p:nvSpPr>
          <p:cNvPr id="54" name="Rounded Rectangle 66">
            <a:extLst>
              <a:ext uri="{FF2B5EF4-FFF2-40B4-BE49-F238E27FC236}">
                <a16:creationId xmlns:a16="http://schemas.microsoft.com/office/drawing/2014/main" id="{7FF7C8CE-6BFD-2525-BC93-819F684F3C82}"/>
              </a:ext>
            </a:extLst>
          </p:cNvPr>
          <p:cNvSpPr/>
          <p:nvPr userDrawn="1"/>
        </p:nvSpPr>
        <p:spPr>
          <a:xfrm>
            <a:off x="7863840" y="5678424"/>
            <a:ext cx="4023360" cy="256032"/>
          </a:xfrm>
          <a:prstGeom prst="roundRect">
            <a:avLst/>
          </a:prstGeom>
          <a:noFill/>
          <a:ln w="3810"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>
              <a:solidFill>
                <a:schemeClr val="tx1">
                  <a:lumMod val="50000"/>
                  <a:lumOff val="50000"/>
                </a:schemeClr>
              </a:solidFill>
            </a:endParaRPr>
          </a:p>
        </p:txBody>
      </p:sp>
      <p:sp>
        <p:nvSpPr>
          <p:cNvPr id="55" name="TextBox 54">
            <a:extLst>
              <a:ext uri="{FF2B5EF4-FFF2-40B4-BE49-F238E27FC236}">
                <a16:creationId xmlns:a16="http://schemas.microsoft.com/office/drawing/2014/main" id="{FF5CB495-B73B-EEE9-338F-DB83B7B2EBDF}"/>
              </a:ext>
            </a:extLst>
          </p:cNvPr>
          <p:cNvSpPr txBox="1"/>
          <p:nvPr userDrawn="1"/>
        </p:nvSpPr>
        <p:spPr>
          <a:xfrm>
            <a:off x="7936992" y="5715000"/>
            <a:ext cx="182880" cy="182880"/>
          </a:xfrm>
          <a:prstGeom prst="rect">
            <a:avLst/>
          </a:prstGeom>
          <a:solidFill>
            <a:schemeClr val="bg1"/>
          </a:solidFill>
        </p:spPr>
        <p:txBody>
          <a:bodyPr wrap="square"/>
          <a:lstStyle/>
          <a:p>
            <a:pPr algn="ctr">
              <a:defRPr sz="700" b="1">
                <a:solidFill>
                  <a:srgbClr val="FFFFFF"/>
                </a:solidFill>
                <a:latin typeface="Calibri"/>
              </a:defRPr>
            </a:pPr>
            <a:r>
              <a:rPr>
                <a:solidFill>
                  <a:schemeClr val="tx1">
                    <a:lumMod val="50000"/>
                    <a:lumOff val="50000"/>
                  </a:schemeClr>
                </a:solidFill>
              </a:rPr>
              <a:t>4</a:t>
            </a:r>
          </a:p>
        </p:txBody>
      </p:sp>
      <p:sp>
        <p:nvSpPr>
          <p:cNvPr id="56" name="TextBox 55">
            <a:extLst>
              <a:ext uri="{FF2B5EF4-FFF2-40B4-BE49-F238E27FC236}">
                <a16:creationId xmlns:a16="http://schemas.microsoft.com/office/drawing/2014/main" id="{F2E898F3-4658-0C18-A490-6A11892D1907}"/>
              </a:ext>
            </a:extLst>
          </p:cNvPr>
          <p:cNvSpPr txBox="1"/>
          <p:nvPr userDrawn="1"/>
        </p:nvSpPr>
        <p:spPr>
          <a:xfrm>
            <a:off x="8183879" y="5715000"/>
            <a:ext cx="3566160" cy="182880"/>
          </a:xfrm>
          <a:prstGeom prst="rect">
            <a:avLst/>
          </a:prstGeom>
          <a:noFill/>
        </p:spPr>
        <p:txBody>
          <a:bodyPr wrap="square"/>
          <a:lstStyle/>
          <a:p>
            <a:pPr>
              <a:defRPr sz="800" b="0">
                <a:solidFill>
                  <a:srgbClr val="94A3B8"/>
                </a:solidFill>
                <a:latin typeface="Calibri"/>
              </a:defRPr>
            </a:pPr>
            <a:r>
              <a:rPr>
                <a:solidFill>
                  <a:schemeClr val="tx1">
                    <a:lumMod val="50000"/>
                    <a:lumOff val="50000"/>
                  </a:schemeClr>
                </a:solidFill>
              </a:rPr>
              <a:t>{{source_4}}</a:t>
            </a:r>
          </a:p>
        </p:txBody>
      </p:sp>
      <p:sp>
        <p:nvSpPr>
          <p:cNvPr id="58" name="TextBox 57">
            <a:extLst>
              <a:ext uri="{FF2B5EF4-FFF2-40B4-BE49-F238E27FC236}">
                <a16:creationId xmlns:a16="http://schemas.microsoft.com/office/drawing/2014/main" id="{CB3BC9BD-817D-726A-149C-0EA7E4D0153B}"/>
              </a:ext>
            </a:extLst>
          </p:cNvPr>
          <p:cNvSpPr txBox="1"/>
          <p:nvPr userDrawn="1"/>
        </p:nvSpPr>
        <p:spPr>
          <a:xfrm>
            <a:off x="1600200" y="147588"/>
            <a:ext cx="1737360" cy="23083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900" b="1">
                <a:solidFill>
                  <a:srgbClr val="FFFFFF"/>
                </a:solidFill>
                <a:latin typeface="Calibri"/>
              </a:defRPr>
            </a:pPr>
            <a:r>
              <a:rPr lang="de-DE" dirty="0">
                <a:solidFill>
                  <a:srgbClr val="C4B5FD"/>
                </a:solidFill>
                <a:latin typeface="Arial" panose="020B0604020202020204" pitchFamily="34" charset="0"/>
                <a:cs typeface="Arial" panose="020B0604020202020204" pitchFamily="34" charset="0"/>
              </a:rPr>
              <a:t>UNMET NEEDS</a:t>
            </a:r>
            <a:endParaRPr dirty="0">
              <a:solidFill>
                <a:srgbClr val="C4B5FD"/>
              </a:solidFill>
              <a:latin typeface="Arial" panose="020B0604020202020204" pitchFamily="34" charset="0"/>
              <a:cs typeface="Arial" panose="020B0604020202020204" pitchFamily="34" charset="0"/>
            </a:endParaRPr>
          </a:p>
        </p:txBody>
      </p:sp>
      <p:sp>
        <p:nvSpPr>
          <p:cNvPr id="59" name="TextBox 58">
            <a:extLst>
              <a:ext uri="{FF2B5EF4-FFF2-40B4-BE49-F238E27FC236}">
                <a16:creationId xmlns:a16="http://schemas.microsoft.com/office/drawing/2014/main" id="{E58397F1-A30D-5307-D074-972B93DBBAAB}"/>
              </a:ext>
            </a:extLst>
          </p:cNvPr>
          <p:cNvSpPr txBox="1"/>
          <p:nvPr userDrawn="1"/>
        </p:nvSpPr>
        <p:spPr>
          <a:xfrm>
            <a:off x="3566160" y="118964"/>
            <a:ext cx="4572000" cy="34747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defRPr sz="1200" b="0">
                <a:solidFill>
                  <a:srgbClr val="CBD5E1"/>
                </a:solidFill>
                <a:latin typeface="Calibri"/>
              </a:defRPr>
            </a:pPr>
            <a:r>
              <a:rPr dirty="0"/>
              <a:t>{{</a:t>
            </a:r>
            <a:r>
              <a:rPr dirty="0" err="1"/>
              <a:t>drug_label</a:t>
            </a:r>
            <a:r>
              <a:rPr dirty="0"/>
              <a:t>}}</a:t>
            </a:r>
          </a:p>
        </p:txBody>
      </p:sp>
    </p:spTree>
    <p:extLst>
      <p:ext uri="{BB962C8B-B14F-4D97-AF65-F5344CB8AC3E}">
        <p14:creationId xmlns:p14="http://schemas.microsoft.com/office/powerpoint/2010/main" val="1498613057"/>
      </p:ext>
    </p:extLst>
  </p:cSld>
  <p:clrMapOvr>
    <a:masterClrMapping/>
  </p:clrMapOvr>
</p:sldLayout>
</file>

<file path=ppt/slideLayouts/slideLayout34.xml><?xml version="1.0" encoding="utf-8"?>
<p:sldLayout xmlns:a="http://schemas.openxmlformats.org/drawingml/2006/main" xmlns:r="http://schemas.openxmlformats.org/officeDocument/2006/relationships" xmlns:p="http://schemas.openxmlformats.org/presentationml/2006/main" preserve="1" userDrawn="1">
  <p:cSld name="TITLE_gray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7" name="TextBox 11">
            <a:extLst>
              <a:ext uri="{FF2B5EF4-FFF2-40B4-BE49-F238E27FC236}">
                <a16:creationId xmlns:a16="http://schemas.microsoft.com/office/drawing/2014/main" id="{309CE864-51AC-3E95-713D-C36205143FD3}"/>
              </a:ext>
            </a:extLst>
          </p:cNvPr>
          <p:cNvSpPr txBox="1"/>
          <p:nvPr userDrawn="1"/>
        </p:nvSpPr>
        <p:spPr>
          <a:xfrm>
            <a:off x="1522412" y="2263140"/>
            <a:ext cx="9144000" cy="677108"/>
          </a:xfrm>
          <a:prstGeom prst="rect">
            <a:avLst/>
          </a:prstGeom>
          <a:noFill/>
        </p:spPr>
        <p:txBody>
          <a:bodyPr wrap="square">
            <a:spAutoFit/>
          </a:bodyPr>
          <a:lstStyle>
            <a:defPPr>
              <a:defRPr lang="en-US"/>
            </a:defPPr>
            <a:lvl1pPr marL="0" algn="l" defTabSz="457200" rtl="0" eaLnBrk="1" latinLnBrk="0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1pPr>
            <a:lvl2pPr marL="457200" algn="l" defTabSz="457200" rtl="0" eaLnBrk="1" latinLnBrk="0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2pPr>
            <a:lvl3pPr marL="914400" algn="l" defTabSz="457200" rtl="0" eaLnBrk="1" latinLnBrk="0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3pPr>
            <a:lvl4pPr marL="1371600" algn="l" defTabSz="457200" rtl="0" eaLnBrk="1" latinLnBrk="0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4pPr>
            <a:lvl5pPr marL="1828800" algn="l" defTabSz="457200" rtl="0" eaLnBrk="1" latinLnBrk="0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5pPr>
            <a:lvl6pPr marL="2286000" algn="l" defTabSz="457200" rtl="0" eaLnBrk="1" latinLnBrk="0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6pPr>
            <a:lvl7pPr marL="2743200" algn="l" defTabSz="457200" rtl="0" eaLnBrk="1" latinLnBrk="0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7pPr>
            <a:lvl8pPr marL="3200400" algn="l" defTabSz="457200" rtl="0" eaLnBrk="1" latinLnBrk="0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8pPr>
            <a:lvl9pPr marL="3657600" algn="l" defTabSz="457200" rtl="0" eaLnBrk="1" latinLnBrk="0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9pPr>
          </a:lstStyle>
          <a:p>
            <a:pPr>
              <a:defRPr sz="3800" b="1" i="0">
                <a:solidFill>
                  <a:srgbClr val="FFFFFF"/>
                </a:solidFill>
                <a:latin typeface="Arial"/>
              </a:defRPr>
            </a:pPr>
            <a:r>
              <a:rPr dirty="0">
                <a:solidFill>
                  <a:schemeClr val="tx1">
                    <a:lumMod val="75000"/>
                    <a:lumOff val="25000"/>
                  </a:schemeClr>
                </a:solidFill>
              </a:rPr>
              <a:t>{{</a:t>
            </a:r>
            <a:r>
              <a:rPr dirty="0" err="1">
                <a:solidFill>
                  <a:schemeClr val="tx1">
                    <a:lumMod val="75000"/>
                    <a:lumOff val="25000"/>
                  </a:schemeClr>
                </a:solidFill>
              </a:rPr>
              <a:t>drug_name</a:t>
            </a:r>
            <a:r>
              <a:rPr dirty="0">
                <a:solidFill>
                  <a:schemeClr val="tx1">
                    <a:lumMod val="75000"/>
                    <a:lumOff val="25000"/>
                  </a:schemeClr>
                </a:solidFill>
              </a:rPr>
              <a:t>}}</a:t>
            </a:r>
          </a:p>
        </p:txBody>
      </p:sp>
      <p:sp>
        <p:nvSpPr>
          <p:cNvPr id="8" name="TextBox 12">
            <a:extLst>
              <a:ext uri="{FF2B5EF4-FFF2-40B4-BE49-F238E27FC236}">
                <a16:creationId xmlns:a16="http://schemas.microsoft.com/office/drawing/2014/main" id="{F10D05E5-BF04-627E-E0D9-EC9C7B0349B8}"/>
              </a:ext>
            </a:extLst>
          </p:cNvPr>
          <p:cNvSpPr txBox="1"/>
          <p:nvPr userDrawn="1"/>
        </p:nvSpPr>
        <p:spPr>
          <a:xfrm>
            <a:off x="1522412" y="2994660"/>
            <a:ext cx="9144000" cy="457200"/>
          </a:xfrm>
          <a:prstGeom prst="rect">
            <a:avLst/>
          </a:prstGeom>
          <a:noFill/>
        </p:spPr>
        <p:txBody>
          <a:bodyPr wrap="square">
            <a:spAutoFit/>
          </a:bodyPr>
          <a:lstStyle>
            <a:defPPr>
              <a:defRPr lang="en-US"/>
            </a:defPPr>
            <a:lvl1pPr marL="0" algn="l" defTabSz="457200" rtl="0" eaLnBrk="1" latinLnBrk="0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1pPr>
            <a:lvl2pPr marL="457200" algn="l" defTabSz="457200" rtl="0" eaLnBrk="1" latinLnBrk="0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2pPr>
            <a:lvl3pPr marL="914400" algn="l" defTabSz="457200" rtl="0" eaLnBrk="1" latinLnBrk="0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3pPr>
            <a:lvl4pPr marL="1371600" algn="l" defTabSz="457200" rtl="0" eaLnBrk="1" latinLnBrk="0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4pPr>
            <a:lvl5pPr marL="1828800" algn="l" defTabSz="457200" rtl="0" eaLnBrk="1" latinLnBrk="0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5pPr>
            <a:lvl6pPr marL="2286000" algn="l" defTabSz="457200" rtl="0" eaLnBrk="1" latinLnBrk="0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6pPr>
            <a:lvl7pPr marL="2743200" algn="l" defTabSz="457200" rtl="0" eaLnBrk="1" latinLnBrk="0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7pPr>
            <a:lvl8pPr marL="3200400" algn="l" defTabSz="457200" rtl="0" eaLnBrk="1" latinLnBrk="0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8pPr>
            <a:lvl9pPr marL="3657600" algn="l" defTabSz="457200" rtl="0" eaLnBrk="1" latinLnBrk="0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9pPr>
          </a:lstStyle>
          <a:p>
            <a:pPr>
              <a:defRPr sz="2400" b="0" i="0">
                <a:solidFill>
                  <a:srgbClr val="C4B5FD"/>
                </a:solidFill>
                <a:latin typeface="Arial"/>
              </a:defRPr>
            </a:pPr>
            <a:r>
              <a:rPr dirty="0">
                <a:solidFill>
                  <a:schemeClr val="accent4"/>
                </a:solidFill>
              </a:rPr>
              <a:t>{{</a:t>
            </a:r>
            <a:r>
              <a:rPr dirty="0" err="1">
                <a:solidFill>
                  <a:schemeClr val="accent4"/>
                </a:solidFill>
              </a:rPr>
              <a:t>drug_brand</a:t>
            </a:r>
            <a:r>
              <a:rPr dirty="0">
                <a:solidFill>
                  <a:schemeClr val="accent4"/>
                </a:solidFill>
              </a:rPr>
              <a:t>}}</a:t>
            </a:r>
          </a:p>
        </p:txBody>
      </p:sp>
      <p:sp>
        <p:nvSpPr>
          <p:cNvPr id="9" name="TextBox 13">
            <a:extLst>
              <a:ext uri="{FF2B5EF4-FFF2-40B4-BE49-F238E27FC236}">
                <a16:creationId xmlns:a16="http://schemas.microsoft.com/office/drawing/2014/main" id="{0FAC5957-CA1D-6056-8A38-A638A29703AF}"/>
              </a:ext>
            </a:extLst>
          </p:cNvPr>
          <p:cNvSpPr txBox="1"/>
          <p:nvPr userDrawn="1"/>
        </p:nvSpPr>
        <p:spPr>
          <a:xfrm>
            <a:off x="1522412" y="3634740"/>
            <a:ext cx="9144000" cy="365760"/>
          </a:xfrm>
          <a:prstGeom prst="rect">
            <a:avLst/>
          </a:prstGeom>
          <a:noFill/>
        </p:spPr>
        <p:txBody>
          <a:bodyPr wrap="square">
            <a:spAutoFit/>
          </a:bodyPr>
          <a:lstStyle>
            <a:defPPr>
              <a:defRPr lang="en-US"/>
            </a:defPPr>
            <a:lvl1pPr marL="0" algn="l" defTabSz="457200" rtl="0" eaLnBrk="1" latinLnBrk="0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1pPr>
            <a:lvl2pPr marL="457200" algn="l" defTabSz="457200" rtl="0" eaLnBrk="1" latinLnBrk="0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2pPr>
            <a:lvl3pPr marL="914400" algn="l" defTabSz="457200" rtl="0" eaLnBrk="1" latinLnBrk="0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3pPr>
            <a:lvl4pPr marL="1371600" algn="l" defTabSz="457200" rtl="0" eaLnBrk="1" latinLnBrk="0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4pPr>
            <a:lvl5pPr marL="1828800" algn="l" defTabSz="457200" rtl="0" eaLnBrk="1" latinLnBrk="0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5pPr>
            <a:lvl6pPr marL="2286000" algn="l" defTabSz="457200" rtl="0" eaLnBrk="1" latinLnBrk="0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6pPr>
            <a:lvl7pPr marL="2743200" algn="l" defTabSz="457200" rtl="0" eaLnBrk="1" latinLnBrk="0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7pPr>
            <a:lvl8pPr marL="3200400" algn="l" defTabSz="457200" rtl="0" eaLnBrk="1" latinLnBrk="0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8pPr>
            <a:lvl9pPr marL="3657600" algn="l" defTabSz="457200" rtl="0" eaLnBrk="1" latinLnBrk="0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9pPr>
          </a:lstStyle>
          <a:p>
            <a:pPr>
              <a:defRPr sz="1600" b="0" i="0">
                <a:solidFill>
                  <a:srgbClr val="94A3B8"/>
                </a:solidFill>
                <a:latin typeface="Arial"/>
              </a:defRPr>
            </a:pPr>
            <a:r>
              <a:t>{{indication_full}}</a:t>
            </a:r>
          </a:p>
        </p:txBody>
      </p:sp>
      <p:sp>
        <p:nvSpPr>
          <p:cNvPr id="10" name="TextBox 15">
            <a:extLst>
              <a:ext uri="{FF2B5EF4-FFF2-40B4-BE49-F238E27FC236}">
                <a16:creationId xmlns:a16="http://schemas.microsoft.com/office/drawing/2014/main" id="{220CCBE6-59EC-0F72-2C84-9F4F63F0C7FC}"/>
              </a:ext>
            </a:extLst>
          </p:cNvPr>
          <p:cNvSpPr txBox="1"/>
          <p:nvPr userDrawn="1"/>
        </p:nvSpPr>
        <p:spPr>
          <a:xfrm>
            <a:off x="1522412" y="4320539"/>
            <a:ext cx="9144000" cy="292388"/>
          </a:xfrm>
          <a:prstGeom prst="rect">
            <a:avLst/>
          </a:prstGeom>
          <a:noFill/>
        </p:spPr>
        <p:txBody>
          <a:bodyPr wrap="square">
            <a:spAutoFit/>
          </a:bodyPr>
          <a:lstStyle>
            <a:defPPr>
              <a:defRPr lang="en-US"/>
            </a:defPPr>
            <a:lvl1pPr marL="0" algn="l" defTabSz="457200" rtl="0" eaLnBrk="1" latinLnBrk="0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1pPr>
            <a:lvl2pPr marL="457200" algn="l" defTabSz="457200" rtl="0" eaLnBrk="1" latinLnBrk="0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2pPr>
            <a:lvl3pPr marL="914400" algn="l" defTabSz="457200" rtl="0" eaLnBrk="1" latinLnBrk="0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3pPr>
            <a:lvl4pPr marL="1371600" algn="l" defTabSz="457200" rtl="0" eaLnBrk="1" latinLnBrk="0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4pPr>
            <a:lvl5pPr marL="1828800" algn="l" defTabSz="457200" rtl="0" eaLnBrk="1" latinLnBrk="0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5pPr>
            <a:lvl6pPr marL="2286000" algn="l" defTabSz="457200" rtl="0" eaLnBrk="1" latinLnBrk="0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6pPr>
            <a:lvl7pPr marL="2743200" algn="l" defTabSz="457200" rtl="0" eaLnBrk="1" latinLnBrk="0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7pPr>
            <a:lvl8pPr marL="3200400" algn="l" defTabSz="457200" rtl="0" eaLnBrk="1" latinLnBrk="0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8pPr>
            <a:lvl9pPr marL="3657600" algn="l" defTabSz="457200" rtl="0" eaLnBrk="1" latinLnBrk="0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9pPr>
          </a:lstStyle>
          <a:p>
            <a:pPr>
              <a:defRPr sz="1300" b="0" i="0">
                <a:solidFill>
                  <a:srgbClr val="64748B"/>
                </a:solidFill>
                <a:latin typeface="Arial"/>
              </a:defRPr>
            </a:pPr>
            <a:r>
              <a:rPr dirty="0">
                <a:solidFill>
                  <a:schemeClr val="tx1">
                    <a:lumMod val="75000"/>
                  </a:schemeClr>
                </a:solidFill>
              </a:rPr>
              <a:t>{{scope}}</a:t>
            </a:r>
          </a:p>
        </p:txBody>
      </p:sp>
    </p:spTree>
    <p:extLst>
      <p:ext uri="{BB962C8B-B14F-4D97-AF65-F5344CB8AC3E}">
        <p14:creationId xmlns:p14="http://schemas.microsoft.com/office/powerpoint/2010/main" val="3190529650"/>
      </p:ext>
    </p:extLst>
  </p:cSld>
  <p:clrMapOvr>
    <a:masterClrMapping/>
  </p:clrMapOvr>
</p:sldLayout>
</file>

<file path=ppt/slideLayouts/slideLayout35.xml><?xml version="1.0" encoding="utf-8"?>
<p:sldLayout xmlns:a="http://schemas.openxmlformats.org/drawingml/2006/main" xmlns:r="http://schemas.openxmlformats.org/officeDocument/2006/relationships" xmlns:p="http://schemas.openxmlformats.org/presentationml/2006/main" preserve="1" userDrawn="1">
  <p:cSld name="DISEASE_OVERVIEW_grey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Rounded Rectangle 9">
            <a:extLst>
              <a:ext uri="{FF2B5EF4-FFF2-40B4-BE49-F238E27FC236}">
                <a16:creationId xmlns:a16="http://schemas.microsoft.com/office/drawing/2014/main" id="{48866153-5516-2800-3D2F-87539A3808B0}"/>
              </a:ext>
            </a:extLst>
          </p:cNvPr>
          <p:cNvSpPr/>
          <p:nvPr userDrawn="1"/>
        </p:nvSpPr>
        <p:spPr>
          <a:xfrm>
            <a:off x="164592" y="658368"/>
            <a:ext cx="3880104" cy="5596128"/>
          </a:xfrm>
          <a:prstGeom prst="roundRect">
            <a:avLst/>
          </a:prstGeom>
          <a:solidFill>
            <a:srgbClr val="FFFFFF"/>
          </a:solidFill>
          <a:ln w="12700">
            <a:solidFill>
              <a:srgbClr val="E5E7EB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3" name="Rectangle 2">
            <a:extLst>
              <a:ext uri="{FF2B5EF4-FFF2-40B4-BE49-F238E27FC236}">
                <a16:creationId xmlns:a16="http://schemas.microsoft.com/office/drawing/2014/main" id="{D901A3DE-9A57-71AF-11D1-5F78D4881AD0}"/>
              </a:ext>
            </a:extLst>
          </p:cNvPr>
          <p:cNvSpPr/>
          <p:nvPr userDrawn="1"/>
        </p:nvSpPr>
        <p:spPr>
          <a:xfrm>
            <a:off x="164592" y="658368"/>
            <a:ext cx="3880104" cy="329184"/>
          </a:xfrm>
          <a:prstGeom prst="rect">
            <a:avLst/>
          </a:prstGeom>
          <a:solidFill>
            <a:srgbClr val="FAFBFF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4" name="Rectangle 3">
            <a:extLst>
              <a:ext uri="{FF2B5EF4-FFF2-40B4-BE49-F238E27FC236}">
                <a16:creationId xmlns:a16="http://schemas.microsoft.com/office/drawing/2014/main" id="{5B169F00-C677-36A3-7B06-63ACCA751C45}"/>
              </a:ext>
            </a:extLst>
          </p:cNvPr>
          <p:cNvSpPr/>
          <p:nvPr userDrawn="1"/>
        </p:nvSpPr>
        <p:spPr>
          <a:xfrm>
            <a:off x="164592" y="987552"/>
            <a:ext cx="3880104" cy="9144"/>
          </a:xfrm>
          <a:prstGeom prst="rect">
            <a:avLst/>
          </a:prstGeom>
          <a:solidFill>
            <a:srgbClr val="F1F5F9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5" name="Oval 4">
            <a:extLst>
              <a:ext uri="{FF2B5EF4-FFF2-40B4-BE49-F238E27FC236}">
                <a16:creationId xmlns:a16="http://schemas.microsoft.com/office/drawing/2014/main" id="{441F28AF-237E-4E1B-ACB2-4A48BD8BD1D3}"/>
              </a:ext>
            </a:extLst>
          </p:cNvPr>
          <p:cNvSpPr/>
          <p:nvPr userDrawn="1"/>
        </p:nvSpPr>
        <p:spPr>
          <a:xfrm>
            <a:off x="292608" y="808800"/>
            <a:ext cx="64008" cy="64008"/>
          </a:xfrm>
          <a:prstGeom prst="ellipse">
            <a:avLst/>
          </a:prstGeom>
          <a:solidFill>
            <a:srgbClr val="8B5CF6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6" name="TextBox 5">
            <a:extLst>
              <a:ext uri="{FF2B5EF4-FFF2-40B4-BE49-F238E27FC236}">
                <a16:creationId xmlns:a16="http://schemas.microsoft.com/office/drawing/2014/main" id="{62825AC2-CE25-AF5C-0BA5-88635341AD6F}"/>
              </a:ext>
            </a:extLst>
          </p:cNvPr>
          <p:cNvSpPr txBox="1"/>
          <p:nvPr userDrawn="1"/>
        </p:nvSpPr>
        <p:spPr>
          <a:xfrm>
            <a:off x="402336" y="731519"/>
            <a:ext cx="3514344" cy="1828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defRPr sz="900" b="1" i="0">
                <a:solidFill>
                  <a:srgbClr val="64748B"/>
                </a:solidFill>
                <a:latin typeface="Arial"/>
              </a:defRPr>
            </a:pPr>
            <a:r>
              <a:t>{{disease_subtitle}}</a:t>
            </a:r>
          </a:p>
        </p:txBody>
      </p:sp>
      <p:sp>
        <p:nvSpPr>
          <p:cNvPr id="11" name="Rounded Rectangle 14">
            <a:extLst>
              <a:ext uri="{FF2B5EF4-FFF2-40B4-BE49-F238E27FC236}">
                <a16:creationId xmlns:a16="http://schemas.microsoft.com/office/drawing/2014/main" id="{B8FC3C85-DCCF-9633-D117-6431AF2825A2}"/>
              </a:ext>
            </a:extLst>
          </p:cNvPr>
          <p:cNvSpPr/>
          <p:nvPr userDrawn="1"/>
        </p:nvSpPr>
        <p:spPr>
          <a:xfrm>
            <a:off x="292608" y="1097280"/>
            <a:ext cx="1153159" cy="640080"/>
          </a:xfrm>
          <a:prstGeom prst="roundRect">
            <a:avLst/>
          </a:prstGeom>
          <a:solidFill>
            <a:srgbClr val="FAFBFF"/>
          </a:solidFill>
          <a:ln w="12700">
            <a:solidFill>
              <a:srgbClr val="F1F5F9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12" name="Rectangle 11">
            <a:extLst>
              <a:ext uri="{FF2B5EF4-FFF2-40B4-BE49-F238E27FC236}">
                <a16:creationId xmlns:a16="http://schemas.microsoft.com/office/drawing/2014/main" id="{017ABF28-66E7-35D5-51CB-4A5E065D2CFE}"/>
              </a:ext>
            </a:extLst>
          </p:cNvPr>
          <p:cNvSpPr/>
          <p:nvPr userDrawn="1"/>
        </p:nvSpPr>
        <p:spPr>
          <a:xfrm>
            <a:off x="292608" y="1097280"/>
            <a:ext cx="27432" cy="640080"/>
          </a:xfrm>
          <a:prstGeom prst="rect">
            <a:avLst/>
          </a:prstGeom>
          <a:solidFill>
            <a:srgbClr val="8B5CF6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13" name="TextBox 12">
            <a:extLst>
              <a:ext uri="{FF2B5EF4-FFF2-40B4-BE49-F238E27FC236}">
                <a16:creationId xmlns:a16="http://schemas.microsoft.com/office/drawing/2014/main" id="{27C1CFCC-8A86-0543-0E43-B6F218F434E6}"/>
              </a:ext>
            </a:extLst>
          </p:cNvPr>
          <p:cNvSpPr txBox="1"/>
          <p:nvPr userDrawn="1"/>
        </p:nvSpPr>
        <p:spPr>
          <a:xfrm>
            <a:off x="365760" y="1152144"/>
            <a:ext cx="1043431" cy="10972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defRPr sz="700" b="1" i="0">
                <a:solidFill>
                  <a:srgbClr val="94A3B8"/>
                </a:solidFill>
                <a:latin typeface="Arial"/>
              </a:defRPr>
            </a:pPr>
            <a:r>
              <a:t>{{epi_kpi_1_label}}</a:t>
            </a:r>
          </a:p>
        </p:txBody>
      </p:sp>
      <p:sp>
        <p:nvSpPr>
          <p:cNvPr id="14" name="TextBox 13">
            <a:extLst>
              <a:ext uri="{FF2B5EF4-FFF2-40B4-BE49-F238E27FC236}">
                <a16:creationId xmlns:a16="http://schemas.microsoft.com/office/drawing/2014/main" id="{00CECA4F-C0C2-36F2-6E93-0BC6FE7225A3}"/>
              </a:ext>
            </a:extLst>
          </p:cNvPr>
          <p:cNvSpPr txBox="1"/>
          <p:nvPr userDrawn="1"/>
        </p:nvSpPr>
        <p:spPr>
          <a:xfrm>
            <a:off x="292608" y="1298448"/>
            <a:ext cx="1116583" cy="461665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1400" b="1" i="0">
                <a:solidFill>
                  <a:srgbClr val="8B5CF6"/>
                </a:solidFill>
                <a:latin typeface="Arial"/>
              </a:defRPr>
            </a:pPr>
            <a:r>
              <a:rPr sz="1200" dirty="0"/>
              <a:t>{{epi_kpi_1_value}}</a:t>
            </a:r>
          </a:p>
        </p:txBody>
      </p:sp>
      <p:sp>
        <p:nvSpPr>
          <p:cNvPr id="15" name="TextBox 14">
            <a:extLst>
              <a:ext uri="{FF2B5EF4-FFF2-40B4-BE49-F238E27FC236}">
                <a16:creationId xmlns:a16="http://schemas.microsoft.com/office/drawing/2014/main" id="{39D84E13-95BF-1129-ED26-5B02D8B3561E}"/>
              </a:ext>
            </a:extLst>
          </p:cNvPr>
          <p:cNvSpPr txBox="1"/>
          <p:nvPr userDrawn="1"/>
        </p:nvSpPr>
        <p:spPr>
          <a:xfrm>
            <a:off x="365760" y="1554480"/>
            <a:ext cx="1043431" cy="128016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700" b="0" i="0">
                <a:solidFill>
                  <a:srgbClr val="94A3B8"/>
                </a:solidFill>
                <a:latin typeface="Arial"/>
              </a:defRPr>
            </a:pPr>
            <a:r>
              <a:t>{{epi_kpi_1_context}}</a:t>
            </a:r>
          </a:p>
        </p:txBody>
      </p:sp>
      <p:sp>
        <p:nvSpPr>
          <p:cNvPr id="16" name="Rounded Rectangle 19">
            <a:extLst>
              <a:ext uri="{FF2B5EF4-FFF2-40B4-BE49-F238E27FC236}">
                <a16:creationId xmlns:a16="http://schemas.microsoft.com/office/drawing/2014/main" id="{D4785542-9093-72BC-0A1B-4B38C3FF4821}"/>
              </a:ext>
            </a:extLst>
          </p:cNvPr>
          <p:cNvSpPr/>
          <p:nvPr userDrawn="1"/>
        </p:nvSpPr>
        <p:spPr>
          <a:xfrm>
            <a:off x="1500631" y="1097280"/>
            <a:ext cx="1153159" cy="640080"/>
          </a:xfrm>
          <a:prstGeom prst="roundRect">
            <a:avLst/>
          </a:prstGeom>
          <a:solidFill>
            <a:srgbClr val="FAFBFF"/>
          </a:solidFill>
          <a:ln w="12700">
            <a:solidFill>
              <a:srgbClr val="F1F5F9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17" name="Rectangle 16">
            <a:extLst>
              <a:ext uri="{FF2B5EF4-FFF2-40B4-BE49-F238E27FC236}">
                <a16:creationId xmlns:a16="http://schemas.microsoft.com/office/drawing/2014/main" id="{50D7B822-65FD-99D6-00CF-94BF80BA4AEC}"/>
              </a:ext>
            </a:extLst>
          </p:cNvPr>
          <p:cNvSpPr/>
          <p:nvPr userDrawn="1"/>
        </p:nvSpPr>
        <p:spPr>
          <a:xfrm>
            <a:off x="1500631" y="1097280"/>
            <a:ext cx="27432" cy="640080"/>
          </a:xfrm>
          <a:prstGeom prst="rect">
            <a:avLst/>
          </a:prstGeom>
          <a:solidFill>
            <a:srgbClr val="8B5CF6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18" name="TextBox 17">
            <a:extLst>
              <a:ext uri="{FF2B5EF4-FFF2-40B4-BE49-F238E27FC236}">
                <a16:creationId xmlns:a16="http://schemas.microsoft.com/office/drawing/2014/main" id="{292CFCE4-7975-7A6D-95D5-852C05BCD92C}"/>
              </a:ext>
            </a:extLst>
          </p:cNvPr>
          <p:cNvSpPr txBox="1"/>
          <p:nvPr userDrawn="1"/>
        </p:nvSpPr>
        <p:spPr>
          <a:xfrm>
            <a:off x="1573784" y="1152144"/>
            <a:ext cx="1043431" cy="10972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defRPr sz="700" b="1" i="0">
                <a:solidFill>
                  <a:srgbClr val="94A3B8"/>
                </a:solidFill>
                <a:latin typeface="Arial"/>
              </a:defRPr>
            </a:pPr>
            <a:r>
              <a:t>{{epi_kpi_2_label}}</a:t>
            </a:r>
          </a:p>
        </p:txBody>
      </p:sp>
      <p:sp>
        <p:nvSpPr>
          <p:cNvPr id="19" name="TextBox 18">
            <a:extLst>
              <a:ext uri="{FF2B5EF4-FFF2-40B4-BE49-F238E27FC236}">
                <a16:creationId xmlns:a16="http://schemas.microsoft.com/office/drawing/2014/main" id="{9961E853-CB6A-C2A9-FB7E-B2B0D699DC14}"/>
              </a:ext>
            </a:extLst>
          </p:cNvPr>
          <p:cNvSpPr txBox="1"/>
          <p:nvPr userDrawn="1"/>
        </p:nvSpPr>
        <p:spPr>
          <a:xfrm>
            <a:off x="1500632" y="1298448"/>
            <a:ext cx="1116583" cy="461665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1400" b="1" i="0">
                <a:solidFill>
                  <a:srgbClr val="8B5CF6"/>
                </a:solidFill>
                <a:latin typeface="Arial"/>
              </a:defRPr>
            </a:pPr>
            <a:r>
              <a:rPr sz="1200"/>
              <a:t>{{epi_kpi_2_value}}</a:t>
            </a:r>
          </a:p>
        </p:txBody>
      </p:sp>
      <p:sp>
        <p:nvSpPr>
          <p:cNvPr id="20" name="TextBox 19">
            <a:extLst>
              <a:ext uri="{FF2B5EF4-FFF2-40B4-BE49-F238E27FC236}">
                <a16:creationId xmlns:a16="http://schemas.microsoft.com/office/drawing/2014/main" id="{08143549-94D7-3B4E-1754-8786BA2729DE}"/>
              </a:ext>
            </a:extLst>
          </p:cNvPr>
          <p:cNvSpPr txBox="1"/>
          <p:nvPr userDrawn="1"/>
        </p:nvSpPr>
        <p:spPr>
          <a:xfrm>
            <a:off x="1573784" y="1554480"/>
            <a:ext cx="1043431" cy="128016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700" b="0" i="0">
                <a:solidFill>
                  <a:srgbClr val="94A3B8"/>
                </a:solidFill>
                <a:latin typeface="Arial"/>
              </a:defRPr>
            </a:pPr>
            <a:r>
              <a:t>{{epi_kpi_2_context}}</a:t>
            </a:r>
          </a:p>
        </p:txBody>
      </p:sp>
      <p:sp>
        <p:nvSpPr>
          <p:cNvPr id="21" name="Rounded Rectangle 24">
            <a:extLst>
              <a:ext uri="{FF2B5EF4-FFF2-40B4-BE49-F238E27FC236}">
                <a16:creationId xmlns:a16="http://schemas.microsoft.com/office/drawing/2014/main" id="{5A43CA69-D7D1-2025-67BB-28BFAF404F0E}"/>
              </a:ext>
            </a:extLst>
          </p:cNvPr>
          <p:cNvSpPr/>
          <p:nvPr userDrawn="1"/>
        </p:nvSpPr>
        <p:spPr>
          <a:xfrm>
            <a:off x="2708655" y="1097280"/>
            <a:ext cx="1153159" cy="640080"/>
          </a:xfrm>
          <a:prstGeom prst="roundRect">
            <a:avLst/>
          </a:prstGeom>
          <a:solidFill>
            <a:srgbClr val="FAFBFF"/>
          </a:solidFill>
          <a:ln w="12700">
            <a:solidFill>
              <a:srgbClr val="F1F5F9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22" name="Rectangle 21">
            <a:extLst>
              <a:ext uri="{FF2B5EF4-FFF2-40B4-BE49-F238E27FC236}">
                <a16:creationId xmlns:a16="http://schemas.microsoft.com/office/drawing/2014/main" id="{A9415A47-5703-FC59-736F-F1A7719F72B4}"/>
              </a:ext>
            </a:extLst>
          </p:cNvPr>
          <p:cNvSpPr/>
          <p:nvPr userDrawn="1"/>
        </p:nvSpPr>
        <p:spPr>
          <a:xfrm>
            <a:off x="2708655" y="1097280"/>
            <a:ext cx="27432" cy="640080"/>
          </a:xfrm>
          <a:prstGeom prst="rect">
            <a:avLst/>
          </a:prstGeom>
          <a:solidFill>
            <a:srgbClr val="8B5CF6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23" name="TextBox 22">
            <a:extLst>
              <a:ext uri="{FF2B5EF4-FFF2-40B4-BE49-F238E27FC236}">
                <a16:creationId xmlns:a16="http://schemas.microsoft.com/office/drawing/2014/main" id="{4EF78FE7-9DA2-2785-3D8F-275A48011A60}"/>
              </a:ext>
            </a:extLst>
          </p:cNvPr>
          <p:cNvSpPr txBox="1"/>
          <p:nvPr userDrawn="1"/>
        </p:nvSpPr>
        <p:spPr>
          <a:xfrm>
            <a:off x="2781807" y="1152144"/>
            <a:ext cx="1043431" cy="10972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defRPr sz="700" b="1" i="0">
                <a:solidFill>
                  <a:srgbClr val="94A3B8"/>
                </a:solidFill>
                <a:latin typeface="Arial"/>
              </a:defRPr>
            </a:pPr>
            <a:r>
              <a:t>{{epi_kpi_3_label}}</a:t>
            </a:r>
          </a:p>
        </p:txBody>
      </p:sp>
      <p:sp>
        <p:nvSpPr>
          <p:cNvPr id="24" name="TextBox 23">
            <a:extLst>
              <a:ext uri="{FF2B5EF4-FFF2-40B4-BE49-F238E27FC236}">
                <a16:creationId xmlns:a16="http://schemas.microsoft.com/office/drawing/2014/main" id="{14FE22A2-9811-CB69-8788-743D5A1D8EB0}"/>
              </a:ext>
            </a:extLst>
          </p:cNvPr>
          <p:cNvSpPr txBox="1"/>
          <p:nvPr userDrawn="1"/>
        </p:nvSpPr>
        <p:spPr>
          <a:xfrm>
            <a:off x="2708655" y="1298448"/>
            <a:ext cx="1116583" cy="461665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1400" b="1" i="0">
                <a:solidFill>
                  <a:srgbClr val="8B5CF6"/>
                </a:solidFill>
                <a:latin typeface="Arial"/>
              </a:defRPr>
            </a:pPr>
            <a:r>
              <a:rPr sz="1200"/>
              <a:t>{{epi_kpi_3_value}}</a:t>
            </a:r>
          </a:p>
        </p:txBody>
      </p:sp>
      <p:sp>
        <p:nvSpPr>
          <p:cNvPr id="25" name="TextBox 24">
            <a:extLst>
              <a:ext uri="{FF2B5EF4-FFF2-40B4-BE49-F238E27FC236}">
                <a16:creationId xmlns:a16="http://schemas.microsoft.com/office/drawing/2014/main" id="{7E0D8C5D-DD94-8B73-1CBF-F4416037CD98}"/>
              </a:ext>
            </a:extLst>
          </p:cNvPr>
          <p:cNvSpPr txBox="1"/>
          <p:nvPr userDrawn="1"/>
        </p:nvSpPr>
        <p:spPr>
          <a:xfrm>
            <a:off x="2781807" y="1554480"/>
            <a:ext cx="1043431" cy="128016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700" b="0" i="0">
                <a:solidFill>
                  <a:srgbClr val="94A3B8"/>
                </a:solidFill>
                <a:latin typeface="Arial"/>
              </a:defRPr>
            </a:pPr>
            <a:r>
              <a:t>{{epi_kpi_3_context}}</a:t>
            </a:r>
          </a:p>
        </p:txBody>
      </p:sp>
      <p:sp>
        <p:nvSpPr>
          <p:cNvPr id="26" name="TextBox 25">
            <a:extLst>
              <a:ext uri="{FF2B5EF4-FFF2-40B4-BE49-F238E27FC236}">
                <a16:creationId xmlns:a16="http://schemas.microsoft.com/office/drawing/2014/main" id="{7A232A92-D480-7E2B-1C7F-00086F744EED}"/>
              </a:ext>
            </a:extLst>
          </p:cNvPr>
          <p:cNvSpPr txBox="1"/>
          <p:nvPr userDrawn="1"/>
        </p:nvSpPr>
        <p:spPr>
          <a:xfrm>
            <a:off x="292608" y="1847088"/>
            <a:ext cx="3624071" cy="146304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defRPr sz="700" b="1" i="0">
                <a:solidFill>
                  <a:srgbClr val="94A3B8"/>
                </a:solidFill>
                <a:latin typeface="Arial"/>
              </a:defRPr>
            </a:pPr>
            <a:r>
              <a:t>KEY EPIDEMIOLOGICAL FACTS</a:t>
            </a:r>
          </a:p>
        </p:txBody>
      </p:sp>
      <p:sp>
        <p:nvSpPr>
          <p:cNvPr id="27" name="TextBox 26">
            <a:extLst>
              <a:ext uri="{FF2B5EF4-FFF2-40B4-BE49-F238E27FC236}">
                <a16:creationId xmlns:a16="http://schemas.microsoft.com/office/drawing/2014/main" id="{718C96E6-B97F-9A31-A761-C803006572A9}"/>
              </a:ext>
            </a:extLst>
          </p:cNvPr>
          <p:cNvSpPr txBox="1"/>
          <p:nvPr userDrawn="1"/>
        </p:nvSpPr>
        <p:spPr>
          <a:xfrm>
            <a:off x="292608" y="2048256"/>
            <a:ext cx="128016" cy="146304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defRPr sz="800" b="0" i="0">
                <a:solidFill>
                  <a:srgbClr val="8B5CF6"/>
                </a:solidFill>
                <a:latin typeface="Arial"/>
              </a:defRPr>
            </a:pPr>
            <a:r>
              <a:t>•</a:t>
            </a:r>
          </a:p>
        </p:txBody>
      </p:sp>
      <p:sp>
        <p:nvSpPr>
          <p:cNvPr id="28" name="TextBox 27">
            <a:extLst>
              <a:ext uri="{FF2B5EF4-FFF2-40B4-BE49-F238E27FC236}">
                <a16:creationId xmlns:a16="http://schemas.microsoft.com/office/drawing/2014/main" id="{AA29C38F-8295-8097-E9A7-39A4B1979B3A}"/>
              </a:ext>
            </a:extLst>
          </p:cNvPr>
          <p:cNvSpPr txBox="1"/>
          <p:nvPr userDrawn="1"/>
        </p:nvSpPr>
        <p:spPr>
          <a:xfrm>
            <a:off x="438912" y="2048256"/>
            <a:ext cx="3477768" cy="23083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defRPr sz="850" b="0" i="0">
                <a:solidFill>
                  <a:srgbClr val="475569"/>
                </a:solidFill>
                <a:latin typeface="Arial"/>
              </a:defRPr>
            </a:pPr>
            <a:r>
              <a:rPr sz="900" dirty="0"/>
              <a:t>{{fact_1}}</a:t>
            </a:r>
          </a:p>
        </p:txBody>
      </p:sp>
      <p:sp>
        <p:nvSpPr>
          <p:cNvPr id="29" name="TextBox 28">
            <a:extLst>
              <a:ext uri="{FF2B5EF4-FFF2-40B4-BE49-F238E27FC236}">
                <a16:creationId xmlns:a16="http://schemas.microsoft.com/office/drawing/2014/main" id="{0F003F04-B772-5D19-F7F1-43E277A88D75}"/>
              </a:ext>
            </a:extLst>
          </p:cNvPr>
          <p:cNvSpPr txBox="1"/>
          <p:nvPr userDrawn="1"/>
        </p:nvSpPr>
        <p:spPr>
          <a:xfrm>
            <a:off x="292608" y="2359152"/>
            <a:ext cx="128016" cy="146304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defRPr sz="800" b="0" i="0">
                <a:solidFill>
                  <a:srgbClr val="8B5CF6"/>
                </a:solidFill>
                <a:latin typeface="Arial"/>
              </a:defRPr>
            </a:pPr>
            <a:r>
              <a:t>•</a:t>
            </a:r>
          </a:p>
        </p:txBody>
      </p:sp>
      <p:sp>
        <p:nvSpPr>
          <p:cNvPr id="30" name="TextBox 29">
            <a:extLst>
              <a:ext uri="{FF2B5EF4-FFF2-40B4-BE49-F238E27FC236}">
                <a16:creationId xmlns:a16="http://schemas.microsoft.com/office/drawing/2014/main" id="{9EA2C451-D0B9-02C3-F014-B555D752E722}"/>
              </a:ext>
            </a:extLst>
          </p:cNvPr>
          <p:cNvSpPr txBox="1"/>
          <p:nvPr userDrawn="1"/>
        </p:nvSpPr>
        <p:spPr>
          <a:xfrm>
            <a:off x="438912" y="2359152"/>
            <a:ext cx="3477768" cy="23083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defRPr sz="850" b="0" i="0">
                <a:solidFill>
                  <a:srgbClr val="475569"/>
                </a:solidFill>
                <a:latin typeface="Arial"/>
              </a:defRPr>
            </a:pPr>
            <a:r>
              <a:rPr sz="900"/>
              <a:t>{{fact_2}}</a:t>
            </a:r>
          </a:p>
        </p:txBody>
      </p:sp>
      <p:sp>
        <p:nvSpPr>
          <p:cNvPr id="31" name="TextBox 30">
            <a:extLst>
              <a:ext uri="{FF2B5EF4-FFF2-40B4-BE49-F238E27FC236}">
                <a16:creationId xmlns:a16="http://schemas.microsoft.com/office/drawing/2014/main" id="{3AF1A32C-0158-2846-98CB-43C79A832BD7}"/>
              </a:ext>
            </a:extLst>
          </p:cNvPr>
          <p:cNvSpPr txBox="1"/>
          <p:nvPr userDrawn="1"/>
        </p:nvSpPr>
        <p:spPr>
          <a:xfrm>
            <a:off x="292608" y="2670048"/>
            <a:ext cx="128016" cy="146304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defRPr sz="800" b="0" i="0">
                <a:solidFill>
                  <a:srgbClr val="8B5CF6"/>
                </a:solidFill>
                <a:latin typeface="Arial"/>
              </a:defRPr>
            </a:pPr>
            <a:r>
              <a:t>•</a:t>
            </a:r>
          </a:p>
        </p:txBody>
      </p:sp>
      <p:sp>
        <p:nvSpPr>
          <p:cNvPr id="32" name="TextBox 31">
            <a:extLst>
              <a:ext uri="{FF2B5EF4-FFF2-40B4-BE49-F238E27FC236}">
                <a16:creationId xmlns:a16="http://schemas.microsoft.com/office/drawing/2014/main" id="{F3ACF049-B3D7-2BAE-4474-E3F1705F3F48}"/>
              </a:ext>
            </a:extLst>
          </p:cNvPr>
          <p:cNvSpPr txBox="1"/>
          <p:nvPr userDrawn="1"/>
        </p:nvSpPr>
        <p:spPr>
          <a:xfrm>
            <a:off x="438912" y="2670048"/>
            <a:ext cx="3477768" cy="23083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defRPr sz="850" b="0" i="0">
                <a:solidFill>
                  <a:srgbClr val="475569"/>
                </a:solidFill>
                <a:latin typeface="Arial"/>
              </a:defRPr>
            </a:pPr>
            <a:r>
              <a:rPr sz="900"/>
              <a:t>{{fact_3}}</a:t>
            </a:r>
          </a:p>
        </p:txBody>
      </p:sp>
      <p:sp>
        <p:nvSpPr>
          <p:cNvPr id="33" name="TextBox 32">
            <a:extLst>
              <a:ext uri="{FF2B5EF4-FFF2-40B4-BE49-F238E27FC236}">
                <a16:creationId xmlns:a16="http://schemas.microsoft.com/office/drawing/2014/main" id="{20FBA1DA-94F1-56E0-BE7C-3FBCDEA0F3CC}"/>
              </a:ext>
            </a:extLst>
          </p:cNvPr>
          <p:cNvSpPr txBox="1"/>
          <p:nvPr userDrawn="1"/>
        </p:nvSpPr>
        <p:spPr>
          <a:xfrm>
            <a:off x="292608" y="2980944"/>
            <a:ext cx="128016" cy="146304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defRPr sz="800" b="0" i="0">
                <a:solidFill>
                  <a:srgbClr val="8B5CF6"/>
                </a:solidFill>
                <a:latin typeface="Arial"/>
              </a:defRPr>
            </a:pPr>
            <a:r>
              <a:t>•</a:t>
            </a:r>
          </a:p>
        </p:txBody>
      </p:sp>
      <p:sp>
        <p:nvSpPr>
          <p:cNvPr id="34" name="TextBox 33">
            <a:extLst>
              <a:ext uri="{FF2B5EF4-FFF2-40B4-BE49-F238E27FC236}">
                <a16:creationId xmlns:a16="http://schemas.microsoft.com/office/drawing/2014/main" id="{03F29FF0-681E-5FA1-FFFC-1C321D622A7E}"/>
              </a:ext>
            </a:extLst>
          </p:cNvPr>
          <p:cNvSpPr txBox="1"/>
          <p:nvPr userDrawn="1"/>
        </p:nvSpPr>
        <p:spPr>
          <a:xfrm>
            <a:off x="438912" y="2980944"/>
            <a:ext cx="3477768" cy="23083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defRPr sz="850" b="0" i="0">
                <a:solidFill>
                  <a:srgbClr val="475569"/>
                </a:solidFill>
                <a:latin typeface="Arial"/>
              </a:defRPr>
            </a:pPr>
            <a:r>
              <a:rPr sz="900"/>
              <a:t>{{fact_4}}</a:t>
            </a:r>
          </a:p>
        </p:txBody>
      </p:sp>
      <p:sp>
        <p:nvSpPr>
          <p:cNvPr id="35" name="TextBox 34">
            <a:extLst>
              <a:ext uri="{FF2B5EF4-FFF2-40B4-BE49-F238E27FC236}">
                <a16:creationId xmlns:a16="http://schemas.microsoft.com/office/drawing/2014/main" id="{B5C15ACC-CCF7-D452-E4CB-D34ED995BECC}"/>
              </a:ext>
            </a:extLst>
          </p:cNvPr>
          <p:cNvSpPr txBox="1"/>
          <p:nvPr userDrawn="1"/>
        </p:nvSpPr>
        <p:spPr>
          <a:xfrm>
            <a:off x="292608" y="3291839"/>
            <a:ext cx="128016" cy="146304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defRPr sz="800" b="0" i="0">
                <a:solidFill>
                  <a:srgbClr val="8B5CF6"/>
                </a:solidFill>
                <a:latin typeface="Arial"/>
              </a:defRPr>
            </a:pPr>
            <a:r>
              <a:t>•</a:t>
            </a:r>
          </a:p>
        </p:txBody>
      </p:sp>
      <p:sp>
        <p:nvSpPr>
          <p:cNvPr id="36" name="TextBox 35">
            <a:extLst>
              <a:ext uri="{FF2B5EF4-FFF2-40B4-BE49-F238E27FC236}">
                <a16:creationId xmlns:a16="http://schemas.microsoft.com/office/drawing/2014/main" id="{2F6AF914-373B-B2EB-759A-F7E1B7398E53}"/>
              </a:ext>
            </a:extLst>
          </p:cNvPr>
          <p:cNvSpPr txBox="1"/>
          <p:nvPr userDrawn="1"/>
        </p:nvSpPr>
        <p:spPr>
          <a:xfrm>
            <a:off x="438912" y="3291839"/>
            <a:ext cx="3477768" cy="23083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defRPr sz="850" b="0" i="0">
                <a:solidFill>
                  <a:srgbClr val="475569"/>
                </a:solidFill>
                <a:latin typeface="Arial"/>
              </a:defRPr>
            </a:pPr>
            <a:r>
              <a:rPr sz="900"/>
              <a:t>{{fact_5}}</a:t>
            </a:r>
          </a:p>
        </p:txBody>
      </p:sp>
      <p:sp>
        <p:nvSpPr>
          <p:cNvPr id="37" name="TextBox 36">
            <a:extLst>
              <a:ext uri="{FF2B5EF4-FFF2-40B4-BE49-F238E27FC236}">
                <a16:creationId xmlns:a16="http://schemas.microsoft.com/office/drawing/2014/main" id="{65FD7D86-5C3A-B9AD-53C2-CF38FB3342D3}"/>
              </a:ext>
            </a:extLst>
          </p:cNvPr>
          <p:cNvSpPr txBox="1"/>
          <p:nvPr userDrawn="1"/>
        </p:nvSpPr>
        <p:spPr>
          <a:xfrm>
            <a:off x="292608" y="3602735"/>
            <a:ext cx="128016" cy="146304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defRPr sz="800" b="0" i="0">
                <a:solidFill>
                  <a:srgbClr val="8B5CF6"/>
                </a:solidFill>
                <a:latin typeface="Arial"/>
              </a:defRPr>
            </a:pPr>
            <a:r>
              <a:t>•</a:t>
            </a:r>
          </a:p>
        </p:txBody>
      </p:sp>
      <p:sp>
        <p:nvSpPr>
          <p:cNvPr id="38" name="TextBox 37">
            <a:extLst>
              <a:ext uri="{FF2B5EF4-FFF2-40B4-BE49-F238E27FC236}">
                <a16:creationId xmlns:a16="http://schemas.microsoft.com/office/drawing/2014/main" id="{9FB00688-093A-A34B-9FA4-68AB16D3A5C9}"/>
              </a:ext>
            </a:extLst>
          </p:cNvPr>
          <p:cNvSpPr txBox="1"/>
          <p:nvPr userDrawn="1"/>
        </p:nvSpPr>
        <p:spPr>
          <a:xfrm>
            <a:off x="438912" y="3602735"/>
            <a:ext cx="3477768" cy="23083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defRPr sz="850" b="0" i="0">
                <a:solidFill>
                  <a:srgbClr val="475569"/>
                </a:solidFill>
                <a:latin typeface="Arial"/>
              </a:defRPr>
            </a:pPr>
            <a:r>
              <a:rPr sz="900"/>
              <a:t>{{fact_6}}</a:t>
            </a:r>
          </a:p>
        </p:txBody>
      </p:sp>
      <p:sp>
        <p:nvSpPr>
          <p:cNvPr id="39" name="Rounded Rectangle 42">
            <a:extLst>
              <a:ext uri="{FF2B5EF4-FFF2-40B4-BE49-F238E27FC236}">
                <a16:creationId xmlns:a16="http://schemas.microsoft.com/office/drawing/2014/main" id="{004F2D57-B5E9-570B-F0F8-11D493858F0F}"/>
              </a:ext>
            </a:extLst>
          </p:cNvPr>
          <p:cNvSpPr/>
          <p:nvPr userDrawn="1"/>
        </p:nvSpPr>
        <p:spPr>
          <a:xfrm>
            <a:off x="4154423" y="658368"/>
            <a:ext cx="3880104" cy="5596128"/>
          </a:xfrm>
          <a:prstGeom prst="roundRect">
            <a:avLst/>
          </a:prstGeom>
          <a:solidFill>
            <a:srgbClr val="FFFFFF"/>
          </a:solidFill>
          <a:ln w="12700">
            <a:solidFill>
              <a:srgbClr val="E5E7EB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40" name="Rectangle 39">
            <a:extLst>
              <a:ext uri="{FF2B5EF4-FFF2-40B4-BE49-F238E27FC236}">
                <a16:creationId xmlns:a16="http://schemas.microsoft.com/office/drawing/2014/main" id="{5DD33B5C-83DF-30A5-C11A-CD6814C937D6}"/>
              </a:ext>
            </a:extLst>
          </p:cNvPr>
          <p:cNvSpPr/>
          <p:nvPr userDrawn="1"/>
        </p:nvSpPr>
        <p:spPr>
          <a:xfrm>
            <a:off x="4154423" y="658368"/>
            <a:ext cx="3880104" cy="329184"/>
          </a:xfrm>
          <a:prstGeom prst="rect">
            <a:avLst/>
          </a:prstGeom>
          <a:solidFill>
            <a:srgbClr val="FAFBFF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41" name="Rectangle 40">
            <a:extLst>
              <a:ext uri="{FF2B5EF4-FFF2-40B4-BE49-F238E27FC236}">
                <a16:creationId xmlns:a16="http://schemas.microsoft.com/office/drawing/2014/main" id="{A8ABFC3D-542B-4353-128C-E3A9F4260E03}"/>
              </a:ext>
            </a:extLst>
          </p:cNvPr>
          <p:cNvSpPr/>
          <p:nvPr userDrawn="1"/>
        </p:nvSpPr>
        <p:spPr>
          <a:xfrm>
            <a:off x="4154423" y="987552"/>
            <a:ext cx="3880104" cy="9144"/>
          </a:xfrm>
          <a:prstGeom prst="rect">
            <a:avLst/>
          </a:prstGeom>
          <a:solidFill>
            <a:srgbClr val="F1F5F9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42" name="Oval 41">
            <a:extLst>
              <a:ext uri="{FF2B5EF4-FFF2-40B4-BE49-F238E27FC236}">
                <a16:creationId xmlns:a16="http://schemas.microsoft.com/office/drawing/2014/main" id="{D2EC5973-9866-9B51-62B5-D9B4F0211F34}"/>
              </a:ext>
            </a:extLst>
          </p:cNvPr>
          <p:cNvSpPr/>
          <p:nvPr userDrawn="1"/>
        </p:nvSpPr>
        <p:spPr>
          <a:xfrm>
            <a:off x="4282439" y="808800"/>
            <a:ext cx="64008" cy="64008"/>
          </a:xfrm>
          <a:prstGeom prst="ellipse">
            <a:avLst/>
          </a:prstGeom>
          <a:solidFill>
            <a:srgbClr val="6366F1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43" name="TextBox 42">
            <a:extLst>
              <a:ext uri="{FF2B5EF4-FFF2-40B4-BE49-F238E27FC236}">
                <a16:creationId xmlns:a16="http://schemas.microsoft.com/office/drawing/2014/main" id="{2401FAA9-3925-F692-E0F8-4B7704E7C5B1}"/>
              </a:ext>
            </a:extLst>
          </p:cNvPr>
          <p:cNvSpPr txBox="1"/>
          <p:nvPr userDrawn="1"/>
        </p:nvSpPr>
        <p:spPr>
          <a:xfrm>
            <a:off x="4392167" y="731519"/>
            <a:ext cx="3514344" cy="1828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defRPr sz="900" b="1" i="0">
                <a:solidFill>
                  <a:srgbClr val="64748B"/>
                </a:solidFill>
                <a:latin typeface="Arial"/>
              </a:defRPr>
            </a:pPr>
            <a:r>
              <a:t>Pathophysiology &amp; Targets</a:t>
            </a:r>
          </a:p>
        </p:txBody>
      </p:sp>
      <p:sp>
        <p:nvSpPr>
          <p:cNvPr id="44" name="Rounded Rectangle 47">
            <a:extLst>
              <a:ext uri="{FF2B5EF4-FFF2-40B4-BE49-F238E27FC236}">
                <a16:creationId xmlns:a16="http://schemas.microsoft.com/office/drawing/2014/main" id="{5CF50F60-F320-37C1-74E9-BB85425E818F}"/>
              </a:ext>
            </a:extLst>
          </p:cNvPr>
          <p:cNvSpPr/>
          <p:nvPr userDrawn="1"/>
        </p:nvSpPr>
        <p:spPr>
          <a:xfrm>
            <a:off x="4282439" y="1097280"/>
            <a:ext cx="3624071" cy="585216"/>
          </a:xfrm>
          <a:prstGeom prst="roundRect">
            <a:avLst/>
          </a:prstGeom>
          <a:solidFill>
            <a:srgbClr val="FAFBFF"/>
          </a:solidFill>
          <a:ln w="12700">
            <a:solidFill>
              <a:srgbClr val="F1F5F9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45" name="Rectangle 44">
            <a:extLst>
              <a:ext uri="{FF2B5EF4-FFF2-40B4-BE49-F238E27FC236}">
                <a16:creationId xmlns:a16="http://schemas.microsoft.com/office/drawing/2014/main" id="{C83D9360-9BA6-8AF4-04D2-9D9E388E260E}"/>
              </a:ext>
            </a:extLst>
          </p:cNvPr>
          <p:cNvSpPr/>
          <p:nvPr userDrawn="1"/>
        </p:nvSpPr>
        <p:spPr>
          <a:xfrm>
            <a:off x="4282439" y="1097280"/>
            <a:ext cx="36576" cy="585216"/>
          </a:xfrm>
          <a:prstGeom prst="rect">
            <a:avLst/>
          </a:prstGeom>
          <a:solidFill>
            <a:srgbClr val="8B5CF6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46" name="TextBox 45">
            <a:extLst>
              <a:ext uri="{FF2B5EF4-FFF2-40B4-BE49-F238E27FC236}">
                <a16:creationId xmlns:a16="http://schemas.microsoft.com/office/drawing/2014/main" id="{80A32BC0-DE05-7D96-362E-57B18BFC1943}"/>
              </a:ext>
            </a:extLst>
          </p:cNvPr>
          <p:cNvSpPr txBox="1"/>
          <p:nvPr userDrawn="1"/>
        </p:nvSpPr>
        <p:spPr>
          <a:xfrm>
            <a:off x="4392167" y="1152144"/>
            <a:ext cx="887756" cy="256031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defRPr sz="1000" b="1" i="0">
                <a:solidFill>
                  <a:srgbClr val="8B5CF6"/>
                </a:solidFill>
                <a:latin typeface="Arial"/>
              </a:defRPr>
            </a:pPr>
            <a:r>
              <a:rPr dirty="0"/>
              <a:t>{{target_1_name}}</a:t>
            </a:r>
          </a:p>
        </p:txBody>
      </p:sp>
      <p:sp>
        <p:nvSpPr>
          <p:cNvPr id="47" name="TextBox 46">
            <a:extLst>
              <a:ext uri="{FF2B5EF4-FFF2-40B4-BE49-F238E27FC236}">
                <a16:creationId xmlns:a16="http://schemas.microsoft.com/office/drawing/2014/main" id="{D432E8B1-3E96-9D15-53D8-72DBF52B1CC3}"/>
              </a:ext>
            </a:extLst>
          </p:cNvPr>
          <p:cNvSpPr txBox="1"/>
          <p:nvPr userDrawn="1"/>
        </p:nvSpPr>
        <p:spPr>
          <a:xfrm>
            <a:off x="4392167" y="1316736"/>
            <a:ext cx="3404616" cy="16459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defRPr sz="800" b="0" i="0">
                <a:solidFill>
                  <a:srgbClr val="475569"/>
                </a:solidFill>
                <a:latin typeface="Arial"/>
              </a:defRPr>
            </a:pPr>
            <a:r>
              <a:t>{{target_1_desc}}</a:t>
            </a:r>
          </a:p>
        </p:txBody>
      </p:sp>
      <p:sp>
        <p:nvSpPr>
          <p:cNvPr id="48" name="TextBox 47">
            <a:extLst>
              <a:ext uri="{FF2B5EF4-FFF2-40B4-BE49-F238E27FC236}">
                <a16:creationId xmlns:a16="http://schemas.microsoft.com/office/drawing/2014/main" id="{CEC961DE-B457-DB40-080A-652322C75040}"/>
              </a:ext>
            </a:extLst>
          </p:cNvPr>
          <p:cNvSpPr txBox="1"/>
          <p:nvPr userDrawn="1"/>
        </p:nvSpPr>
        <p:spPr>
          <a:xfrm>
            <a:off x="4392167" y="1481328"/>
            <a:ext cx="3404616" cy="146304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defRPr sz="700" b="0" i="1">
                <a:solidFill>
                  <a:srgbClr val="94A3B8"/>
                </a:solidFill>
                <a:latin typeface="Arial"/>
              </a:defRPr>
            </a:pPr>
            <a:r>
              <a:t>{{target_1_detail}}</a:t>
            </a:r>
          </a:p>
        </p:txBody>
      </p:sp>
      <p:sp>
        <p:nvSpPr>
          <p:cNvPr id="49" name="Rounded Rectangle 52">
            <a:extLst>
              <a:ext uri="{FF2B5EF4-FFF2-40B4-BE49-F238E27FC236}">
                <a16:creationId xmlns:a16="http://schemas.microsoft.com/office/drawing/2014/main" id="{50880DAB-A249-17BC-1A0B-71B63FCE48A0}"/>
              </a:ext>
            </a:extLst>
          </p:cNvPr>
          <p:cNvSpPr/>
          <p:nvPr userDrawn="1"/>
        </p:nvSpPr>
        <p:spPr>
          <a:xfrm>
            <a:off x="4282439" y="1755648"/>
            <a:ext cx="3624071" cy="585216"/>
          </a:xfrm>
          <a:prstGeom prst="roundRect">
            <a:avLst/>
          </a:prstGeom>
          <a:solidFill>
            <a:srgbClr val="FAFBFF"/>
          </a:solidFill>
          <a:ln w="12700">
            <a:solidFill>
              <a:srgbClr val="F1F5F9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50" name="Rectangle 49">
            <a:extLst>
              <a:ext uri="{FF2B5EF4-FFF2-40B4-BE49-F238E27FC236}">
                <a16:creationId xmlns:a16="http://schemas.microsoft.com/office/drawing/2014/main" id="{3CBC60F7-F0DB-AD5A-BEDB-C2340825223A}"/>
              </a:ext>
            </a:extLst>
          </p:cNvPr>
          <p:cNvSpPr/>
          <p:nvPr userDrawn="1"/>
        </p:nvSpPr>
        <p:spPr>
          <a:xfrm>
            <a:off x="4282439" y="1755648"/>
            <a:ext cx="36576" cy="585216"/>
          </a:xfrm>
          <a:prstGeom prst="rect">
            <a:avLst/>
          </a:prstGeom>
          <a:solidFill>
            <a:srgbClr val="6366F1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51" name="TextBox 50">
            <a:extLst>
              <a:ext uri="{FF2B5EF4-FFF2-40B4-BE49-F238E27FC236}">
                <a16:creationId xmlns:a16="http://schemas.microsoft.com/office/drawing/2014/main" id="{01715A92-03C4-FF2F-A478-51FF83CA4345}"/>
              </a:ext>
            </a:extLst>
          </p:cNvPr>
          <p:cNvSpPr txBox="1"/>
          <p:nvPr userDrawn="1"/>
        </p:nvSpPr>
        <p:spPr>
          <a:xfrm>
            <a:off x="4392167" y="1810512"/>
            <a:ext cx="887756" cy="246221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defRPr sz="1000" b="1" i="0">
                <a:solidFill>
                  <a:srgbClr val="6366F1"/>
                </a:solidFill>
                <a:latin typeface="Arial"/>
              </a:defRPr>
            </a:pPr>
            <a:r>
              <a:rPr dirty="0"/>
              <a:t>{{target_2_name}}</a:t>
            </a:r>
          </a:p>
        </p:txBody>
      </p:sp>
      <p:sp>
        <p:nvSpPr>
          <p:cNvPr id="52" name="TextBox 51">
            <a:extLst>
              <a:ext uri="{FF2B5EF4-FFF2-40B4-BE49-F238E27FC236}">
                <a16:creationId xmlns:a16="http://schemas.microsoft.com/office/drawing/2014/main" id="{1E928093-2C79-AE9C-696D-65FD118BB7AC}"/>
              </a:ext>
            </a:extLst>
          </p:cNvPr>
          <p:cNvSpPr txBox="1"/>
          <p:nvPr userDrawn="1"/>
        </p:nvSpPr>
        <p:spPr>
          <a:xfrm>
            <a:off x="4392167" y="1975104"/>
            <a:ext cx="3404616" cy="16459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defRPr sz="800" b="0" i="0">
                <a:solidFill>
                  <a:srgbClr val="475569"/>
                </a:solidFill>
                <a:latin typeface="Arial"/>
              </a:defRPr>
            </a:pPr>
            <a:r>
              <a:t>{{target_2_desc}}</a:t>
            </a:r>
          </a:p>
        </p:txBody>
      </p:sp>
      <p:sp>
        <p:nvSpPr>
          <p:cNvPr id="53" name="TextBox 52">
            <a:extLst>
              <a:ext uri="{FF2B5EF4-FFF2-40B4-BE49-F238E27FC236}">
                <a16:creationId xmlns:a16="http://schemas.microsoft.com/office/drawing/2014/main" id="{EF69F524-205F-345C-ED81-A93257DEBA22}"/>
              </a:ext>
            </a:extLst>
          </p:cNvPr>
          <p:cNvSpPr txBox="1"/>
          <p:nvPr userDrawn="1"/>
        </p:nvSpPr>
        <p:spPr>
          <a:xfrm>
            <a:off x="4392167" y="2139696"/>
            <a:ext cx="3404616" cy="146304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defRPr sz="700" b="0" i="1">
                <a:solidFill>
                  <a:srgbClr val="94A3B8"/>
                </a:solidFill>
                <a:latin typeface="Arial"/>
              </a:defRPr>
            </a:pPr>
            <a:r>
              <a:t>{{target_2_detail}}</a:t>
            </a:r>
          </a:p>
        </p:txBody>
      </p:sp>
      <p:sp>
        <p:nvSpPr>
          <p:cNvPr id="54" name="Rounded Rectangle 57">
            <a:extLst>
              <a:ext uri="{FF2B5EF4-FFF2-40B4-BE49-F238E27FC236}">
                <a16:creationId xmlns:a16="http://schemas.microsoft.com/office/drawing/2014/main" id="{72135119-21E3-8692-B92E-6EF5FE79A27F}"/>
              </a:ext>
            </a:extLst>
          </p:cNvPr>
          <p:cNvSpPr/>
          <p:nvPr userDrawn="1"/>
        </p:nvSpPr>
        <p:spPr>
          <a:xfrm>
            <a:off x="4282439" y="2414015"/>
            <a:ext cx="3624071" cy="585216"/>
          </a:xfrm>
          <a:prstGeom prst="roundRect">
            <a:avLst/>
          </a:prstGeom>
          <a:solidFill>
            <a:srgbClr val="FAFBFF"/>
          </a:solidFill>
          <a:ln w="12700">
            <a:solidFill>
              <a:srgbClr val="F1F5F9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55" name="Rectangle 54">
            <a:extLst>
              <a:ext uri="{FF2B5EF4-FFF2-40B4-BE49-F238E27FC236}">
                <a16:creationId xmlns:a16="http://schemas.microsoft.com/office/drawing/2014/main" id="{B10D4529-5334-7185-B617-6707BF1385F1}"/>
              </a:ext>
            </a:extLst>
          </p:cNvPr>
          <p:cNvSpPr/>
          <p:nvPr userDrawn="1"/>
        </p:nvSpPr>
        <p:spPr>
          <a:xfrm>
            <a:off x="4282439" y="2414015"/>
            <a:ext cx="36576" cy="585216"/>
          </a:xfrm>
          <a:prstGeom prst="rect">
            <a:avLst/>
          </a:prstGeom>
          <a:solidFill>
            <a:srgbClr val="3B82F6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56" name="TextBox 55">
            <a:extLst>
              <a:ext uri="{FF2B5EF4-FFF2-40B4-BE49-F238E27FC236}">
                <a16:creationId xmlns:a16="http://schemas.microsoft.com/office/drawing/2014/main" id="{B6DCFA7E-56D5-D389-892F-F41C5DFDF24B}"/>
              </a:ext>
            </a:extLst>
          </p:cNvPr>
          <p:cNvSpPr txBox="1"/>
          <p:nvPr userDrawn="1"/>
        </p:nvSpPr>
        <p:spPr>
          <a:xfrm>
            <a:off x="4392167" y="2468879"/>
            <a:ext cx="887756" cy="246221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defRPr sz="1000" b="1" i="0">
                <a:solidFill>
                  <a:srgbClr val="3B82F6"/>
                </a:solidFill>
                <a:latin typeface="Arial"/>
              </a:defRPr>
            </a:pPr>
            <a:r>
              <a:rPr dirty="0"/>
              <a:t>{{target_3_name}}</a:t>
            </a:r>
          </a:p>
        </p:txBody>
      </p:sp>
      <p:sp>
        <p:nvSpPr>
          <p:cNvPr id="57" name="TextBox 56">
            <a:extLst>
              <a:ext uri="{FF2B5EF4-FFF2-40B4-BE49-F238E27FC236}">
                <a16:creationId xmlns:a16="http://schemas.microsoft.com/office/drawing/2014/main" id="{15AE594E-A476-2228-8C11-AB1CF51A86B0}"/>
              </a:ext>
            </a:extLst>
          </p:cNvPr>
          <p:cNvSpPr txBox="1"/>
          <p:nvPr userDrawn="1"/>
        </p:nvSpPr>
        <p:spPr>
          <a:xfrm>
            <a:off x="4392167" y="2633472"/>
            <a:ext cx="3404616" cy="16459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defRPr sz="800" b="0" i="0">
                <a:solidFill>
                  <a:srgbClr val="475569"/>
                </a:solidFill>
                <a:latin typeface="Arial"/>
              </a:defRPr>
            </a:pPr>
            <a:r>
              <a:t>{{target_3_desc}}</a:t>
            </a:r>
          </a:p>
        </p:txBody>
      </p:sp>
      <p:sp>
        <p:nvSpPr>
          <p:cNvPr id="58" name="TextBox 57">
            <a:extLst>
              <a:ext uri="{FF2B5EF4-FFF2-40B4-BE49-F238E27FC236}">
                <a16:creationId xmlns:a16="http://schemas.microsoft.com/office/drawing/2014/main" id="{431DB259-630D-DEC0-BE12-7481B37EA629}"/>
              </a:ext>
            </a:extLst>
          </p:cNvPr>
          <p:cNvSpPr txBox="1"/>
          <p:nvPr userDrawn="1"/>
        </p:nvSpPr>
        <p:spPr>
          <a:xfrm>
            <a:off x="4392167" y="2798063"/>
            <a:ext cx="3404616" cy="146304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defRPr sz="700" b="0" i="1">
                <a:solidFill>
                  <a:srgbClr val="94A3B8"/>
                </a:solidFill>
                <a:latin typeface="Arial"/>
              </a:defRPr>
            </a:pPr>
            <a:r>
              <a:t>{{target_3_detail}}</a:t>
            </a:r>
          </a:p>
        </p:txBody>
      </p:sp>
      <p:sp>
        <p:nvSpPr>
          <p:cNvPr id="59" name="Rounded Rectangle 62">
            <a:extLst>
              <a:ext uri="{FF2B5EF4-FFF2-40B4-BE49-F238E27FC236}">
                <a16:creationId xmlns:a16="http://schemas.microsoft.com/office/drawing/2014/main" id="{4B34C5BB-40B4-EE6D-056F-DF75586D9B5D}"/>
              </a:ext>
            </a:extLst>
          </p:cNvPr>
          <p:cNvSpPr/>
          <p:nvPr userDrawn="1"/>
        </p:nvSpPr>
        <p:spPr>
          <a:xfrm>
            <a:off x="4282439" y="3072384"/>
            <a:ext cx="3624071" cy="585216"/>
          </a:xfrm>
          <a:prstGeom prst="roundRect">
            <a:avLst/>
          </a:prstGeom>
          <a:solidFill>
            <a:srgbClr val="FAFBFF"/>
          </a:solidFill>
          <a:ln w="12700">
            <a:solidFill>
              <a:srgbClr val="F1F5F9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60" name="Rectangle 59">
            <a:extLst>
              <a:ext uri="{FF2B5EF4-FFF2-40B4-BE49-F238E27FC236}">
                <a16:creationId xmlns:a16="http://schemas.microsoft.com/office/drawing/2014/main" id="{02F518FE-59BB-B374-0E05-14D74565FBCB}"/>
              </a:ext>
            </a:extLst>
          </p:cNvPr>
          <p:cNvSpPr/>
          <p:nvPr userDrawn="1"/>
        </p:nvSpPr>
        <p:spPr>
          <a:xfrm>
            <a:off x="4282439" y="3072384"/>
            <a:ext cx="36576" cy="585216"/>
          </a:xfrm>
          <a:prstGeom prst="rect">
            <a:avLst/>
          </a:prstGeom>
          <a:solidFill>
            <a:srgbClr val="06B6D4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61" name="TextBox 60">
            <a:extLst>
              <a:ext uri="{FF2B5EF4-FFF2-40B4-BE49-F238E27FC236}">
                <a16:creationId xmlns:a16="http://schemas.microsoft.com/office/drawing/2014/main" id="{8EE9D6D5-B8E4-A599-90E4-E31FB9D58767}"/>
              </a:ext>
            </a:extLst>
          </p:cNvPr>
          <p:cNvSpPr txBox="1"/>
          <p:nvPr userDrawn="1"/>
        </p:nvSpPr>
        <p:spPr>
          <a:xfrm>
            <a:off x="4392167" y="3127248"/>
            <a:ext cx="792186" cy="246221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defRPr sz="1000" b="1" i="0">
                <a:solidFill>
                  <a:srgbClr val="06B6D4"/>
                </a:solidFill>
                <a:latin typeface="Arial"/>
              </a:defRPr>
            </a:pPr>
            <a:r>
              <a:rPr dirty="0"/>
              <a:t>{{target_4_name}}</a:t>
            </a:r>
          </a:p>
        </p:txBody>
      </p:sp>
      <p:sp>
        <p:nvSpPr>
          <p:cNvPr id="62" name="TextBox 61">
            <a:extLst>
              <a:ext uri="{FF2B5EF4-FFF2-40B4-BE49-F238E27FC236}">
                <a16:creationId xmlns:a16="http://schemas.microsoft.com/office/drawing/2014/main" id="{924CBA37-7A4B-2084-CF64-C43DEAC494C4}"/>
              </a:ext>
            </a:extLst>
          </p:cNvPr>
          <p:cNvSpPr txBox="1"/>
          <p:nvPr userDrawn="1"/>
        </p:nvSpPr>
        <p:spPr>
          <a:xfrm>
            <a:off x="4392167" y="3291840"/>
            <a:ext cx="3404616" cy="16459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defRPr sz="800" b="0" i="0">
                <a:solidFill>
                  <a:srgbClr val="475569"/>
                </a:solidFill>
                <a:latin typeface="Arial"/>
              </a:defRPr>
            </a:pPr>
            <a:r>
              <a:t>{{target_4_desc}}</a:t>
            </a:r>
          </a:p>
        </p:txBody>
      </p:sp>
      <p:sp>
        <p:nvSpPr>
          <p:cNvPr id="63" name="TextBox 62">
            <a:extLst>
              <a:ext uri="{FF2B5EF4-FFF2-40B4-BE49-F238E27FC236}">
                <a16:creationId xmlns:a16="http://schemas.microsoft.com/office/drawing/2014/main" id="{86A91AE3-4284-2627-0391-AAB192223E6E}"/>
              </a:ext>
            </a:extLst>
          </p:cNvPr>
          <p:cNvSpPr txBox="1"/>
          <p:nvPr userDrawn="1"/>
        </p:nvSpPr>
        <p:spPr>
          <a:xfrm>
            <a:off x="4392167" y="3456432"/>
            <a:ext cx="3404616" cy="146304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defRPr sz="700" b="0" i="1">
                <a:solidFill>
                  <a:srgbClr val="94A3B8"/>
                </a:solidFill>
                <a:latin typeface="Arial"/>
              </a:defRPr>
            </a:pPr>
            <a:r>
              <a:t>{{target_4_detail}}</a:t>
            </a:r>
          </a:p>
        </p:txBody>
      </p:sp>
      <p:sp>
        <p:nvSpPr>
          <p:cNvPr id="64" name="TextBox 63">
            <a:extLst>
              <a:ext uri="{FF2B5EF4-FFF2-40B4-BE49-F238E27FC236}">
                <a16:creationId xmlns:a16="http://schemas.microsoft.com/office/drawing/2014/main" id="{F8A4D4CB-FF09-1CFD-7356-D4EE190723CD}"/>
              </a:ext>
            </a:extLst>
          </p:cNvPr>
          <p:cNvSpPr txBox="1"/>
          <p:nvPr userDrawn="1"/>
        </p:nvSpPr>
        <p:spPr>
          <a:xfrm>
            <a:off x="4282439" y="3822191"/>
            <a:ext cx="3624071" cy="146304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defRPr sz="700" b="1" i="0">
                <a:solidFill>
                  <a:srgbClr val="94A3B8"/>
                </a:solidFill>
                <a:latin typeface="Arial"/>
              </a:defRPr>
            </a:pPr>
            <a:r>
              <a:t>DISEASE BIOLOGY</a:t>
            </a:r>
          </a:p>
        </p:txBody>
      </p:sp>
      <p:sp>
        <p:nvSpPr>
          <p:cNvPr id="65" name="TextBox 64">
            <a:extLst>
              <a:ext uri="{FF2B5EF4-FFF2-40B4-BE49-F238E27FC236}">
                <a16:creationId xmlns:a16="http://schemas.microsoft.com/office/drawing/2014/main" id="{FA92CAB8-65CA-A783-AEF0-67CDBF05D587}"/>
              </a:ext>
            </a:extLst>
          </p:cNvPr>
          <p:cNvSpPr txBox="1"/>
          <p:nvPr userDrawn="1"/>
        </p:nvSpPr>
        <p:spPr>
          <a:xfrm>
            <a:off x="4282439" y="4005072"/>
            <a:ext cx="109728" cy="128016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defRPr sz="700" b="0" i="0">
                <a:solidFill>
                  <a:srgbClr val="6366F1"/>
                </a:solidFill>
                <a:latin typeface="Arial"/>
              </a:defRPr>
            </a:pPr>
            <a:r>
              <a:t>→</a:t>
            </a:r>
          </a:p>
        </p:txBody>
      </p:sp>
      <p:sp>
        <p:nvSpPr>
          <p:cNvPr id="66" name="TextBox 65">
            <a:extLst>
              <a:ext uri="{FF2B5EF4-FFF2-40B4-BE49-F238E27FC236}">
                <a16:creationId xmlns:a16="http://schemas.microsoft.com/office/drawing/2014/main" id="{D808337F-9073-EBC1-D691-A416454EA654}"/>
              </a:ext>
            </a:extLst>
          </p:cNvPr>
          <p:cNvSpPr txBox="1"/>
          <p:nvPr userDrawn="1"/>
        </p:nvSpPr>
        <p:spPr>
          <a:xfrm>
            <a:off x="4410456" y="4005072"/>
            <a:ext cx="3496056" cy="23083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defRPr sz="800" b="0" i="0">
                <a:solidFill>
                  <a:srgbClr val="475569"/>
                </a:solidFill>
                <a:latin typeface="Arial"/>
              </a:defRPr>
            </a:pPr>
            <a:r>
              <a:rPr sz="900"/>
              <a:t>{{biology_1}}</a:t>
            </a:r>
          </a:p>
        </p:txBody>
      </p:sp>
      <p:sp>
        <p:nvSpPr>
          <p:cNvPr id="67" name="TextBox 66">
            <a:extLst>
              <a:ext uri="{FF2B5EF4-FFF2-40B4-BE49-F238E27FC236}">
                <a16:creationId xmlns:a16="http://schemas.microsoft.com/office/drawing/2014/main" id="{56D24E49-540F-EFD7-26D6-3359CC105B93}"/>
              </a:ext>
            </a:extLst>
          </p:cNvPr>
          <p:cNvSpPr txBox="1"/>
          <p:nvPr userDrawn="1"/>
        </p:nvSpPr>
        <p:spPr>
          <a:xfrm>
            <a:off x="4282439" y="4261104"/>
            <a:ext cx="109728" cy="128016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defRPr sz="700" b="0" i="0">
                <a:solidFill>
                  <a:srgbClr val="6366F1"/>
                </a:solidFill>
                <a:latin typeface="Arial"/>
              </a:defRPr>
            </a:pPr>
            <a:r>
              <a:t>→</a:t>
            </a:r>
          </a:p>
        </p:txBody>
      </p:sp>
      <p:sp>
        <p:nvSpPr>
          <p:cNvPr id="68" name="TextBox 67">
            <a:extLst>
              <a:ext uri="{FF2B5EF4-FFF2-40B4-BE49-F238E27FC236}">
                <a16:creationId xmlns:a16="http://schemas.microsoft.com/office/drawing/2014/main" id="{5149C62E-1A82-8FD1-D4AB-3E5DC2213052}"/>
              </a:ext>
            </a:extLst>
          </p:cNvPr>
          <p:cNvSpPr txBox="1"/>
          <p:nvPr userDrawn="1"/>
        </p:nvSpPr>
        <p:spPr>
          <a:xfrm>
            <a:off x="4410456" y="4261104"/>
            <a:ext cx="3496056" cy="23083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defRPr sz="800" b="0" i="0">
                <a:solidFill>
                  <a:srgbClr val="475569"/>
                </a:solidFill>
                <a:latin typeface="Arial"/>
              </a:defRPr>
            </a:pPr>
            <a:r>
              <a:rPr sz="900"/>
              <a:t>{{biology_2}}</a:t>
            </a:r>
          </a:p>
        </p:txBody>
      </p:sp>
      <p:sp>
        <p:nvSpPr>
          <p:cNvPr id="69" name="TextBox 68">
            <a:extLst>
              <a:ext uri="{FF2B5EF4-FFF2-40B4-BE49-F238E27FC236}">
                <a16:creationId xmlns:a16="http://schemas.microsoft.com/office/drawing/2014/main" id="{780AD1F8-44F6-77B1-60B7-E07B6FFF9C3A}"/>
              </a:ext>
            </a:extLst>
          </p:cNvPr>
          <p:cNvSpPr txBox="1"/>
          <p:nvPr userDrawn="1"/>
        </p:nvSpPr>
        <p:spPr>
          <a:xfrm>
            <a:off x="4282439" y="4517136"/>
            <a:ext cx="109728" cy="128016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defRPr sz="700" b="0" i="0">
                <a:solidFill>
                  <a:srgbClr val="6366F1"/>
                </a:solidFill>
                <a:latin typeface="Arial"/>
              </a:defRPr>
            </a:pPr>
            <a:r>
              <a:t>→</a:t>
            </a:r>
          </a:p>
        </p:txBody>
      </p:sp>
      <p:sp>
        <p:nvSpPr>
          <p:cNvPr id="70" name="TextBox 69">
            <a:extLst>
              <a:ext uri="{FF2B5EF4-FFF2-40B4-BE49-F238E27FC236}">
                <a16:creationId xmlns:a16="http://schemas.microsoft.com/office/drawing/2014/main" id="{1B2CBA71-32F4-BB95-F1C8-95E5CE882893}"/>
              </a:ext>
            </a:extLst>
          </p:cNvPr>
          <p:cNvSpPr txBox="1"/>
          <p:nvPr userDrawn="1"/>
        </p:nvSpPr>
        <p:spPr>
          <a:xfrm>
            <a:off x="4410456" y="4517136"/>
            <a:ext cx="3496056" cy="23083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defRPr sz="800" b="0" i="0">
                <a:solidFill>
                  <a:srgbClr val="475569"/>
                </a:solidFill>
                <a:latin typeface="Arial"/>
              </a:defRPr>
            </a:pPr>
            <a:r>
              <a:rPr sz="900"/>
              <a:t>{{biology_3}}</a:t>
            </a:r>
          </a:p>
        </p:txBody>
      </p:sp>
      <p:sp>
        <p:nvSpPr>
          <p:cNvPr id="71" name="TextBox 70">
            <a:extLst>
              <a:ext uri="{FF2B5EF4-FFF2-40B4-BE49-F238E27FC236}">
                <a16:creationId xmlns:a16="http://schemas.microsoft.com/office/drawing/2014/main" id="{8D32494A-2AD8-5151-1C26-3C4261E0A3B0}"/>
              </a:ext>
            </a:extLst>
          </p:cNvPr>
          <p:cNvSpPr txBox="1"/>
          <p:nvPr userDrawn="1"/>
        </p:nvSpPr>
        <p:spPr>
          <a:xfrm>
            <a:off x="4282439" y="4773168"/>
            <a:ext cx="109728" cy="128016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defRPr sz="700" b="0" i="0">
                <a:solidFill>
                  <a:srgbClr val="6366F1"/>
                </a:solidFill>
                <a:latin typeface="Arial"/>
              </a:defRPr>
            </a:pPr>
            <a:r>
              <a:t>→</a:t>
            </a:r>
          </a:p>
        </p:txBody>
      </p:sp>
      <p:sp>
        <p:nvSpPr>
          <p:cNvPr id="72" name="TextBox 71">
            <a:extLst>
              <a:ext uri="{FF2B5EF4-FFF2-40B4-BE49-F238E27FC236}">
                <a16:creationId xmlns:a16="http://schemas.microsoft.com/office/drawing/2014/main" id="{1B47A25F-7E07-F3A4-D835-EAF28C92393F}"/>
              </a:ext>
            </a:extLst>
          </p:cNvPr>
          <p:cNvSpPr txBox="1"/>
          <p:nvPr userDrawn="1"/>
        </p:nvSpPr>
        <p:spPr>
          <a:xfrm>
            <a:off x="4410456" y="4773168"/>
            <a:ext cx="3496056" cy="23083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defRPr sz="800" b="0" i="0">
                <a:solidFill>
                  <a:srgbClr val="475569"/>
                </a:solidFill>
                <a:latin typeface="Arial"/>
              </a:defRPr>
            </a:pPr>
            <a:r>
              <a:rPr sz="900"/>
              <a:t>{{biology_4}}</a:t>
            </a:r>
          </a:p>
        </p:txBody>
      </p:sp>
      <p:sp>
        <p:nvSpPr>
          <p:cNvPr id="73" name="Rounded Rectangle 76">
            <a:extLst>
              <a:ext uri="{FF2B5EF4-FFF2-40B4-BE49-F238E27FC236}">
                <a16:creationId xmlns:a16="http://schemas.microsoft.com/office/drawing/2014/main" id="{AFD376E6-01EF-6F41-0D43-03CE419BF00B}"/>
              </a:ext>
            </a:extLst>
          </p:cNvPr>
          <p:cNvSpPr/>
          <p:nvPr userDrawn="1"/>
        </p:nvSpPr>
        <p:spPr>
          <a:xfrm>
            <a:off x="8144255" y="658368"/>
            <a:ext cx="3880104" cy="5596128"/>
          </a:xfrm>
          <a:prstGeom prst="roundRect">
            <a:avLst/>
          </a:prstGeom>
          <a:solidFill>
            <a:srgbClr val="FFFFFF"/>
          </a:solidFill>
          <a:ln w="12700">
            <a:solidFill>
              <a:srgbClr val="E5E7EB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74" name="Rectangle 73">
            <a:extLst>
              <a:ext uri="{FF2B5EF4-FFF2-40B4-BE49-F238E27FC236}">
                <a16:creationId xmlns:a16="http://schemas.microsoft.com/office/drawing/2014/main" id="{EEC928E6-FD25-BAC9-D0BB-AA49C3F31933}"/>
              </a:ext>
            </a:extLst>
          </p:cNvPr>
          <p:cNvSpPr/>
          <p:nvPr userDrawn="1"/>
        </p:nvSpPr>
        <p:spPr>
          <a:xfrm>
            <a:off x="8144255" y="658368"/>
            <a:ext cx="3880104" cy="329184"/>
          </a:xfrm>
          <a:prstGeom prst="rect">
            <a:avLst/>
          </a:prstGeom>
          <a:solidFill>
            <a:srgbClr val="FAFBFF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75" name="Rectangle 74">
            <a:extLst>
              <a:ext uri="{FF2B5EF4-FFF2-40B4-BE49-F238E27FC236}">
                <a16:creationId xmlns:a16="http://schemas.microsoft.com/office/drawing/2014/main" id="{4399E179-3217-6114-A536-287BA63EFE0E}"/>
              </a:ext>
            </a:extLst>
          </p:cNvPr>
          <p:cNvSpPr/>
          <p:nvPr userDrawn="1"/>
        </p:nvSpPr>
        <p:spPr>
          <a:xfrm>
            <a:off x="8144255" y="987552"/>
            <a:ext cx="3880104" cy="9144"/>
          </a:xfrm>
          <a:prstGeom prst="rect">
            <a:avLst/>
          </a:prstGeom>
          <a:solidFill>
            <a:srgbClr val="F1F5F9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76" name="Oval 75">
            <a:extLst>
              <a:ext uri="{FF2B5EF4-FFF2-40B4-BE49-F238E27FC236}">
                <a16:creationId xmlns:a16="http://schemas.microsoft.com/office/drawing/2014/main" id="{B9A0971F-FD9F-65CD-1205-0B498FC02FBC}"/>
              </a:ext>
            </a:extLst>
          </p:cNvPr>
          <p:cNvSpPr/>
          <p:nvPr userDrawn="1"/>
        </p:nvSpPr>
        <p:spPr>
          <a:xfrm>
            <a:off x="8272271" y="808800"/>
            <a:ext cx="64008" cy="64008"/>
          </a:xfrm>
          <a:prstGeom prst="ellipse">
            <a:avLst/>
          </a:prstGeom>
          <a:solidFill>
            <a:srgbClr val="3B82F6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77" name="TextBox 76">
            <a:extLst>
              <a:ext uri="{FF2B5EF4-FFF2-40B4-BE49-F238E27FC236}">
                <a16:creationId xmlns:a16="http://schemas.microsoft.com/office/drawing/2014/main" id="{24254102-CB7B-1815-4959-BF4C7BE4407A}"/>
              </a:ext>
            </a:extLst>
          </p:cNvPr>
          <p:cNvSpPr txBox="1"/>
          <p:nvPr userDrawn="1"/>
        </p:nvSpPr>
        <p:spPr>
          <a:xfrm>
            <a:off x="8381999" y="731519"/>
            <a:ext cx="3514344" cy="1828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defRPr sz="900" b="1" i="0">
                <a:solidFill>
                  <a:srgbClr val="64748B"/>
                </a:solidFill>
                <a:latin typeface="Arial"/>
              </a:defRPr>
            </a:pPr>
            <a:r>
              <a:t>Current Treatment Landscape</a:t>
            </a:r>
          </a:p>
        </p:txBody>
      </p:sp>
      <p:sp>
        <p:nvSpPr>
          <p:cNvPr id="78" name="Rounded Rectangle 81">
            <a:extLst>
              <a:ext uri="{FF2B5EF4-FFF2-40B4-BE49-F238E27FC236}">
                <a16:creationId xmlns:a16="http://schemas.microsoft.com/office/drawing/2014/main" id="{9B4B72AE-2532-2CF4-66DF-3DF58609CA30}"/>
              </a:ext>
            </a:extLst>
          </p:cNvPr>
          <p:cNvSpPr/>
          <p:nvPr userDrawn="1"/>
        </p:nvSpPr>
        <p:spPr>
          <a:xfrm>
            <a:off x="8272271" y="1097280"/>
            <a:ext cx="3624071" cy="768096"/>
          </a:xfrm>
          <a:prstGeom prst="roundRect">
            <a:avLst/>
          </a:prstGeom>
          <a:solidFill>
            <a:srgbClr val="FAFBFF"/>
          </a:solidFill>
          <a:ln w="12700">
            <a:solidFill>
              <a:srgbClr val="F1F5F9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81" name="TextBox 80">
            <a:extLst>
              <a:ext uri="{FF2B5EF4-FFF2-40B4-BE49-F238E27FC236}">
                <a16:creationId xmlns:a16="http://schemas.microsoft.com/office/drawing/2014/main" id="{F45D740B-AC6D-820F-55C9-2CF215026F3D}"/>
              </a:ext>
            </a:extLst>
          </p:cNvPr>
          <p:cNvSpPr txBox="1"/>
          <p:nvPr userDrawn="1"/>
        </p:nvSpPr>
        <p:spPr>
          <a:xfrm>
            <a:off x="8674607" y="1170432"/>
            <a:ext cx="3148584" cy="1828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defRPr sz="900" b="1" i="0">
                <a:solidFill>
                  <a:srgbClr val="10B981"/>
                </a:solidFill>
                <a:latin typeface="Arial"/>
              </a:defRPr>
            </a:pPr>
            <a:r>
              <a:t>{{tx_1l_label}}</a:t>
            </a:r>
          </a:p>
        </p:txBody>
      </p:sp>
      <p:sp>
        <p:nvSpPr>
          <p:cNvPr id="82" name="TextBox 81">
            <a:extLst>
              <a:ext uri="{FF2B5EF4-FFF2-40B4-BE49-F238E27FC236}">
                <a16:creationId xmlns:a16="http://schemas.microsoft.com/office/drawing/2014/main" id="{8BE595C4-E66B-791E-8F41-E3C3A439F59E}"/>
              </a:ext>
            </a:extLst>
          </p:cNvPr>
          <p:cNvSpPr txBox="1"/>
          <p:nvPr userDrawn="1"/>
        </p:nvSpPr>
        <p:spPr>
          <a:xfrm>
            <a:off x="8674607" y="1371600"/>
            <a:ext cx="3148584" cy="420624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defRPr sz="800" b="0" i="0">
                <a:solidFill>
                  <a:srgbClr val="475569"/>
                </a:solidFill>
                <a:latin typeface="Arial"/>
              </a:defRPr>
            </a:pPr>
            <a:r>
              <a:t>{{tx_1l_detail}}</a:t>
            </a:r>
            <a:br/>
            <a:endParaRPr/>
          </a:p>
        </p:txBody>
      </p:sp>
      <p:sp>
        <p:nvSpPr>
          <p:cNvPr id="83" name="Rectangle 82">
            <a:extLst>
              <a:ext uri="{FF2B5EF4-FFF2-40B4-BE49-F238E27FC236}">
                <a16:creationId xmlns:a16="http://schemas.microsoft.com/office/drawing/2014/main" id="{CD85F2AD-1EE1-DA61-BE94-EC5C48017177}"/>
              </a:ext>
            </a:extLst>
          </p:cNvPr>
          <p:cNvSpPr/>
          <p:nvPr userDrawn="1"/>
        </p:nvSpPr>
        <p:spPr>
          <a:xfrm>
            <a:off x="8473439" y="1865376"/>
            <a:ext cx="9144" cy="164592"/>
          </a:xfrm>
          <a:prstGeom prst="rect">
            <a:avLst/>
          </a:prstGeom>
          <a:solidFill>
            <a:srgbClr val="E5E7EB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84" name="Rounded Rectangle 87">
            <a:extLst>
              <a:ext uri="{FF2B5EF4-FFF2-40B4-BE49-F238E27FC236}">
                <a16:creationId xmlns:a16="http://schemas.microsoft.com/office/drawing/2014/main" id="{67D3BD97-B8D8-0501-D49D-A323E783FA29}"/>
              </a:ext>
            </a:extLst>
          </p:cNvPr>
          <p:cNvSpPr/>
          <p:nvPr userDrawn="1"/>
        </p:nvSpPr>
        <p:spPr>
          <a:xfrm>
            <a:off x="8272271" y="2029967"/>
            <a:ext cx="3624071" cy="768096"/>
          </a:xfrm>
          <a:prstGeom prst="roundRect">
            <a:avLst/>
          </a:prstGeom>
          <a:solidFill>
            <a:srgbClr val="FAFBFF"/>
          </a:solidFill>
          <a:ln w="12700">
            <a:solidFill>
              <a:srgbClr val="F1F5F9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87" name="TextBox 86">
            <a:extLst>
              <a:ext uri="{FF2B5EF4-FFF2-40B4-BE49-F238E27FC236}">
                <a16:creationId xmlns:a16="http://schemas.microsoft.com/office/drawing/2014/main" id="{E3E90121-55EC-1651-DFED-5748C84B8F1C}"/>
              </a:ext>
            </a:extLst>
          </p:cNvPr>
          <p:cNvSpPr txBox="1"/>
          <p:nvPr userDrawn="1"/>
        </p:nvSpPr>
        <p:spPr>
          <a:xfrm>
            <a:off x="8674607" y="2103120"/>
            <a:ext cx="3148584" cy="1828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defRPr sz="900" b="1" i="0">
                <a:solidFill>
                  <a:srgbClr val="3B82F6"/>
                </a:solidFill>
                <a:latin typeface="Arial"/>
              </a:defRPr>
            </a:pPr>
            <a:r>
              <a:t>{{tx_2l_label}}</a:t>
            </a:r>
          </a:p>
        </p:txBody>
      </p:sp>
      <p:sp>
        <p:nvSpPr>
          <p:cNvPr id="88" name="TextBox 87">
            <a:extLst>
              <a:ext uri="{FF2B5EF4-FFF2-40B4-BE49-F238E27FC236}">
                <a16:creationId xmlns:a16="http://schemas.microsoft.com/office/drawing/2014/main" id="{9351EA45-540B-5CDE-DAC1-8A6EC1C0A63A}"/>
              </a:ext>
            </a:extLst>
          </p:cNvPr>
          <p:cNvSpPr txBox="1"/>
          <p:nvPr userDrawn="1"/>
        </p:nvSpPr>
        <p:spPr>
          <a:xfrm>
            <a:off x="8674607" y="2304287"/>
            <a:ext cx="3148584" cy="420624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defRPr sz="800" b="0" i="0">
                <a:solidFill>
                  <a:srgbClr val="475569"/>
                </a:solidFill>
                <a:latin typeface="Arial"/>
              </a:defRPr>
            </a:pPr>
            <a:r>
              <a:t>{{tx_2l_detail}}</a:t>
            </a:r>
            <a:br/>
            <a:endParaRPr/>
          </a:p>
        </p:txBody>
      </p:sp>
      <p:sp>
        <p:nvSpPr>
          <p:cNvPr id="89" name="Rectangle 88">
            <a:extLst>
              <a:ext uri="{FF2B5EF4-FFF2-40B4-BE49-F238E27FC236}">
                <a16:creationId xmlns:a16="http://schemas.microsoft.com/office/drawing/2014/main" id="{422A9A20-18F7-C6DD-B17A-3C0769391D48}"/>
              </a:ext>
            </a:extLst>
          </p:cNvPr>
          <p:cNvSpPr/>
          <p:nvPr userDrawn="1"/>
        </p:nvSpPr>
        <p:spPr>
          <a:xfrm>
            <a:off x="8473439" y="2798063"/>
            <a:ext cx="9144" cy="164592"/>
          </a:xfrm>
          <a:prstGeom prst="rect">
            <a:avLst/>
          </a:prstGeom>
          <a:solidFill>
            <a:srgbClr val="E5E7EB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90" name="Rounded Rectangle 93">
            <a:extLst>
              <a:ext uri="{FF2B5EF4-FFF2-40B4-BE49-F238E27FC236}">
                <a16:creationId xmlns:a16="http://schemas.microsoft.com/office/drawing/2014/main" id="{8B8570F6-DAE4-E7BA-4596-D89BB8B71ED7}"/>
              </a:ext>
            </a:extLst>
          </p:cNvPr>
          <p:cNvSpPr/>
          <p:nvPr userDrawn="1"/>
        </p:nvSpPr>
        <p:spPr>
          <a:xfrm>
            <a:off x="8272271" y="2962656"/>
            <a:ext cx="3624071" cy="768096"/>
          </a:xfrm>
          <a:prstGeom prst="roundRect">
            <a:avLst/>
          </a:prstGeom>
          <a:solidFill>
            <a:srgbClr val="FAFBFF"/>
          </a:solidFill>
          <a:ln w="12700">
            <a:solidFill>
              <a:srgbClr val="F1F5F9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93" name="TextBox 92">
            <a:extLst>
              <a:ext uri="{FF2B5EF4-FFF2-40B4-BE49-F238E27FC236}">
                <a16:creationId xmlns:a16="http://schemas.microsoft.com/office/drawing/2014/main" id="{C592B86B-93BD-FED5-7544-FD2A84B8A222}"/>
              </a:ext>
            </a:extLst>
          </p:cNvPr>
          <p:cNvSpPr txBox="1"/>
          <p:nvPr userDrawn="1"/>
        </p:nvSpPr>
        <p:spPr>
          <a:xfrm>
            <a:off x="8674607" y="3035808"/>
            <a:ext cx="3148584" cy="1828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defRPr sz="900" b="1" i="0">
                <a:solidFill>
                  <a:srgbClr val="8B5CF6"/>
                </a:solidFill>
                <a:latin typeface="Arial"/>
              </a:defRPr>
            </a:pPr>
            <a:r>
              <a:t>{{tx_3l_label}}</a:t>
            </a:r>
          </a:p>
        </p:txBody>
      </p:sp>
      <p:sp>
        <p:nvSpPr>
          <p:cNvPr id="94" name="TextBox 93">
            <a:extLst>
              <a:ext uri="{FF2B5EF4-FFF2-40B4-BE49-F238E27FC236}">
                <a16:creationId xmlns:a16="http://schemas.microsoft.com/office/drawing/2014/main" id="{B36C8ACB-6A0E-B259-1F31-C193D5293F77}"/>
              </a:ext>
            </a:extLst>
          </p:cNvPr>
          <p:cNvSpPr txBox="1"/>
          <p:nvPr userDrawn="1"/>
        </p:nvSpPr>
        <p:spPr>
          <a:xfrm>
            <a:off x="8674607" y="3236975"/>
            <a:ext cx="3148584" cy="420624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defRPr sz="800" b="0" i="0">
                <a:solidFill>
                  <a:srgbClr val="475569"/>
                </a:solidFill>
                <a:latin typeface="Arial"/>
              </a:defRPr>
            </a:pPr>
            <a:r>
              <a:t>{{tx_3l_detail}}</a:t>
            </a:r>
            <a:br/>
            <a:br/>
            <a:endParaRPr/>
          </a:p>
        </p:txBody>
      </p:sp>
      <p:sp>
        <p:nvSpPr>
          <p:cNvPr id="95" name="Rectangle 94">
            <a:extLst>
              <a:ext uri="{FF2B5EF4-FFF2-40B4-BE49-F238E27FC236}">
                <a16:creationId xmlns:a16="http://schemas.microsoft.com/office/drawing/2014/main" id="{957572C9-CAD6-3E63-0845-53BAEEC2F504}"/>
              </a:ext>
            </a:extLst>
          </p:cNvPr>
          <p:cNvSpPr/>
          <p:nvPr userDrawn="1"/>
        </p:nvSpPr>
        <p:spPr>
          <a:xfrm>
            <a:off x="8473439" y="3730752"/>
            <a:ext cx="9144" cy="164592"/>
          </a:xfrm>
          <a:prstGeom prst="rect">
            <a:avLst/>
          </a:prstGeom>
          <a:solidFill>
            <a:srgbClr val="E5E7EB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96" name="Rounded Rectangle 99">
            <a:extLst>
              <a:ext uri="{FF2B5EF4-FFF2-40B4-BE49-F238E27FC236}">
                <a16:creationId xmlns:a16="http://schemas.microsoft.com/office/drawing/2014/main" id="{3798337B-87B9-B802-7015-4DD5CD31E3D9}"/>
              </a:ext>
            </a:extLst>
          </p:cNvPr>
          <p:cNvSpPr/>
          <p:nvPr userDrawn="1"/>
        </p:nvSpPr>
        <p:spPr>
          <a:xfrm>
            <a:off x="8272271" y="3895344"/>
            <a:ext cx="3624071" cy="768096"/>
          </a:xfrm>
          <a:prstGeom prst="roundRect">
            <a:avLst/>
          </a:prstGeom>
          <a:solidFill>
            <a:srgbClr val="FAFBFF"/>
          </a:solidFill>
          <a:ln w="12700">
            <a:solidFill>
              <a:srgbClr val="F1F5F9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99" name="TextBox 98">
            <a:extLst>
              <a:ext uri="{FF2B5EF4-FFF2-40B4-BE49-F238E27FC236}">
                <a16:creationId xmlns:a16="http://schemas.microsoft.com/office/drawing/2014/main" id="{DFDA90DF-DCFB-C7B3-B297-39BC8F502149}"/>
              </a:ext>
            </a:extLst>
          </p:cNvPr>
          <p:cNvSpPr txBox="1"/>
          <p:nvPr userDrawn="1"/>
        </p:nvSpPr>
        <p:spPr>
          <a:xfrm>
            <a:off x="8674607" y="3968496"/>
            <a:ext cx="3148584" cy="1828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defRPr sz="900" b="1" i="0">
                <a:solidFill>
                  <a:srgbClr val="EF4444"/>
                </a:solidFill>
                <a:latin typeface="Arial"/>
              </a:defRPr>
            </a:pPr>
            <a:r>
              <a:t>{{tx_rrmm_label}}</a:t>
            </a:r>
          </a:p>
        </p:txBody>
      </p:sp>
      <p:sp>
        <p:nvSpPr>
          <p:cNvPr id="100" name="TextBox 99">
            <a:extLst>
              <a:ext uri="{FF2B5EF4-FFF2-40B4-BE49-F238E27FC236}">
                <a16:creationId xmlns:a16="http://schemas.microsoft.com/office/drawing/2014/main" id="{D4968DD8-A2F0-7B41-A052-77B89975AB96}"/>
              </a:ext>
            </a:extLst>
          </p:cNvPr>
          <p:cNvSpPr txBox="1"/>
          <p:nvPr userDrawn="1"/>
        </p:nvSpPr>
        <p:spPr>
          <a:xfrm>
            <a:off x="8674607" y="4169663"/>
            <a:ext cx="3148584" cy="420624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defRPr sz="800" b="0" i="0">
                <a:solidFill>
                  <a:srgbClr val="475569"/>
                </a:solidFill>
                <a:latin typeface="Arial"/>
              </a:defRPr>
            </a:pPr>
            <a:r>
              <a:t>{{tx_rrmm_detail}}</a:t>
            </a:r>
            <a:br/>
            <a:br/>
            <a:endParaRPr/>
          </a:p>
        </p:txBody>
      </p:sp>
      <p:sp>
        <p:nvSpPr>
          <p:cNvPr id="101" name="Rounded Rectangle 104">
            <a:extLst>
              <a:ext uri="{FF2B5EF4-FFF2-40B4-BE49-F238E27FC236}">
                <a16:creationId xmlns:a16="http://schemas.microsoft.com/office/drawing/2014/main" id="{6294FB06-B582-72EF-B257-2772FA7C127F}"/>
              </a:ext>
            </a:extLst>
          </p:cNvPr>
          <p:cNvSpPr/>
          <p:nvPr userDrawn="1"/>
        </p:nvSpPr>
        <p:spPr>
          <a:xfrm>
            <a:off x="8272271" y="4919470"/>
            <a:ext cx="3624071" cy="655419"/>
          </a:xfrm>
          <a:prstGeom prst="roundRect">
            <a:avLst/>
          </a:prstGeom>
          <a:solidFill>
            <a:srgbClr val="FEF2F2"/>
          </a:solidFill>
          <a:ln w="12700">
            <a:solidFill>
              <a:srgbClr val="FECACA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102" name="Rectangle 101">
            <a:extLst>
              <a:ext uri="{FF2B5EF4-FFF2-40B4-BE49-F238E27FC236}">
                <a16:creationId xmlns:a16="http://schemas.microsoft.com/office/drawing/2014/main" id="{F740B0C3-5736-63AB-98F5-99040AE95925}"/>
              </a:ext>
            </a:extLst>
          </p:cNvPr>
          <p:cNvSpPr/>
          <p:nvPr userDrawn="1"/>
        </p:nvSpPr>
        <p:spPr>
          <a:xfrm>
            <a:off x="8272270" y="4919471"/>
            <a:ext cx="45719" cy="655418"/>
          </a:xfrm>
          <a:prstGeom prst="rect">
            <a:avLst/>
          </a:prstGeom>
          <a:solidFill>
            <a:srgbClr val="EF4444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103" name="TextBox 102">
            <a:extLst>
              <a:ext uri="{FF2B5EF4-FFF2-40B4-BE49-F238E27FC236}">
                <a16:creationId xmlns:a16="http://schemas.microsoft.com/office/drawing/2014/main" id="{55310323-0FCD-BC7E-FBA3-406EC9F735E4}"/>
              </a:ext>
            </a:extLst>
          </p:cNvPr>
          <p:cNvSpPr txBox="1"/>
          <p:nvPr userDrawn="1"/>
        </p:nvSpPr>
        <p:spPr>
          <a:xfrm>
            <a:off x="8381999" y="4974335"/>
            <a:ext cx="3514344" cy="128016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defRPr sz="700" b="1" i="0">
                <a:solidFill>
                  <a:srgbClr val="EF4444"/>
                </a:solidFill>
                <a:latin typeface="Arial"/>
              </a:defRPr>
            </a:pPr>
            <a:r>
              <a:t>UNMET NEED</a:t>
            </a:r>
          </a:p>
        </p:txBody>
      </p:sp>
      <p:sp>
        <p:nvSpPr>
          <p:cNvPr id="104" name="TextBox 103">
            <a:extLst>
              <a:ext uri="{FF2B5EF4-FFF2-40B4-BE49-F238E27FC236}">
                <a16:creationId xmlns:a16="http://schemas.microsoft.com/office/drawing/2014/main" id="{C3E46BBC-1BA9-E4A4-19DA-7599540BB7C2}"/>
              </a:ext>
            </a:extLst>
          </p:cNvPr>
          <p:cNvSpPr txBox="1"/>
          <p:nvPr userDrawn="1"/>
        </p:nvSpPr>
        <p:spPr>
          <a:xfrm>
            <a:off x="8381999" y="5120639"/>
            <a:ext cx="3514344" cy="219456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defRPr sz="850" b="0" i="0">
                <a:solidFill>
                  <a:srgbClr val="475569"/>
                </a:solidFill>
                <a:latin typeface="Arial"/>
              </a:defRPr>
            </a:pPr>
            <a:r>
              <a:rPr dirty="0"/>
              <a:t>{{unmet_need_statement}}</a:t>
            </a:r>
          </a:p>
        </p:txBody>
      </p:sp>
      <p:sp>
        <p:nvSpPr>
          <p:cNvPr id="105" name="Rectangle: Rounded Corners 104">
            <a:extLst>
              <a:ext uri="{FF2B5EF4-FFF2-40B4-BE49-F238E27FC236}">
                <a16:creationId xmlns:a16="http://schemas.microsoft.com/office/drawing/2014/main" id="{B47C2C66-96A1-BCC3-3F04-F1EA842FE624}"/>
              </a:ext>
            </a:extLst>
          </p:cNvPr>
          <p:cNvSpPr/>
          <p:nvPr userDrawn="1"/>
        </p:nvSpPr>
        <p:spPr>
          <a:xfrm>
            <a:off x="8272271" y="1106516"/>
            <a:ext cx="474658" cy="768096"/>
          </a:xfrm>
          <a:prstGeom prst="roundRect">
            <a:avLst/>
          </a:prstGeom>
          <a:solidFill>
            <a:srgbClr val="10B981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de-DE"/>
          </a:p>
        </p:txBody>
      </p:sp>
      <p:sp>
        <p:nvSpPr>
          <p:cNvPr id="106" name="Rectangle: Rounded Corners 105">
            <a:extLst>
              <a:ext uri="{FF2B5EF4-FFF2-40B4-BE49-F238E27FC236}">
                <a16:creationId xmlns:a16="http://schemas.microsoft.com/office/drawing/2014/main" id="{793CDB2B-1F53-840B-0ED5-6570E1B91AF5}"/>
              </a:ext>
            </a:extLst>
          </p:cNvPr>
          <p:cNvSpPr/>
          <p:nvPr userDrawn="1"/>
        </p:nvSpPr>
        <p:spPr>
          <a:xfrm>
            <a:off x="8272271" y="2041605"/>
            <a:ext cx="474658" cy="768096"/>
          </a:xfrm>
          <a:prstGeom prst="roundRect">
            <a:avLst/>
          </a:prstGeom>
          <a:solidFill>
            <a:srgbClr val="3B82F6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de-DE"/>
          </a:p>
        </p:txBody>
      </p:sp>
      <p:sp>
        <p:nvSpPr>
          <p:cNvPr id="107" name="Rectangle: Rounded Corners 106">
            <a:extLst>
              <a:ext uri="{FF2B5EF4-FFF2-40B4-BE49-F238E27FC236}">
                <a16:creationId xmlns:a16="http://schemas.microsoft.com/office/drawing/2014/main" id="{6435F1A2-7330-CBB7-9744-7467F62028D7}"/>
              </a:ext>
            </a:extLst>
          </p:cNvPr>
          <p:cNvSpPr/>
          <p:nvPr userDrawn="1"/>
        </p:nvSpPr>
        <p:spPr>
          <a:xfrm>
            <a:off x="8272270" y="2962839"/>
            <a:ext cx="474658" cy="768096"/>
          </a:xfrm>
          <a:prstGeom prst="roundRect">
            <a:avLst/>
          </a:prstGeom>
          <a:solidFill>
            <a:srgbClr val="8B5CF6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de-DE"/>
          </a:p>
        </p:txBody>
      </p:sp>
      <p:sp>
        <p:nvSpPr>
          <p:cNvPr id="108" name="Rectangle: Rounded Corners 107">
            <a:extLst>
              <a:ext uri="{FF2B5EF4-FFF2-40B4-BE49-F238E27FC236}">
                <a16:creationId xmlns:a16="http://schemas.microsoft.com/office/drawing/2014/main" id="{4D4BCB7E-37F5-A074-9562-09338B59948E}"/>
              </a:ext>
            </a:extLst>
          </p:cNvPr>
          <p:cNvSpPr/>
          <p:nvPr userDrawn="1"/>
        </p:nvSpPr>
        <p:spPr>
          <a:xfrm>
            <a:off x="8272270" y="3904580"/>
            <a:ext cx="474658" cy="768096"/>
          </a:xfrm>
          <a:prstGeom prst="roundRect">
            <a:avLst/>
          </a:prstGeom>
          <a:solidFill>
            <a:srgbClr val="EF4444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de-DE"/>
          </a:p>
        </p:txBody>
      </p:sp>
      <p:sp>
        <p:nvSpPr>
          <p:cNvPr id="80" name="TextBox 79">
            <a:extLst>
              <a:ext uri="{FF2B5EF4-FFF2-40B4-BE49-F238E27FC236}">
                <a16:creationId xmlns:a16="http://schemas.microsoft.com/office/drawing/2014/main" id="{784D847E-38CC-5F6C-5110-0372F60DFDD4}"/>
              </a:ext>
            </a:extLst>
          </p:cNvPr>
          <p:cNvSpPr txBox="1"/>
          <p:nvPr userDrawn="1"/>
        </p:nvSpPr>
        <p:spPr>
          <a:xfrm>
            <a:off x="8219379" y="1098110"/>
            <a:ext cx="518313" cy="507831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900" b="1" i="0">
                <a:solidFill>
                  <a:srgbClr val="FFFFFF"/>
                </a:solidFill>
                <a:latin typeface="Arial"/>
              </a:defRPr>
            </a:pPr>
            <a:r>
              <a:rPr dirty="0">
                <a:solidFill>
                  <a:schemeClr val="tx1"/>
                </a:solidFill>
              </a:rPr>
              <a:t>{{tx_1l_badge}}</a:t>
            </a:r>
          </a:p>
        </p:txBody>
      </p:sp>
      <p:sp>
        <p:nvSpPr>
          <p:cNvPr id="92" name="TextBox 91">
            <a:extLst>
              <a:ext uri="{FF2B5EF4-FFF2-40B4-BE49-F238E27FC236}">
                <a16:creationId xmlns:a16="http://schemas.microsoft.com/office/drawing/2014/main" id="{9FA4FAC1-B9B2-8E0C-7F71-13DDF13576B9}"/>
              </a:ext>
            </a:extLst>
          </p:cNvPr>
          <p:cNvSpPr txBox="1"/>
          <p:nvPr userDrawn="1"/>
        </p:nvSpPr>
        <p:spPr>
          <a:xfrm>
            <a:off x="8189884" y="2963486"/>
            <a:ext cx="600152" cy="507831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900" b="1" i="0">
                <a:solidFill>
                  <a:srgbClr val="FFFFFF"/>
                </a:solidFill>
                <a:latin typeface="Arial"/>
              </a:defRPr>
            </a:pPr>
            <a:r>
              <a:rPr dirty="0">
                <a:solidFill>
                  <a:schemeClr val="tx1"/>
                </a:solidFill>
              </a:rPr>
              <a:t>{{tx_3l_badge}}</a:t>
            </a:r>
          </a:p>
        </p:txBody>
      </p:sp>
      <p:sp>
        <p:nvSpPr>
          <p:cNvPr id="98" name="TextBox 97">
            <a:extLst>
              <a:ext uri="{FF2B5EF4-FFF2-40B4-BE49-F238E27FC236}">
                <a16:creationId xmlns:a16="http://schemas.microsoft.com/office/drawing/2014/main" id="{BC8E489D-982E-732B-01AE-A2274972F5C4}"/>
              </a:ext>
            </a:extLst>
          </p:cNvPr>
          <p:cNvSpPr txBox="1"/>
          <p:nvPr userDrawn="1"/>
        </p:nvSpPr>
        <p:spPr>
          <a:xfrm>
            <a:off x="8199119" y="3893193"/>
            <a:ext cx="618340" cy="507831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900" b="1" i="0">
                <a:solidFill>
                  <a:srgbClr val="FFFFFF"/>
                </a:solidFill>
                <a:latin typeface="Arial"/>
              </a:defRPr>
            </a:pPr>
            <a:r>
              <a:rPr dirty="0">
                <a:solidFill>
                  <a:schemeClr val="tx1"/>
                </a:solidFill>
              </a:rPr>
              <a:t>{{tx_rrmm_badge}}</a:t>
            </a:r>
          </a:p>
        </p:txBody>
      </p:sp>
      <p:sp>
        <p:nvSpPr>
          <p:cNvPr id="86" name="TextBox 85">
            <a:extLst>
              <a:ext uri="{FF2B5EF4-FFF2-40B4-BE49-F238E27FC236}">
                <a16:creationId xmlns:a16="http://schemas.microsoft.com/office/drawing/2014/main" id="{E5C66626-CBE1-1FD9-7DD0-562C2B3A7218}"/>
              </a:ext>
            </a:extLst>
          </p:cNvPr>
          <p:cNvSpPr txBox="1"/>
          <p:nvPr userDrawn="1"/>
        </p:nvSpPr>
        <p:spPr>
          <a:xfrm>
            <a:off x="8219379" y="2030442"/>
            <a:ext cx="518313" cy="507831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900" b="1" i="0">
                <a:solidFill>
                  <a:srgbClr val="FFFFFF"/>
                </a:solidFill>
                <a:latin typeface="Arial"/>
              </a:defRPr>
            </a:pPr>
            <a:r>
              <a:rPr dirty="0">
                <a:solidFill>
                  <a:schemeClr val="tx1"/>
                </a:solidFill>
              </a:rPr>
              <a:t>{{tx_2l_badge}}</a:t>
            </a:r>
          </a:p>
        </p:txBody>
      </p:sp>
      <p:sp>
        <p:nvSpPr>
          <p:cNvPr id="109" name="TextBox 108">
            <a:extLst>
              <a:ext uri="{FF2B5EF4-FFF2-40B4-BE49-F238E27FC236}">
                <a16:creationId xmlns:a16="http://schemas.microsoft.com/office/drawing/2014/main" id="{20E4547A-73D4-91C8-3821-E7105DA6BDD1}"/>
              </a:ext>
            </a:extLst>
          </p:cNvPr>
          <p:cNvSpPr txBox="1"/>
          <p:nvPr userDrawn="1"/>
        </p:nvSpPr>
        <p:spPr>
          <a:xfrm>
            <a:off x="1463040" y="155724"/>
            <a:ext cx="1554480" cy="237744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900" b="1" i="0">
                <a:solidFill>
                  <a:srgbClr val="C4B5FD"/>
                </a:solidFill>
                <a:latin typeface="Arial"/>
              </a:defRPr>
            </a:pPr>
            <a:r>
              <a:rPr dirty="0"/>
              <a:t>DISEASE OVERVIEW</a:t>
            </a:r>
          </a:p>
        </p:txBody>
      </p:sp>
      <p:sp>
        <p:nvSpPr>
          <p:cNvPr id="110" name="TextBox 109">
            <a:extLst>
              <a:ext uri="{FF2B5EF4-FFF2-40B4-BE49-F238E27FC236}">
                <a16:creationId xmlns:a16="http://schemas.microsoft.com/office/drawing/2014/main" id="{86B17ACA-6A9E-FCD9-AD33-C2D24F74CBBC}"/>
              </a:ext>
            </a:extLst>
          </p:cNvPr>
          <p:cNvSpPr txBox="1"/>
          <p:nvPr userDrawn="1"/>
        </p:nvSpPr>
        <p:spPr>
          <a:xfrm>
            <a:off x="3200400" y="137436"/>
            <a:ext cx="4572000" cy="2743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defRPr sz="1100" b="0" i="0">
                <a:solidFill>
                  <a:srgbClr val="C0C0D0"/>
                </a:solidFill>
                <a:latin typeface="Arial"/>
              </a:defRPr>
            </a:pPr>
            <a:r>
              <a:t>{{disease_name}}</a:t>
            </a:r>
          </a:p>
        </p:txBody>
      </p:sp>
    </p:spTree>
    <p:extLst>
      <p:ext uri="{BB962C8B-B14F-4D97-AF65-F5344CB8AC3E}">
        <p14:creationId xmlns:p14="http://schemas.microsoft.com/office/powerpoint/2010/main" val="2133037748"/>
      </p:ext>
    </p:extLst>
  </p:cSld>
  <p:clrMapOvr>
    <a:masterClrMapping/>
  </p:clrMapOvr>
</p:sldLayout>
</file>

<file path=ppt/slideLayouts/slideLayout36.xml><?xml version="1.0" encoding="utf-8"?>
<p:sldLayout xmlns:a="http://schemas.openxmlformats.org/drawingml/2006/main" xmlns:r="http://schemas.openxmlformats.org/officeDocument/2006/relationships" xmlns:p="http://schemas.openxmlformats.org/presentationml/2006/main" preserve="1" userDrawn="1">
  <p:cSld name="MARKET_ACCESS_grey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Rectangle 1">
            <a:extLst>
              <a:ext uri="{FF2B5EF4-FFF2-40B4-BE49-F238E27FC236}">
                <a16:creationId xmlns:a16="http://schemas.microsoft.com/office/drawing/2014/main" id="{6358FCB9-9AF3-749C-C3E3-C6D95ADC2FD0}"/>
              </a:ext>
            </a:extLst>
          </p:cNvPr>
          <p:cNvSpPr/>
          <p:nvPr userDrawn="1"/>
        </p:nvSpPr>
        <p:spPr>
          <a:xfrm>
            <a:off x="0" y="566928"/>
            <a:ext cx="12188952" cy="502920"/>
          </a:xfrm>
          <a:prstGeom prst="rect">
            <a:avLst/>
          </a:prstGeom>
          <a:solidFill>
            <a:srgbClr val="F5F3FF"/>
          </a:solidFill>
          <a:ln w="6350">
            <a:solidFill>
              <a:srgbClr val="E5E7EB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3" name="TextBox 2">
            <a:extLst>
              <a:ext uri="{FF2B5EF4-FFF2-40B4-BE49-F238E27FC236}">
                <a16:creationId xmlns:a16="http://schemas.microsoft.com/office/drawing/2014/main" id="{A75AFB7E-6256-9AAC-9583-E94DB12E73F0}"/>
              </a:ext>
            </a:extLst>
          </p:cNvPr>
          <p:cNvSpPr txBox="1"/>
          <p:nvPr userDrawn="1"/>
        </p:nvSpPr>
        <p:spPr>
          <a:xfrm>
            <a:off x="475488" y="640080"/>
            <a:ext cx="4572000" cy="36576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defRPr sz="1300" b="1">
                <a:solidFill>
                  <a:srgbClr val="0F172A"/>
                </a:solidFill>
                <a:latin typeface="Calibri"/>
              </a:defRPr>
            </a:pPr>
            <a:r>
              <a:t>{{market_access_title}}</a:t>
            </a:r>
          </a:p>
        </p:txBody>
      </p:sp>
      <p:sp>
        <p:nvSpPr>
          <p:cNvPr id="4" name="TextBox 3">
            <a:extLst>
              <a:ext uri="{FF2B5EF4-FFF2-40B4-BE49-F238E27FC236}">
                <a16:creationId xmlns:a16="http://schemas.microsoft.com/office/drawing/2014/main" id="{390E8ACF-197E-06A5-03B5-5D8B04CB5B9B}"/>
              </a:ext>
            </a:extLst>
          </p:cNvPr>
          <p:cNvSpPr txBox="1"/>
          <p:nvPr userDrawn="1"/>
        </p:nvSpPr>
        <p:spPr>
          <a:xfrm>
            <a:off x="5486400" y="676656"/>
            <a:ext cx="4572000" cy="32004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defRPr sz="900" b="0">
                <a:solidFill>
                  <a:srgbClr val="475569"/>
                </a:solidFill>
                <a:latin typeface="Calibri"/>
              </a:defRPr>
            </a:pPr>
            <a:r>
              <a:t>{{market_access_subtitle}}</a:t>
            </a:r>
          </a:p>
        </p:txBody>
      </p:sp>
      <p:sp>
        <p:nvSpPr>
          <p:cNvPr id="5" name="Rounded Rectangle 18">
            <a:extLst>
              <a:ext uri="{FF2B5EF4-FFF2-40B4-BE49-F238E27FC236}">
                <a16:creationId xmlns:a16="http://schemas.microsoft.com/office/drawing/2014/main" id="{F8251A8E-AB49-ED67-0EFE-B0ADC57798CB}"/>
              </a:ext>
            </a:extLst>
          </p:cNvPr>
          <p:cNvSpPr/>
          <p:nvPr userDrawn="1"/>
        </p:nvSpPr>
        <p:spPr>
          <a:xfrm>
            <a:off x="457200" y="1188720"/>
            <a:ext cx="3666744" cy="1645920"/>
          </a:xfrm>
          <a:prstGeom prst="roundRect">
            <a:avLst/>
          </a:prstGeom>
          <a:solidFill>
            <a:srgbClr val="FFFFFF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6" name="Rectangle 5">
            <a:extLst>
              <a:ext uri="{FF2B5EF4-FFF2-40B4-BE49-F238E27FC236}">
                <a16:creationId xmlns:a16="http://schemas.microsoft.com/office/drawing/2014/main" id="{8E1FC89B-7C21-48D9-23C0-A16503790098}"/>
              </a:ext>
            </a:extLst>
          </p:cNvPr>
          <p:cNvSpPr/>
          <p:nvPr userDrawn="1"/>
        </p:nvSpPr>
        <p:spPr>
          <a:xfrm>
            <a:off x="457200" y="1188720"/>
            <a:ext cx="3666744" cy="36576"/>
          </a:xfrm>
          <a:prstGeom prst="rect">
            <a:avLst/>
          </a:prstGeom>
          <a:solidFill>
            <a:srgbClr val="8B5CF6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7" name="TextBox 6">
            <a:extLst>
              <a:ext uri="{FF2B5EF4-FFF2-40B4-BE49-F238E27FC236}">
                <a16:creationId xmlns:a16="http://schemas.microsoft.com/office/drawing/2014/main" id="{AE5309A1-4CFE-5238-059B-E83911E0E274}"/>
              </a:ext>
            </a:extLst>
          </p:cNvPr>
          <p:cNvSpPr txBox="1"/>
          <p:nvPr userDrawn="1"/>
        </p:nvSpPr>
        <p:spPr>
          <a:xfrm>
            <a:off x="594360" y="1325880"/>
            <a:ext cx="3392424" cy="2286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defRPr sz="900" b="1">
                <a:solidFill>
                  <a:srgbClr val="8B5CF6"/>
                </a:solidFill>
                <a:latin typeface="Calibri"/>
              </a:defRPr>
            </a:pPr>
            <a:r>
              <a:t>EMA Status</a:t>
            </a:r>
          </a:p>
        </p:txBody>
      </p:sp>
      <p:sp>
        <p:nvSpPr>
          <p:cNvPr id="8" name="TextBox 7">
            <a:extLst>
              <a:ext uri="{FF2B5EF4-FFF2-40B4-BE49-F238E27FC236}">
                <a16:creationId xmlns:a16="http://schemas.microsoft.com/office/drawing/2014/main" id="{E2ABEB48-A76D-CE28-81BA-AE331252E9C8}"/>
              </a:ext>
            </a:extLst>
          </p:cNvPr>
          <p:cNvSpPr txBox="1"/>
          <p:nvPr userDrawn="1"/>
        </p:nvSpPr>
        <p:spPr>
          <a:xfrm>
            <a:off x="594360" y="1600200"/>
            <a:ext cx="3392424" cy="10972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defRPr sz="1000" b="0">
                <a:solidFill>
                  <a:srgbClr val="0F172A"/>
                </a:solidFill>
                <a:latin typeface="Calibri"/>
              </a:defRPr>
            </a:pPr>
            <a:r>
              <a:t>{{approval_1_detail}}</a:t>
            </a:r>
          </a:p>
        </p:txBody>
      </p:sp>
      <p:sp>
        <p:nvSpPr>
          <p:cNvPr id="9" name="Rounded Rectangle 22">
            <a:extLst>
              <a:ext uri="{FF2B5EF4-FFF2-40B4-BE49-F238E27FC236}">
                <a16:creationId xmlns:a16="http://schemas.microsoft.com/office/drawing/2014/main" id="{74DF635D-8D9C-A613-550A-179CAB5E033A}"/>
              </a:ext>
            </a:extLst>
          </p:cNvPr>
          <p:cNvSpPr/>
          <p:nvPr userDrawn="1"/>
        </p:nvSpPr>
        <p:spPr>
          <a:xfrm>
            <a:off x="4261104" y="1188720"/>
            <a:ext cx="3666744" cy="1645920"/>
          </a:xfrm>
          <a:prstGeom prst="roundRect">
            <a:avLst/>
          </a:prstGeom>
          <a:solidFill>
            <a:srgbClr val="FFFFFF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10" name="Rectangle 9">
            <a:extLst>
              <a:ext uri="{FF2B5EF4-FFF2-40B4-BE49-F238E27FC236}">
                <a16:creationId xmlns:a16="http://schemas.microsoft.com/office/drawing/2014/main" id="{CE0750EE-103B-D400-9E77-0EE6AD29A670}"/>
              </a:ext>
            </a:extLst>
          </p:cNvPr>
          <p:cNvSpPr/>
          <p:nvPr userDrawn="1"/>
        </p:nvSpPr>
        <p:spPr>
          <a:xfrm>
            <a:off x="4261104" y="1188720"/>
            <a:ext cx="3666744" cy="36576"/>
          </a:xfrm>
          <a:prstGeom prst="rect">
            <a:avLst/>
          </a:prstGeom>
          <a:solidFill>
            <a:srgbClr val="6366F1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11" name="TextBox 10">
            <a:extLst>
              <a:ext uri="{FF2B5EF4-FFF2-40B4-BE49-F238E27FC236}">
                <a16:creationId xmlns:a16="http://schemas.microsoft.com/office/drawing/2014/main" id="{380F3C82-F149-0065-2BDD-4EDDC40C1AEA}"/>
              </a:ext>
            </a:extLst>
          </p:cNvPr>
          <p:cNvSpPr txBox="1"/>
          <p:nvPr userDrawn="1"/>
        </p:nvSpPr>
        <p:spPr>
          <a:xfrm>
            <a:off x="4398264" y="1325880"/>
            <a:ext cx="3392424" cy="2286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defRPr sz="900" b="1">
                <a:solidFill>
                  <a:srgbClr val="6366F1"/>
                </a:solidFill>
                <a:latin typeface="Calibri"/>
              </a:defRPr>
            </a:pPr>
            <a:r>
              <a:t>FDA Status</a:t>
            </a:r>
          </a:p>
        </p:txBody>
      </p:sp>
      <p:sp>
        <p:nvSpPr>
          <p:cNvPr id="12" name="TextBox 11">
            <a:extLst>
              <a:ext uri="{FF2B5EF4-FFF2-40B4-BE49-F238E27FC236}">
                <a16:creationId xmlns:a16="http://schemas.microsoft.com/office/drawing/2014/main" id="{38FD576E-A400-EA39-ACB7-E5A90F9A7798}"/>
              </a:ext>
            </a:extLst>
          </p:cNvPr>
          <p:cNvSpPr txBox="1"/>
          <p:nvPr userDrawn="1"/>
        </p:nvSpPr>
        <p:spPr>
          <a:xfrm>
            <a:off x="4398264" y="1600200"/>
            <a:ext cx="3392424" cy="10972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defRPr sz="1000" b="0">
                <a:solidFill>
                  <a:srgbClr val="0F172A"/>
                </a:solidFill>
                <a:latin typeface="Calibri"/>
              </a:defRPr>
            </a:pPr>
            <a:r>
              <a:t>{{approval_2_detail}}</a:t>
            </a:r>
          </a:p>
        </p:txBody>
      </p:sp>
      <p:sp>
        <p:nvSpPr>
          <p:cNvPr id="13" name="Rounded Rectangle 26">
            <a:extLst>
              <a:ext uri="{FF2B5EF4-FFF2-40B4-BE49-F238E27FC236}">
                <a16:creationId xmlns:a16="http://schemas.microsoft.com/office/drawing/2014/main" id="{4C58F7BE-F9A5-0463-A605-369777F6772A}"/>
              </a:ext>
            </a:extLst>
          </p:cNvPr>
          <p:cNvSpPr/>
          <p:nvPr userDrawn="1"/>
        </p:nvSpPr>
        <p:spPr>
          <a:xfrm>
            <a:off x="8065008" y="1188720"/>
            <a:ext cx="3666744" cy="1645920"/>
          </a:xfrm>
          <a:prstGeom prst="roundRect">
            <a:avLst/>
          </a:prstGeom>
          <a:solidFill>
            <a:srgbClr val="FFFFFF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14" name="Rectangle 13">
            <a:extLst>
              <a:ext uri="{FF2B5EF4-FFF2-40B4-BE49-F238E27FC236}">
                <a16:creationId xmlns:a16="http://schemas.microsoft.com/office/drawing/2014/main" id="{7DBB2A90-5F9D-184A-626D-70238F67ED9B}"/>
              </a:ext>
            </a:extLst>
          </p:cNvPr>
          <p:cNvSpPr/>
          <p:nvPr userDrawn="1"/>
        </p:nvSpPr>
        <p:spPr>
          <a:xfrm>
            <a:off x="8065008" y="1188720"/>
            <a:ext cx="3666744" cy="36576"/>
          </a:xfrm>
          <a:prstGeom prst="rect">
            <a:avLst/>
          </a:prstGeom>
          <a:solidFill>
            <a:srgbClr val="10B981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15" name="TextBox 14">
            <a:extLst>
              <a:ext uri="{FF2B5EF4-FFF2-40B4-BE49-F238E27FC236}">
                <a16:creationId xmlns:a16="http://schemas.microsoft.com/office/drawing/2014/main" id="{62D15C98-8647-337D-E1A8-3AB940CBC965}"/>
              </a:ext>
            </a:extLst>
          </p:cNvPr>
          <p:cNvSpPr txBox="1"/>
          <p:nvPr userDrawn="1"/>
        </p:nvSpPr>
        <p:spPr>
          <a:xfrm>
            <a:off x="8202168" y="1325880"/>
            <a:ext cx="3392424" cy="2286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defRPr sz="900" b="1">
                <a:solidFill>
                  <a:srgbClr val="10B981"/>
                </a:solidFill>
                <a:latin typeface="Calibri"/>
              </a:defRPr>
            </a:pPr>
            <a:r>
              <a:t>{{country}} Status</a:t>
            </a:r>
          </a:p>
        </p:txBody>
      </p:sp>
      <p:sp>
        <p:nvSpPr>
          <p:cNvPr id="16" name="TextBox 15">
            <a:extLst>
              <a:ext uri="{FF2B5EF4-FFF2-40B4-BE49-F238E27FC236}">
                <a16:creationId xmlns:a16="http://schemas.microsoft.com/office/drawing/2014/main" id="{D44DD8CD-B826-894C-0734-AFC5F8D77478}"/>
              </a:ext>
            </a:extLst>
          </p:cNvPr>
          <p:cNvSpPr txBox="1"/>
          <p:nvPr userDrawn="1"/>
        </p:nvSpPr>
        <p:spPr>
          <a:xfrm>
            <a:off x="8202168" y="1600200"/>
            <a:ext cx="3392424" cy="10972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defRPr sz="1000" b="0">
                <a:solidFill>
                  <a:srgbClr val="0F172A"/>
                </a:solidFill>
                <a:latin typeface="Calibri"/>
              </a:defRPr>
            </a:pPr>
            <a:r>
              <a:t>{{approval_3_detail}}</a:t>
            </a:r>
          </a:p>
        </p:txBody>
      </p:sp>
      <p:sp>
        <p:nvSpPr>
          <p:cNvPr id="17" name="Rounded Rectangle 30">
            <a:extLst>
              <a:ext uri="{FF2B5EF4-FFF2-40B4-BE49-F238E27FC236}">
                <a16:creationId xmlns:a16="http://schemas.microsoft.com/office/drawing/2014/main" id="{609E3A8D-72BC-3C41-02E4-DE91466D5941}"/>
              </a:ext>
            </a:extLst>
          </p:cNvPr>
          <p:cNvSpPr/>
          <p:nvPr userDrawn="1"/>
        </p:nvSpPr>
        <p:spPr>
          <a:xfrm>
            <a:off x="457200" y="3017520"/>
            <a:ext cx="11274552" cy="2286000"/>
          </a:xfrm>
          <a:prstGeom prst="roundRect">
            <a:avLst/>
          </a:prstGeom>
          <a:solidFill>
            <a:srgbClr val="FFFFFF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18" name="TextBox 17">
            <a:extLst>
              <a:ext uri="{FF2B5EF4-FFF2-40B4-BE49-F238E27FC236}">
                <a16:creationId xmlns:a16="http://schemas.microsoft.com/office/drawing/2014/main" id="{C09292CF-1216-6E66-0611-1FD41E4F3FFB}"/>
              </a:ext>
            </a:extLst>
          </p:cNvPr>
          <p:cNvSpPr txBox="1"/>
          <p:nvPr userDrawn="1"/>
        </p:nvSpPr>
        <p:spPr>
          <a:xfrm>
            <a:off x="640080" y="3127248"/>
            <a:ext cx="3657600" cy="2286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defRPr sz="900" b="1">
                <a:solidFill>
                  <a:srgbClr val="8B5CF6"/>
                </a:solidFill>
                <a:latin typeface="Calibri"/>
              </a:defRPr>
            </a:pPr>
            <a:r>
              <a:t>REIMBURSEMENT STATUS</a:t>
            </a:r>
          </a:p>
        </p:txBody>
      </p:sp>
      <p:sp>
        <p:nvSpPr>
          <p:cNvPr id="19" name="TextBox 18">
            <a:extLst>
              <a:ext uri="{FF2B5EF4-FFF2-40B4-BE49-F238E27FC236}">
                <a16:creationId xmlns:a16="http://schemas.microsoft.com/office/drawing/2014/main" id="{D178F42C-4949-0595-EE8D-FF281EC543F4}"/>
              </a:ext>
            </a:extLst>
          </p:cNvPr>
          <p:cNvSpPr txBox="1"/>
          <p:nvPr userDrawn="1"/>
        </p:nvSpPr>
        <p:spPr>
          <a:xfrm>
            <a:off x="640080" y="3429000"/>
            <a:ext cx="2560320" cy="2286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defRPr sz="800" b="1">
                <a:solidFill>
                  <a:srgbClr val="94A3B8"/>
                </a:solidFill>
                <a:latin typeface="Calibri"/>
              </a:defRPr>
            </a:pPr>
            <a:r>
              <a:t>Combination</a:t>
            </a:r>
          </a:p>
        </p:txBody>
      </p:sp>
      <p:sp>
        <p:nvSpPr>
          <p:cNvPr id="20" name="TextBox 19">
            <a:extLst>
              <a:ext uri="{FF2B5EF4-FFF2-40B4-BE49-F238E27FC236}">
                <a16:creationId xmlns:a16="http://schemas.microsoft.com/office/drawing/2014/main" id="{F525F962-35A0-2B57-0988-3037D8EF24E3}"/>
              </a:ext>
            </a:extLst>
          </p:cNvPr>
          <p:cNvSpPr txBox="1"/>
          <p:nvPr userDrawn="1"/>
        </p:nvSpPr>
        <p:spPr>
          <a:xfrm>
            <a:off x="3383280" y="3429000"/>
            <a:ext cx="2560320" cy="2286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defRPr sz="800" b="1">
                <a:solidFill>
                  <a:srgbClr val="94A3B8"/>
                </a:solidFill>
                <a:latin typeface="Calibri"/>
              </a:defRPr>
            </a:pPr>
            <a:r>
              <a:t>Status</a:t>
            </a:r>
          </a:p>
        </p:txBody>
      </p:sp>
      <p:sp>
        <p:nvSpPr>
          <p:cNvPr id="21" name="TextBox 20">
            <a:extLst>
              <a:ext uri="{FF2B5EF4-FFF2-40B4-BE49-F238E27FC236}">
                <a16:creationId xmlns:a16="http://schemas.microsoft.com/office/drawing/2014/main" id="{BAF87675-287E-4460-7281-5106FB7FE2C8}"/>
              </a:ext>
            </a:extLst>
          </p:cNvPr>
          <p:cNvSpPr txBox="1"/>
          <p:nvPr userDrawn="1"/>
        </p:nvSpPr>
        <p:spPr>
          <a:xfrm>
            <a:off x="6126480" y="3429000"/>
            <a:ext cx="2560320" cy="2286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defRPr sz="800" b="1">
                <a:solidFill>
                  <a:srgbClr val="94A3B8"/>
                </a:solidFill>
                <a:latin typeface="Calibri"/>
              </a:defRPr>
            </a:pPr>
            <a:r>
              <a:t>HTA Decision</a:t>
            </a:r>
          </a:p>
        </p:txBody>
      </p:sp>
      <p:sp>
        <p:nvSpPr>
          <p:cNvPr id="22" name="TextBox 21">
            <a:extLst>
              <a:ext uri="{FF2B5EF4-FFF2-40B4-BE49-F238E27FC236}">
                <a16:creationId xmlns:a16="http://schemas.microsoft.com/office/drawing/2014/main" id="{63B9524C-AB88-2314-3AC4-6F1B7E633116}"/>
              </a:ext>
            </a:extLst>
          </p:cNvPr>
          <p:cNvSpPr txBox="1"/>
          <p:nvPr userDrawn="1"/>
        </p:nvSpPr>
        <p:spPr>
          <a:xfrm>
            <a:off x="8869680" y="3429000"/>
            <a:ext cx="2560320" cy="2286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defRPr sz="800" b="1">
                <a:solidFill>
                  <a:srgbClr val="94A3B8"/>
                </a:solidFill>
                <a:latin typeface="Calibri"/>
              </a:defRPr>
            </a:pPr>
            <a:r>
              <a:t>Conditions</a:t>
            </a:r>
          </a:p>
        </p:txBody>
      </p:sp>
      <p:sp>
        <p:nvSpPr>
          <p:cNvPr id="23" name="TextBox 22">
            <a:extLst>
              <a:ext uri="{FF2B5EF4-FFF2-40B4-BE49-F238E27FC236}">
                <a16:creationId xmlns:a16="http://schemas.microsoft.com/office/drawing/2014/main" id="{ECF24681-3321-27AA-829F-0942BAC70739}"/>
              </a:ext>
            </a:extLst>
          </p:cNvPr>
          <p:cNvSpPr txBox="1"/>
          <p:nvPr userDrawn="1"/>
        </p:nvSpPr>
        <p:spPr>
          <a:xfrm>
            <a:off x="640080" y="3749039"/>
            <a:ext cx="2560320" cy="36576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defRPr sz="900" b="0">
                <a:solidFill>
                  <a:srgbClr val="0F172A"/>
                </a:solidFill>
                <a:latin typeface="Calibri"/>
              </a:defRPr>
            </a:pPr>
            <a:r>
              <a:t>{{reimb_1_combo}}</a:t>
            </a:r>
          </a:p>
        </p:txBody>
      </p:sp>
      <p:sp>
        <p:nvSpPr>
          <p:cNvPr id="24" name="TextBox 23">
            <a:extLst>
              <a:ext uri="{FF2B5EF4-FFF2-40B4-BE49-F238E27FC236}">
                <a16:creationId xmlns:a16="http://schemas.microsoft.com/office/drawing/2014/main" id="{8BB1A5A7-7AB3-E988-AB93-6DE6A06B4536}"/>
              </a:ext>
            </a:extLst>
          </p:cNvPr>
          <p:cNvSpPr txBox="1"/>
          <p:nvPr userDrawn="1"/>
        </p:nvSpPr>
        <p:spPr>
          <a:xfrm>
            <a:off x="3383280" y="3749039"/>
            <a:ext cx="2560320" cy="36576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defRPr sz="900" b="0">
                <a:solidFill>
                  <a:srgbClr val="0F172A"/>
                </a:solidFill>
                <a:latin typeface="Calibri"/>
              </a:defRPr>
            </a:pPr>
            <a:r>
              <a:t>{{reimb_1_status}}</a:t>
            </a:r>
          </a:p>
        </p:txBody>
      </p:sp>
      <p:sp>
        <p:nvSpPr>
          <p:cNvPr id="25" name="TextBox 24">
            <a:extLst>
              <a:ext uri="{FF2B5EF4-FFF2-40B4-BE49-F238E27FC236}">
                <a16:creationId xmlns:a16="http://schemas.microsoft.com/office/drawing/2014/main" id="{9EAA055E-5373-EF5E-A21F-CE95481F8A39}"/>
              </a:ext>
            </a:extLst>
          </p:cNvPr>
          <p:cNvSpPr txBox="1"/>
          <p:nvPr userDrawn="1"/>
        </p:nvSpPr>
        <p:spPr>
          <a:xfrm>
            <a:off x="6126480" y="3749039"/>
            <a:ext cx="2560320" cy="36576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defRPr sz="900" b="0">
                <a:solidFill>
                  <a:srgbClr val="0F172A"/>
                </a:solidFill>
                <a:latin typeface="Calibri"/>
              </a:defRPr>
            </a:pPr>
            <a:r>
              <a:t>{{reimb_1_hta}}</a:t>
            </a:r>
          </a:p>
        </p:txBody>
      </p:sp>
      <p:sp>
        <p:nvSpPr>
          <p:cNvPr id="26" name="TextBox 25">
            <a:extLst>
              <a:ext uri="{FF2B5EF4-FFF2-40B4-BE49-F238E27FC236}">
                <a16:creationId xmlns:a16="http://schemas.microsoft.com/office/drawing/2014/main" id="{6E7318A8-C0D0-11D5-FD5A-F0FF698EC61C}"/>
              </a:ext>
            </a:extLst>
          </p:cNvPr>
          <p:cNvSpPr txBox="1"/>
          <p:nvPr userDrawn="1"/>
        </p:nvSpPr>
        <p:spPr>
          <a:xfrm>
            <a:off x="8869680" y="3749039"/>
            <a:ext cx="2560320" cy="36576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defRPr sz="900" b="0">
                <a:solidFill>
                  <a:srgbClr val="0F172A"/>
                </a:solidFill>
                <a:latin typeface="Calibri"/>
              </a:defRPr>
            </a:pPr>
            <a:r>
              <a:t>{{reimb_1_conditions}}</a:t>
            </a:r>
          </a:p>
        </p:txBody>
      </p:sp>
      <p:sp>
        <p:nvSpPr>
          <p:cNvPr id="27" name="TextBox 26">
            <a:extLst>
              <a:ext uri="{FF2B5EF4-FFF2-40B4-BE49-F238E27FC236}">
                <a16:creationId xmlns:a16="http://schemas.microsoft.com/office/drawing/2014/main" id="{3C397AF6-F94C-EAB0-2B65-2DCB903E2621}"/>
              </a:ext>
            </a:extLst>
          </p:cNvPr>
          <p:cNvSpPr txBox="1"/>
          <p:nvPr userDrawn="1"/>
        </p:nvSpPr>
        <p:spPr>
          <a:xfrm>
            <a:off x="640080" y="4206240"/>
            <a:ext cx="2560320" cy="36576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defRPr sz="900" b="0">
                <a:solidFill>
                  <a:srgbClr val="0F172A"/>
                </a:solidFill>
                <a:latin typeface="Calibri"/>
              </a:defRPr>
            </a:pPr>
            <a:r>
              <a:t>{{reimb_2_combo}}</a:t>
            </a:r>
          </a:p>
        </p:txBody>
      </p:sp>
      <p:sp>
        <p:nvSpPr>
          <p:cNvPr id="28" name="TextBox 27">
            <a:extLst>
              <a:ext uri="{FF2B5EF4-FFF2-40B4-BE49-F238E27FC236}">
                <a16:creationId xmlns:a16="http://schemas.microsoft.com/office/drawing/2014/main" id="{D2C75B0C-037B-6910-E04D-30059C7C9DA9}"/>
              </a:ext>
            </a:extLst>
          </p:cNvPr>
          <p:cNvSpPr txBox="1"/>
          <p:nvPr userDrawn="1"/>
        </p:nvSpPr>
        <p:spPr>
          <a:xfrm>
            <a:off x="3383280" y="4206240"/>
            <a:ext cx="2560320" cy="36576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defRPr sz="900" b="0">
                <a:solidFill>
                  <a:srgbClr val="0F172A"/>
                </a:solidFill>
                <a:latin typeface="Calibri"/>
              </a:defRPr>
            </a:pPr>
            <a:r>
              <a:t>{{reimb_2_status}}</a:t>
            </a:r>
          </a:p>
        </p:txBody>
      </p:sp>
      <p:sp>
        <p:nvSpPr>
          <p:cNvPr id="29" name="TextBox 28">
            <a:extLst>
              <a:ext uri="{FF2B5EF4-FFF2-40B4-BE49-F238E27FC236}">
                <a16:creationId xmlns:a16="http://schemas.microsoft.com/office/drawing/2014/main" id="{68017019-361C-4F76-5F1F-1BDB5430354C}"/>
              </a:ext>
            </a:extLst>
          </p:cNvPr>
          <p:cNvSpPr txBox="1"/>
          <p:nvPr userDrawn="1"/>
        </p:nvSpPr>
        <p:spPr>
          <a:xfrm>
            <a:off x="6126480" y="4206240"/>
            <a:ext cx="2560320" cy="36576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defRPr sz="900" b="0">
                <a:solidFill>
                  <a:srgbClr val="0F172A"/>
                </a:solidFill>
                <a:latin typeface="Calibri"/>
              </a:defRPr>
            </a:pPr>
            <a:r>
              <a:t>{{reimb_2_hta}}</a:t>
            </a:r>
          </a:p>
        </p:txBody>
      </p:sp>
      <p:sp>
        <p:nvSpPr>
          <p:cNvPr id="30" name="TextBox 29">
            <a:extLst>
              <a:ext uri="{FF2B5EF4-FFF2-40B4-BE49-F238E27FC236}">
                <a16:creationId xmlns:a16="http://schemas.microsoft.com/office/drawing/2014/main" id="{9DC81081-40F9-2A3E-BBA9-071636A0F592}"/>
              </a:ext>
            </a:extLst>
          </p:cNvPr>
          <p:cNvSpPr txBox="1"/>
          <p:nvPr userDrawn="1"/>
        </p:nvSpPr>
        <p:spPr>
          <a:xfrm>
            <a:off x="8869680" y="4206240"/>
            <a:ext cx="2560320" cy="36576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defRPr sz="900" b="0">
                <a:solidFill>
                  <a:srgbClr val="0F172A"/>
                </a:solidFill>
                <a:latin typeface="Calibri"/>
              </a:defRPr>
            </a:pPr>
            <a:r>
              <a:t>{{reimb_2_conditions}}</a:t>
            </a:r>
          </a:p>
        </p:txBody>
      </p:sp>
      <p:sp>
        <p:nvSpPr>
          <p:cNvPr id="31" name="TextBox 30">
            <a:extLst>
              <a:ext uri="{FF2B5EF4-FFF2-40B4-BE49-F238E27FC236}">
                <a16:creationId xmlns:a16="http://schemas.microsoft.com/office/drawing/2014/main" id="{D6871F62-EBE3-18F6-7B41-15CE654AB55B}"/>
              </a:ext>
            </a:extLst>
          </p:cNvPr>
          <p:cNvSpPr txBox="1"/>
          <p:nvPr userDrawn="1"/>
        </p:nvSpPr>
        <p:spPr>
          <a:xfrm>
            <a:off x="640080" y="4663440"/>
            <a:ext cx="2560320" cy="36576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defRPr sz="900" b="0">
                <a:solidFill>
                  <a:srgbClr val="0F172A"/>
                </a:solidFill>
                <a:latin typeface="Calibri"/>
              </a:defRPr>
            </a:pPr>
            <a:r>
              <a:t>{{reimb_3_combo}}</a:t>
            </a:r>
          </a:p>
        </p:txBody>
      </p:sp>
      <p:sp>
        <p:nvSpPr>
          <p:cNvPr id="32" name="TextBox 31">
            <a:extLst>
              <a:ext uri="{FF2B5EF4-FFF2-40B4-BE49-F238E27FC236}">
                <a16:creationId xmlns:a16="http://schemas.microsoft.com/office/drawing/2014/main" id="{A9C54377-4A02-8CF5-3F9E-6426E59A1E14}"/>
              </a:ext>
            </a:extLst>
          </p:cNvPr>
          <p:cNvSpPr txBox="1"/>
          <p:nvPr userDrawn="1"/>
        </p:nvSpPr>
        <p:spPr>
          <a:xfrm>
            <a:off x="3383280" y="4663440"/>
            <a:ext cx="2560320" cy="36576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defRPr sz="900" b="0">
                <a:solidFill>
                  <a:srgbClr val="0F172A"/>
                </a:solidFill>
                <a:latin typeface="Calibri"/>
              </a:defRPr>
            </a:pPr>
            <a:r>
              <a:t>{{reimb_3_status}}</a:t>
            </a:r>
          </a:p>
        </p:txBody>
      </p:sp>
      <p:sp>
        <p:nvSpPr>
          <p:cNvPr id="33" name="TextBox 32">
            <a:extLst>
              <a:ext uri="{FF2B5EF4-FFF2-40B4-BE49-F238E27FC236}">
                <a16:creationId xmlns:a16="http://schemas.microsoft.com/office/drawing/2014/main" id="{DCA775C2-E5A0-0F76-8256-039A0ABB39EE}"/>
              </a:ext>
            </a:extLst>
          </p:cNvPr>
          <p:cNvSpPr txBox="1"/>
          <p:nvPr userDrawn="1"/>
        </p:nvSpPr>
        <p:spPr>
          <a:xfrm>
            <a:off x="6126480" y="4663440"/>
            <a:ext cx="2560320" cy="36576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defRPr sz="900" b="0">
                <a:solidFill>
                  <a:srgbClr val="0F172A"/>
                </a:solidFill>
                <a:latin typeface="Calibri"/>
              </a:defRPr>
            </a:pPr>
            <a:r>
              <a:t>{{reimb_3_hta}}</a:t>
            </a:r>
          </a:p>
        </p:txBody>
      </p:sp>
      <p:sp>
        <p:nvSpPr>
          <p:cNvPr id="34" name="TextBox 33">
            <a:extLst>
              <a:ext uri="{FF2B5EF4-FFF2-40B4-BE49-F238E27FC236}">
                <a16:creationId xmlns:a16="http://schemas.microsoft.com/office/drawing/2014/main" id="{B9D78331-74A6-FF11-38EF-CD097A7D0C77}"/>
              </a:ext>
            </a:extLst>
          </p:cNvPr>
          <p:cNvSpPr txBox="1"/>
          <p:nvPr userDrawn="1"/>
        </p:nvSpPr>
        <p:spPr>
          <a:xfrm>
            <a:off x="8869680" y="4663440"/>
            <a:ext cx="2560320" cy="36576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defRPr sz="900" b="0">
                <a:solidFill>
                  <a:srgbClr val="0F172A"/>
                </a:solidFill>
                <a:latin typeface="Calibri"/>
              </a:defRPr>
            </a:pPr>
            <a:r>
              <a:t>{{reimb_3_conditions}}</a:t>
            </a:r>
          </a:p>
        </p:txBody>
      </p:sp>
      <p:sp>
        <p:nvSpPr>
          <p:cNvPr id="35" name="TextBox 34">
            <a:extLst>
              <a:ext uri="{FF2B5EF4-FFF2-40B4-BE49-F238E27FC236}">
                <a16:creationId xmlns:a16="http://schemas.microsoft.com/office/drawing/2014/main" id="{C9106AC2-831D-DB47-E5BD-97D0B1AD2F65}"/>
              </a:ext>
            </a:extLst>
          </p:cNvPr>
          <p:cNvSpPr txBox="1"/>
          <p:nvPr userDrawn="1"/>
        </p:nvSpPr>
        <p:spPr>
          <a:xfrm>
            <a:off x="457200" y="5486400"/>
            <a:ext cx="5486400" cy="4572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defRPr sz="900" b="0">
                <a:solidFill>
                  <a:srgbClr val="475569"/>
                </a:solidFill>
                <a:latin typeface="Calibri"/>
              </a:defRPr>
            </a:pPr>
            <a:r>
              <a:t>{{access_barriers}}</a:t>
            </a:r>
          </a:p>
        </p:txBody>
      </p:sp>
      <p:sp>
        <p:nvSpPr>
          <p:cNvPr id="36" name="TextBox 35">
            <a:extLst>
              <a:ext uri="{FF2B5EF4-FFF2-40B4-BE49-F238E27FC236}">
                <a16:creationId xmlns:a16="http://schemas.microsoft.com/office/drawing/2014/main" id="{AE1FFCE2-A98A-56F8-6C3A-D55794BDF648}"/>
              </a:ext>
            </a:extLst>
          </p:cNvPr>
          <p:cNvSpPr txBox="1"/>
          <p:nvPr userDrawn="1"/>
        </p:nvSpPr>
        <p:spPr>
          <a:xfrm>
            <a:off x="6400800" y="5486400"/>
            <a:ext cx="5303520" cy="4572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defRPr sz="900" b="0">
                <a:solidFill>
                  <a:srgbClr val="10B981"/>
                </a:solidFill>
                <a:latin typeface="Calibri"/>
              </a:defRPr>
            </a:pPr>
            <a:r>
              <a:t>{{upcoming_changes}}</a:t>
            </a:r>
          </a:p>
        </p:txBody>
      </p:sp>
      <p:sp>
        <p:nvSpPr>
          <p:cNvPr id="37" name="TextBox 36">
            <a:extLst>
              <a:ext uri="{FF2B5EF4-FFF2-40B4-BE49-F238E27FC236}">
                <a16:creationId xmlns:a16="http://schemas.microsoft.com/office/drawing/2014/main" id="{CF3B7C8F-C0BF-BDDC-1537-6F8977FD65E3}"/>
              </a:ext>
            </a:extLst>
          </p:cNvPr>
          <p:cNvSpPr txBox="1"/>
          <p:nvPr userDrawn="1"/>
        </p:nvSpPr>
        <p:spPr>
          <a:xfrm>
            <a:off x="1489368" y="146396"/>
            <a:ext cx="1737360" cy="23083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900" b="1">
                <a:solidFill>
                  <a:srgbClr val="FFFFFF"/>
                </a:solidFill>
                <a:latin typeface="Calibri"/>
              </a:defRPr>
            </a:pPr>
            <a:r>
              <a:rPr dirty="0">
                <a:solidFill>
                  <a:srgbClr val="C4B5FD"/>
                </a:solidFill>
                <a:latin typeface="Arial" panose="020B0604020202020204" pitchFamily="34" charset="0"/>
                <a:cs typeface="Arial" panose="020B0604020202020204" pitchFamily="34" charset="0"/>
              </a:rPr>
              <a:t>MARKET ACCESS</a:t>
            </a:r>
          </a:p>
        </p:txBody>
      </p:sp>
      <p:sp>
        <p:nvSpPr>
          <p:cNvPr id="38" name="TextBox 37">
            <a:extLst>
              <a:ext uri="{FF2B5EF4-FFF2-40B4-BE49-F238E27FC236}">
                <a16:creationId xmlns:a16="http://schemas.microsoft.com/office/drawing/2014/main" id="{FF1C1036-202C-20D0-2599-6A1B4E883085}"/>
              </a:ext>
            </a:extLst>
          </p:cNvPr>
          <p:cNvSpPr txBox="1"/>
          <p:nvPr userDrawn="1"/>
        </p:nvSpPr>
        <p:spPr>
          <a:xfrm>
            <a:off x="3473800" y="128200"/>
            <a:ext cx="4572000" cy="34747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defRPr sz="1200" b="0">
                <a:solidFill>
                  <a:srgbClr val="CBD5E1"/>
                </a:solidFill>
                <a:latin typeface="Calibri"/>
              </a:defRPr>
            </a:pPr>
            <a:r>
              <a:rPr dirty="0"/>
              <a:t>{{</a:t>
            </a:r>
            <a:r>
              <a:rPr dirty="0" err="1"/>
              <a:t>drug_label</a:t>
            </a:r>
            <a:r>
              <a:rPr dirty="0"/>
              <a:t>}}</a:t>
            </a:r>
          </a:p>
        </p:txBody>
      </p:sp>
    </p:spTree>
    <p:extLst>
      <p:ext uri="{BB962C8B-B14F-4D97-AF65-F5344CB8AC3E}">
        <p14:creationId xmlns:p14="http://schemas.microsoft.com/office/powerpoint/2010/main" val="4110517074"/>
      </p:ext>
    </p:extLst>
  </p:cSld>
  <p:clrMapOvr>
    <a:masterClrMapping/>
  </p:clrMapOvr>
</p:sldLayout>
</file>

<file path=ppt/slideLayouts/slideLayout37.xml><?xml version="1.0" encoding="utf-8"?>
<p:sldLayout xmlns:a="http://schemas.openxmlformats.org/drawingml/2006/main" xmlns:r="http://schemas.openxmlformats.org/officeDocument/2006/relationships" xmlns:p="http://schemas.openxmlformats.org/presentationml/2006/main" preserve="1" userDrawn="1">
  <p:cSld name="SCIENTIFIC_NARRATIVE_grey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Rounded Rectangle 9">
            <a:extLst>
              <a:ext uri="{FF2B5EF4-FFF2-40B4-BE49-F238E27FC236}">
                <a16:creationId xmlns:a16="http://schemas.microsoft.com/office/drawing/2014/main" id="{3868F7B8-ACB4-7097-EDC1-EA24048E2916}"/>
              </a:ext>
            </a:extLst>
          </p:cNvPr>
          <p:cNvSpPr/>
          <p:nvPr userDrawn="1"/>
        </p:nvSpPr>
        <p:spPr>
          <a:xfrm>
            <a:off x="166180" y="658368"/>
            <a:ext cx="11859768" cy="502920"/>
          </a:xfrm>
          <a:prstGeom prst="roundRect">
            <a:avLst/>
          </a:prstGeom>
          <a:solidFill>
            <a:srgbClr val="684F85"/>
          </a:solidFill>
          <a:ln w="12700"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 defTabSz="457200"/>
            <a:endParaRPr>
              <a:solidFill>
                <a:prstClr val="white"/>
              </a:solidFill>
              <a:latin typeface="Calibri"/>
            </a:endParaRPr>
          </a:p>
        </p:txBody>
      </p:sp>
      <p:sp>
        <p:nvSpPr>
          <p:cNvPr id="4" name="TextBox 3">
            <a:extLst>
              <a:ext uri="{FF2B5EF4-FFF2-40B4-BE49-F238E27FC236}">
                <a16:creationId xmlns:a16="http://schemas.microsoft.com/office/drawing/2014/main" id="{465844DD-96C0-FCDC-80A0-5D989D04ECF8}"/>
              </a:ext>
            </a:extLst>
          </p:cNvPr>
          <p:cNvSpPr txBox="1"/>
          <p:nvPr userDrawn="1"/>
        </p:nvSpPr>
        <p:spPr>
          <a:xfrm>
            <a:off x="330772" y="713232"/>
            <a:ext cx="11201400" cy="215444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defTabSz="457200">
              <a:defRPr sz="800" b="1" i="0">
                <a:solidFill>
                  <a:srgbClr val="94A3B8"/>
                </a:solidFill>
                <a:latin typeface="Arial"/>
              </a:defRPr>
            </a:pPr>
            <a:r>
              <a:rPr sz="800" b="1">
                <a:solidFill>
                  <a:srgbClr val="94A3B8"/>
                </a:solidFill>
                <a:latin typeface="Arial"/>
              </a:rPr>
              <a:t>CORE SCIENTIFIC MESSAGE</a:t>
            </a:r>
          </a:p>
        </p:txBody>
      </p:sp>
      <p:sp>
        <p:nvSpPr>
          <p:cNvPr id="5" name="TextBox 4">
            <a:extLst>
              <a:ext uri="{FF2B5EF4-FFF2-40B4-BE49-F238E27FC236}">
                <a16:creationId xmlns:a16="http://schemas.microsoft.com/office/drawing/2014/main" id="{E21D51AC-36A5-C784-EF53-FE6FEA924336}"/>
              </a:ext>
            </a:extLst>
          </p:cNvPr>
          <p:cNvSpPr txBox="1"/>
          <p:nvPr userDrawn="1"/>
        </p:nvSpPr>
        <p:spPr>
          <a:xfrm>
            <a:off x="330772" y="877824"/>
            <a:ext cx="11201400" cy="26161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defTabSz="457200">
              <a:defRPr sz="1100" b="0" i="0">
                <a:solidFill>
                  <a:srgbClr val="FFFFFF"/>
                </a:solidFill>
                <a:latin typeface="Arial"/>
              </a:defRPr>
            </a:pPr>
            <a:r>
              <a:rPr lang="de-DE" sz="1100" dirty="0"/>
              <a:t>{{core_message}}</a:t>
            </a:r>
            <a:endParaRPr sz="1100" dirty="0">
              <a:solidFill>
                <a:srgbClr val="FFFFFF"/>
              </a:solidFill>
              <a:latin typeface="Arial"/>
            </a:endParaRPr>
          </a:p>
        </p:txBody>
      </p:sp>
      <p:sp>
        <p:nvSpPr>
          <p:cNvPr id="6" name="Rounded Rectangle 13">
            <a:extLst>
              <a:ext uri="{FF2B5EF4-FFF2-40B4-BE49-F238E27FC236}">
                <a16:creationId xmlns:a16="http://schemas.microsoft.com/office/drawing/2014/main" id="{1961736B-D3BE-24F8-EC10-D37EE81A414E}"/>
              </a:ext>
            </a:extLst>
          </p:cNvPr>
          <p:cNvSpPr/>
          <p:nvPr userDrawn="1"/>
        </p:nvSpPr>
        <p:spPr>
          <a:xfrm>
            <a:off x="166180" y="1426464"/>
            <a:ext cx="2882646" cy="2103120"/>
          </a:xfrm>
          <a:prstGeom prst="roundRect">
            <a:avLst/>
          </a:prstGeom>
          <a:solidFill>
            <a:srgbClr val="FFFFFF"/>
          </a:solidFill>
          <a:ln w="12700">
            <a:solidFill>
              <a:srgbClr val="E5E7EB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 defTabSz="457200"/>
            <a:endParaRPr>
              <a:solidFill>
                <a:prstClr val="white"/>
              </a:solidFill>
              <a:latin typeface="Calibri"/>
            </a:endParaRPr>
          </a:p>
        </p:txBody>
      </p:sp>
      <p:sp>
        <p:nvSpPr>
          <p:cNvPr id="7" name="Rectangle 6">
            <a:extLst>
              <a:ext uri="{FF2B5EF4-FFF2-40B4-BE49-F238E27FC236}">
                <a16:creationId xmlns:a16="http://schemas.microsoft.com/office/drawing/2014/main" id="{BCCCD500-335A-3ECF-1612-BD6B7E497A98}"/>
              </a:ext>
            </a:extLst>
          </p:cNvPr>
          <p:cNvSpPr/>
          <p:nvPr userDrawn="1"/>
        </p:nvSpPr>
        <p:spPr>
          <a:xfrm>
            <a:off x="166180" y="1426464"/>
            <a:ext cx="2882646" cy="438912"/>
          </a:xfrm>
          <a:prstGeom prst="rect">
            <a:avLst/>
          </a:prstGeom>
          <a:solidFill>
            <a:srgbClr val="8B5CF6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 defTabSz="457200"/>
            <a:endParaRPr>
              <a:solidFill>
                <a:prstClr val="white"/>
              </a:solidFill>
              <a:latin typeface="Calibri"/>
            </a:endParaRPr>
          </a:p>
        </p:txBody>
      </p:sp>
      <p:sp>
        <p:nvSpPr>
          <p:cNvPr id="8" name="TextBox 7">
            <a:extLst>
              <a:ext uri="{FF2B5EF4-FFF2-40B4-BE49-F238E27FC236}">
                <a16:creationId xmlns:a16="http://schemas.microsoft.com/office/drawing/2014/main" id="{5D6D9CE4-F230-5D26-E4D8-3D880EC5A52E}"/>
              </a:ext>
            </a:extLst>
          </p:cNvPr>
          <p:cNvSpPr txBox="1"/>
          <p:nvPr userDrawn="1"/>
        </p:nvSpPr>
        <p:spPr>
          <a:xfrm>
            <a:off x="257620" y="1481328"/>
            <a:ext cx="2699766" cy="215444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defTabSz="457200">
              <a:defRPr sz="800" b="1" i="0">
                <a:solidFill>
                  <a:srgbClr val="FFFFFF"/>
                </a:solidFill>
                <a:latin typeface="Arial"/>
              </a:defRPr>
            </a:pPr>
            <a:r>
              <a:rPr sz="800" b="1">
                <a:solidFill>
                  <a:srgbClr val="FFFFFF"/>
                </a:solidFill>
                <a:latin typeface="Arial"/>
              </a:rPr>
              <a:t>PHASE 3 EFFICACY</a:t>
            </a:r>
          </a:p>
        </p:txBody>
      </p:sp>
      <p:sp>
        <p:nvSpPr>
          <p:cNvPr id="9" name="TextBox 8">
            <a:extLst>
              <a:ext uri="{FF2B5EF4-FFF2-40B4-BE49-F238E27FC236}">
                <a16:creationId xmlns:a16="http://schemas.microsoft.com/office/drawing/2014/main" id="{DB189805-4C0A-EF74-E5CE-951E6D592868}"/>
              </a:ext>
            </a:extLst>
          </p:cNvPr>
          <p:cNvSpPr txBox="1"/>
          <p:nvPr userDrawn="1"/>
        </p:nvSpPr>
        <p:spPr>
          <a:xfrm>
            <a:off x="257620" y="1627633"/>
            <a:ext cx="2699766" cy="246221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defTabSz="457200">
              <a:defRPr sz="1000" b="1" i="0">
                <a:solidFill>
                  <a:srgbClr val="FFFFFF"/>
                </a:solidFill>
                <a:latin typeface="Arial"/>
              </a:defRPr>
            </a:pPr>
            <a:r>
              <a:rPr lang="de-DE" sz="1000" b="1" dirty="0"/>
              <a:t>{{nar_col_1_trial}}</a:t>
            </a:r>
            <a:endParaRPr sz="1000" b="1" dirty="0">
              <a:solidFill>
                <a:srgbClr val="FFFFFF"/>
              </a:solidFill>
              <a:latin typeface="Arial"/>
            </a:endParaRPr>
          </a:p>
        </p:txBody>
      </p:sp>
      <p:sp>
        <p:nvSpPr>
          <p:cNvPr id="10" name="TextBox 9">
            <a:extLst>
              <a:ext uri="{FF2B5EF4-FFF2-40B4-BE49-F238E27FC236}">
                <a16:creationId xmlns:a16="http://schemas.microsoft.com/office/drawing/2014/main" id="{75DBD010-88C2-0552-B863-A46DDC2051D1}"/>
              </a:ext>
            </a:extLst>
          </p:cNvPr>
          <p:cNvSpPr txBox="1"/>
          <p:nvPr userDrawn="1"/>
        </p:nvSpPr>
        <p:spPr>
          <a:xfrm>
            <a:off x="275908" y="1901953"/>
            <a:ext cx="91440" cy="200055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defTabSz="457200">
              <a:defRPr sz="700" b="0" i="0">
                <a:solidFill>
                  <a:srgbClr val="8B5CF6"/>
                </a:solidFill>
                <a:latin typeface="Arial"/>
              </a:defRPr>
            </a:pPr>
            <a:r>
              <a:rPr sz="700">
                <a:solidFill>
                  <a:srgbClr val="8B5CF6"/>
                </a:solidFill>
                <a:latin typeface="Arial"/>
              </a:rPr>
              <a:t>•</a:t>
            </a:r>
          </a:p>
        </p:txBody>
      </p:sp>
      <p:sp>
        <p:nvSpPr>
          <p:cNvPr id="11" name="TextBox 10">
            <a:extLst>
              <a:ext uri="{FF2B5EF4-FFF2-40B4-BE49-F238E27FC236}">
                <a16:creationId xmlns:a16="http://schemas.microsoft.com/office/drawing/2014/main" id="{C0607CAC-9204-67B2-FA93-CFF35B7682C4}"/>
              </a:ext>
            </a:extLst>
          </p:cNvPr>
          <p:cNvSpPr txBox="1"/>
          <p:nvPr userDrawn="1"/>
        </p:nvSpPr>
        <p:spPr>
          <a:xfrm>
            <a:off x="385636" y="1901952"/>
            <a:ext cx="2553462" cy="22313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defTabSz="457200">
              <a:defRPr sz="850" b="0" i="0">
                <a:solidFill>
                  <a:srgbClr val="475569"/>
                </a:solidFill>
                <a:latin typeface="Arial"/>
              </a:defRPr>
            </a:pPr>
            <a:r>
              <a:rPr lang="en-US" sz="850" dirty="0"/>
              <a:t>{{nar_col_1_item_1}}</a:t>
            </a:r>
            <a:endParaRPr sz="850" dirty="0">
              <a:solidFill>
                <a:srgbClr val="475569"/>
              </a:solidFill>
              <a:latin typeface="Arial"/>
            </a:endParaRPr>
          </a:p>
        </p:txBody>
      </p:sp>
      <p:sp>
        <p:nvSpPr>
          <p:cNvPr id="12" name="TextBox 11">
            <a:extLst>
              <a:ext uri="{FF2B5EF4-FFF2-40B4-BE49-F238E27FC236}">
                <a16:creationId xmlns:a16="http://schemas.microsoft.com/office/drawing/2014/main" id="{B2878390-0289-A592-1979-C22036CD1F49}"/>
              </a:ext>
            </a:extLst>
          </p:cNvPr>
          <p:cNvSpPr txBox="1"/>
          <p:nvPr userDrawn="1"/>
        </p:nvSpPr>
        <p:spPr>
          <a:xfrm>
            <a:off x="275908" y="2157985"/>
            <a:ext cx="91440" cy="200055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defTabSz="457200">
              <a:defRPr sz="700" b="0" i="0">
                <a:solidFill>
                  <a:srgbClr val="8B5CF6"/>
                </a:solidFill>
                <a:latin typeface="Arial"/>
              </a:defRPr>
            </a:pPr>
            <a:r>
              <a:rPr sz="700">
                <a:solidFill>
                  <a:srgbClr val="8B5CF6"/>
                </a:solidFill>
                <a:latin typeface="Arial"/>
              </a:rPr>
              <a:t>•</a:t>
            </a:r>
          </a:p>
        </p:txBody>
      </p:sp>
      <p:sp>
        <p:nvSpPr>
          <p:cNvPr id="13" name="TextBox 12">
            <a:extLst>
              <a:ext uri="{FF2B5EF4-FFF2-40B4-BE49-F238E27FC236}">
                <a16:creationId xmlns:a16="http://schemas.microsoft.com/office/drawing/2014/main" id="{B3D5EAA0-A564-3539-65D4-E3E40995AE3C}"/>
              </a:ext>
            </a:extLst>
          </p:cNvPr>
          <p:cNvSpPr txBox="1"/>
          <p:nvPr userDrawn="1"/>
        </p:nvSpPr>
        <p:spPr>
          <a:xfrm>
            <a:off x="385636" y="2157984"/>
            <a:ext cx="2553462" cy="22313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defTabSz="457200">
              <a:defRPr sz="850" b="0" i="0">
                <a:solidFill>
                  <a:srgbClr val="475569"/>
                </a:solidFill>
                <a:latin typeface="Arial"/>
              </a:defRPr>
            </a:pPr>
            <a:r>
              <a:rPr lang="en-US" sz="850" dirty="0"/>
              <a:t>{{nar_col_1_item_2}}</a:t>
            </a:r>
            <a:endParaRPr sz="850" dirty="0">
              <a:solidFill>
                <a:srgbClr val="475569"/>
              </a:solidFill>
              <a:latin typeface="Arial"/>
            </a:endParaRPr>
          </a:p>
        </p:txBody>
      </p:sp>
      <p:sp>
        <p:nvSpPr>
          <p:cNvPr id="14" name="TextBox 13">
            <a:extLst>
              <a:ext uri="{FF2B5EF4-FFF2-40B4-BE49-F238E27FC236}">
                <a16:creationId xmlns:a16="http://schemas.microsoft.com/office/drawing/2014/main" id="{8367169B-F097-1D11-9C51-F4AF6DAA0274}"/>
              </a:ext>
            </a:extLst>
          </p:cNvPr>
          <p:cNvSpPr txBox="1"/>
          <p:nvPr userDrawn="1"/>
        </p:nvSpPr>
        <p:spPr>
          <a:xfrm>
            <a:off x="275908" y="2414017"/>
            <a:ext cx="91440" cy="200055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defTabSz="457200">
              <a:defRPr sz="700" b="0" i="0">
                <a:solidFill>
                  <a:srgbClr val="8B5CF6"/>
                </a:solidFill>
                <a:latin typeface="Arial"/>
              </a:defRPr>
            </a:pPr>
            <a:r>
              <a:rPr sz="700">
                <a:solidFill>
                  <a:srgbClr val="8B5CF6"/>
                </a:solidFill>
                <a:latin typeface="Arial"/>
              </a:rPr>
              <a:t>•</a:t>
            </a:r>
          </a:p>
        </p:txBody>
      </p:sp>
      <p:sp>
        <p:nvSpPr>
          <p:cNvPr id="15" name="TextBox 14">
            <a:extLst>
              <a:ext uri="{FF2B5EF4-FFF2-40B4-BE49-F238E27FC236}">
                <a16:creationId xmlns:a16="http://schemas.microsoft.com/office/drawing/2014/main" id="{0F3CC8B3-ECDD-E7C6-4ABA-DB1EF436C3FE}"/>
              </a:ext>
            </a:extLst>
          </p:cNvPr>
          <p:cNvSpPr txBox="1"/>
          <p:nvPr userDrawn="1"/>
        </p:nvSpPr>
        <p:spPr>
          <a:xfrm>
            <a:off x="385636" y="2414016"/>
            <a:ext cx="2553462" cy="22313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defTabSz="457200">
              <a:defRPr sz="850" b="0" i="0">
                <a:solidFill>
                  <a:srgbClr val="475569"/>
                </a:solidFill>
                <a:latin typeface="Arial"/>
              </a:defRPr>
            </a:pPr>
            <a:r>
              <a:rPr lang="en-US" sz="850" dirty="0"/>
              <a:t>{{nar_col_1_item_3}}</a:t>
            </a:r>
            <a:endParaRPr sz="850" dirty="0">
              <a:solidFill>
                <a:srgbClr val="475569"/>
              </a:solidFill>
              <a:latin typeface="Arial"/>
            </a:endParaRPr>
          </a:p>
        </p:txBody>
      </p:sp>
      <p:sp>
        <p:nvSpPr>
          <p:cNvPr id="16" name="TextBox 15">
            <a:extLst>
              <a:ext uri="{FF2B5EF4-FFF2-40B4-BE49-F238E27FC236}">
                <a16:creationId xmlns:a16="http://schemas.microsoft.com/office/drawing/2014/main" id="{B20B1FB6-A690-9DEC-BDB7-5A3EDE191BC5}"/>
              </a:ext>
            </a:extLst>
          </p:cNvPr>
          <p:cNvSpPr txBox="1"/>
          <p:nvPr userDrawn="1"/>
        </p:nvSpPr>
        <p:spPr>
          <a:xfrm>
            <a:off x="275908" y="2670049"/>
            <a:ext cx="91440" cy="200055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defTabSz="457200">
              <a:defRPr sz="700" b="0" i="0">
                <a:solidFill>
                  <a:srgbClr val="8B5CF6"/>
                </a:solidFill>
                <a:latin typeface="Arial"/>
              </a:defRPr>
            </a:pPr>
            <a:r>
              <a:rPr sz="700">
                <a:solidFill>
                  <a:srgbClr val="8B5CF6"/>
                </a:solidFill>
                <a:latin typeface="Arial"/>
              </a:rPr>
              <a:t>•</a:t>
            </a:r>
          </a:p>
        </p:txBody>
      </p:sp>
      <p:sp>
        <p:nvSpPr>
          <p:cNvPr id="17" name="TextBox 16">
            <a:extLst>
              <a:ext uri="{FF2B5EF4-FFF2-40B4-BE49-F238E27FC236}">
                <a16:creationId xmlns:a16="http://schemas.microsoft.com/office/drawing/2014/main" id="{4024A53B-F5AE-8975-6B05-D4EA5E4151D4}"/>
              </a:ext>
            </a:extLst>
          </p:cNvPr>
          <p:cNvSpPr txBox="1"/>
          <p:nvPr userDrawn="1"/>
        </p:nvSpPr>
        <p:spPr>
          <a:xfrm>
            <a:off x="385636" y="2670048"/>
            <a:ext cx="2553462" cy="22313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defTabSz="457200">
              <a:defRPr sz="850" b="0" i="0">
                <a:solidFill>
                  <a:srgbClr val="475569"/>
                </a:solidFill>
                <a:latin typeface="Arial"/>
              </a:defRPr>
            </a:pPr>
            <a:r>
              <a:rPr lang="en-US" sz="850" dirty="0"/>
              <a:t>{{nar_col_1_item_4}}</a:t>
            </a:r>
            <a:endParaRPr sz="850" dirty="0">
              <a:solidFill>
                <a:srgbClr val="475569"/>
              </a:solidFill>
              <a:latin typeface="Arial"/>
            </a:endParaRPr>
          </a:p>
        </p:txBody>
      </p:sp>
      <p:sp>
        <p:nvSpPr>
          <p:cNvPr id="18" name="TextBox 17">
            <a:extLst>
              <a:ext uri="{FF2B5EF4-FFF2-40B4-BE49-F238E27FC236}">
                <a16:creationId xmlns:a16="http://schemas.microsoft.com/office/drawing/2014/main" id="{63D3E16B-9831-6F17-4F93-0ADED55EA9CA}"/>
              </a:ext>
            </a:extLst>
          </p:cNvPr>
          <p:cNvSpPr txBox="1"/>
          <p:nvPr userDrawn="1"/>
        </p:nvSpPr>
        <p:spPr>
          <a:xfrm>
            <a:off x="275908" y="2926081"/>
            <a:ext cx="91440" cy="200055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defTabSz="457200">
              <a:defRPr sz="700" b="0" i="0">
                <a:solidFill>
                  <a:srgbClr val="8B5CF6"/>
                </a:solidFill>
                <a:latin typeface="Arial"/>
              </a:defRPr>
            </a:pPr>
            <a:r>
              <a:rPr sz="700">
                <a:solidFill>
                  <a:srgbClr val="8B5CF6"/>
                </a:solidFill>
                <a:latin typeface="Arial"/>
              </a:rPr>
              <a:t>•</a:t>
            </a:r>
          </a:p>
        </p:txBody>
      </p:sp>
      <p:sp>
        <p:nvSpPr>
          <p:cNvPr id="19" name="TextBox 18">
            <a:extLst>
              <a:ext uri="{FF2B5EF4-FFF2-40B4-BE49-F238E27FC236}">
                <a16:creationId xmlns:a16="http://schemas.microsoft.com/office/drawing/2014/main" id="{A844F903-1A9D-A132-B23C-80A5C6D1EC36}"/>
              </a:ext>
            </a:extLst>
          </p:cNvPr>
          <p:cNvSpPr txBox="1"/>
          <p:nvPr userDrawn="1"/>
        </p:nvSpPr>
        <p:spPr>
          <a:xfrm>
            <a:off x="385636" y="2926080"/>
            <a:ext cx="2553462" cy="22313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defTabSz="457200">
              <a:defRPr sz="850" b="0" i="0">
                <a:solidFill>
                  <a:srgbClr val="475569"/>
                </a:solidFill>
                <a:latin typeface="Arial"/>
              </a:defRPr>
            </a:pPr>
            <a:r>
              <a:rPr lang="en-US" sz="850" dirty="0"/>
              <a:t>{{nar_col_1_item_5}}</a:t>
            </a:r>
            <a:endParaRPr sz="850" dirty="0">
              <a:solidFill>
                <a:srgbClr val="475569"/>
              </a:solidFill>
              <a:latin typeface="Arial"/>
            </a:endParaRPr>
          </a:p>
        </p:txBody>
      </p:sp>
      <p:sp>
        <p:nvSpPr>
          <p:cNvPr id="20" name="TextBox 19">
            <a:extLst>
              <a:ext uri="{FF2B5EF4-FFF2-40B4-BE49-F238E27FC236}">
                <a16:creationId xmlns:a16="http://schemas.microsoft.com/office/drawing/2014/main" id="{E5C34B7C-D940-4064-2824-C7E0B89EEBFF}"/>
              </a:ext>
            </a:extLst>
          </p:cNvPr>
          <p:cNvSpPr txBox="1"/>
          <p:nvPr userDrawn="1"/>
        </p:nvSpPr>
        <p:spPr>
          <a:xfrm>
            <a:off x="275908" y="3310129"/>
            <a:ext cx="2663190" cy="200055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defTabSz="457200">
              <a:defRPr sz="700" b="0" i="1">
                <a:solidFill>
                  <a:srgbClr val="94A3B8"/>
                </a:solidFill>
                <a:latin typeface="Arial"/>
              </a:defRPr>
            </a:pPr>
            <a:r>
              <a:rPr sz="700" i="1">
                <a:solidFill>
                  <a:srgbClr val="94A3B8"/>
                </a:solidFill>
                <a:latin typeface="Arial"/>
              </a:rPr>
              <a:t>{{nar_col_1_source}}</a:t>
            </a:r>
          </a:p>
        </p:txBody>
      </p:sp>
      <p:sp>
        <p:nvSpPr>
          <p:cNvPr id="21" name="Rounded Rectangle 28">
            <a:extLst>
              <a:ext uri="{FF2B5EF4-FFF2-40B4-BE49-F238E27FC236}">
                <a16:creationId xmlns:a16="http://schemas.microsoft.com/office/drawing/2014/main" id="{BED21711-68D3-287B-2B21-34F832D58930}"/>
              </a:ext>
            </a:extLst>
          </p:cNvPr>
          <p:cNvSpPr/>
          <p:nvPr userDrawn="1"/>
        </p:nvSpPr>
        <p:spPr>
          <a:xfrm>
            <a:off x="3158554" y="1426464"/>
            <a:ext cx="2882646" cy="2103120"/>
          </a:xfrm>
          <a:prstGeom prst="roundRect">
            <a:avLst/>
          </a:prstGeom>
          <a:solidFill>
            <a:srgbClr val="FFFFFF"/>
          </a:solidFill>
          <a:ln w="12700">
            <a:solidFill>
              <a:srgbClr val="E5E7EB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 defTabSz="457200"/>
            <a:endParaRPr>
              <a:solidFill>
                <a:prstClr val="white"/>
              </a:solidFill>
              <a:latin typeface="Calibri"/>
            </a:endParaRPr>
          </a:p>
        </p:txBody>
      </p:sp>
      <p:sp>
        <p:nvSpPr>
          <p:cNvPr id="22" name="Rectangle 21">
            <a:extLst>
              <a:ext uri="{FF2B5EF4-FFF2-40B4-BE49-F238E27FC236}">
                <a16:creationId xmlns:a16="http://schemas.microsoft.com/office/drawing/2014/main" id="{03C7842C-32CD-9237-3393-3C5FC0F0026E}"/>
              </a:ext>
            </a:extLst>
          </p:cNvPr>
          <p:cNvSpPr/>
          <p:nvPr userDrawn="1"/>
        </p:nvSpPr>
        <p:spPr>
          <a:xfrm>
            <a:off x="3158554" y="1426464"/>
            <a:ext cx="2882646" cy="438912"/>
          </a:xfrm>
          <a:prstGeom prst="rect">
            <a:avLst/>
          </a:prstGeom>
          <a:solidFill>
            <a:srgbClr val="6366F1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 defTabSz="457200"/>
            <a:endParaRPr>
              <a:solidFill>
                <a:prstClr val="white"/>
              </a:solidFill>
              <a:latin typeface="Calibri"/>
            </a:endParaRPr>
          </a:p>
        </p:txBody>
      </p:sp>
      <p:sp>
        <p:nvSpPr>
          <p:cNvPr id="23" name="TextBox 22">
            <a:extLst>
              <a:ext uri="{FF2B5EF4-FFF2-40B4-BE49-F238E27FC236}">
                <a16:creationId xmlns:a16="http://schemas.microsoft.com/office/drawing/2014/main" id="{8852230B-E6E8-5734-3590-249AFFBAB722}"/>
              </a:ext>
            </a:extLst>
          </p:cNvPr>
          <p:cNvSpPr txBox="1"/>
          <p:nvPr userDrawn="1"/>
        </p:nvSpPr>
        <p:spPr>
          <a:xfrm>
            <a:off x="3249994" y="1481328"/>
            <a:ext cx="2699766" cy="215444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defTabSz="457200">
              <a:defRPr sz="800" b="1" i="0">
                <a:solidFill>
                  <a:srgbClr val="FFFFFF"/>
                </a:solidFill>
                <a:latin typeface="Arial"/>
              </a:defRPr>
            </a:pPr>
            <a:r>
              <a:rPr sz="800" b="1">
                <a:solidFill>
                  <a:srgbClr val="FFFFFF"/>
                </a:solidFill>
                <a:latin typeface="Arial"/>
              </a:rPr>
              <a:t>SAFETY PROFILE</a:t>
            </a:r>
          </a:p>
        </p:txBody>
      </p:sp>
      <p:sp>
        <p:nvSpPr>
          <p:cNvPr id="24" name="TextBox 23">
            <a:extLst>
              <a:ext uri="{FF2B5EF4-FFF2-40B4-BE49-F238E27FC236}">
                <a16:creationId xmlns:a16="http://schemas.microsoft.com/office/drawing/2014/main" id="{A334AD64-111B-550D-7E9E-D5CBBAC203AA}"/>
              </a:ext>
            </a:extLst>
          </p:cNvPr>
          <p:cNvSpPr txBox="1"/>
          <p:nvPr userDrawn="1"/>
        </p:nvSpPr>
        <p:spPr>
          <a:xfrm>
            <a:off x="3249994" y="1627633"/>
            <a:ext cx="2699766" cy="246221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defTabSz="457200">
              <a:defRPr sz="1000" b="1" i="0">
                <a:solidFill>
                  <a:srgbClr val="FFFFFF"/>
                </a:solidFill>
                <a:latin typeface="Arial"/>
              </a:defRPr>
            </a:pPr>
            <a:r>
              <a:rPr lang="de-DE" sz="1000" b="1" dirty="0"/>
              <a:t>{{nar_col_2_trial}}</a:t>
            </a:r>
            <a:endParaRPr sz="1000" b="1" dirty="0">
              <a:solidFill>
                <a:srgbClr val="FFFFFF"/>
              </a:solidFill>
              <a:latin typeface="Arial"/>
            </a:endParaRPr>
          </a:p>
        </p:txBody>
      </p:sp>
      <p:sp>
        <p:nvSpPr>
          <p:cNvPr id="25" name="TextBox 24">
            <a:extLst>
              <a:ext uri="{FF2B5EF4-FFF2-40B4-BE49-F238E27FC236}">
                <a16:creationId xmlns:a16="http://schemas.microsoft.com/office/drawing/2014/main" id="{4EB6852A-AAED-0749-75F5-5A3F287366C5}"/>
              </a:ext>
            </a:extLst>
          </p:cNvPr>
          <p:cNvSpPr txBox="1"/>
          <p:nvPr userDrawn="1"/>
        </p:nvSpPr>
        <p:spPr>
          <a:xfrm>
            <a:off x="3268282" y="1901953"/>
            <a:ext cx="91440" cy="200055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defTabSz="457200">
              <a:defRPr sz="700" b="0" i="0">
                <a:solidFill>
                  <a:srgbClr val="6366F1"/>
                </a:solidFill>
                <a:latin typeface="Arial"/>
              </a:defRPr>
            </a:pPr>
            <a:r>
              <a:rPr sz="700">
                <a:solidFill>
                  <a:srgbClr val="6366F1"/>
                </a:solidFill>
                <a:latin typeface="Arial"/>
              </a:rPr>
              <a:t>•</a:t>
            </a:r>
          </a:p>
        </p:txBody>
      </p:sp>
      <p:sp>
        <p:nvSpPr>
          <p:cNvPr id="26" name="TextBox 25">
            <a:extLst>
              <a:ext uri="{FF2B5EF4-FFF2-40B4-BE49-F238E27FC236}">
                <a16:creationId xmlns:a16="http://schemas.microsoft.com/office/drawing/2014/main" id="{3606F33A-5FBF-E372-FB7A-330051F58EA5}"/>
              </a:ext>
            </a:extLst>
          </p:cNvPr>
          <p:cNvSpPr txBox="1"/>
          <p:nvPr userDrawn="1"/>
        </p:nvSpPr>
        <p:spPr>
          <a:xfrm>
            <a:off x="3268282" y="2157985"/>
            <a:ext cx="91440" cy="200055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defTabSz="457200">
              <a:defRPr sz="700" b="0" i="0">
                <a:solidFill>
                  <a:srgbClr val="6366F1"/>
                </a:solidFill>
                <a:latin typeface="Arial"/>
              </a:defRPr>
            </a:pPr>
            <a:r>
              <a:rPr sz="700">
                <a:solidFill>
                  <a:srgbClr val="6366F1"/>
                </a:solidFill>
                <a:latin typeface="Arial"/>
              </a:rPr>
              <a:t>•</a:t>
            </a:r>
          </a:p>
        </p:txBody>
      </p:sp>
      <p:sp>
        <p:nvSpPr>
          <p:cNvPr id="27" name="TextBox 26">
            <a:extLst>
              <a:ext uri="{FF2B5EF4-FFF2-40B4-BE49-F238E27FC236}">
                <a16:creationId xmlns:a16="http://schemas.microsoft.com/office/drawing/2014/main" id="{33951039-8BE6-1C71-8A2A-F390B40C4F43}"/>
              </a:ext>
            </a:extLst>
          </p:cNvPr>
          <p:cNvSpPr txBox="1"/>
          <p:nvPr userDrawn="1"/>
        </p:nvSpPr>
        <p:spPr>
          <a:xfrm>
            <a:off x="3268282" y="2414017"/>
            <a:ext cx="91440" cy="200055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defTabSz="457200">
              <a:defRPr sz="700" b="0" i="0">
                <a:solidFill>
                  <a:srgbClr val="6366F1"/>
                </a:solidFill>
                <a:latin typeface="Arial"/>
              </a:defRPr>
            </a:pPr>
            <a:r>
              <a:rPr sz="700">
                <a:solidFill>
                  <a:srgbClr val="6366F1"/>
                </a:solidFill>
                <a:latin typeface="Arial"/>
              </a:rPr>
              <a:t>•</a:t>
            </a:r>
          </a:p>
        </p:txBody>
      </p:sp>
      <p:sp>
        <p:nvSpPr>
          <p:cNvPr id="28" name="TextBox 27">
            <a:extLst>
              <a:ext uri="{FF2B5EF4-FFF2-40B4-BE49-F238E27FC236}">
                <a16:creationId xmlns:a16="http://schemas.microsoft.com/office/drawing/2014/main" id="{200106CF-36DE-2675-863B-B10771CCF6EF}"/>
              </a:ext>
            </a:extLst>
          </p:cNvPr>
          <p:cNvSpPr txBox="1"/>
          <p:nvPr userDrawn="1"/>
        </p:nvSpPr>
        <p:spPr>
          <a:xfrm>
            <a:off x="3268282" y="2670049"/>
            <a:ext cx="91440" cy="200055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defTabSz="457200">
              <a:defRPr sz="700" b="0" i="0">
                <a:solidFill>
                  <a:srgbClr val="6366F1"/>
                </a:solidFill>
                <a:latin typeface="Arial"/>
              </a:defRPr>
            </a:pPr>
            <a:r>
              <a:rPr sz="700">
                <a:solidFill>
                  <a:srgbClr val="6366F1"/>
                </a:solidFill>
                <a:latin typeface="Arial"/>
              </a:rPr>
              <a:t>•</a:t>
            </a:r>
          </a:p>
        </p:txBody>
      </p:sp>
      <p:sp>
        <p:nvSpPr>
          <p:cNvPr id="29" name="TextBox 28">
            <a:extLst>
              <a:ext uri="{FF2B5EF4-FFF2-40B4-BE49-F238E27FC236}">
                <a16:creationId xmlns:a16="http://schemas.microsoft.com/office/drawing/2014/main" id="{546CFD00-9926-8C0D-BBF4-D69F617A31E6}"/>
              </a:ext>
            </a:extLst>
          </p:cNvPr>
          <p:cNvSpPr txBox="1"/>
          <p:nvPr userDrawn="1"/>
        </p:nvSpPr>
        <p:spPr>
          <a:xfrm>
            <a:off x="3268282" y="2926081"/>
            <a:ext cx="91440" cy="200055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defTabSz="457200">
              <a:defRPr sz="700" b="0" i="0">
                <a:solidFill>
                  <a:srgbClr val="6366F1"/>
                </a:solidFill>
                <a:latin typeface="Arial"/>
              </a:defRPr>
            </a:pPr>
            <a:r>
              <a:rPr sz="700">
                <a:solidFill>
                  <a:srgbClr val="6366F1"/>
                </a:solidFill>
                <a:latin typeface="Arial"/>
              </a:rPr>
              <a:t>•</a:t>
            </a:r>
          </a:p>
        </p:txBody>
      </p:sp>
      <p:sp>
        <p:nvSpPr>
          <p:cNvPr id="30" name="TextBox 29">
            <a:extLst>
              <a:ext uri="{FF2B5EF4-FFF2-40B4-BE49-F238E27FC236}">
                <a16:creationId xmlns:a16="http://schemas.microsoft.com/office/drawing/2014/main" id="{0FE0CD55-A11D-AE6B-EC32-EA05AACB4ACC}"/>
              </a:ext>
            </a:extLst>
          </p:cNvPr>
          <p:cNvSpPr txBox="1"/>
          <p:nvPr userDrawn="1"/>
        </p:nvSpPr>
        <p:spPr>
          <a:xfrm>
            <a:off x="3268282" y="3310129"/>
            <a:ext cx="2663190" cy="200055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defTabSz="457200">
              <a:defRPr sz="700" b="0" i="1">
                <a:solidFill>
                  <a:srgbClr val="94A3B8"/>
                </a:solidFill>
                <a:latin typeface="Arial"/>
              </a:defRPr>
            </a:pPr>
            <a:r>
              <a:rPr sz="700" i="1">
                <a:solidFill>
                  <a:srgbClr val="94A3B8"/>
                </a:solidFill>
                <a:latin typeface="Arial"/>
              </a:rPr>
              <a:t>{{nar_col_2_source}}</a:t>
            </a:r>
          </a:p>
        </p:txBody>
      </p:sp>
      <p:sp>
        <p:nvSpPr>
          <p:cNvPr id="31" name="Rounded Rectangle 43">
            <a:extLst>
              <a:ext uri="{FF2B5EF4-FFF2-40B4-BE49-F238E27FC236}">
                <a16:creationId xmlns:a16="http://schemas.microsoft.com/office/drawing/2014/main" id="{948333EB-7774-30B8-A671-0311FA3DEFC1}"/>
              </a:ext>
            </a:extLst>
          </p:cNvPr>
          <p:cNvSpPr/>
          <p:nvPr userDrawn="1"/>
        </p:nvSpPr>
        <p:spPr>
          <a:xfrm>
            <a:off x="6150928" y="1426464"/>
            <a:ext cx="2882646" cy="2103120"/>
          </a:xfrm>
          <a:prstGeom prst="roundRect">
            <a:avLst/>
          </a:prstGeom>
          <a:solidFill>
            <a:srgbClr val="FFFFFF"/>
          </a:solidFill>
          <a:ln w="12700">
            <a:solidFill>
              <a:srgbClr val="E5E7EB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 defTabSz="457200"/>
            <a:endParaRPr>
              <a:solidFill>
                <a:prstClr val="white"/>
              </a:solidFill>
              <a:latin typeface="Calibri"/>
            </a:endParaRPr>
          </a:p>
        </p:txBody>
      </p:sp>
      <p:sp>
        <p:nvSpPr>
          <p:cNvPr id="32" name="Rectangle 31">
            <a:extLst>
              <a:ext uri="{FF2B5EF4-FFF2-40B4-BE49-F238E27FC236}">
                <a16:creationId xmlns:a16="http://schemas.microsoft.com/office/drawing/2014/main" id="{8B1C5650-10AF-9739-C94E-4E5B6A8BD120}"/>
              </a:ext>
            </a:extLst>
          </p:cNvPr>
          <p:cNvSpPr/>
          <p:nvPr userDrawn="1"/>
        </p:nvSpPr>
        <p:spPr>
          <a:xfrm>
            <a:off x="6150928" y="1426464"/>
            <a:ext cx="2882646" cy="438912"/>
          </a:xfrm>
          <a:prstGeom prst="rect">
            <a:avLst/>
          </a:prstGeom>
          <a:solidFill>
            <a:srgbClr val="3B82F6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 defTabSz="457200"/>
            <a:endParaRPr>
              <a:solidFill>
                <a:prstClr val="white"/>
              </a:solidFill>
              <a:latin typeface="Calibri"/>
            </a:endParaRPr>
          </a:p>
        </p:txBody>
      </p:sp>
      <p:sp>
        <p:nvSpPr>
          <p:cNvPr id="33" name="TextBox 32">
            <a:extLst>
              <a:ext uri="{FF2B5EF4-FFF2-40B4-BE49-F238E27FC236}">
                <a16:creationId xmlns:a16="http://schemas.microsoft.com/office/drawing/2014/main" id="{70130F0C-0E7D-1A81-AA71-D38645AA11DC}"/>
              </a:ext>
            </a:extLst>
          </p:cNvPr>
          <p:cNvSpPr txBox="1"/>
          <p:nvPr userDrawn="1"/>
        </p:nvSpPr>
        <p:spPr>
          <a:xfrm>
            <a:off x="6242368" y="1481328"/>
            <a:ext cx="2699766" cy="215444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defTabSz="457200">
              <a:defRPr sz="800" b="1" i="0">
                <a:solidFill>
                  <a:srgbClr val="FFFFFF"/>
                </a:solidFill>
                <a:latin typeface="Arial"/>
              </a:defRPr>
            </a:pPr>
            <a:r>
              <a:rPr sz="800" b="1">
                <a:solidFill>
                  <a:srgbClr val="FFFFFF"/>
                </a:solidFill>
                <a:latin typeface="Arial"/>
              </a:rPr>
              <a:t>SUBGROUP BENEFIT</a:t>
            </a:r>
          </a:p>
        </p:txBody>
      </p:sp>
      <p:sp>
        <p:nvSpPr>
          <p:cNvPr id="34" name="TextBox 33">
            <a:extLst>
              <a:ext uri="{FF2B5EF4-FFF2-40B4-BE49-F238E27FC236}">
                <a16:creationId xmlns:a16="http://schemas.microsoft.com/office/drawing/2014/main" id="{D3B71706-F58C-815D-8FEF-D14578E93EDC}"/>
              </a:ext>
            </a:extLst>
          </p:cNvPr>
          <p:cNvSpPr txBox="1"/>
          <p:nvPr userDrawn="1"/>
        </p:nvSpPr>
        <p:spPr>
          <a:xfrm>
            <a:off x="6260656" y="1901953"/>
            <a:ext cx="91440" cy="200055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defTabSz="457200">
              <a:defRPr sz="700" b="0" i="0">
                <a:solidFill>
                  <a:srgbClr val="3B82F6"/>
                </a:solidFill>
                <a:latin typeface="Arial"/>
              </a:defRPr>
            </a:pPr>
            <a:r>
              <a:rPr sz="700">
                <a:solidFill>
                  <a:srgbClr val="3B82F6"/>
                </a:solidFill>
                <a:latin typeface="Arial"/>
              </a:rPr>
              <a:t>•</a:t>
            </a:r>
          </a:p>
        </p:txBody>
      </p:sp>
      <p:sp>
        <p:nvSpPr>
          <p:cNvPr id="35" name="TextBox 34">
            <a:extLst>
              <a:ext uri="{FF2B5EF4-FFF2-40B4-BE49-F238E27FC236}">
                <a16:creationId xmlns:a16="http://schemas.microsoft.com/office/drawing/2014/main" id="{9393C938-352B-0756-EED6-481E4B9FBF68}"/>
              </a:ext>
            </a:extLst>
          </p:cNvPr>
          <p:cNvSpPr txBox="1"/>
          <p:nvPr userDrawn="1"/>
        </p:nvSpPr>
        <p:spPr>
          <a:xfrm>
            <a:off x="6260656" y="2157985"/>
            <a:ext cx="91440" cy="200055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defTabSz="457200">
              <a:defRPr sz="700" b="0" i="0">
                <a:solidFill>
                  <a:srgbClr val="3B82F6"/>
                </a:solidFill>
                <a:latin typeface="Arial"/>
              </a:defRPr>
            </a:pPr>
            <a:r>
              <a:rPr sz="700">
                <a:solidFill>
                  <a:srgbClr val="3B82F6"/>
                </a:solidFill>
                <a:latin typeface="Arial"/>
              </a:rPr>
              <a:t>•</a:t>
            </a:r>
          </a:p>
        </p:txBody>
      </p:sp>
      <p:sp>
        <p:nvSpPr>
          <p:cNvPr id="36" name="TextBox 35">
            <a:extLst>
              <a:ext uri="{FF2B5EF4-FFF2-40B4-BE49-F238E27FC236}">
                <a16:creationId xmlns:a16="http://schemas.microsoft.com/office/drawing/2014/main" id="{78B761F9-349B-64BB-499D-7B131BF6252D}"/>
              </a:ext>
            </a:extLst>
          </p:cNvPr>
          <p:cNvSpPr txBox="1"/>
          <p:nvPr userDrawn="1"/>
        </p:nvSpPr>
        <p:spPr>
          <a:xfrm>
            <a:off x="6260656" y="2414017"/>
            <a:ext cx="91440" cy="200055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defTabSz="457200">
              <a:defRPr sz="700" b="0" i="0">
                <a:solidFill>
                  <a:srgbClr val="3B82F6"/>
                </a:solidFill>
                <a:latin typeface="Arial"/>
              </a:defRPr>
            </a:pPr>
            <a:r>
              <a:rPr sz="700">
                <a:solidFill>
                  <a:srgbClr val="3B82F6"/>
                </a:solidFill>
                <a:latin typeface="Arial"/>
              </a:rPr>
              <a:t>•</a:t>
            </a:r>
          </a:p>
        </p:txBody>
      </p:sp>
      <p:sp>
        <p:nvSpPr>
          <p:cNvPr id="37" name="TextBox 36">
            <a:extLst>
              <a:ext uri="{FF2B5EF4-FFF2-40B4-BE49-F238E27FC236}">
                <a16:creationId xmlns:a16="http://schemas.microsoft.com/office/drawing/2014/main" id="{A605EA2B-CA25-75E4-3D6D-F2B053230B28}"/>
              </a:ext>
            </a:extLst>
          </p:cNvPr>
          <p:cNvSpPr txBox="1"/>
          <p:nvPr userDrawn="1"/>
        </p:nvSpPr>
        <p:spPr>
          <a:xfrm>
            <a:off x="6260656" y="2670049"/>
            <a:ext cx="91440" cy="200055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defTabSz="457200">
              <a:defRPr sz="700" b="0" i="0">
                <a:solidFill>
                  <a:srgbClr val="3B82F6"/>
                </a:solidFill>
                <a:latin typeface="Arial"/>
              </a:defRPr>
            </a:pPr>
            <a:r>
              <a:rPr sz="700">
                <a:solidFill>
                  <a:srgbClr val="3B82F6"/>
                </a:solidFill>
                <a:latin typeface="Arial"/>
              </a:rPr>
              <a:t>•</a:t>
            </a:r>
          </a:p>
        </p:txBody>
      </p:sp>
      <p:sp>
        <p:nvSpPr>
          <p:cNvPr id="38" name="TextBox 37">
            <a:extLst>
              <a:ext uri="{FF2B5EF4-FFF2-40B4-BE49-F238E27FC236}">
                <a16:creationId xmlns:a16="http://schemas.microsoft.com/office/drawing/2014/main" id="{CB12D3F6-2EEA-B19C-715C-0D37DB2B2839}"/>
              </a:ext>
            </a:extLst>
          </p:cNvPr>
          <p:cNvSpPr txBox="1"/>
          <p:nvPr userDrawn="1"/>
        </p:nvSpPr>
        <p:spPr>
          <a:xfrm>
            <a:off x="6260656" y="2926081"/>
            <a:ext cx="91440" cy="200055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defTabSz="457200">
              <a:defRPr sz="700" b="0" i="0">
                <a:solidFill>
                  <a:srgbClr val="3B82F6"/>
                </a:solidFill>
                <a:latin typeface="Arial"/>
              </a:defRPr>
            </a:pPr>
            <a:r>
              <a:rPr sz="700">
                <a:solidFill>
                  <a:srgbClr val="3B82F6"/>
                </a:solidFill>
                <a:latin typeface="Arial"/>
              </a:rPr>
              <a:t>•</a:t>
            </a:r>
          </a:p>
        </p:txBody>
      </p:sp>
      <p:sp>
        <p:nvSpPr>
          <p:cNvPr id="39" name="TextBox 38">
            <a:extLst>
              <a:ext uri="{FF2B5EF4-FFF2-40B4-BE49-F238E27FC236}">
                <a16:creationId xmlns:a16="http://schemas.microsoft.com/office/drawing/2014/main" id="{A78E04D9-2B72-C0CE-AF39-58592D3DCF2B}"/>
              </a:ext>
            </a:extLst>
          </p:cNvPr>
          <p:cNvSpPr txBox="1"/>
          <p:nvPr userDrawn="1"/>
        </p:nvSpPr>
        <p:spPr>
          <a:xfrm>
            <a:off x="6260656" y="3310129"/>
            <a:ext cx="2663190" cy="200055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defTabSz="457200">
              <a:defRPr sz="700" b="0" i="1">
                <a:solidFill>
                  <a:srgbClr val="94A3B8"/>
                </a:solidFill>
                <a:latin typeface="Arial"/>
              </a:defRPr>
            </a:pPr>
            <a:r>
              <a:rPr sz="700" i="1">
                <a:solidFill>
                  <a:srgbClr val="94A3B8"/>
                </a:solidFill>
                <a:latin typeface="Arial"/>
              </a:rPr>
              <a:t>{{nar_col_3_source}}</a:t>
            </a:r>
          </a:p>
        </p:txBody>
      </p:sp>
      <p:sp>
        <p:nvSpPr>
          <p:cNvPr id="40" name="Rounded Rectangle 58">
            <a:extLst>
              <a:ext uri="{FF2B5EF4-FFF2-40B4-BE49-F238E27FC236}">
                <a16:creationId xmlns:a16="http://schemas.microsoft.com/office/drawing/2014/main" id="{16A88346-6251-60A5-6333-B56F220EF604}"/>
              </a:ext>
            </a:extLst>
          </p:cNvPr>
          <p:cNvSpPr/>
          <p:nvPr userDrawn="1"/>
        </p:nvSpPr>
        <p:spPr>
          <a:xfrm>
            <a:off x="9143302" y="1426464"/>
            <a:ext cx="2882646" cy="2103120"/>
          </a:xfrm>
          <a:prstGeom prst="roundRect">
            <a:avLst/>
          </a:prstGeom>
          <a:solidFill>
            <a:srgbClr val="FFFFFF"/>
          </a:solidFill>
          <a:ln w="12700">
            <a:solidFill>
              <a:srgbClr val="E5E7EB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 defTabSz="457200"/>
            <a:endParaRPr>
              <a:solidFill>
                <a:prstClr val="white"/>
              </a:solidFill>
              <a:latin typeface="Calibri"/>
            </a:endParaRPr>
          </a:p>
        </p:txBody>
      </p:sp>
      <p:sp>
        <p:nvSpPr>
          <p:cNvPr id="41" name="Rectangle 40">
            <a:extLst>
              <a:ext uri="{FF2B5EF4-FFF2-40B4-BE49-F238E27FC236}">
                <a16:creationId xmlns:a16="http://schemas.microsoft.com/office/drawing/2014/main" id="{F937C4FA-72F2-452A-C320-B207005E5228}"/>
              </a:ext>
            </a:extLst>
          </p:cNvPr>
          <p:cNvSpPr/>
          <p:nvPr userDrawn="1"/>
        </p:nvSpPr>
        <p:spPr>
          <a:xfrm>
            <a:off x="9143302" y="1426464"/>
            <a:ext cx="2882646" cy="438912"/>
          </a:xfrm>
          <a:prstGeom prst="rect">
            <a:avLst/>
          </a:prstGeom>
          <a:solidFill>
            <a:srgbClr val="06B6D4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 defTabSz="457200"/>
            <a:endParaRPr>
              <a:solidFill>
                <a:prstClr val="white"/>
              </a:solidFill>
              <a:latin typeface="Calibri"/>
            </a:endParaRPr>
          </a:p>
        </p:txBody>
      </p:sp>
      <p:sp>
        <p:nvSpPr>
          <p:cNvPr id="42" name="TextBox 41">
            <a:extLst>
              <a:ext uri="{FF2B5EF4-FFF2-40B4-BE49-F238E27FC236}">
                <a16:creationId xmlns:a16="http://schemas.microsoft.com/office/drawing/2014/main" id="{F0F187AE-FB32-74A5-D98C-36B2F9A1E4B6}"/>
              </a:ext>
            </a:extLst>
          </p:cNvPr>
          <p:cNvSpPr txBox="1"/>
          <p:nvPr userDrawn="1"/>
        </p:nvSpPr>
        <p:spPr>
          <a:xfrm>
            <a:off x="9234742" y="1481328"/>
            <a:ext cx="2699766" cy="215444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defTabSz="457200">
              <a:defRPr sz="800" b="1" i="0">
                <a:solidFill>
                  <a:srgbClr val="FFFFFF"/>
                </a:solidFill>
                <a:latin typeface="Arial"/>
              </a:defRPr>
            </a:pPr>
            <a:r>
              <a:rPr sz="800" b="1">
                <a:solidFill>
                  <a:srgbClr val="FFFFFF"/>
                </a:solidFill>
                <a:latin typeface="Arial"/>
              </a:rPr>
              <a:t>PATIENT OUTCOMES</a:t>
            </a:r>
          </a:p>
        </p:txBody>
      </p:sp>
      <p:sp>
        <p:nvSpPr>
          <p:cNvPr id="43" name="TextBox 42">
            <a:extLst>
              <a:ext uri="{FF2B5EF4-FFF2-40B4-BE49-F238E27FC236}">
                <a16:creationId xmlns:a16="http://schemas.microsoft.com/office/drawing/2014/main" id="{991DFD2C-8021-1FF6-D219-65197F7D5AF1}"/>
              </a:ext>
            </a:extLst>
          </p:cNvPr>
          <p:cNvSpPr txBox="1"/>
          <p:nvPr userDrawn="1"/>
        </p:nvSpPr>
        <p:spPr>
          <a:xfrm>
            <a:off x="9253030" y="1901953"/>
            <a:ext cx="91440" cy="200055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defTabSz="457200">
              <a:defRPr sz="700" b="0" i="0">
                <a:solidFill>
                  <a:srgbClr val="06B6D4"/>
                </a:solidFill>
                <a:latin typeface="Arial"/>
              </a:defRPr>
            </a:pPr>
            <a:r>
              <a:rPr sz="700">
                <a:solidFill>
                  <a:srgbClr val="06B6D4"/>
                </a:solidFill>
                <a:latin typeface="Arial"/>
              </a:rPr>
              <a:t>•</a:t>
            </a:r>
          </a:p>
        </p:txBody>
      </p:sp>
      <p:sp>
        <p:nvSpPr>
          <p:cNvPr id="44" name="TextBox 43">
            <a:extLst>
              <a:ext uri="{FF2B5EF4-FFF2-40B4-BE49-F238E27FC236}">
                <a16:creationId xmlns:a16="http://schemas.microsoft.com/office/drawing/2014/main" id="{A3251870-1AB0-A258-0DE4-CEA4309B481C}"/>
              </a:ext>
            </a:extLst>
          </p:cNvPr>
          <p:cNvSpPr txBox="1"/>
          <p:nvPr userDrawn="1"/>
        </p:nvSpPr>
        <p:spPr>
          <a:xfrm>
            <a:off x="9253030" y="2157985"/>
            <a:ext cx="91440" cy="200055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defTabSz="457200">
              <a:defRPr sz="700" b="0" i="0">
                <a:solidFill>
                  <a:srgbClr val="06B6D4"/>
                </a:solidFill>
                <a:latin typeface="Arial"/>
              </a:defRPr>
            </a:pPr>
            <a:r>
              <a:rPr sz="700">
                <a:solidFill>
                  <a:srgbClr val="06B6D4"/>
                </a:solidFill>
                <a:latin typeface="Arial"/>
              </a:rPr>
              <a:t>•</a:t>
            </a:r>
          </a:p>
        </p:txBody>
      </p:sp>
      <p:sp>
        <p:nvSpPr>
          <p:cNvPr id="45" name="TextBox 44">
            <a:extLst>
              <a:ext uri="{FF2B5EF4-FFF2-40B4-BE49-F238E27FC236}">
                <a16:creationId xmlns:a16="http://schemas.microsoft.com/office/drawing/2014/main" id="{B68AE19E-212F-73EC-87D3-51C28E333759}"/>
              </a:ext>
            </a:extLst>
          </p:cNvPr>
          <p:cNvSpPr txBox="1"/>
          <p:nvPr userDrawn="1"/>
        </p:nvSpPr>
        <p:spPr>
          <a:xfrm>
            <a:off x="9253030" y="2414017"/>
            <a:ext cx="91440" cy="200055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defTabSz="457200">
              <a:defRPr sz="700" b="0" i="0">
                <a:solidFill>
                  <a:srgbClr val="06B6D4"/>
                </a:solidFill>
                <a:latin typeface="Arial"/>
              </a:defRPr>
            </a:pPr>
            <a:r>
              <a:rPr sz="700">
                <a:solidFill>
                  <a:srgbClr val="06B6D4"/>
                </a:solidFill>
                <a:latin typeface="Arial"/>
              </a:rPr>
              <a:t>•</a:t>
            </a:r>
          </a:p>
        </p:txBody>
      </p:sp>
      <p:sp>
        <p:nvSpPr>
          <p:cNvPr id="46" name="TextBox 45">
            <a:extLst>
              <a:ext uri="{FF2B5EF4-FFF2-40B4-BE49-F238E27FC236}">
                <a16:creationId xmlns:a16="http://schemas.microsoft.com/office/drawing/2014/main" id="{CD887E08-2ADD-DD7F-B6A6-7436CCD834A1}"/>
              </a:ext>
            </a:extLst>
          </p:cNvPr>
          <p:cNvSpPr txBox="1"/>
          <p:nvPr userDrawn="1"/>
        </p:nvSpPr>
        <p:spPr>
          <a:xfrm>
            <a:off x="9253030" y="2670049"/>
            <a:ext cx="91440" cy="200055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defTabSz="457200">
              <a:defRPr sz="700" b="0" i="0">
                <a:solidFill>
                  <a:srgbClr val="06B6D4"/>
                </a:solidFill>
                <a:latin typeface="Arial"/>
              </a:defRPr>
            </a:pPr>
            <a:r>
              <a:rPr sz="700">
                <a:solidFill>
                  <a:srgbClr val="06B6D4"/>
                </a:solidFill>
                <a:latin typeface="Arial"/>
              </a:rPr>
              <a:t>•</a:t>
            </a:r>
          </a:p>
        </p:txBody>
      </p:sp>
      <p:sp>
        <p:nvSpPr>
          <p:cNvPr id="47" name="TextBox 46">
            <a:extLst>
              <a:ext uri="{FF2B5EF4-FFF2-40B4-BE49-F238E27FC236}">
                <a16:creationId xmlns:a16="http://schemas.microsoft.com/office/drawing/2014/main" id="{A133BE8D-6F34-4175-98DB-5D0BDCCA718A}"/>
              </a:ext>
            </a:extLst>
          </p:cNvPr>
          <p:cNvSpPr txBox="1"/>
          <p:nvPr userDrawn="1"/>
        </p:nvSpPr>
        <p:spPr>
          <a:xfrm>
            <a:off x="9253030" y="2926081"/>
            <a:ext cx="91440" cy="200055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defTabSz="457200">
              <a:defRPr sz="700" b="0" i="0">
                <a:solidFill>
                  <a:srgbClr val="06B6D4"/>
                </a:solidFill>
                <a:latin typeface="Arial"/>
              </a:defRPr>
            </a:pPr>
            <a:r>
              <a:rPr sz="700">
                <a:solidFill>
                  <a:srgbClr val="06B6D4"/>
                </a:solidFill>
                <a:latin typeface="Arial"/>
              </a:rPr>
              <a:t>•</a:t>
            </a:r>
          </a:p>
        </p:txBody>
      </p:sp>
      <p:sp>
        <p:nvSpPr>
          <p:cNvPr id="48" name="TextBox 47">
            <a:extLst>
              <a:ext uri="{FF2B5EF4-FFF2-40B4-BE49-F238E27FC236}">
                <a16:creationId xmlns:a16="http://schemas.microsoft.com/office/drawing/2014/main" id="{3B29F415-58C5-E165-763D-33FA7E0CA8A1}"/>
              </a:ext>
            </a:extLst>
          </p:cNvPr>
          <p:cNvSpPr txBox="1"/>
          <p:nvPr userDrawn="1"/>
        </p:nvSpPr>
        <p:spPr>
          <a:xfrm>
            <a:off x="9253030" y="3310129"/>
            <a:ext cx="2663190" cy="200055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defTabSz="457200">
              <a:defRPr sz="700" b="0" i="1">
                <a:solidFill>
                  <a:srgbClr val="94A3B8"/>
                </a:solidFill>
                <a:latin typeface="Arial"/>
              </a:defRPr>
            </a:pPr>
            <a:r>
              <a:rPr sz="700" i="1">
                <a:solidFill>
                  <a:srgbClr val="94A3B8"/>
                </a:solidFill>
                <a:latin typeface="Arial"/>
              </a:rPr>
              <a:t>{{nar_col_4_source}}</a:t>
            </a:r>
          </a:p>
        </p:txBody>
      </p:sp>
      <p:sp>
        <p:nvSpPr>
          <p:cNvPr id="49" name="Rounded Rectangle 73">
            <a:extLst>
              <a:ext uri="{FF2B5EF4-FFF2-40B4-BE49-F238E27FC236}">
                <a16:creationId xmlns:a16="http://schemas.microsoft.com/office/drawing/2014/main" id="{42DAEB4A-0983-8CBD-B15F-14B53BBFC86C}"/>
              </a:ext>
            </a:extLst>
          </p:cNvPr>
          <p:cNvSpPr/>
          <p:nvPr userDrawn="1"/>
        </p:nvSpPr>
        <p:spPr>
          <a:xfrm>
            <a:off x="166180" y="3657600"/>
            <a:ext cx="5875020" cy="2788920"/>
          </a:xfrm>
          <a:prstGeom prst="roundRect">
            <a:avLst/>
          </a:prstGeom>
          <a:solidFill>
            <a:srgbClr val="FFFFFF"/>
          </a:solidFill>
          <a:ln w="12700">
            <a:solidFill>
              <a:srgbClr val="E5E7EB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 defTabSz="457200"/>
            <a:endParaRPr>
              <a:solidFill>
                <a:prstClr val="white"/>
              </a:solidFill>
              <a:latin typeface="Calibri"/>
            </a:endParaRPr>
          </a:p>
        </p:txBody>
      </p:sp>
      <p:sp>
        <p:nvSpPr>
          <p:cNvPr id="50" name="Rectangle 49">
            <a:extLst>
              <a:ext uri="{FF2B5EF4-FFF2-40B4-BE49-F238E27FC236}">
                <a16:creationId xmlns:a16="http://schemas.microsoft.com/office/drawing/2014/main" id="{026F098B-D9C1-B5DA-00F6-C06E23A0A1E5}"/>
              </a:ext>
            </a:extLst>
          </p:cNvPr>
          <p:cNvSpPr/>
          <p:nvPr userDrawn="1"/>
        </p:nvSpPr>
        <p:spPr>
          <a:xfrm>
            <a:off x="166180" y="3657600"/>
            <a:ext cx="5875020" cy="292608"/>
          </a:xfrm>
          <a:prstGeom prst="rect">
            <a:avLst/>
          </a:prstGeom>
          <a:solidFill>
            <a:srgbClr val="FAFBFF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 defTabSz="457200"/>
            <a:endParaRPr>
              <a:solidFill>
                <a:prstClr val="white"/>
              </a:solidFill>
              <a:latin typeface="Calibri"/>
            </a:endParaRPr>
          </a:p>
        </p:txBody>
      </p:sp>
      <p:sp>
        <p:nvSpPr>
          <p:cNvPr id="51" name="Rectangle 50">
            <a:extLst>
              <a:ext uri="{FF2B5EF4-FFF2-40B4-BE49-F238E27FC236}">
                <a16:creationId xmlns:a16="http://schemas.microsoft.com/office/drawing/2014/main" id="{B2F59ED1-174F-97D0-BDC3-1A516852D8F7}"/>
              </a:ext>
            </a:extLst>
          </p:cNvPr>
          <p:cNvSpPr/>
          <p:nvPr userDrawn="1"/>
        </p:nvSpPr>
        <p:spPr>
          <a:xfrm>
            <a:off x="166180" y="3950208"/>
            <a:ext cx="5875020" cy="9144"/>
          </a:xfrm>
          <a:prstGeom prst="rect">
            <a:avLst/>
          </a:prstGeom>
          <a:solidFill>
            <a:srgbClr val="F1F5F9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 defTabSz="457200"/>
            <a:endParaRPr>
              <a:solidFill>
                <a:prstClr val="white"/>
              </a:solidFill>
              <a:latin typeface="Calibri"/>
            </a:endParaRPr>
          </a:p>
        </p:txBody>
      </p:sp>
      <p:sp>
        <p:nvSpPr>
          <p:cNvPr id="52" name="Oval 51">
            <a:extLst>
              <a:ext uri="{FF2B5EF4-FFF2-40B4-BE49-F238E27FC236}">
                <a16:creationId xmlns:a16="http://schemas.microsoft.com/office/drawing/2014/main" id="{639ADC59-6197-94E3-7134-CD5929D7DB5B}"/>
              </a:ext>
            </a:extLst>
          </p:cNvPr>
          <p:cNvSpPr/>
          <p:nvPr userDrawn="1"/>
        </p:nvSpPr>
        <p:spPr>
          <a:xfrm>
            <a:off x="294196" y="3817863"/>
            <a:ext cx="64008" cy="64008"/>
          </a:xfrm>
          <a:prstGeom prst="ellipse">
            <a:avLst/>
          </a:prstGeom>
          <a:solidFill>
            <a:srgbClr val="F59E0B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 defTabSz="457200"/>
            <a:endParaRPr>
              <a:solidFill>
                <a:prstClr val="white"/>
              </a:solidFill>
              <a:latin typeface="Calibri"/>
            </a:endParaRPr>
          </a:p>
        </p:txBody>
      </p:sp>
      <p:sp>
        <p:nvSpPr>
          <p:cNvPr id="53" name="TextBox 52">
            <a:extLst>
              <a:ext uri="{FF2B5EF4-FFF2-40B4-BE49-F238E27FC236}">
                <a16:creationId xmlns:a16="http://schemas.microsoft.com/office/drawing/2014/main" id="{8C3193AD-4482-1424-64FD-E4BE55EF9662}"/>
              </a:ext>
            </a:extLst>
          </p:cNvPr>
          <p:cNvSpPr txBox="1"/>
          <p:nvPr userDrawn="1"/>
        </p:nvSpPr>
        <p:spPr>
          <a:xfrm>
            <a:off x="403924" y="3730752"/>
            <a:ext cx="5509260" cy="23083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defTabSz="457200">
              <a:defRPr sz="900" b="1" i="0">
                <a:solidFill>
                  <a:srgbClr val="64748B"/>
                </a:solidFill>
                <a:latin typeface="Arial"/>
              </a:defRPr>
            </a:pPr>
            <a:r>
              <a:rPr sz="900" b="1">
                <a:solidFill>
                  <a:srgbClr val="64748B"/>
                </a:solidFill>
                <a:latin typeface="Arial"/>
              </a:rPr>
              <a:t>Clinical Practice Implications</a:t>
            </a:r>
          </a:p>
        </p:txBody>
      </p:sp>
      <p:sp>
        <p:nvSpPr>
          <p:cNvPr id="54" name="TextBox 53">
            <a:extLst>
              <a:ext uri="{FF2B5EF4-FFF2-40B4-BE49-F238E27FC236}">
                <a16:creationId xmlns:a16="http://schemas.microsoft.com/office/drawing/2014/main" id="{A3955809-4A40-0059-E090-7FF05BC50AF6}"/>
              </a:ext>
            </a:extLst>
          </p:cNvPr>
          <p:cNvSpPr txBox="1"/>
          <p:nvPr userDrawn="1"/>
        </p:nvSpPr>
        <p:spPr>
          <a:xfrm>
            <a:off x="294196" y="4041648"/>
            <a:ext cx="128016" cy="23083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defTabSz="457200">
              <a:defRPr sz="900" b="0" i="0">
                <a:solidFill>
                  <a:srgbClr val="F59E0B"/>
                </a:solidFill>
                <a:latin typeface="Arial"/>
              </a:defRPr>
            </a:pPr>
            <a:r>
              <a:rPr sz="900">
                <a:solidFill>
                  <a:srgbClr val="F59E0B"/>
                </a:solidFill>
                <a:latin typeface="Arial"/>
              </a:rPr>
              <a:t>→</a:t>
            </a:r>
          </a:p>
        </p:txBody>
      </p:sp>
      <p:sp>
        <p:nvSpPr>
          <p:cNvPr id="55" name="TextBox 54">
            <a:extLst>
              <a:ext uri="{FF2B5EF4-FFF2-40B4-BE49-F238E27FC236}">
                <a16:creationId xmlns:a16="http://schemas.microsoft.com/office/drawing/2014/main" id="{C848E07D-46FB-482F-BD5F-4CBB3750A91B}"/>
              </a:ext>
            </a:extLst>
          </p:cNvPr>
          <p:cNvSpPr txBox="1"/>
          <p:nvPr userDrawn="1"/>
        </p:nvSpPr>
        <p:spPr>
          <a:xfrm>
            <a:off x="440500" y="4041648"/>
            <a:ext cx="5472684" cy="23083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defTabSz="457200">
              <a:defRPr sz="900" b="0" i="0">
                <a:solidFill>
                  <a:srgbClr val="475569"/>
                </a:solidFill>
                <a:latin typeface="Arial"/>
              </a:defRPr>
            </a:pPr>
            <a:r>
              <a:rPr sz="900">
                <a:solidFill>
                  <a:srgbClr val="475569"/>
                </a:solidFill>
                <a:latin typeface="Arial"/>
              </a:rPr>
              <a:t>{{impl_1}}</a:t>
            </a:r>
          </a:p>
        </p:txBody>
      </p:sp>
      <p:sp>
        <p:nvSpPr>
          <p:cNvPr id="56" name="TextBox 55">
            <a:extLst>
              <a:ext uri="{FF2B5EF4-FFF2-40B4-BE49-F238E27FC236}">
                <a16:creationId xmlns:a16="http://schemas.microsoft.com/office/drawing/2014/main" id="{0B6896FF-26E2-B06C-2CE1-99614A2E7063}"/>
              </a:ext>
            </a:extLst>
          </p:cNvPr>
          <p:cNvSpPr txBox="1"/>
          <p:nvPr userDrawn="1"/>
        </p:nvSpPr>
        <p:spPr>
          <a:xfrm>
            <a:off x="294196" y="4407408"/>
            <a:ext cx="128016" cy="23083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defTabSz="457200">
              <a:defRPr sz="900" b="0" i="0">
                <a:solidFill>
                  <a:srgbClr val="F59E0B"/>
                </a:solidFill>
                <a:latin typeface="Arial"/>
              </a:defRPr>
            </a:pPr>
            <a:r>
              <a:rPr sz="900">
                <a:solidFill>
                  <a:srgbClr val="F59E0B"/>
                </a:solidFill>
                <a:latin typeface="Arial"/>
              </a:rPr>
              <a:t>→</a:t>
            </a:r>
          </a:p>
        </p:txBody>
      </p:sp>
      <p:sp>
        <p:nvSpPr>
          <p:cNvPr id="57" name="TextBox 56">
            <a:extLst>
              <a:ext uri="{FF2B5EF4-FFF2-40B4-BE49-F238E27FC236}">
                <a16:creationId xmlns:a16="http://schemas.microsoft.com/office/drawing/2014/main" id="{6DE7BB88-6765-0A8F-B1CC-3223ABC76CEE}"/>
              </a:ext>
            </a:extLst>
          </p:cNvPr>
          <p:cNvSpPr txBox="1"/>
          <p:nvPr userDrawn="1"/>
        </p:nvSpPr>
        <p:spPr>
          <a:xfrm>
            <a:off x="440500" y="4407408"/>
            <a:ext cx="5472684" cy="23083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defTabSz="457200">
              <a:defRPr sz="900" b="0" i="0">
                <a:solidFill>
                  <a:srgbClr val="475569"/>
                </a:solidFill>
                <a:latin typeface="Arial"/>
              </a:defRPr>
            </a:pPr>
            <a:r>
              <a:rPr sz="900">
                <a:solidFill>
                  <a:srgbClr val="475569"/>
                </a:solidFill>
                <a:latin typeface="Arial"/>
              </a:rPr>
              <a:t>{{impl_2}}</a:t>
            </a:r>
          </a:p>
        </p:txBody>
      </p:sp>
      <p:sp>
        <p:nvSpPr>
          <p:cNvPr id="58" name="TextBox 57">
            <a:extLst>
              <a:ext uri="{FF2B5EF4-FFF2-40B4-BE49-F238E27FC236}">
                <a16:creationId xmlns:a16="http://schemas.microsoft.com/office/drawing/2014/main" id="{EA5575A6-9522-6B4E-B802-54C5E6600E69}"/>
              </a:ext>
            </a:extLst>
          </p:cNvPr>
          <p:cNvSpPr txBox="1"/>
          <p:nvPr userDrawn="1"/>
        </p:nvSpPr>
        <p:spPr>
          <a:xfrm>
            <a:off x="294196" y="4773168"/>
            <a:ext cx="128016" cy="23083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defTabSz="457200">
              <a:defRPr sz="900" b="0" i="0">
                <a:solidFill>
                  <a:srgbClr val="F59E0B"/>
                </a:solidFill>
                <a:latin typeface="Arial"/>
              </a:defRPr>
            </a:pPr>
            <a:r>
              <a:rPr sz="900">
                <a:solidFill>
                  <a:srgbClr val="F59E0B"/>
                </a:solidFill>
                <a:latin typeface="Arial"/>
              </a:rPr>
              <a:t>→</a:t>
            </a:r>
          </a:p>
        </p:txBody>
      </p:sp>
      <p:sp>
        <p:nvSpPr>
          <p:cNvPr id="59" name="TextBox 58">
            <a:extLst>
              <a:ext uri="{FF2B5EF4-FFF2-40B4-BE49-F238E27FC236}">
                <a16:creationId xmlns:a16="http://schemas.microsoft.com/office/drawing/2014/main" id="{5E7C4F15-971C-048D-F2D7-FFB944930942}"/>
              </a:ext>
            </a:extLst>
          </p:cNvPr>
          <p:cNvSpPr txBox="1"/>
          <p:nvPr userDrawn="1"/>
        </p:nvSpPr>
        <p:spPr>
          <a:xfrm>
            <a:off x="440500" y="4773168"/>
            <a:ext cx="5472684" cy="23083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defTabSz="457200">
              <a:defRPr sz="900" b="0" i="0">
                <a:solidFill>
                  <a:srgbClr val="475569"/>
                </a:solidFill>
                <a:latin typeface="Arial"/>
              </a:defRPr>
            </a:pPr>
            <a:r>
              <a:rPr sz="900">
                <a:solidFill>
                  <a:srgbClr val="475569"/>
                </a:solidFill>
                <a:latin typeface="Arial"/>
              </a:rPr>
              <a:t>{{impl_3}}</a:t>
            </a:r>
          </a:p>
        </p:txBody>
      </p:sp>
      <p:sp>
        <p:nvSpPr>
          <p:cNvPr id="60" name="TextBox 59">
            <a:extLst>
              <a:ext uri="{FF2B5EF4-FFF2-40B4-BE49-F238E27FC236}">
                <a16:creationId xmlns:a16="http://schemas.microsoft.com/office/drawing/2014/main" id="{A96C998C-35B3-6CAB-0F80-94683714EDCC}"/>
              </a:ext>
            </a:extLst>
          </p:cNvPr>
          <p:cNvSpPr txBox="1"/>
          <p:nvPr userDrawn="1"/>
        </p:nvSpPr>
        <p:spPr>
          <a:xfrm>
            <a:off x="294196" y="5138928"/>
            <a:ext cx="128016" cy="23083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defTabSz="457200">
              <a:defRPr sz="900" b="0" i="0">
                <a:solidFill>
                  <a:srgbClr val="F59E0B"/>
                </a:solidFill>
                <a:latin typeface="Arial"/>
              </a:defRPr>
            </a:pPr>
            <a:r>
              <a:rPr sz="900">
                <a:solidFill>
                  <a:srgbClr val="F59E0B"/>
                </a:solidFill>
                <a:latin typeface="Arial"/>
              </a:rPr>
              <a:t>→</a:t>
            </a:r>
          </a:p>
        </p:txBody>
      </p:sp>
      <p:sp>
        <p:nvSpPr>
          <p:cNvPr id="61" name="TextBox 60">
            <a:extLst>
              <a:ext uri="{FF2B5EF4-FFF2-40B4-BE49-F238E27FC236}">
                <a16:creationId xmlns:a16="http://schemas.microsoft.com/office/drawing/2014/main" id="{FF23FC3B-78DD-4564-82DB-E32DB191EE6D}"/>
              </a:ext>
            </a:extLst>
          </p:cNvPr>
          <p:cNvSpPr txBox="1"/>
          <p:nvPr userDrawn="1"/>
        </p:nvSpPr>
        <p:spPr>
          <a:xfrm>
            <a:off x="440500" y="5138928"/>
            <a:ext cx="5472684" cy="23083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defTabSz="457200">
              <a:defRPr sz="900" b="0" i="0">
                <a:solidFill>
                  <a:srgbClr val="475569"/>
                </a:solidFill>
                <a:latin typeface="Arial"/>
              </a:defRPr>
            </a:pPr>
            <a:r>
              <a:rPr sz="900">
                <a:solidFill>
                  <a:srgbClr val="475569"/>
                </a:solidFill>
                <a:latin typeface="Arial"/>
              </a:rPr>
              <a:t>{{impl_4}}</a:t>
            </a:r>
          </a:p>
        </p:txBody>
      </p:sp>
      <p:sp>
        <p:nvSpPr>
          <p:cNvPr id="62" name="Rounded Rectangle 86">
            <a:extLst>
              <a:ext uri="{FF2B5EF4-FFF2-40B4-BE49-F238E27FC236}">
                <a16:creationId xmlns:a16="http://schemas.microsoft.com/office/drawing/2014/main" id="{935B8006-574A-F551-E26D-73D4AC68DE5A}"/>
              </a:ext>
            </a:extLst>
          </p:cNvPr>
          <p:cNvSpPr/>
          <p:nvPr userDrawn="1"/>
        </p:nvSpPr>
        <p:spPr>
          <a:xfrm>
            <a:off x="6150928" y="3657600"/>
            <a:ext cx="5875020" cy="2788920"/>
          </a:xfrm>
          <a:prstGeom prst="roundRect">
            <a:avLst/>
          </a:prstGeom>
          <a:solidFill>
            <a:srgbClr val="FFFFFF"/>
          </a:solidFill>
          <a:ln w="12700">
            <a:solidFill>
              <a:srgbClr val="E5E7EB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 defTabSz="457200"/>
            <a:endParaRPr>
              <a:solidFill>
                <a:prstClr val="white"/>
              </a:solidFill>
              <a:latin typeface="Calibri"/>
            </a:endParaRPr>
          </a:p>
        </p:txBody>
      </p:sp>
      <p:sp>
        <p:nvSpPr>
          <p:cNvPr id="63" name="Rectangle 62">
            <a:extLst>
              <a:ext uri="{FF2B5EF4-FFF2-40B4-BE49-F238E27FC236}">
                <a16:creationId xmlns:a16="http://schemas.microsoft.com/office/drawing/2014/main" id="{14652C9A-B5B8-9EEE-94C9-23AD87DE1443}"/>
              </a:ext>
            </a:extLst>
          </p:cNvPr>
          <p:cNvSpPr/>
          <p:nvPr userDrawn="1"/>
        </p:nvSpPr>
        <p:spPr>
          <a:xfrm>
            <a:off x="6150928" y="3657600"/>
            <a:ext cx="5875020" cy="292608"/>
          </a:xfrm>
          <a:prstGeom prst="rect">
            <a:avLst/>
          </a:prstGeom>
          <a:solidFill>
            <a:srgbClr val="FAFBFF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 defTabSz="457200"/>
            <a:endParaRPr>
              <a:solidFill>
                <a:prstClr val="white"/>
              </a:solidFill>
              <a:latin typeface="Calibri"/>
            </a:endParaRPr>
          </a:p>
        </p:txBody>
      </p:sp>
      <p:sp>
        <p:nvSpPr>
          <p:cNvPr id="64" name="Rectangle 63">
            <a:extLst>
              <a:ext uri="{FF2B5EF4-FFF2-40B4-BE49-F238E27FC236}">
                <a16:creationId xmlns:a16="http://schemas.microsoft.com/office/drawing/2014/main" id="{3CF27A29-2A99-F76A-70AE-BB63CEA63A73}"/>
              </a:ext>
            </a:extLst>
          </p:cNvPr>
          <p:cNvSpPr/>
          <p:nvPr userDrawn="1"/>
        </p:nvSpPr>
        <p:spPr>
          <a:xfrm>
            <a:off x="6150928" y="3950208"/>
            <a:ext cx="5875020" cy="9144"/>
          </a:xfrm>
          <a:prstGeom prst="rect">
            <a:avLst/>
          </a:prstGeom>
          <a:solidFill>
            <a:srgbClr val="F1F5F9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 defTabSz="457200"/>
            <a:endParaRPr>
              <a:solidFill>
                <a:prstClr val="white"/>
              </a:solidFill>
              <a:latin typeface="Calibri"/>
            </a:endParaRPr>
          </a:p>
        </p:txBody>
      </p:sp>
      <p:sp>
        <p:nvSpPr>
          <p:cNvPr id="65" name="Oval 64">
            <a:extLst>
              <a:ext uri="{FF2B5EF4-FFF2-40B4-BE49-F238E27FC236}">
                <a16:creationId xmlns:a16="http://schemas.microsoft.com/office/drawing/2014/main" id="{1B5E98C8-9308-EA4F-5895-F749486C634B}"/>
              </a:ext>
            </a:extLst>
          </p:cNvPr>
          <p:cNvSpPr/>
          <p:nvPr userDrawn="1"/>
        </p:nvSpPr>
        <p:spPr>
          <a:xfrm>
            <a:off x="6278944" y="3817863"/>
            <a:ext cx="64008" cy="64008"/>
          </a:xfrm>
          <a:prstGeom prst="ellipse">
            <a:avLst/>
          </a:prstGeom>
          <a:solidFill>
            <a:srgbClr val="EF4444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 defTabSz="457200"/>
            <a:endParaRPr>
              <a:solidFill>
                <a:prstClr val="white"/>
              </a:solidFill>
              <a:latin typeface="Calibri"/>
            </a:endParaRPr>
          </a:p>
        </p:txBody>
      </p:sp>
      <p:sp>
        <p:nvSpPr>
          <p:cNvPr id="66" name="TextBox 65">
            <a:extLst>
              <a:ext uri="{FF2B5EF4-FFF2-40B4-BE49-F238E27FC236}">
                <a16:creationId xmlns:a16="http://schemas.microsoft.com/office/drawing/2014/main" id="{86EE6BF9-8B9A-0808-F658-CB816D8E319E}"/>
              </a:ext>
            </a:extLst>
          </p:cNvPr>
          <p:cNvSpPr txBox="1"/>
          <p:nvPr userDrawn="1"/>
        </p:nvSpPr>
        <p:spPr>
          <a:xfrm>
            <a:off x="6388672" y="3730752"/>
            <a:ext cx="5509260" cy="23083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defTabSz="457200">
              <a:defRPr sz="900" b="1" i="0">
                <a:solidFill>
                  <a:srgbClr val="64748B"/>
                </a:solidFill>
                <a:latin typeface="Arial"/>
              </a:defRPr>
            </a:pPr>
            <a:r>
              <a:rPr sz="900" b="1">
                <a:solidFill>
                  <a:srgbClr val="64748B"/>
                </a:solidFill>
                <a:latin typeface="Arial"/>
              </a:rPr>
              <a:t>Remaining Scientific Questions</a:t>
            </a:r>
          </a:p>
        </p:txBody>
      </p:sp>
      <p:sp>
        <p:nvSpPr>
          <p:cNvPr id="67" name="TextBox 66">
            <a:extLst>
              <a:ext uri="{FF2B5EF4-FFF2-40B4-BE49-F238E27FC236}">
                <a16:creationId xmlns:a16="http://schemas.microsoft.com/office/drawing/2014/main" id="{01F7DA3A-BE30-B951-36AB-0AB80F883353}"/>
              </a:ext>
            </a:extLst>
          </p:cNvPr>
          <p:cNvSpPr txBox="1"/>
          <p:nvPr userDrawn="1"/>
        </p:nvSpPr>
        <p:spPr>
          <a:xfrm>
            <a:off x="6278944" y="4041648"/>
            <a:ext cx="128016" cy="23083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defTabSz="457200">
              <a:defRPr sz="900" b="1" i="0">
                <a:solidFill>
                  <a:srgbClr val="EF4444"/>
                </a:solidFill>
                <a:latin typeface="Arial"/>
              </a:defRPr>
            </a:pPr>
            <a:r>
              <a:rPr sz="900" b="1">
                <a:solidFill>
                  <a:srgbClr val="EF4444"/>
                </a:solidFill>
                <a:latin typeface="Arial"/>
              </a:rPr>
              <a:t>?</a:t>
            </a:r>
          </a:p>
        </p:txBody>
      </p:sp>
      <p:sp>
        <p:nvSpPr>
          <p:cNvPr id="68" name="TextBox 67">
            <a:extLst>
              <a:ext uri="{FF2B5EF4-FFF2-40B4-BE49-F238E27FC236}">
                <a16:creationId xmlns:a16="http://schemas.microsoft.com/office/drawing/2014/main" id="{5E6F8182-9090-A8F8-8A81-4D879D6B693A}"/>
              </a:ext>
            </a:extLst>
          </p:cNvPr>
          <p:cNvSpPr txBox="1"/>
          <p:nvPr userDrawn="1"/>
        </p:nvSpPr>
        <p:spPr>
          <a:xfrm>
            <a:off x="6425248" y="4041648"/>
            <a:ext cx="5472684" cy="23083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defTabSz="457200">
              <a:defRPr sz="900" b="0" i="0">
                <a:solidFill>
                  <a:srgbClr val="475569"/>
                </a:solidFill>
                <a:latin typeface="Arial"/>
              </a:defRPr>
            </a:pPr>
            <a:r>
              <a:rPr sz="900">
                <a:solidFill>
                  <a:srgbClr val="475569"/>
                </a:solidFill>
                <a:latin typeface="Arial"/>
              </a:rPr>
              <a:t>{{question_1}}</a:t>
            </a:r>
          </a:p>
        </p:txBody>
      </p:sp>
      <p:sp>
        <p:nvSpPr>
          <p:cNvPr id="69" name="TextBox 68">
            <a:extLst>
              <a:ext uri="{FF2B5EF4-FFF2-40B4-BE49-F238E27FC236}">
                <a16:creationId xmlns:a16="http://schemas.microsoft.com/office/drawing/2014/main" id="{DF8D8BF9-75D0-F347-FD4A-E58E4A14ED6F}"/>
              </a:ext>
            </a:extLst>
          </p:cNvPr>
          <p:cNvSpPr txBox="1"/>
          <p:nvPr userDrawn="1"/>
        </p:nvSpPr>
        <p:spPr>
          <a:xfrm>
            <a:off x="6278944" y="4407408"/>
            <a:ext cx="128016" cy="23083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defTabSz="457200">
              <a:defRPr sz="900" b="1" i="0">
                <a:solidFill>
                  <a:srgbClr val="EF4444"/>
                </a:solidFill>
                <a:latin typeface="Arial"/>
              </a:defRPr>
            </a:pPr>
            <a:r>
              <a:rPr sz="900" b="1">
                <a:solidFill>
                  <a:srgbClr val="EF4444"/>
                </a:solidFill>
                <a:latin typeface="Arial"/>
              </a:rPr>
              <a:t>?</a:t>
            </a:r>
          </a:p>
        </p:txBody>
      </p:sp>
      <p:sp>
        <p:nvSpPr>
          <p:cNvPr id="70" name="TextBox 69">
            <a:extLst>
              <a:ext uri="{FF2B5EF4-FFF2-40B4-BE49-F238E27FC236}">
                <a16:creationId xmlns:a16="http://schemas.microsoft.com/office/drawing/2014/main" id="{3DF4DF7F-DD3E-58C3-3EC5-813FFDC25C76}"/>
              </a:ext>
            </a:extLst>
          </p:cNvPr>
          <p:cNvSpPr txBox="1"/>
          <p:nvPr userDrawn="1"/>
        </p:nvSpPr>
        <p:spPr>
          <a:xfrm>
            <a:off x="6425248" y="4407408"/>
            <a:ext cx="5472684" cy="23083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defTabSz="457200">
              <a:defRPr sz="900" b="0" i="0">
                <a:solidFill>
                  <a:srgbClr val="475569"/>
                </a:solidFill>
                <a:latin typeface="Arial"/>
              </a:defRPr>
            </a:pPr>
            <a:r>
              <a:rPr sz="900">
                <a:solidFill>
                  <a:srgbClr val="475569"/>
                </a:solidFill>
                <a:latin typeface="Arial"/>
              </a:rPr>
              <a:t>{{question_2}}</a:t>
            </a:r>
          </a:p>
        </p:txBody>
      </p:sp>
      <p:sp>
        <p:nvSpPr>
          <p:cNvPr id="71" name="TextBox 70">
            <a:extLst>
              <a:ext uri="{FF2B5EF4-FFF2-40B4-BE49-F238E27FC236}">
                <a16:creationId xmlns:a16="http://schemas.microsoft.com/office/drawing/2014/main" id="{BA6C1792-C191-C91C-5046-5C9FE12C7F5F}"/>
              </a:ext>
            </a:extLst>
          </p:cNvPr>
          <p:cNvSpPr txBox="1"/>
          <p:nvPr userDrawn="1"/>
        </p:nvSpPr>
        <p:spPr>
          <a:xfrm>
            <a:off x="6278944" y="4773168"/>
            <a:ext cx="128016" cy="23083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defTabSz="457200">
              <a:defRPr sz="900" b="1" i="0">
                <a:solidFill>
                  <a:srgbClr val="EF4444"/>
                </a:solidFill>
                <a:latin typeface="Arial"/>
              </a:defRPr>
            </a:pPr>
            <a:r>
              <a:rPr sz="900" b="1">
                <a:solidFill>
                  <a:srgbClr val="EF4444"/>
                </a:solidFill>
                <a:latin typeface="Arial"/>
              </a:rPr>
              <a:t>?</a:t>
            </a:r>
          </a:p>
        </p:txBody>
      </p:sp>
      <p:sp>
        <p:nvSpPr>
          <p:cNvPr id="72" name="TextBox 71">
            <a:extLst>
              <a:ext uri="{FF2B5EF4-FFF2-40B4-BE49-F238E27FC236}">
                <a16:creationId xmlns:a16="http://schemas.microsoft.com/office/drawing/2014/main" id="{698EBEAF-FB67-96BF-2025-4F921D826B40}"/>
              </a:ext>
            </a:extLst>
          </p:cNvPr>
          <p:cNvSpPr txBox="1"/>
          <p:nvPr userDrawn="1"/>
        </p:nvSpPr>
        <p:spPr>
          <a:xfrm>
            <a:off x="6425248" y="4773168"/>
            <a:ext cx="5472684" cy="23083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defTabSz="457200">
              <a:defRPr sz="900" b="0" i="0">
                <a:solidFill>
                  <a:srgbClr val="475569"/>
                </a:solidFill>
                <a:latin typeface="Arial"/>
              </a:defRPr>
            </a:pPr>
            <a:r>
              <a:rPr sz="900">
                <a:solidFill>
                  <a:srgbClr val="475569"/>
                </a:solidFill>
                <a:latin typeface="Arial"/>
              </a:rPr>
              <a:t>{{question_3}}</a:t>
            </a:r>
          </a:p>
        </p:txBody>
      </p:sp>
      <p:sp>
        <p:nvSpPr>
          <p:cNvPr id="73" name="TextBox 72">
            <a:extLst>
              <a:ext uri="{FF2B5EF4-FFF2-40B4-BE49-F238E27FC236}">
                <a16:creationId xmlns:a16="http://schemas.microsoft.com/office/drawing/2014/main" id="{347583DC-E60B-1F76-50BD-70E1DB5482BA}"/>
              </a:ext>
            </a:extLst>
          </p:cNvPr>
          <p:cNvSpPr txBox="1"/>
          <p:nvPr userDrawn="1"/>
        </p:nvSpPr>
        <p:spPr>
          <a:xfrm>
            <a:off x="6278944" y="5138928"/>
            <a:ext cx="128016" cy="23083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defTabSz="457200">
              <a:defRPr sz="900" b="1" i="0">
                <a:solidFill>
                  <a:srgbClr val="EF4444"/>
                </a:solidFill>
                <a:latin typeface="Arial"/>
              </a:defRPr>
            </a:pPr>
            <a:r>
              <a:rPr sz="900" b="1">
                <a:solidFill>
                  <a:srgbClr val="EF4444"/>
                </a:solidFill>
                <a:latin typeface="Arial"/>
              </a:rPr>
              <a:t>?</a:t>
            </a:r>
          </a:p>
        </p:txBody>
      </p:sp>
      <p:sp>
        <p:nvSpPr>
          <p:cNvPr id="74" name="TextBox 73">
            <a:extLst>
              <a:ext uri="{FF2B5EF4-FFF2-40B4-BE49-F238E27FC236}">
                <a16:creationId xmlns:a16="http://schemas.microsoft.com/office/drawing/2014/main" id="{537BF30A-2ECE-D985-6306-A0315C898445}"/>
              </a:ext>
            </a:extLst>
          </p:cNvPr>
          <p:cNvSpPr txBox="1"/>
          <p:nvPr userDrawn="1"/>
        </p:nvSpPr>
        <p:spPr>
          <a:xfrm>
            <a:off x="6425248" y="5138928"/>
            <a:ext cx="5472684" cy="23083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defTabSz="457200">
              <a:defRPr sz="900" b="0" i="0">
                <a:solidFill>
                  <a:srgbClr val="475569"/>
                </a:solidFill>
                <a:latin typeface="Arial"/>
              </a:defRPr>
            </a:pPr>
            <a:r>
              <a:rPr sz="900">
                <a:solidFill>
                  <a:srgbClr val="475569"/>
                </a:solidFill>
                <a:latin typeface="Arial"/>
              </a:rPr>
              <a:t>{{question_4}}</a:t>
            </a:r>
          </a:p>
        </p:txBody>
      </p:sp>
      <p:sp>
        <p:nvSpPr>
          <p:cNvPr id="75" name="Rectangle 74">
            <a:extLst>
              <a:ext uri="{FF2B5EF4-FFF2-40B4-BE49-F238E27FC236}">
                <a16:creationId xmlns:a16="http://schemas.microsoft.com/office/drawing/2014/main" id="{312A848F-308A-8F29-290C-8504C3FEC5A6}"/>
              </a:ext>
            </a:extLst>
          </p:cNvPr>
          <p:cNvSpPr/>
          <p:nvPr userDrawn="1"/>
        </p:nvSpPr>
        <p:spPr>
          <a:xfrm>
            <a:off x="1588" y="6556248"/>
            <a:ext cx="12188952" cy="9144"/>
          </a:xfrm>
          <a:prstGeom prst="rect">
            <a:avLst/>
          </a:prstGeom>
          <a:solidFill>
            <a:srgbClr val="F0F0F5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 defTabSz="457200"/>
            <a:endParaRPr>
              <a:solidFill>
                <a:prstClr val="white"/>
              </a:solidFill>
              <a:latin typeface="Calibri"/>
            </a:endParaRPr>
          </a:p>
        </p:txBody>
      </p:sp>
      <p:sp>
        <p:nvSpPr>
          <p:cNvPr id="76" name="TextBox 75">
            <a:extLst>
              <a:ext uri="{FF2B5EF4-FFF2-40B4-BE49-F238E27FC236}">
                <a16:creationId xmlns:a16="http://schemas.microsoft.com/office/drawing/2014/main" id="{6FE132BE-637B-15BF-28F0-B59859BCF87E}"/>
              </a:ext>
            </a:extLst>
          </p:cNvPr>
          <p:cNvSpPr txBox="1"/>
          <p:nvPr userDrawn="1"/>
        </p:nvSpPr>
        <p:spPr>
          <a:xfrm>
            <a:off x="3359722" y="1884168"/>
            <a:ext cx="2553462" cy="22313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defTabSz="457200">
              <a:defRPr sz="850" b="0" i="0">
                <a:solidFill>
                  <a:srgbClr val="475569"/>
                </a:solidFill>
                <a:latin typeface="Arial"/>
              </a:defRPr>
            </a:pPr>
            <a:r>
              <a:rPr lang="en-US" sz="850" dirty="0"/>
              <a:t>{{nar_col_2_item_1}}</a:t>
            </a:r>
            <a:endParaRPr sz="850" dirty="0">
              <a:solidFill>
                <a:srgbClr val="475569"/>
              </a:solidFill>
              <a:latin typeface="Arial"/>
            </a:endParaRPr>
          </a:p>
        </p:txBody>
      </p:sp>
      <p:sp>
        <p:nvSpPr>
          <p:cNvPr id="77" name="TextBox 76">
            <a:extLst>
              <a:ext uri="{FF2B5EF4-FFF2-40B4-BE49-F238E27FC236}">
                <a16:creationId xmlns:a16="http://schemas.microsoft.com/office/drawing/2014/main" id="{CD47738A-B256-7F05-34BB-8453F71442C5}"/>
              </a:ext>
            </a:extLst>
          </p:cNvPr>
          <p:cNvSpPr txBox="1"/>
          <p:nvPr userDrawn="1"/>
        </p:nvSpPr>
        <p:spPr>
          <a:xfrm>
            <a:off x="3359722" y="2140200"/>
            <a:ext cx="2553462" cy="22313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defTabSz="457200">
              <a:defRPr sz="850" b="0" i="0">
                <a:solidFill>
                  <a:srgbClr val="475569"/>
                </a:solidFill>
                <a:latin typeface="Arial"/>
              </a:defRPr>
            </a:pPr>
            <a:r>
              <a:rPr lang="en-US" sz="850" dirty="0"/>
              <a:t>{{nar_col_2_item_2}}</a:t>
            </a:r>
            <a:endParaRPr sz="850" dirty="0">
              <a:solidFill>
                <a:srgbClr val="475569"/>
              </a:solidFill>
              <a:latin typeface="Arial"/>
            </a:endParaRPr>
          </a:p>
        </p:txBody>
      </p:sp>
      <p:sp>
        <p:nvSpPr>
          <p:cNvPr id="78" name="TextBox 77">
            <a:extLst>
              <a:ext uri="{FF2B5EF4-FFF2-40B4-BE49-F238E27FC236}">
                <a16:creationId xmlns:a16="http://schemas.microsoft.com/office/drawing/2014/main" id="{7D622911-7FD7-8647-5252-B3F83C245524}"/>
              </a:ext>
            </a:extLst>
          </p:cNvPr>
          <p:cNvSpPr txBox="1"/>
          <p:nvPr userDrawn="1"/>
        </p:nvSpPr>
        <p:spPr>
          <a:xfrm>
            <a:off x="3359722" y="2396232"/>
            <a:ext cx="2553462" cy="22313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defTabSz="457200">
              <a:defRPr sz="850" b="0" i="0">
                <a:solidFill>
                  <a:srgbClr val="475569"/>
                </a:solidFill>
                <a:latin typeface="Arial"/>
              </a:defRPr>
            </a:pPr>
            <a:r>
              <a:rPr lang="en-US" sz="850" dirty="0"/>
              <a:t>{{nar_col_2_item_3}}</a:t>
            </a:r>
            <a:endParaRPr sz="850" dirty="0">
              <a:solidFill>
                <a:srgbClr val="475569"/>
              </a:solidFill>
              <a:latin typeface="Arial"/>
            </a:endParaRPr>
          </a:p>
        </p:txBody>
      </p:sp>
      <p:sp>
        <p:nvSpPr>
          <p:cNvPr id="79" name="TextBox 78">
            <a:extLst>
              <a:ext uri="{FF2B5EF4-FFF2-40B4-BE49-F238E27FC236}">
                <a16:creationId xmlns:a16="http://schemas.microsoft.com/office/drawing/2014/main" id="{23B35EE1-1CF8-813C-4A76-9A55D1242698}"/>
              </a:ext>
            </a:extLst>
          </p:cNvPr>
          <p:cNvSpPr txBox="1"/>
          <p:nvPr userDrawn="1"/>
        </p:nvSpPr>
        <p:spPr>
          <a:xfrm>
            <a:off x="3359722" y="2652264"/>
            <a:ext cx="2553462" cy="22313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defTabSz="457200">
              <a:defRPr sz="850" b="0" i="0">
                <a:solidFill>
                  <a:srgbClr val="475569"/>
                </a:solidFill>
                <a:latin typeface="Arial"/>
              </a:defRPr>
            </a:pPr>
            <a:r>
              <a:rPr lang="en-US" sz="850" dirty="0"/>
              <a:t>{{nar_col_2_item_4}}</a:t>
            </a:r>
            <a:endParaRPr sz="850" dirty="0">
              <a:solidFill>
                <a:srgbClr val="475569"/>
              </a:solidFill>
              <a:latin typeface="Arial"/>
            </a:endParaRPr>
          </a:p>
        </p:txBody>
      </p:sp>
      <p:sp>
        <p:nvSpPr>
          <p:cNvPr id="80" name="TextBox 79">
            <a:extLst>
              <a:ext uri="{FF2B5EF4-FFF2-40B4-BE49-F238E27FC236}">
                <a16:creationId xmlns:a16="http://schemas.microsoft.com/office/drawing/2014/main" id="{1D6D3335-A2C8-DA50-9DEA-038FC4C2FB06}"/>
              </a:ext>
            </a:extLst>
          </p:cNvPr>
          <p:cNvSpPr txBox="1"/>
          <p:nvPr userDrawn="1"/>
        </p:nvSpPr>
        <p:spPr>
          <a:xfrm>
            <a:off x="3359722" y="2908296"/>
            <a:ext cx="2553462" cy="22313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defTabSz="457200">
              <a:defRPr sz="850" b="0" i="0">
                <a:solidFill>
                  <a:srgbClr val="475569"/>
                </a:solidFill>
                <a:latin typeface="Arial"/>
              </a:defRPr>
            </a:pPr>
            <a:r>
              <a:rPr lang="en-US" sz="850" dirty="0"/>
              <a:t>{{nar_col_2_item_5}}</a:t>
            </a:r>
            <a:endParaRPr sz="850" dirty="0">
              <a:solidFill>
                <a:srgbClr val="475569"/>
              </a:solidFill>
              <a:latin typeface="Arial"/>
            </a:endParaRPr>
          </a:p>
        </p:txBody>
      </p:sp>
      <p:sp>
        <p:nvSpPr>
          <p:cNvPr id="81" name="TextBox 80">
            <a:extLst>
              <a:ext uri="{FF2B5EF4-FFF2-40B4-BE49-F238E27FC236}">
                <a16:creationId xmlns:a16="http://schemas.microsoft.com/office/drawing/2014/main" id="{3EF9CE15-1E33-0946-8222-01C2C07442BF}"/>
              </a:ext>
            </a:extLst>
          </p:cNvPr>
          <p:cNvSpPr txBox="1"/>
          <p:nvPr userDrawn="1"/>
        </p:nvSpPr>
        <p:spPr>
          <a:xfrm>
            <a:off x="6352096" y="1882542"/>
            <a:ext cx="2553462" cy="22313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defTabSz="457200">
              <a:defRPr sz="850" b="0" i="0">
                <a:solidFill>
                  <a:srgbClr val="475569"/>
                </a:solidFill>
                <a:latin typeface="Arial"/>
              </a:defRPr>
            </a:pPr>
            <a:r>
              <a:rPr lang="en-US" sz="850" dirty="0"/>
              <a:t>{{nar_col_3_item_1}}</a:t>
            </a:r>
            <a:endParaRPr sz="850" dirty="0">
              <a:solidFill>
                <a:srgbClr val="475569"/>
              </a:solidFill>
              <a:latin typeface="Arial"/>
            </a:endParaRPr>
          </a:p>
        </p:txBody>
      </p:sp>
      <p:sp>
        <p:nvSpPr>
          <p:cNvPr id="82" name="TextBox 81">
            <a:extLst>
              <a:ext uri="{FF2B5EF4-FFF2-40B4-BE49-F238E27FC236}">
                <a16:creationId xmlns:a16="http://schemas.microsoft.com/office/drawing/2014/main" id="{0D055E2B-EC4D-885D-DCD0-32885CB1CE23}"/>
              </a:ext>
            </a:extLst>
          </p:cNvPr>
          <p:cNvSpPr txBox="1"/>
          <p:nvPr userDrawn="1"/>
        </p:nvSpPr>
        <p:spPr>
          <a:xfrm>
            <a:off x="6352096" y="2138574"/>
            <a:ext cx="2553462" cy="22313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defTabSz="457200">
              <a:defRPr sz="850" b="0" i="0">
                <a:solidFill>
                  <a:srgbClr val="475569"/>
                </a:solidFill>
                <a:latin typeface="Arial"/>
              </a:defRPr>
            </a:pPr>
            <a:r>
              <a:rPr lang="en-US" sz="850" dirty="0"/>
              <a:t>{{nar_col_3_item_2}}</a:t>
            </a:r>
            <a:endParaRPr sz="850" dirty="0">
              <a:solidFill>
                <a:srgbClr val="475569"/>
              </a:solidFill>
              <a:latin typeface="Arial"/>
            </a:endParaRPr>
          </a:p>
        </p:txBody>
      </p:sp>
      <p:sp>
        <p:nvSpPr>
          <p:cNvPr id="83" name="TextBox 82">
            <a:extLst>
              <a:ext uri="{FF2B5EF4-FFF2-40B4-BE49-F238E27FC236}">
                <a16:creationId xmlns:a16="http://schemas.microsoft.com/office/drawing/2014/main" id="{5B795650-0318-2361-8317-92B483D8E41C}"/>
              </a:ext>
            </a:extLst>
          </p:cNvPr>
          <p:cNvSpPr txBox="1"/>
          <p:nvPr userDrawn="1"/>
        </p:nvSpPr>
        <p:spPr>
          <a:xfrm>
            <a:off x="6352096" y="2394606"/>
            <a:ext cx="2553462" cy="22313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defTabSz="457200">
              <a:defRPr sz="850" b="0" i="0">
                <a:solidFill>
                  <a:srgbClr val="475569"/>
                </a:solidFill>
                <a:latin typeface="Arial"/>
              </a:defRPr>
            </a:pPr>
            <a:r>
              <a:rPr lang="en-US" sz="850" dirty="0"/>
              <a:t>{{nar_col_3_item_3}}</a:t>
            </a:r>
            <a:endParaRPr sz="850" dirty="0">
              <a:solidFill>
                <a:srgbClr val="475569"/>
              </a:solidFill>
              <a:latin typeface="Arial"/>
            </a:endParaRPr>
          </a:p>
        </p:txBody>
      </p:sp>
      <p:sp>
        <p:nvSpPr>
          <p:cNvPr id="84" name="TextBox 83">
            <a:extLst>
              <a:ext uri="{FF2B5EF4-FFF2-40B4-BE49-F238E27FC236}">
                <a16:creationId xmlns:a16="http://schemas.microsoft.com/office/drawing/2014/main" id="{EE9C9589-2D0D-B899-2243-60155CACA38A}"/>
              </a:ext>
            </a:extLst>
          </p:cNvPr>
          <p:cNvSpPr txBox="1"/>
          <p:nvPr userDrawn="1"/>
        </p:nvSpPr>
        <p:spPr>
          <a:xfrm>
            <a:off x="6352096" y="2650638"/>
            <a:ext cx="2553462" cy="22313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defTabSz="457200">
              <a:defRPr sz="850" b="0" i="0">
                <a:solidFill>
                  <a:srgbClr val="475569"/>
                </a:solidFill>
                <a:latin typeface="Arial"/>
              </a:defRPr>
            </a:pPr>
            <a:r>
              <a:rPr lang="en-US" sz="850" dirty="0"/>
              <a:t>{{nar_col_3_item_4}}</a:t>
            </a:r>
            <a:endParaRPr sz="850" dirty="0">
              <a:solidFill>
                <a:srgbClr val="475569"/>
              </a:solidFill>
              <a:latin typeface="Arial"/>
            </a:endParaRPr>
          </a:p>
        </p:txBody>
      </p:sp>
      <p:sp>
        <p:nvSpPr>
          <p:cNvPr id="85" name="TextBox 84">
            <a:extLst>
              <a:ext uri="{FF2B5EF4-FFF2-40B4-BE49-F238E27FC236}">
                <a16:creationId xmlns:a16="http://schemas.microsoft.com/office/drawing/2014/main" id="{C5BEDAF1-47DA-F25F-8C19-89003100743C}"/>
              </a:ext>
            </a:extLst>
          </p:cNvPr>
          <p:cNvSpPr txBox="1"/>
          <p:nvPr userDrawn="1"/>
        </p:nvSpPr>
        <p:spPr>
          <a:xfrm>
            <a:off x="6352096" y="2906670"/>
            <a:ext cx="2553462" cy="22313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defTabSz="457200">
              <a:defRPr sz="850" b="0" i="0">
                <a:solidFill>
                  <a:srgbClr val="475569"/>
                </a:solidFill>
                <a:latin typeface="Arial"/>
              </a:defRPr>
            </a:pPr>
            <a:r>
              <a:rPr lang="en-US" sz="850" dirty="0"/>
              <a:t>{{nar_col_3_item_5}}</a:t>
            </a:r>
            <a:endParaRPr sz="850" dirty="0">
              <a:solidFill>
                <a:srgbClr val="475569"/>
              </a:solidFill>
              <a:latin typeface="Arial"/>
            </a:endParaRPr>
          </a:p>
        </p:txBody>
      </p:sp>
      <p:sp>
        <p:nvSpPr>
          <p:cNvPr id="86" name="TextBox 85">
            <a:extLst>
              <a:ext uri="{FF2B5EF4-FFF2-40B4-BE49-F238E27FC236}">
                <a16:creationId xmlns:a16="http://schemas.microsoft.com/office/drawing/2014/main" id="{116306A2-ABDB-F9B1-0923-E9E61D5C3311}"/>
              </a:ext>
            </a:extLst>
          </p:cNvPr>
          <p:cNvSpPr txBox="1"/>
          <p:nvPr userDrawn="1"/>
        </p:nvSpPr>
        <p:spPr>
          <a:xfrm>
            <a:off x="9408478" y="1899726"/>
            <a:ext cx="2553462" cy="22313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defTabSz="457200">
              <a:defRPr sz="850" b="0" i="0">
                <a:solidFill>
                  <a:srgbClr val="475569"/>
                </a:solidFill>
                <a:latin typeface="Arial"/>
              </a:defRPr>
            </a:pPr>
            <a:r>
              <a:rPr lang="en-US" sz="850" dirty="0"/>
              <a:t>{{nar_col_4_item_1}}</a:t>
            </a:r>
            <a:endParaRPr sz="850" dirty="0">
              <a:solidFill>
                <a:srgbClr val="475569"/>
              </a:solidFill>
              <a:latin typeface="Arial"/>
            </a:endParaRPr>
          </a:p>
        </p:txBody>
      </p:sp>
      <p:sp>
        <p:nvSpPr>
          <p:cNvPr id="87" name="TextBox 86">
            <a:extLst>
              <a:ext uri="{FF2B5EF4-FFF2-40B4-BE49-F238E27FC236}">
                <a16:creationId xmlns:a16="http://schemas.microsoft.com/office/drawing/2014/main" id="{5557FA36-CAF9-48B1-AC0C-9629BA5CA828}"/>
              </a:ext>
            </a:extLst>
          </p:cNvPr>
          <p:cNvSpPr txBox="1"/>
          <p:nvPr userDrawn="1"/>
        </p:nvSpPr>
        <p:spPr>
          <a:xfrm>
            <a:off x="9408478" y="2155758"/>
            <a:ext cx="2553462" cy="22313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defTabSz="457200">
              <a:defRPr sz="850" b="0" i="0">
                <a:solidFill>
                  <a:srgbClr val="475569"/>
                </a:solidFill>
                <a:latin typeface="Arial"/>
              </a:defRPr>
            </a:pPr>
            <a:r>
              <a:rPr lang="en-US" sz="850" dirty="0"/>
              <a:t>{{nar_col_4_item_2}}</a:t>
            </a:r>
            <a:endParaRPr sz="850" dirty="0">
              <a:solidFill>
                <a:srgbClr val="475569"/>
              </a:solidFill>
              <a:latin typeface="Arial"/>
            </a:endParaRPr>
          </a:p>
        </p:txBody>
      </p:sp>
      <p:sp>
        <p:nvSpPr>
          <p:cNvPr id="88" name="TextBox 87">
            <a:extLst>
              <a:ext uri="{FF2B5EF4-FFF2-40B4-BE49-F238E27FC236}">
                <a16:creationId xmlns:a16="http://schemas.microsoft.com/office/drawing/2014/main" id="{71B9C7C1-C1A8-3A5D-6EC9-1E0E21DFE6AC}"/>
              </a:ext>
            </a:extLst>
          </p:cNvPr>
          <p:cNvSpPr txBox="1"/>
          <p:nvPr userDrawn="1"/>
        </p:nvSpPr>
        <p:spPr>
          <a:xfrm>
            <a:off x="9408478" y="2411790"/>
            <a:ext cx="2553462" cy="22313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defTabSz="457200">
              <a:defRPr sz="850" b="0" i="0">
                <a:solidFill>
                  <a:srgbClr val="475569"/>
                </a:solidFill>
                <a:latin typeface="Arial"/>
              </a:defRPr>
            </a:pPr>
            <a:r>
              <a:rPr lang="en-US" sz="850" dirty="0"/>
              <a:t>{{nar_col_4_item_3}}</a:t>
            </a:r>
            <a:endParaRPr sz="850" dirty="0">
              <a:solidFill>
                <a:srgbClr val="475569"/>
              </a:solidFill>
              <a:latin typeface="Arial"/>
            </a:endParaRPr>
          </a:p>
        </p:txBody>
      </p:sp>
      <p:sp>
        <p:nvSpPr>
          <p:cNvPr id="89" name="TextBox 88">
            <a:extLst>
              <a:ext uri="{FF2B5EF4-FFF2-40B4-BE49-F238E27FC236}">
                <a16:creationId xmlns:a16="http://schemas.microsoft.com/office/drawing/2014/main" id="{4409D74B-F850-1B5B-37EC-A0F27C35903A}"/>
              </a:ext>
            </a:extLst>
          </p:cNvPr>
          <p:cNvSpPr txBox="1"/>
          <p:nvPr userDrawn="1"/>
        </p:nvSpPr>
        <p:spPr>
          <a:xfrm>
            <a:off x="9408478" y="2667822"/>
            <a:ext cx="2553462" cy="22313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defTabSz="457200">
              <a:defRPr sz="850" b="0" i="0">
                <a:solidFill>
                  <a:srgbClr val="475569"/>
                </a:solidFill>
                <a:latin typeface="Arial"/>
              </a:defRPr>
            </a:pPr>
            <a:r>
              <a:rPr lang="en-US" sz="850" dirty="0"/>
              <a:t>{{nar_col_4_item_4}}</a:t>
            </a:r>
            <a:endParaRPr sz="850" dirty="0">
              <a:solidFill>
                <a:srgbClr val="475569"/>
              </a:solidFill>
              <a:latin typeface="Arial"/>
            </a:endParaRPr>
          </a:p>
        </p:txBody>
      </p:sp>
      <p:sp>
        <p:nvSpPr>
          <p:cNvPr id="90" name="TextBox 89">
            <a:extLst>
              <a:ext uri="{FF2B5EF4-FFF2-40B4-BE49-F238E27FC236}">
                <a16:creationId xmlns:a16="http://schemas.microsoft.com/office/drawing/2014/main" id="{F7B50395-BF75-AA33-941F-98B4278C6395}"/>
              </a:ext>
            </a:extLst>
          </p:cNvPr>
          <p:cNvSpPr txBox="1"/>
          <p:nvPr userDrawn="1"/>
        </p:nvSpPr>
        <p:spPr>
          <a:xfrm>
            <a:off x="9408478" y="2923854"/>
            <a:ext cx="2553462" cy="22313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defTabSz="457200">
              <a:defRPr sz="850" b="0" i="0">
                <a:solidFill>
                  <a:srgbClr val="475569"/>
                </a:solidFill>
                <a:latin typeface="Arial"/>
              </a:defRPr>
            </a:pPr>
            <a:r>
              <a:rPr lang="en-US" sz="850" dirty="0"/>
              <a:t>{{nar_col_4_item_5}}</a:t>
            </a:r>
            <a:endParaRPr sz="850" dirty="0">
              <a:solidFill>
                <a:srgbClr val="475569"/>
              </a:solidFill>
              <a:latin typeface="Arial"/>
            </a:endParaRPr>
          </a:p>
        </p:txBody>
      </p:sp>
      <p:sp>
        <p:nvSpPr>
          <p:cNvPr id="91" name="TextBox 90">
            <a:extLst>
              <a:ext uri="{FF2B5EF4-FFF2-40B4-BE49-F238E27FC236}">
                <a16:creationId xmlns:a16="http://schemas.microsoft.com/office/drawing/2014/main" id="{753D9F2F-F622-1551-6823-842FF18BA756}"/>
              </a:ext>
            </a:extLst>
          </p:cNvPr>
          <p:cNvSpPr txBox="1"/>
          <p:nvPr userDrawn="1"/>
        </p:nvSpPr>
        <p:spPr>
          <a:xfrm>
            <a:off x="6242368" y="1621541"/>
            <a:ext cx="2699766" cy="246221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defTabSz="457200">
              <a:defRPr sz="1000" b="1" i="0">
                <a:solidFill>
                  <a:srgbClr val="FFFFFF"/>
                </a:solidFill>
                <a:latin typeface="Arial"/>
              </a:defRPr>
            </a:pPr>
            <a:r>
              <a:rPr lang="de-DE" sz="1000" b="1" dirty="0"/>
              <a:t>{{nar_col_3_trial}}</a:t>
            </a:r>
            <a:endParaRPr sz="1000" b="1" dirty="0">
              <a:solidFill>
                <a:srgbClr val="FFFFFF"/>
              </a:solidFill>
              <a:latin typeface="Arial"/>
            </a:endParaRPr>
          </a:p>
        </p:txBody>
      </p:sp>
      <p:sp>
        <p:nvSpPr>
          <p:cNvPr id="92" name="TextBox 91">
            <a:extLst>
              <a:ext uri="{FF2B5EF4-FFF2-40B4-BE49-F238E27FC236}">
                <a16:creationId xmlns:a16="http://schemas.microsoft.com/office/drawing/2014/main" id="{B71C15D7-0A25-67DF-F98F-D889F7D11628}"/>
              </a:ext>
            </a:extLst>
          </p:cNvPr>
          <p:cNvSpPr txBox="1"/>
          <p:nvPr userDrawn="1"/>
        </p:nvSpPr>
        <p:spPr>
          <a:xfrm>
            <a:off x="9216454" y="1609650"/>
            <a:ext cx="2699766" cy="246221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defTabSz="457200">
              <a:defRPr sz="1000" b="1" i="0">
                <a:solidFill>
                  <a:srgbClr val="FFFFFF"/>
                </a:solidFill>
                <a:latin typeface="Arial"/>
              </a:defRPr>
            </a:pPr>
            <a:r>
              <a:rPr lang="de-DE" sz="1000" b="1" dirty="0"/>
              <a:t>{{nar_col_4_trial}}</a:t>
            </a:r>
            <a:endParaRPr sz="1000" b="1" dirty="0">
              <a:solidFill>
                <a:srgbClr val="FFFFFF"/>
              </a:solidFill>
              <a:latin typeface="Arial"/>
            </a:endParaRPr>
          </a:p>
        </p:txBody>
      </p:sp>
      <p:sp>
        <p:nvSpPr>
          <p:cNvPr id="93" name="TextBox 92">
            <a:extLst>
              <a:ext uri="{FF2B5EF4-FFF2-40B4-BE49-F238E27FC236}">
                <a16:creationId xmlns:a16="http://schemas.microsoft.com/office/drawing/2014/main" id="{ECD40D55-B59E-A0D6-D2A4-D140CA83913A}"/>
              </a:ext>
            </a:extLst>
          </p:cNvPr>
          <p:cNvSpPr txBox="1"/>
          <p:nvPr userDrawn="1"/>
        </p:nvSpPr>
        <p:spPr>
          <a:xfrm>
            <a:off x="1483100" y="146488"/>
            <a:ext cx="1554480" cy="237744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 defTabSz="457200">
              <a:defRPr sz="900" b="1" i="0">
                <a:solidFill>
                  <a:srgbClr val="C4B5FD"/>
                </a:solidFill>
                <a:latin typeface="Arial"/>
              </a:defRPr>
            </a:pPr>
            <a:r>
              <a:rPr sz="900" b="1" dirty="0">
                <a:solidFill>
                  <a:srgbClr val="C4B5FD"/>
                </a:solidFill>
                <a:latin typeface="Arial"/>
              </a:rPr>
              <a:t>SCIENTIFIC NARRATIVE</a:t>
            </a:r>
          </a:p>
        </p:txBody>
      </p:sp>
      <p:sp>
        <p:nvSpPr>
          <p:cNvPr id="94" name="TextBox 93">
            <a:extLst>
              <a:ext uri="{FF2B5EF4-FFF2-40B4-BE49-F238E27FC236}">
                <a16:creationId xmlns:a16="http://schemas.microsoft.com/office/drawing/2014/main" id="{FC30458E-1013-075D-00C7-A0F3F1139738}"/>
              </a:ext>
            </a:extLst>
          </p:cNvPr>
          <p:cNvSpPr txBox="1"/>
          <p:nvPr userDrawn="1"/>
        </p:nvSpPr>
        <p:spPr>
          <a:xfrm>
            <a:off x="3473800" y="128200"/>
            <a:ext cx="4572000" cy="34747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defRPr sz="1200" b="0">
                <a:solidFill>
                  <a:srgbClr val="CBD5E1"/>
                </a:solidFill>
                <a:latin typeface="Calibri"/>
              </a:defRPr>
            </a:pPr>
            <a:r>
              <a:rPr dirty="0"/>
              <a:t>{{</a:t>
            </a:r>
            <a:r>
              <a:rPr dirty="0" err="1"/>
              <a:t>drug_label</a:t>
            </a:r>
            <a:r>
              <a:rPr dirty="0"/>
              <a:t>}}</a:t>
            </a:r>
          </a:p>
        </p:txBody>
      </p:sp>
    </p:spTree>
    <p:extLst>
      <p:ext uri="{BB962C8B-B14F-4D97-AF65-F5344CB8AC3E}">
        <p14:creationId xmlns:p14="http://schemas.microsoft.com/office/powerpoint/2010/main" val="3576830045"/>
      </p:ext>
    </p:extLst>
  </p:cSld>
  <p:clrMapOvr>
    <a:masterClrMapping/>
  </p:clrMapOvr>
</p:sldLayout>
</file>

<file path=ppt/slideLayouts/slideLayout38.xml><?xml version="1.0" encoding="utf-8"?>
<p:sldLayout xmlns:a="http://schemas.openxmlformats.org/drawingml/2006/main" xmlns:r="http://schemas.openxmlformats.org/officeDocument/2006/relationships" xmlns:p="http://schemas.openxmlformats.org/presentationml/2006/main" preserve="1" userDrawn="1">
  <p:cSld name="SUMMARY_grey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Box 1">
            <a:extLst>
              <a:ext uri="{FF2B5EF4-FFF2-40B4-BE49-F238E27FC236}">
                <a16:creationId xmlns:a16="http://schemas.microsoft.com/office/drawing/2014/main" id="{72F04E9E-C17D-1A76-6014-F4A784669467}"/>
              </a:ext>
            </a:extLst>
          </p:cNvPr>
          <p:cNvSpPr txBox="1"/>
          <p:nvPr userDrawn="1"/>
        </p:nvSpPr>
        <p:spPr>
          <a:xfrm>
            <a:off x="329184" y="594360"/>
            <a:ext cx="9144000" cy="461665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defRPr sz="2400" b="1">
                <a:solidFill>
                  <a:srgbClr val="F1F5F9"/>
                </a:solidFill>
                <a:latin typeface="Calibri"/>
              </a:defRPr>
            </a:pPr>
            <a:r>
              <a:rPr dirty="0">
                <a:solidFill>
                  <a:schemeClr val="tx1">
                    <a:lumMod val="65000"/>
                    <a:lumOff val="35000"/>
                  </a:schemeClr>
                </a:solidFill>
              </a:rPr>
              <a:t>{{</a:t>
            </a:r>
            <a:r>
              <a:rPr dirty="0" err="1">
                <a:solidFill>
                  <a:schemeClr val="tx1">
                    <a:lumMod val="65000"/>
                    <a:lumOff val="35000"/>
                  </a:schemeClr>
                </a:solidFill>
              </a:rPr>
              <a:t>slide_title</a:t>
            </a:r>
            <a:r>
              <a:rPr dirty="0">
                <a:solidFill>
                  <a:schemeClr val="tx1">
                    <a:lumMod val="65000"/>
                    <a:lumOff val="35000"/>
                  </a:schemeClr>
                </a:solidFill>
              </a:rPr>
              <a:t>}}</a:t>
            </a:r>
          </a:p>
        </p:txBody>
      </p:sp>
      <p:sp>
        <p:nvSpPr>
          <p:cNvPr id="3" name="TextBox 2">
            <a:extLst>
              <a:ext uri="{FF2B5EF4-FFF2-40B4-BE49-F238E27FC236}">
                <a16:creationId xmlns:a16="http://schemas.microsoft.com/office/drawing/2014/main" id="{712DA880-2464-9DE4-69AF-37E1BC20D90C}"/>
              </a:ext>
            </a:extLst>
          </p:cNvPr>
          <p:cNvSpPr txBox="1"/>
          <p:nvPr userDrawn="1"/>
        </p:nvSpPr>
        <p:spPr>
          <a:xfrm>
            <a:off x="329184" y="896112"/>
            <a:ext cx="7315200" cy="238527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defRPr sz="950" b="0">
                <a:solidFill>
                  <a:srgbClr val="94A3B8"/>
                </a:solidFill>
                <a:latin typeface="Calibri"/>
              </a:defRPr>
            </a:pPr>
            <a:r>
              <a:rPr>
                <a:solidFill>
                  <a:schemeClr val="tx1">
                    <a:lumMod val="65000"/>
                    <a:lumOff val="35000"/>
                  </a:schemeClr>
                </a:solidFill>
              </a:rPr>
              <a:t>{{slide_subtitle}}</a:t>
            </a:r>
          </a:p>
        </p:txBody>
      </p:sp>
      <p:sp>
        <p:nvSpPr>
          <p:cNvPr id="4" name="Rectangle 3">
            <a:extLst>
              <a:ext uri="{FF2B5EF4-FFF2-40B4-BE49-F238E27FC236}">
                <a16:creationId xmlns:a16="http://schemas.microsoft.com/office/drawing/2014/main" id="{69FA9773-A317-EE13-C5D3-B1306BE7EEF7}"/>
              </a:ext>
            </a:extLst>
          </p:cNvPr>
          <p:cNvSpPr/>
          <p:nvPr userDrawn="1"/>
        </p:nvSpPr>
        <p:spPr>
          <a:xfrm>
            <a:off x="0" y="1078992"/>
            <a:ext cx="12188952" cy="7315"/>
          </a:xfrm>
          <a:prstGeom prst="rect">
            <a:avLst/>
          </a:prstGeom>
          <a:solidFill>
            <a:srgbClr val="303A4A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6" name="Rectangle 5">
            <a:extLst>
              <a:ext uri="{FF2B5EF4-FFF2-40B4-BE49-F238E27FC236}">
                <a16:creationId xmlns:a16="http://schemas.microsoft.com/office/drawing/2014/main" id="{3787CAD4-1612-2A8F-24FC-08C13356A208}"/>
              </a:ext>
            </a:extLst>
          </p:cNvPr>
          <p:cNvSpPr/>
          <p:nvPr userDrawn="1"/>
        </p:nvSpPr>
        <p:spPr>
          <a:xfrm>
            <a:off x="457200" y="1399032"/>
            <a:ext cx="36576" cy="676656"/>
          </a:xfrm>
          <a:prstGeom prst="rect">
            <a:avLst/>
          </a:prstGeom>
          <a:solidFill>
            <a:srgbClr val="A78BFA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7" name="TextBox 6">
            <a:extLst>
              <a:ext uri="{FF2B5EF4-FFF2-40B4-BE49-F238E27FC236}">
                <a16:creationId xmlns:a16="http://schemas.microsoft.com/office/drawing/2014/main" id="{4AE8C450-F915-0E25-4126-D5A1F8A6CACB}"/>
              </a:ext>
            </a:extLst>
          </p:cNvPr>
          <p:cNvSpPr txBox="1"/>
          <p:nvPr userDrawn="1"/>
        </p:nvSpPr>
        <p:spPr>
          <a:xfrm>
            <a:off x="640080" y="1463039"/>
            <a:ext cx="365760" cy="32004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defRPr sz="2400" b="1">
                <a:solidFill>
                  <a:srgbClr val="A78BFA"/>
                </a:solidFill>
                <a:latin typeface="Calibri"/>
              </a:defRPr>
            </a:pPr>
            <a:r>
              <a:t>1</a:t>
            </a:r>
          </a:p>
        </p:txBody>
      </p:sp>
      <p:sp>
        <p:nvSpPr>
          <p:cNvPr id="8" name="TextBox 7">
            <a:extLst>
              <a:ext uri="{FF2B5EF4-FFF2-40B4-BE49-F238E27FC236}">
                <a16:creationId xmlns:a16="http://schemas.microsoft.com/office/drawing/2014/main" id="{3522BF15-3776-7BE2-4020-160DAB27D8BF}"/>
              </a:ext>
            </a:extLst>
          </p:cNvPr>
          <p:cNvSpPr txBox="1"/>
          <p:nvPr userDrawn="1"/>
        </p:nvSpPr>
        <p:spPr>
          <a:xfrm>
            <a:off x="1097280" y="1454079"/>
            <a:ext cx="4572000" cy="29238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defRPr sz="1300" b="1">
                <a:solidFill>
                  <a:srgbClr val="F1F5F9"/>
                </a:solidFill>
                <a:latin typeface="Calibri"/>
              </a:defRPr>
            </a:pPr>
            <a:r>
              <a:rPr>
                <a:solidFill>
                  <a:srgbClr val="5E4979"/>
                </a:solidFill>
              </a:rPr>
              <a:t>{{bullet_1_title}}</a:t>
            </a:r>
          </a:p>
        </p:txBody>
      </p:sp>
      <p:sp>
        <p:nvSpPr>
          <p:cNvPr id="9" name="TextBox 8">
            <a:extLst>
              <a:ext uri="{FF2B5EF4-FFF2-40B4-BE49-F238E27FC236}">
                <a16:creationId xmlns:a16="http://schemas.microsoft.com/office/drawing/2014/main" id="{1A397CB3-C2B3-F64A-DBEC-DF78F4F47800}"/>
              </a:ext>
            </a:extLst>
          </p:cNvPr>
          <p:cNvSpPr txBox="1"/>
          <p:nvPr userDrawn="1"/>
        </p:nvSpPr>
        <p:spPr>
          <a:xfrm>
            <a:off x="1097280" y="1755832"/>
            <a:ext cx="10332720" cy="246221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defRPr sz="1000" b="0">
                <a:solidFill>
                  <a:srgbClr val="CBD5E1"/>
                </a:solidFill>
                <a:latin typeface="Calibri"/>
              </a:defRPr>
            </a:pPr>
            <a:r>
              <a:rPr>
                <a:solidFill>
                  <a:srgbClr val="5E4979"/>
                </a:solidFill>
              </a:rPr>
              <a:t>{{bullet_1_text}}</a:t>
            </a:r>
          </a:p>
        </p:txBody>
      </p:sp>
      <p:sp>
        <p:nvSpPr>
          <p:cNvPr id="11" name="Rectangle 10">
            <a:extLst>
              <a:ext uri="{FF2B5EF4-FFF2-40B4-BE49-F238E27FC236}">
                <a16:creationId xmlns:a16="http://schemas.microsoft.com/office/drawing/2014/main" id="{A22500AD-63D4-9365-766E-C09E363F556B}"/>
              </a:ext>
            </a:extLst>
          </p:cNvPr>
          <p:cNvSpPr/>
          <p:nvPr userDrawn="1"/>
        </p:nvSpPr>
        <p:spPr>
          <a:xfrm>
            <a:off x="457200" y="2359152"/>
            <a:ext cx="36576" cy="676656"/>
          </a:xfrm>
          <a:prstGeom prst="rect">
            <a:avLst/>
          </a:prstGeom>
          <a:solidFill>
            <a:srgbClr val="60A5FA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12" name="TextBox 11">
            <a:extLst>
              <a:ext uri="{FF2B5EF4-FFF2-40B4-BE49-F238E27FC236}">
                <a16:creationId xmlns:a16="http://schemas.microsoft.com/office/drawing/2014/main" id="{38CD9EE5-A2F7-9532-6AD5-B1E7E0A62BA2}"/>
              </a:ext>
            </a:extLst>
          </p:cNvPr>
          <p:cNvSpPr txBox="1"/>
          <p:nvPr userDrawn="1"/>
        </p:nvSpPr>
        <p:spPr>
          <a:xfrm>
            <a:off x="640080" y="2423160"/>
            <a:ext cx="365760" cy="32004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defRPr sz="2400" b="1">
                <a:solidFill>
                  <a:srgbClr val="60A5FA"/>
                </a:solidFill>
                <a:latin typeface="Calibri"/>
              </a:defRPr>
            </a:pPr>
            <a:r>
              <a:t>2</a:t>
            </a:r>
          </a:p>
        </p:txBody>
      </p:sp>
      <p:sp>
        <p:nvSpPr>
          <p:cNvPr id="13" name="TextBox 12">
            <a:extLst>
              <a:ext uri="{FF2B5EF4-FFF2-40B4-BE49-F238E27FC236}">
                <a16:creationId xmlns:a16="http://schemas.microsoft.com/office/drawing/2014/main" id="{BBA9C1AD-C946-2B84-9AA7-AFC9C869F3F8}"/>
              </a:ext>
            </a:extLst>
          </p:cNvPr>
          <p:cNvSpPr txBox="1"/>
          <p:nvPr userDrawn="1"/>
        </p:nvSpPr>
        <p:spPr>
          <a:xfrm>
            <a:off x="1097280" y="2414200"/>
            <a:ext cx="4572000" cy="29238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defRPr sz="1300" b="1">
                <a:solidFill>
                  <a:srgbClr val="F1F5F9"/>
                </a:solidFill>
                <a:latin typeface="Calibri"/>
              </a:defRPr>
            </a:pPr>
            <a:r>
              <a:rPr>
                <a:solidFill>
                  <a:srgbClr val="5E4979"/>
                </a:solidFill>
              </a:rPr>
              <a:t>{{bullet_2_title}}</a:t>
            </a:r>
          </a:p>
        </p:txBody>
      </p:sp>
      <p:sp>
        <p:nvSpPr>
          <p:cNvPr id="14" name="TextBox 13">
            <a:extLst>
              <a:ext uri="{FF2B5EF4-FFF2-40B4-BE49-F238E27FC236}">
                <a16:creationId xmlns:a16="http://schemas.microsoft.com/office/drawing/2014/main" id="{88B41FB1-C5C8-5A8B-89FA-3273943640C0}"/>
              </a:ext>
            </a:extLst>
          </p:cNvPr>
          <p:cNvSpPr txBox="1"/>
          <p:nvPr userDrawn="1"/>
        </p:nvSpPr>
        <p:spPr>
          <a:xfrm>
            <a:off x="1097280" y="2715952"/>
            <a:ext cx="10332720" cy="246221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defRPr sz="1000" b="0">
                <a:solidFill>
                  <a:srgbClr val="CBD5E1"/>
                </a:solidFill>
                <a:latin typeface="Calibri"/>
              </a:defRPr>
            </a:pPr>
            <a:r>
              <a:rPr>
                <a:solidFill>
                  <a:srgbClr val="5E4979"/>
                </a:solidFill>
              </a:rPr>
              <a:t>{{bullet_2_text}}</a:t>
            </a:r>
          </a:p>
        </p:txBody>
      </p:sp>
      <p:sp>
        <p:nvSpPr>
          <p:cNvPr id="16" name="Rectangle 15">
            <a:extLst>
              <a:ext uri="{FF2B5EF4-FFF2-40B4-BE49-F238E27FC236}">
                <a16:creationId xmlns:a16="http://schemas.microsoft.com/office/drawing/2014/main" id="{7CBD7C89-05F1-951D-9175-5F4FB2C8E549}"/>
              </a:ext>
            </a:extLst>
          </p:cNvPr>
          <p:cNvSpPr/>
          <p:nvPr userDrawn="1"/>
        </p:nvSpPr>
        <p:spPr>
          <a:xfrm>
            <a:off x="457200" y="3319272"/>
            <a:ext cx="36576" cy="676656"/>
          </a:xfrm>
          <a:prstGeom prst="rect">
            <a:avLst/>
          </a:prstGeom>
          <a:solidFill>
            <a:srgbClr val="22D3EE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17" name="TextBox 16">
            <a:extLst>
              <a:ext uri="{FF2B5EF4-FFF2-40B4-BE49-F238E27FC236}">
                <a16:creationId xmlns:a16="http://schemas.microsoft.com/office/drawing/2014/main" id="{39E3A6FF-4516-9E79-2E91-0C6265F46780}"/>
              </a:ext>
            </a:extLst>
          </p:cNvPr>
          <p:cNvSpPr txBox="1"/>
          <p:nvPr userDrawn="1"/>
        </p:nvSpPr>
        <p:spPr>
          <a:xfrm>
            <a:off x="640080" y="3383279"/>
            <a:ext cx="365760" cy="32004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defRPr sz="2400" b="1">
                <a:solidFill>
                  <a:srgbClr val="22D3EE"/>
                </a:solidFill>
                <a:latin typeface="Calibri"/>
              </a:defRPr>
            </a:pPr>
            <a:r>
              <a:t>3</a:t>
            </a:r>
          </a:p>
        </p:txBody>
      </p:sp>
      <p:sp>
        <p:nvSpPr>
          <p:cNvPr id="18" name="TextBox 17">
            <a:extLst>
              <a:ext uri="{FF2B5EF4-FFF2-40B4-BE49-F238E27FC236}">
                <a16:creationId xmlns:a16="http://schemas.microsoft.com/office/drawing/2014/main" id="{3646C038-630F-B65B-8A22-C4C552909751}"/>
              </a:ext>
            </a:extLst>
          </p:cNvPr>
          <p:cNvSpPr txBox="1"/>
          <p:nvPr userDrawn="1"/>
        </p:nvSpPr>
        <p:spPr>
          <a:xfrm>
            <a:off x="1097280" y="3374320"/>
            <a:ext cx="4572000" cy="29238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defRPr sz="1300" b="1">
                <a:solidFill>
                  <a:srgbClr val="F1F5F9"/>
                </a:solidFill>
                <a:latin typeface="Calibri"/>
              </a:defRPr>
            </a:pPr>
            <a:r>
              <a:rPr>
                <a:solidFill>
                  <a:srgbClr val="5E4979"/>
                </a:solidFill>
              </a:rPr>
              <a:t>{{bullet_3_title}}</a:t>
            </a:r>
          </a:p>
        </p:txBody>
      </p:sp>
      <p:sp>
        <p:nvSpPr>
          <p:cNvPr id="19" name="TextBox 18">
            <a:extLst>
              <a:ext uri="{FF2B5EF4-FFF2-40B4-BE49-F238E27FC236}">
                <a16:creationId xmlns:a16="http://schemas.microsoft.com/office/drawing/2014/main" id="{BDA923DB-EE92-0570-D62B-011755375FE0}"/>
              </a:ext>
            </a:extLst>
          </p:cNvPr>
          <p:cNvSpPr txBox="1"/>
          <p:nvPr userDrawn="1"/>
        </p:nvSpPr>
        <p:spPr>
          <a:xfrm>
            <a:off x="1097280" y="3676072"/>
            <a:ext cx="10332720" cy="246221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defRPr sz="1000" b="0">
                <a:solidFill>
                  <a:srgbClr val="CBD5E1"/>
                </a:solidFill>
                <a:latin typeface="Calibri"/>
              </a:defRPr>
            </a:pPr>
            <a:r>
              <a:rPr>
                <a:solidFill>
                  <a:srgbClr val="5E4979"/>
                </a:solidFill>
              </a:rPr>
              <a:t>{{bullet_3_text}}</a:t>
            </a:r>
          </a:p>
        </p:txBody>
      </p:sp>
      <p:sp>
        <p:nvSpPr>
          <p:cNvPr id="21" name="Rectangle 20">
            <a:extLst>
              <a:ext uri="{FF2B5EF4-FFF2-40B4-BE49-F238E27FC236}">
                <a16:creationId xmlns:a16="http://schemas.microsoft.com/office/drawing/2014/main" id="{29F312F5-A272-B0A7-E736-9D050BE57003}"/>
              </a:ext>
            </a:extLst>
          </p:cNvPr>
          <p:cNvSpPr/>
          <p:nvPr userDrawn="1"/>
        </p:nvSpPr>
        <p:spPr>
          <a:xfrm>
            <a:off x="457200" y="4279392"/>
            <a:ext cx="36576" cy="676656"/>
          </a:xfrm>
          <a:prstGeom prst="rect">
            <a:avLst/>
          </a:prstGeom>
          <a:solidFill>
            <a:srgbClr val="34D399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22" name="TextBox 21">
            <a:extLst>
              <a:ext uri="{FF2B5EF4-FFF2-40B4-BE49-F238E27FC236}">
                <a16:creationId xmlns:a16="http://schemas.microsoft.com/office/drawing/2014/main" id="{E5D4A0AE-1462-B44A-8952-DD7C0D9BA476}"/>
              </a:ext>
            </a:extLst>
          </p:cNvPr>
          <p:cNvSpPr txBox="1"/>
          <p:nvPr userDrawn="1"/>
        </p:nvSpPr>
        <p:spPr>
          <a:xfrm>
            <a:off x="640080" y="4343400"/>
            <a:ext cx="365760" cy="32004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defRPr sz="2400" b="1">
                <a:solidFill>
                  <a:srgbClr val="34D399"/>
                </a:solidFill>
                <a:latin typeface="Calibri"/>
              </a:defRPr>
            </a:pPr>
            <a:r>
              <a:t>4</a:t>
            </a:r>
          </a:p>
        </p:txBody>
      </p:sp>
      <p:sp>
        <p:nvSpPr>
          <p:cNvPr id="23" name="TextBox 22">
            <a:extLst>
              <a:ext uri="{FF2B5EF4-FFF2-40B4-BE49-F238E27FC236}">
                <a16:creationId xmlns:a16="http://schemas.microsoft.com/office/drawing/2014/main" id="{C2328883-E9EB-E664-C5E1-565F03F01603}"/>
              </a:ext>
            </a:extLst>
          </p:cNvPr>
          <p:cNvSpPr txBox="1"/>
          <p:nvPr userDrawn="1"/>
        </p:nvSpPr>
        <p:spPr>
          <a:xfrm>
            <a:off x="1097280" y="4334440"/>
            <a:ext cx="4572000" cy="29238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defRPr sz="1300" b="1">
                <a:solidFill>
                  <a:srgbClr val="F1F5F9"/>
                </a:solidFill>
                <a:latin typeface="Calibri"/>
              </a:defRPr>
            </a:pPr>
            <a:r>
              <a:rPr>
                <a:solidFill>
                  <a:srgbClr val="5E4979"/>
                </a:solidFill>
              </a:rPr>
              <a:t>{{bullet_4_title}}</a:t>
            </a:r>
          </a:p>
        </p:txBody>
      </p:sp>
      <p:sp>
        <p:nvSpPr>
          <p:cNvPr id="24" name="TextBox 23">
            <a:extLst>
              <a:ext uri="{FF2B5EF4-FFF2-40B4-BE49-F238E27FC236}">
                <a16:creationId xmlns:a16="http://schemas.microsoft.com/office/drawing/2014/main" id="{A0A0B688-CDA1-6872-F837-B03C5139E7BD}"/>
              </a:ext>
            </a:extLst>
          </p:cNvPr>
          <p:cNvSpPr txBox="1"/>
          <p:nvPr userDrawn="1"/>
        </p:nvSpPr>
        <p:spPr>
          <a:xfrm>
            <a:off x="1097280" y="4636192"/>
            <a:ext cx="10332720" cy="246221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defRPr sz="1000" b="0">
                <a:solidFill>
                  <a:srgbClr val="CBD5E1"/>
                </a:solidFill>
                <a:latin typeface="Calibri"/>
              </a:defRPr>
            </a:pPr>
            <a:r>
              <a:rPr>
                <a:solidFill>
                  <a:srgbClr val="5E4979"/>
                </a:solidFill>
              </a:rPr>
              <a:t>{{bullet_4_text}}</a:t>
            </a:r>
          </a:p>
        </p:txBody>
      </p:sp>
      <p:sp>
        <p:nvSpPr>
          <p:cNvPr id="26" name="Rectangle 25">
            <a:extLst>
              <a:ext uri="{FF2B5EF4-FFF2-40B4-BE49-F238E27FC236}">
                <a16:creationId xmlns:a16="http://schemas.microsoft.com/office/drawing/2014/main" id="{EE4FA686-7A77-819F-9DB5-7C7827ED47C0}"/>
              </a:ext>
            </a:extLst>
          </p:cNvPr>
          <p:cNvSpPr/>
          <p:nvPr userDrawn="1"/>
        </p:nvSpPr>
        <p:spPr>
          <a:xfrm>
            <a:off x="457200" y="5239512"/>
            <a:ext cx="36576" cy="676656"/>
          </a:xfrm>
          <a:prstGeom prst="rect">
            <a:avLst/>
          </a:prstGeom>
          <a:solidFill>
            <a:srgbClr val="F59E0B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27" name="TextBox 26">
            <a:extLst>
              <a:ext uri="{FF2B5EF4-FFF2-40B4-BE49-F238E27FC236}">
                <a16:creationId xmlns:a16="http://schemas.microsoft.com/office/drawing/2014/main" id="{BB7EBFD2-9BC7-57C2-B59C-738ADC3769B4}"/>
              </a:ext>
            </a:extLst>
          </p:cNvPr>
          <p:cNvSpPr txBox="1"/>
          <p:nvPr userDrawn="1"/>
        </p:nvSpPr>
        <p:spPr>
          <a:xfrm>
            <a:off x="640080" y="5303520"/>
            <a:ext cx="365760" cy="32004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defRPr sz="2400" b="1">
                <a:solidFill>
                  <a:srgbClr val="F59E0B"/>
                </a:solidFill>
                <a:latin typeface="Calibri"/>
              </a:defRPr>
            </a:pPr>
            <a:r>
              <a:t>5</a:t>
            </a:r>
          </a:p>
        </p:txBody>
      </p:sp>
      <p:sp>
        <p:nvSpPr>
          <p:cNvPr id="28" name="TextBox 27">
            <a:extLst>
              <a:ext uri="{FF2B5EF4-FFF2-40B4-BE49-F238E27FC236}">
                <a16:creationId xmlns:a16="http://schemas.microsoft.com/office/drawing/2014/main" id="{4D5FA895-72CB-9557-2769-B1D882D7C038}"/>
              </a:ext>
            </a:extLst>
          </p:cNvPr>
          <p:cNvSpPr txBox="1"/>
          <p:nvPr userDrawn="1"/>
        </p:nvSpPr>
        <p:spPr>
          <a:xfrm>
            <a:off x="1097280" y="5294560"/>
            <a:ext cx="4572000" cy="29238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defRPr sz="1300" b="1">
                <a:solidFill>
                  <a:srgbClr val="F1F5F9"/>
                </a:solidFill>
                <a:latin typeface="Calibri"/>
              </a:defRPr>
            </a:pPr>
            <a:r>
              <a:rPr>
                <a:solidFill>
                  <a:srgbClr val="5E4979"/>
                </a:solidFill>
              </a:rPr>
              <a:t>{{bullet_5_title}}</a:t>
            </a:r>
          </a:p>
        </p:txBody>
      </p:sp>
      <p:sp>
        <p:nvSpPr>
          <p:cNvPr id="29" name="TextBox 28">
            <a:extLst>
              <a:ext uri="{FF2B5EF4-FFF2-40B4-BE49-F238E27FC236}">
                <a16:creationId xmlns:a16="http://schemas.microsoft.com/office/drawing/2014/main" id="{D65CE102-5F6D-81E4-5186-94CB26F0BFAD}"/>
              </a:ext>
            </a:extLst>
          </p:cNvPr>
          <p:cNvSpPr txBox="1"/>
          <p:nvPr userDrawn="1"/>
        </p:nvSpPr>
        <p:spPr>
          <a:xfrm>
            <a:off x="1097280" y="5596312"/>
            <a:ext cx="10332720" cy="246221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defRPr sz="1000" b="0">
                <a:solidFill>
                  <a:srgbClr val="CBD5E1"/>
                </a:solidFill>
                <a:latin typeface="Calibri"/>
              </a:defRPr>
            </a:pPr>
            <a:r>
              <a:rPr>
                <a:solidFill>
                  <a:srgbClr val="5E4979"/>
                </a:solidFill>
              </a:rPr>
              <a:t>{{bullet_5_text}}</a:t>
            </a:r>
          </a:p>
        </p:txBody>
      </p:sp>
      <p:sp>
        <p:nvSpPr>
          <p:cNvPr id="30" name="TextBox 29">
            <a:extLst>
              <a:ext uri="{FF2B5EF4-FFF2-40B4-BE49-F238E27FC236}">
                <a16:creationId xmlns:a16="http://schemas.microsoft.com/office/drawing/2014/main" id="{D4DDDD2B-A3D6-9242-CA99-72FA62745661}"/>
              </a:ext>
            </a:extLst>
          </p:cNvPr>
          <p:cNvSpPr txBox="1"/>
          <p:nvPr userDrawn="1"/>
        </p:nvSpPr>
        <p:spPr>
          <a:xfrm>
            <a:off x="1464628" y="174196"/>
            <a:ext cx="1554480" cy="237744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900" b="1" i="0">
                <a:solidFill>
                  <a:srgbClr val="C4B5FD"/>
                </a:solidFill>
                <a:latin typeface="Arial"/>
              </a:defRPr>
            </a:pPr>
            <a:r>
              <a:rPr lang="de-DE" sz="900" dirty="0">
                <a:solidFill>
                  <a:schemeClr val="accent4">
                    <a:lumMod val="40000"/>
                    <a:lumOff val="60000"/>
                  </a:schemeClr>
                </a:solidFill>
              </a:rPr>
              <a:t>SUMMARY</a:t>
            </a:r>
            <a:endParaRPr sz="900" dirty="0">
              <a:solidFill>
                <a:schemeClr val="accent4">
                  <a:lumMod val="40000"/>
                  <a:lumOff val="60000"/>
                </a:schemeClr>
              </a:solidFill>
            </a:endParaRPr>
          </a:p>
        </p:txBody>
      </p:sp>
      <p:sp>
        <p:nvSpPr>
          <p:cNvPr id="31" name="TextBox 30">
            <a:extLst>
              <a:ext uri="{FF2B5EF4-FFF2-40B4-BE49-F238E27FC236}">
                <a16:creationId xmlns:a16="http://schemas.microsoft.com/office/drawing/2014/main" id="{B238C645-9099-B837-09A0-0D4FC2AE782B}"/>
              </a:ext>
            </a:extLst>
          </p:cNvPr>
          <p:cNvSpPr txBox="1"/>
          <p:nvPr userDrawn="1"/>
        </p:nvSpPr>
        <p:spPr>
          <a:xfrm>
            <a:off x="3201988" y="155908"/>
            <a:ext cx="4572000" cy="26161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defRPr sz="1100" b="0" i="0">
                <a:solidFill>
                  <a:srgbClr val="C0C0D0"/>
                </a:solidFill>
                <a:latin typeface="Arial"/>
              </a:defRPr>
            </a:pPr>
            <a:r>
              <a:rPr sz="1100" dirty="0">
                <a:solidFill>
                  <a:schemeClr val="bg1">
                    <a:lumMod val="75000"/>
                  </a:schemeClr>
                </a:solidFill>
              </a:rPr>
              <a:t>{{</a:t>
            </a:r>
            <a:r>
              <a:rPr sz="1100" dirty="0" err="1">
                <a:solidFill>
                  <a:schemeClr val="bg1">
                    <a:lumMod val="75000"/>
                  </a:schemeClr>
                </a:solidFill>
              </a:rPr>
              <a:t>drug_label</a:t>
            </a:r>
            <a:r>
              <a:rPr sz="1100" dirty="0">
                <a:solidFill>
                  <a:schemeClr val="bg1">
                    <a:lumMod val="75000"/>
                  </a:schemeClr>
                </a:solidFill>
              </a:rPr>
              <a:t>}}</a:t>
            </a:r>
          </a:p>
        </p:txBody>
      </p:sp>
    </p:spTree>
    <p:extLst>
      <p:ext uri="{BB962C8B-B14F-4D97-AF65-F5344CB8AC3E}">
        <p14:creationId xmlns:p14="http://schemas.microsoft.com/office/powerpoint/2010/main" val="2136797074"/>
      </p:ext>
    </p:extLst>
  </p:cSld>
  <p:clrMapOvr>
    <a:masterClrMapping/>
  </p:clrMapOvr>
</p:sldLayout>
</file>

<file path=ppt/slideLayouts/slideLayout39.xml><?xml version="1.0" encoding="utf-8"?>
<p:sldLayout xmlns:a="http://schemas.openxmlformats.org/drawingml/2006/main" xmlns:r="http://schemas.openxmlformats.org/officeDocument/2006/relationships" xmlns:p="http://schemas.openxmlformats.org/presentationml/2006/main" preserve="1" userDrawn="1">
  <p:cSld name="SUM_NEXT_STEPS_grey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Box 1">
            <a:extLst>
              <a:ext uri="{FF2B5EF4-FFF2-40B4-BE49-F238E27FC236}">
                <a16:creationId xmlns:a16="http://schemas.microsoft.com/office/drawing/2014/main" id="{E4826E52-0CA7-C245-1168-88BCC5469C1B}"/>
              </a:ext>
            </a:extLst>
          </p:cNvPr>
          <p:cNvSpPr txBox="1"/>
          <p:nvPr userDrawn="1"/>
        </p:nvSpPr>
        <p:spPr>
          <a:xfrm>
            <a:off x="1464628" y="137252"/>
            <a:ext cx="1554480" cy="36933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900" b="1" i="0">
                <a:solidFill>
                  <a:srgbClr val="C4B5FD"/>
                </a:solidFill>
                <a:latin typeface="Arial"/>
              </a:defRPr>
            </a:pPr>
            <a:r>
              <a:rPr lang="de-DE" sz="900" dirty="0">
                <a:solidFill>
                  <a:schemeClr val="accent4">
                    <a:lumMod val="40000"/>
                    <a:lumOff val="60000"/>
                  </a:schemeClr>
                </a:solidFill>
              </a:rPr>
              <a:t>SUMMARY &amp; NEXT STEPS</a:t>
            </a:r>
            <a:endParaRPr sz="900" dirty="0">
              <a:solidFill>
                <a:schemeClr val="accent4">
                  <a:lumMod val="40000"/>
                  <a:lumOff val="60000"/>
                </a:schemeClr>
              </a:solidFill>
            </a:endParaRPr>
          </a:p>
        </p:txBody>
      </p:sp>
      <p:sp>
        <p:nvSpPr>
          <p:cNvPr id="3" name="TextBox 2">
            <a:extLst>
              <a:ext uri="{FF2B5EF4-FFF2-40B4-BE49-F238E27FC236}">
                <a16:creationId xmlns:a16="http://schemas.microsoft.com/office/drawing/2014/main" id="{AE55CBBF-29A1-AFBA-1F83-4B56C4ECF163}"/>
              </a:ext>
            </a:extLst>
          </p:cNvPr>
          <p:cNvSpPr txBox="1"/>
          <p:nvPr userDrawn="1"/>
        </p:nvSpPr>
        <p:spPr>
          <a:xfrm>
            <a:off x="3201988" y="155908"/>
            <a:ext cx="4572000" cy="26161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defRPr sz="1100" b="0" i="0">
                <a:solidFill>
                  <a:srgbClr val="C0C0D0"/>
                </a:solidFill>
                <a:latin typeface="Arial"/>
              </a:defRPr>
            </a:pPr>
            <a:r>
              <a:rPr sz="1100" dirty="0">
                <a:solidFill>
                  <a:schemeClr val="bg1">
                    <a:lumMod val="75000"/>
                  </a:schemeClr>
                </a:solidFill>
              </a:rPr>
              <a:t>{{</a:t>
            </a:r>
            <a:r>
              <a:rPr sz="1100" dirty="0" err="1">
                <a:solidFill>
                  <a:schemeClr val="bg1">
                    <a:lumMod val="75000"/>
                  </a:schemeClr>
                </a:solidFill>
              </a:rPr>
              <a:t>drug_label</a:t>
            </a:r>
            <a:r>
              <a:rPr sz="1100" dirty="0">
                <a:solidFill>
                  <a:schemeClr val="bg1">
                    <a:lumMod val="75000"/>
                  </a:schemeClr>
                </a:solidFill>
              </a:rPr>
              <a:t>}}</a:t>
            </a:r>
          </a:p>
        </p:txBody>
      </p:sp>
      <p:sp>
        <p:nvSpPr>
          <p:cNvPr id="4" name="TextBox 3">
            <a:extLst>
              <a:ext uri="{FF2B5EF4-FFF2-40B4-BE49-F238E27FC236}">
                <a16:creationId xmlns:a16="http://schemas.microsoft.com/office/drawing/2014/main" id="{D4E0A89A-E373-06C4-6CA4-D8510403099E}"/>
              </a:ext>
            </a:extLst>
          </p:cNvPr>
          <p:cNvSpPr txBox="1"/>
          <p:nvPr userDrawn="1"/>
        </p:nvSpPr>
        <p:spPr>
          <a:xfrm>
            <a:off x="329184" y="594360"/>
            <a:ext cx="9144000" cy="461665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defRPr sz="2400" b="1">
                <a:solidFill>
                  <a:srgbClr val="F1F5F9"/>
                </a:solidFill>
                <a:latin typeface="Calibri"/>
              </a:defRPr>
            </a:pPr>
            <a:r>
              <a:rPr>
                <a:solidFill>
                  <a:schemeClr val="accent4">
                    <a:lumMod val="75000"/>
                  </a:schemeClr>
                </a:solidFill>
              </a:rPr>
              <a:t>{{slide_title}}</a:t>
            </a:r>
          </a:p>
        </p:txBody>
      </p:sp>
      <p:sp>
        <p:nvSpPr>
          <p:cNvPr id="5" name="TextBox 4">
            <a:extLst>
              <a:ext uri="{FF2B5EF4-FFF2-40B4-BE49-F238E27FC236}">
                <a16:creationId xmlns:a16="http://schemas.microsoft.com/office/drawing/2014/main" id="{9C31CD87-C8C9-A52F-1DDC-644B10952BD4}"/>
              </a:ext>
            </a:extLst>
          </p:cNvPr>
          <p:cNvSpPr txBox="1"/>
          <p:nvPr userDrawn="1"/>
        </p:nvSpPr>
        <p:spPr>
          <a:xfrm>
            <a:off x="329184" y="896112"/>
            <a:ext cx="7315200" cy="238527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defRPr sz="950" b="0">
                <a:solidFill>
                  <a:srgbClr val="94A3B8"/>
                </a:solidFill>
                <a:latin typeface="Calibri"/>
              </a:defRPr>
            </a:pPr>
            <a:r>
              <a:rPr>
                <a:solidFill>
                  <a:schemeClr val="accent4">
                    <a:lumMod val="75000"/>
                  </a:schemeClr>
                </a:solidFill>
              </a:rPr>
              <a:t>{{slide_subtitle}}</a:t>
            </a:r>
          </a:p>
        </p:txBody>
      </p:sp>
      <p:sp>
        <p:nvSpPr>
          <p:cNvPr id="6" name="Rectangle 5">
            <a:extLst>
              <a:ext uri="{FF2B5EF4-FFF2-40B4-BE49-F238E27FC236}">
                <a16:creationId xmlns:a16="http://schemas.microsoft.com/office/drawing/2014/main" id="{1E389624-AF02-8615-D8C0-D0C4307B42BA}"/>
              </a:ext>
            </a:extLst>
          </p:cNvPr>
          <p:cNvSpPr/>
          <p:nvPr userDrawn="1"/>
        </p:nvSpPr>
        <p:spPr>
          <a:xfrm>
            <a:off x="0" y="1078992"/>
            <a:ext cx="12188952" cy="7315"/>
          </a:xfrm>
          <a:prstGeom prst="rect">
            <a:avLst/>
          </a:prstGeom>
          <a:solidFill>
            <a:srgbClr val="303A4A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7" name="Rounded Rectangle 18">
            <a:extLst>
              <a:ext uri="{FF2B5EF4-FFF2-40B4-BE49-F238E27FC236}">
                <a16:creationId xmlns:a16="http://schemas.microsoft.com/office/drawing/2014/main" id="{F32B389E-C594-25A3-0977-906B6D1F30A4}"/>
              </a:ext>
            </a:extLst>
          </p:cNvPr>
          <p:cNvSpPr/>
          <p:nvPr userDrawn="1"/>
        </p:nvSpPr>
        <p:spPr>
          <a:xfrm>
            <a:off x="457200" y="1307868"/>
            <a:ext cx="256032" cy="256032"/>
          </a:xfrm>
          <a:prstGeom prst="roundRect">
            <a:avLst/>
          </a:prstGeom>
          <a:solidFill>
            <a:srgbClr val="A78BFA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>
              <a:solidFill>
                <a:schemeClr val="accent4">
                  <a:lumMod val="75000"/>
                </a:schemeClr>
              </a:solidFill>
            </a:endParaRPr>
          </a:p>
        </p:txBody>
      </p:sp>
      <p:sp>
        <p:nvSpPr>
          <p:cNvPr id="9" name="TextBox 8">
            <a:extLst>
              <a:ext uri="{FF2B5EF4-FFF2-40B4-BE49-F238E27FC236}">
                <a16:creationId xmlns:a16="http://schemas.microsoft.com/office/drawing/2014/main" id="{7820E362-9D11-D259-43AA-0B20518EDF8A}"/>
              </a:ext>
            </a:extLst>
          </p:cNvPr>
          <p:cNvSpPr txBox="1"/>
          <p:nvPr userDrawn="1"/>
        </p:nvSpPr>
        <p:spPr>
          <a:xfrm>
            <a:off x="804672" y="1298448"/>
            <a:ext cx="2743200" cy="29238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defRPr sz="1300" b="1">
                <a:solidFill>
                  <a:srgbClr val="F1F5F9"/>
                </a:solidFill>
                <a:latin typeface="Calibri"/>
              </a:defRPr>
            </a:pPr>
            <a:r>
              <a:rPr>
                <a:solidFill>
                  <a:schemeClr val="accent4">
                    <a:lumMod val="75000"/>
                  </a:schemeClr>
                </a:solidFill>
              </a:rPr>
              <a:t>Key Messages</a:t>
            </a:r>
          </a:p>
        </p:txBody>
      </p:sp>
      <p:sp>
        <p:nvSpPr>
          <p:cNvPr id="11" name="Rectangle 10">
            <a:extLst>
              <a:ext uri="{FF2B5EF4-FFF2-40B4-BE49-F238E27FC236}">
                <a16:creationId xmlns:a16="http://schemas.microsoft.com/office/drawing/2014/main" id="{66BF6032-F6DA-B1C4-8E82-7B9AA8CB9DD2}"/>
              </a:ext>
            </a:extLst>
          </p:cNvPr>
          <p:cNvSpPr/>
          <p:nvPr userDrawn="1"/>
        </p:nvSpPr>
        <p:spPr>
          <a:xfrm>
            <a:off x="731520" y="1948132"/>
            <a:ext cx="64008" cy="64008"/>
          </a:xfrm>
          <a:prstGeom prst="rect">
            <a:avLst/>
          </a:prstGeom>
          <a:solidFill>
            <a:srgbClr val="A78BFA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>
              <a:solidFill>
                <a:schemeClr val="accent4">
                  <a:lumMod val="75000"/>
                </a:schemeClr>
              </a:solidFill>
            </a:endParaRPr>
          </a:p>
        </p:txBody>
      </p:sp>
      <p:sp>
        <p:nvSpPr>
          <p:cNvPr id="12" name="TextBox 11">
            <a:extLst>
              <a:ext uri="{FF2B5EF4-FFF2-40B4-BE49-F238E27FC236}">
                <a16:creationId xmlns:a16="http://schemas.microsoft.com/office/drawing/2014/main" id="{B9E5A7A0-1072-2EBE-E22F-A9771E2BCB22}"/>
              </a:ext>
            </a:extLst>
          </p:cNvPr>
          <p:cNvSpPr txBox="1"/>
          <p:nvPr userDrawn="1"/>
        </p:nvSpPr>
        <p:spPr>
          <a:xfrm>
            <a:off x="960120" y="1828800"/>
            <a:ext cx="4572000" cy="26161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defRPr sz="1100" b="0">
                <a:solidFill>
                  <a:srgbClr val="CBD5E1"/>
                </a:solidFill>
                <a:latin typeface="Calibri"/>
              </a:defRPr>
            </a:pPr>
            <a:r>
              <a:rPr>
                <a:solidFill>
                  <a:schemeClr val="accent4">
                    <a:lumMod val="75000"/>
                  </a:schemeClr>
                </a:solidFill>
              </a:rPr>
              <a:t>{{key_msg_1}}</a:t>
            </a:r>
          </a:p>
        </p:txBody>
      </p:sp>
      <p:sp>
        <p:nvSpPr>
          <p:cNvPr id="13" name="Rectangle 12">
            <a:extLst>
              <a:ext uri="{FF2B5EF4-FFF2-40B4-BE49-F238E27FC236}">
                <a16:creationId xmlns:a16="http://schemas.microsoft.com/office/drawing/2014/main" id="{BE42D24F-0F8B-548A-0F1F-4C1D2DCB1EBF}"/>
              </a:ext>
            </a:extLst>
          </p:cNvPr>
          <p:cNvSpPr/>
          <p:nvPr userDrawn="1"/>
        </p:nvSpPr>
        <p:spPr>
          <a:xfrm>
            <a:off x="731520" y="2578608"/>
            <a:ext cx="4846320" cy="2743"/>
          </a:xfrm>
          <a:prstGeom prst="rect">
            <a:avLst/>
          </a:prstGeom>
          <a:solidFill>
            <a:srgbClr val="303A4A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>
              <a:solidFill>
                <a:schemeClr val="accent4">
                  <a:lumMod val="75000"/>
                </a:schemeClr>
              </a:solidFill>
            </a:endParaRPr>
          </a:p>
        </p:txBody>
      </p:sp>
      <p:sp>
        <p:nvSpPr>
          <p:cNvPr id="14" name="Rectangle 13">
            <a:extLst>
              <a:ext uri="{FF2B5EF4-FFF2-40B4-BE49-F238E27FC236}">
                <a16:creationId xmlns:a16="http://schemas.microsoft.com/office/drawing/2014/main" id="{F568544E-92B7-4879-AD89-A4497DC5127C}"/>
              </a:ext>
            </a:extLst>
          </p:cNvPr>
          <p:cNvSpPr/>
          <p:nvPr userDrawn="1"/>
        </p:nvSpPr>
        <p:spPr>
          <a:xfrm>
            <a:off x="731520" y="2771092"/>
            <a:ext cx="64008" cy="64008"/>
          </a:xfrm>
          <a:prstGeom prst="rect">
            <a:avLst/>
          </a:prstGeom>
          <a:solidFill>
            <a:srgbClr val="A78BFA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>
              <a:solidFill>
                <a:schemeClr val="accent4">
                  <a:lumMod val="75000"/>
                </a:schemeClr>
              </a:solidFill>
            </a:endParaRPr>
          </a:p>
        </p:txBody>
      </p:sp>
      <p:sp>
        <p:nvSpPr>
          <p:cNvPr id="15" name="TextBox 14">
            <a:extLst>
              <a:ext uri="{FF2B5EF4-FFF2-40B4-BE49-F238E27FC236}">
                <a16:creationId xmlns:a16="http://schemas.microsoft.com/office/drawing/2014/main" id="{011D636C-D369-2F27-A1F4-CF997E857E9F}"/>
              </a:ext>
            </a:extLst>
          </p:cNvPr>
          <p:cNvSpPr txBox="1"/>
          <p:nvPr userDrawn="1"/>
        </p:nvSpPr>
        <p:spPr>
          <a:xfrm>
            <a:off x="960120" y="2651760"/>
            <a:ext cx="4572000" cy="26161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defRPr sz="1100" b="0">
                <a:solidFill>
                  <a:srgbClr val="CBD5E1"/>
                </a:solidFill>
                <a:latin typeface="Calibri"/>
              </a:defRPr>
            </a:pPr>
            <a:r>
              <a:rPr>
                <a:solidFill>
                  <a:schemeClr val="accent4">
                    <a:lumMod val="75000"/>
                  </a:schemeClr>
                </a:solidFill>
              </a:rPr>
              <a:t>{{key_msg_2}}</a:t>
            </a:r>
          </a:p>
        </p:txBody>
      </p:sp>
      <p:sp>
        <p:nvSpPr>
          <p:cNvPr id="16" name="Rectangle 15">
            <a:extLst>
              <a:ext uri="{FF2B5EF4-FFF2-40B4-BE49-F238E27FC236}">
                <a16:creationId xmlns:a16="http://schemas.microsoft.com/office/drawing/2014/main" id="{2EE0E94A-A799-4E4C-D94A-722E3A85BFF7}"/>
              </a:ext>
            </a:extLst>
          </p:cNvPr>
          <p:cNvSpPr/>
          <p:nvPr userDrawn="1"/>
        </p:nvSpPr>
        <p:spPr>
          <a:xfrm>
            <a:off x="731520" y="3401568"/>
            <a:ext cx="4846320" cy="2743"/>
          </a:xfrm>
          <a:prstGeom prst="rect">
            <a:avLst/>
          </a:prstGeom>
          <a:solidFill>
            <a:srgbClr val="303A4A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>
              <a:solidFill>
                <a:schemeClr val="accent4">
                  <a:lumMod val="75000"/>
                </a:schemeClr>
              </a:solidFill>
            </a:endParaRPr>
          </a:p>
        </p:txBody>
      </p:sp>
      <p:sp>
        <p:nvSpPr>
          <p:cNvPr id="17" name="Rectangle 16">
            <a:extLst>
              <a:ext uri="{FF2B5EF4-FFF2-40B4-BE49-F238E27FC236}">
                <a16:creationId xmlns:a16="http://schemas.microsoft.com/office/drawing/2014/main" id="{AFDB4060-DB2E-972C-7381-69E012028C0B}"/>
              </a:ext>
            </a:extLst>
          </p:cNvPr>
          <p:cNvSpPr/>
          <p:nvPr userDrawn="1"/>
        </p:nvSpPr>
        <p:spPr>
          <a:xfrm>
            <a:off x="731520" y="3594052"/>
            <a:ext cx="64008" cy="64008"/>
          </a:xfrm>
          <a:prstGeom prst="rect">
            <a:avLst/>
          </a:prstGeom>
          <a:solidFill>
            <a:srgbClr val="A78BFA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>
              <a:solidFill>
                <a:schemeClr val="accent4">
                  <a:lumMod val="75000"/>
                </a:schemeClr>
              </a:solidFill>
            </a:endParaRPr>
          </a:p>
        </p:txBody>
      </p:sp>
      <p:sp>
        <p:nvSpPr>
          <p:cNvPr id="18" name="TextBox 17">
            <a:extLst>
              <a:ext uri="{FF2B5EF4-FFF2-40B4-BE49-F238E27FC236}">
                <a16:creationId xmlns:a16="http://schemas.microsoft.com/office/drawing/2014/main" id="{D63D5A68-1E20-12B5-F595-28CD901495D9}"/>
              </a:ext>
            </a:extLst>
          </p:cNvPr>
          <p:cNvSpPr txBox="1"/>
          <p:nvPr userDrawn="1"/>
        </p:nvSpPr>
        <p:spPr>
          <a:xfrm>
            <a:off x="960120" y="3474720"/>
            <a:ext cx="4572000" cy="26161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defRPr sz="1100" b="0">
                <a:solidFill>
                  <a:srgbClr val="CBD5E1"/>
                </a:solidFill>
                <a:latin typeface="Calibri"/>
              </a:defRPr>
            </a:pPr>
            <a:r>
              <a:rPr>
                <a:solidFill>
                  <a:schemeClr val="accent4">
                    <a:lumMod val="75000"/>
                  </a:schemeClr>
                </a:solidFill>
              </a:rPr>
              <a:t>{{key_msg_3}}</a:t>
            </a:r>
          </a:p>
        </p:txBody>
      </p:sp>
      <p:sp>
        <p:nvSpPr>
          <p:cNvPr id="19" name="Rectangle 18">
            <a:extLst>
              <a:ext uri="{FF2B5EF4-FFF2-40B4-BE49-F238E27FC236}">
                <a16:creationId xmlns:a16="http://schemas.microsoft.com/office/drawing/2014/main" id="{7E10E8AC-FDE4-F8F2-8574-F853FC97BE1A}"/>
              </a:ext>
            </a:extLst>
          </p:cNvPr>
          <p:cNvSpPr/>
          <p:nvPr userDrawn="1"/>
        </p:nvSpPr>
        <p:spPr>
          <a:xfrm>
            <a:off x="731520" y="4224528"/>
            <a:ext cx="4846320" cy="2743"/>
          </a:xfrm>
          <a:prstGeom prst="rect">
            <a:avLst/>
          </a:prstGeom>
          <a:solidFill>
            <a:srgbClr val="303A4A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>
              <a:solidFill>
                <a:schemeClr val="accent4">
                  <a:lumMod val="75000"/>
                </a:schemeClr>
              </a:solidFill>
            </a:endParaRPr>
          </a:p>
        </p:txBody>
      </p:sp>
      <p:sp>
        <p:nvSpPr>
          <p:cNvPr id="20" name="Rectangle 19">
            <a:extLst>
              <a:ext uri="{FF2B5EF4-FFF2-40B4-BE49-F238E27FC236}">
                <a16:creationId xmlns:a16="http://schemas.microsoft.com/office/drawing/2014/main" id="{7EC3FF2B-E57E-5C73-5DD1-403EAC0DEFE1}"/>
              </a:ext>
            </a:extLst>
          </p:cNvPr>
          <p:cNvSpPr/>
          <p:nvPr userDrawn="1"/>
        </p:nvSpPr>
        <p:spPr>
          <a:xfrm>
            <a:off x="731520" y="4417012"/>
            <a:ext cx="64008" cy="64008"/>
          </a:xfrm>
          <a:prstGeom prst="rect">
            <a:avLst/>
          </a:prstGeom>
          <a:solidFill>
            <a:srgbClr val="A78BFA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>
              <a:solidFill>
                <a:schemeClr val="accent4">
                  <a:lumMod val="75000"/>
                </a:schemeClr>
              </a:solidFill>
            </a:endParaRPr>
          </a:p>
        </p:txBody>
      </p:sp>
      <p:sp>
        <p:nvSpPr>
          <p:cNvPr id="21" name="TextBox 20">
            <a:extLst>
              <a:ext uri="{FF2B5EF4-FFF2-40B4-BE49-F238E27FC236}">
                <a16:creationId xmlns:a16="http://schemas.microsoft.com/office/drawing/2014/main" id="{DD5862AE-DBFB-B0FC-21B5-7742D85A4D8B}"/>
              </a:ext>
            </a:extLst>
          </p:cNvPr>
          <p:cNvSpPr txBox="1"/>
          <p:nvPr userDrawn="1"/>
        </p:nvSpPr>
        <p:spPr>
          <a:xfrm>
            <a:off x="960120" y="4297680"/>
            <a:ext cx="4572000" cy="26161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defRPr sz="1100" b="0">
                <a:solidFill>
                  <a:srgbClr val="CBD5E1"/>
                </a:solidFill>
                <a:latin typeface="Calibri"/>
              </a:defRPr>
            </a:pPr>
            <a:r>
              <a:rPr>
                <a:solidFill>
                  <a:schemeClr val="accent4">
                    <a:lumMod val="75000"/>
                  </a:schemeClr>
                </a:solidFill>
              </a:rPr>
              <a:t>{{key_msg_4}}</a:t>
            </a:r>
          </a:p>
        </p:txBody>
      </p:sp>
      <p:sp>
        <p:nvSpPr>
          <p:cNvPr id="22" name="Rectangle 21">
            <a:extLst>
              <a:ext uri="{FF2B5EF4-FFF2-40B4-BE49-F238E27FC236}">
                <a16:creationId xmlns:a16="http://schemas.microsoft.com/office/drawing/2014/main" id="{C80A8130-5F30-1033-CB58-7E6AFCBFBBE9}"/>
              </a:ext>
            </a:extLst>
          </p:cNvPr>
          <p:cNvSpPr/>
          <p:nvPr userDrawn="1"/>
        </p:nvSpPr>
        <p:spPr>
          <a:xfrm>
            <a:off x="731520" y="5047488"/>
            <a:ext cx="4846320" cy="2743"/>
          </a:xfrm>
          <a:prstGeom prst="rect">
            <a:avLst/>
          </a:prstGeom>
          <a:solidFill>
            <a:srgbClr val="303A4A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>
              <a:solidFill>
                <a:schemeClr val="accent4">
                  <a:lumMod val="75000"/>
                </a:schemeClr>
              </a:solidFill>
            </a:endParaRPr>
          </a:p>
        </p:txBody>
      </p:sp>
      <p:sp>
        <p:nvSpPr>
          <p:cNvPr id="23" name="Rectangle 22">
            <a:extLst>
              <a:ext uri="{FF2B5EF4-FFF2-40B4-BE49-F238E27FC236}">
                <a16:creationId xmlns:a16="http://schemas.microsoft.com/office/drawing/2014/main" id="{2384D37F-2F57-C222-7B6C-0FED804B88E5}"/>
              </a:ext>
            </a:extLst>
          </p:cNvPr>
          <p:cNvSpPr/>
          <p:nvPr userDrawn="1"/>
        </p:nvSpPr>
        <p:spPr>
          <a:xfrm>
            <a:off x="731520" y="5239972"/>
            <a:ext cx="64008" cy="64008"/>
          </a:xfrm>
          <a:prstGeom prst="rect">
            <a:avLst/>
          </a:prstGeom>
          <a:solidFill>
            <a:srgbClr val="A78BFA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>
              <a:solidFill>
                <a:schemeClr val="accent4">
                  <a:lumMod val="75000"/>
                </a:schemeClr>
              </a:solidFill>
            </a:endParaRPr>
          </a:p>
        </p:txBody>
      </p:sp>
      <p:sp>
        <p:nvSpPr>
          <p:cNvPr id="24" name="TextBox 23">
            <a:extLst>
              <a:ext uri="{FF2B5EF4-FFF2-40B4-BE49-F238E27FC236}">
                <a16:creationId xmlns:a16="http://schemas.microsoft.com/office/drawing/2014/main" id="{25D61B9A-2A2C-95DF-C6CC-A838F5EA6BDC}"/>
              </a:ext>
            </a:extLst>
          </p:cNvPr>
          <p:cNvSpPr txBox="1"/>
          <p:nvPr userDrawn="1"/>
        </p:nvSpPr>
        <p:spPr>
          <a:xfrm>
            <a:off x="960120" y="5120640"/>
            <a:ext cx="4572000" cy="26161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defRPr sz="1100" b="0">
                <a:solidFill>
                  <a:srgbClr val="CBD5E1"/>
                </a:solidFill>
                <a:latin typeface="Calibri"/>
              </a:defRPr>
            </a:pPr>
            <a:r>
              <a:rPr>
                <a:solidFill>
                  <a:schemeClr val="accent4">
                    <a:lumMod val="75000"/>
                  </a:schemeClr>
                </a:solidFill>
              </a:rPr>
              <a:t>{{key_msg_5}}</a:t>
            </a:r>
          </a:p>
        </p:txBody>
      </p:sp>
      <p:sp>
        <p:nvSpPr>
          <p:cNvPr id="25" name="Rectangle 24">
            <a:extLst>
              <a:ext uri="{FF2B5EF4-FFF2-40B4-BE49-F238E27FC236}">
                <a16:creationId xmlns:a16="http://schemas.microsoft.com/office/drawing/2014/main" id="{7E3AB89F-8F30-A625-AF09-E121536EE8F2}"/>
              </a:ext>
            </a:extLst>
          </p:cNvPr>
          <p:cNvSpPr/>
          <p:nvPr userDrawn="1"/>
        </p:nvSpPr>
        <p:spPr>
          <a:xfrm>
            <a:off x="5943600" y="1188720"/>
            <a:ext cx="7315" cy="5029200"/>
          </a:xfrm>
          <a:prstGeom prst="rect">
            <a:avLst/>
          </a:prstGeom>
          <a:solidFill>
            <a:srgbClr val="303A4A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>
              <a:solidFill>
                <a:schemeClr val="accent4">
                  <a:lumMod val="75000"/>
                </a:schemeClr>
              </a:solidFill>
            </a:endParaRPr>
          </a:p>
        </p:txBody>
      </p:sp>
      <p:sp>
        <p:nvSpPr>
          <p:cNvPr id="26" name="Rounded Rectangle 37">
            <a:extLst>
              <a:ext uri="{FF2B5EF4-FFF2-40B4-BE49-F238E27FC236}">
                <a16:creationId xmlns:a16="http://schemas.microsoft.com/office/drawing/2014/main" id="{A6144B9B-FC00-C710-5F74-1DD1068CE418}"/>
              </a:ext>
            </a:extLst>
          </p:cNvPr>
          <p:cNvSpPr/>
          <p:nvPr userDrawn="1"/>
        </p:nvSpPr>
        <p:spPr>
          <a:xfrm>
            <a:off x="6126480" y="1307868"/>
            <a:ext cx="256032" cy="256032"/>
          </a:xfrm>
          <a:prstGeom prst="roundRect">
            <a:avLst/>
          </a:prstGeom>
          <a:solidFill>
            <a:srgbClr val="22D3EE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>
              <a:solidFill>
                <a:schemeClr val="accent4">
                  <a:lumMod val="75000"/>
                </a:schemeClr>
              </a:solidFill>
            </a:endParaRPr>
          </a:p>
        </p:txBody>
      </p:sp>
      <p:sp>
        <p:nvSpPr>
          <p:cNvPr id="27" name="TextBox 26">
            <a:extLst>
              <a:ext uri="{FF2B5EF4-FFF2-40B4-BE49-F238E27FC236}">
                <a16:creationId xmlns:a16="http://schemas.microsoft.com/office/drawing/2014/main" id="{EA54A73B-3160-6829-7C9B-BA7AE1B96E29}"/>
              </a:ext>
            </a:extLst>
          </p:cNvPr>
          <p:cNvSpPr txBox="1"/>
          <p:nvPr userDrawn="1"/>
        </p:nvSpPr>
        <p:spPr>
          <a:xfrm>
            <a:off x="6163056" y="1298448"/>
            <a:ext cx="182880" cy="26161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1100" b="0">
                <a:solidFill>
                  <a:srgbClr val="FFFFFF"/>
                </a:solidFill>
                <a:latin typeface="Calibri"/>
              </a:defRPr>
            </a:pPr>
            <a:r>
              <a:rPr dirty="0">
                <a:solidFill>
                  <a:schemeClr val="tx1"/>
                </a:solidFill>
              </a:rPr>
              <a:t>→</a:t>
            </a:r>
          </a:p>
        </p:txBody>
      </p:sp>
      <p:sp>
        <p:nvSpPr>
          <p:cNvPr id="28" name="TextBox 27">
            <a:extLst>
              <a:ext uri="{FF2B5EF4-FFF2-40B4-BE49-F238E27FC236}">
                <a16:creationId xmlns:a16="http://schemas.microsoft.com/office/drawing/2014/main" id="{452FCB2B-F307-FF15-14BE-B4CA67237B21}"/>
              </a:ext>
            </a:extLst>
          </p:cNvPr>
          <p:cNvSpPr txBox="1"/>
          <p:nvPr userDrawn="1"/>
        </p:nvSpPr>
        <p:spPr>
          <a:xfrm>
            <a:off x="6473952" y="1298448"/>
            <a:ext cx="2743200" cy="29238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defRPr sz="1300" b="1">
                <a:solidFill>
                  <a:srgbClr val="F1F5F9"/>
                </a:solidFill>
                <a:latin typeface="Calibri"/>
              </a:defRPr>
            </a:pPr>
            <a:r>
              <a:rPr>
                <a:solidFill>
                  <a:schemeClr val="accent4">
                    <a:lumMod val="75000"/>
                  </a:schemeClr>
                </a:solidFill>
              </a:rPr>
              <a:t>Next Steps</a:t>
            </a:r>
          </a:p>
        </p:txBody>
      </p:sp>
      <p:sp>
        <p:nvSpPr>
          <p:cNvPr id="30" name="Rounded Rectangle 41">
            <a:extLst>
              <a:ext uri="{FF2B5EF4-FFF2-40B4-BE49-F238E27FC236}">
                <a16:creationId xmlns:a16="http://schemas.microsoft.com/office/drawing/2014/main" id="{63E19FEB-2AE6-FD6E-EDE9-79C5255A0805}"/>
              </a:ext>
            </a:extLst>
          </p:cNvPr>
          <p:cNvSpPr/>
          <p:nvPr userDrawn="1"/>
        </p:nvSpPr>
        <p:spPr>
          <a:xfrm>
            <a:off x="6355080" y="1847088"/>
            <a:ext cx="237744" cy="237744"/>
          </a:xfrm>
          <a:prstGeom prst="roundRect">
            <a:avLst/>
          </a:prstGeom>
          <a:solidFill>
            <a:srgbClr val="22D3EE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>
              <a:solidFill>
                <a:schemeClr val="accent4">
                  <a:lumMod val="75000"/>
                </a:schemeClr>
              </a:solidFill>
            </a:endParaRPr>
          </a:p>
        </p:txBody>
      </p:sp>
      <p:sp>
        <p:nvSpPr>
          <p:cNvPr id="31" name="TextBox 30">
            <a:extLst>
              <a:ext uri="{FF2B5EF4-FFF2-40B4-BE49-F238E27FC236}">
                <a16:creationId xmlns:a16="http://schemas.microsoft.com/office/drawing/2014/main" id="{A6C8EC2A-ED57-1C53-E49F-13F67BB4680D}"/>
              </a:ext>
            </a:extLst>
          </p:cNvPr>
          <p:cNvSpPr txBox="1"/>
          <p:nvPr userDrawn="1"/>
        </p:nvSpPr>
        <p:spPr>
          <a:xfrm>
            <a:off x="6355080" y="1856231"/>
            <a:ext cx="237744" cy="246221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1000" b="1">
                <a:solidFill>
                  <a:srgbClr val="FFFFFF"/>
                </a:solidFill>
                <a:latin typeface="Calibri"/>
              </a:defRPr>
            </a:pPr>
            <a:r>
              <a:rPr>
                <a:solidFill>
                  <a:schemeClr val="tx1"/>
                </a:solidFill>
              </a:rPr>
              <a:t>1</a:t>
            </a:r>
          </a:p>
        </p:txBody>
      </p:sp>
      <p:sp>
        <p:nvSpPr>
          <p:cNvPr id="32" name="TextBox 31">
            <a:extLst>
              <a:ext uri="{FF2B5EF4-FFF2-40B4-BE49-F238E27FC236}">
                <a16:creationId xmlns:a16="http://schemas.microsoft.com/office/drawing/2014/main" id="{4107E7B8-9A9A-4D99-5DEC-66EB80AC99D7}"/>
              </a:ext>
            </a:extLst>
          </p:cNvPr>
          <p:cNvSpPr txBox="1"/>
          <p:nvPr userDrawn="1"/>
        </p:nvSpPr>
        <p:spPr>
          <a:xfrm>
            <a:off x="6720840" y="1828800"/>
            <a:ext cx="4480560" cy="26161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defRPr sz="1100" b="1">
                <a:solidFill>
                  <a:srgbClr val="F1F5F9"/>
                </a:solidFill>
                <a:latin typeface="Calibri"/>
              </a:defRPr>
            </a:pPr>
            <a:r>
              <a:rPr>
                <a:solidFill>
                  <a:schemeClr val="accent4">
                    <a:lumMod val="75000"/>
                  </a:schemeClr>
                </a:solidFill>
              </a:rPr>
              <a:t>{{next_step_1_title}}</a:t>
            </a:r>
          </a:p>
        </p:txBody>
      </p:sp>
      <p:sp>
        <p:nvSpPr>
          <p:cNvPr id="33" name="TextBox 32">
            <a:extLst>
              <a:ext uri="{FF2B5EF4-FFF2-40B4-BE49-F238E27FC236}">
                <a16:creationId xmlns:a16="http://schemas.microsoft.com/office/drawing/2014/main" id="{D0AD79F9-E73C-CBC5-1B4E-3A4B8C795707}"/>
              </a:ext>
            </a:extLst>
          </p:cNvPr>
          <p:cNvSpPr txBox="1"/>
          <p:nvPr userDrawn="1"/>
        </p:nvSpPr>
        <p:spPr>
          <a:xfrm>
            <a:off x="6720840" y="2057400"/>
            <a:ext cx="4480560" cy="238527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defRPr sz="950" b="0">
                <a:solidFill>
                  <a:srgbClr val="94A3B8"/>
                </a:solidFill>
                <a:latin typeface="Calibri"/>
              </a:defRPr>
            </a:pPr>
            <a:r>
              <a:rPr>
                <a:solidFill>
                  <a:schemeClr val="accent4">
                    <a:lumMod val="75000"/>
                  </a:schemeClr>
                </a:solidFill>
              </a:rPr>
              <a:t>{{next_step_1_text}}</a:t>
            </a:r>
          </a:p>
        </p:txBody>
      </p:sp>
      <p:sp>
        <p:nvSpPr>
          <p:cNvPr id="34" name="Rectangle 33">
            <a:extLst>
              <a:ext uri="{FF2B5EF4-FFF2-40B4-BE49-F238E27FC236}">
                <a16:creationId xmlns:a16="http://schemas.microsoft.com/office/drawing/2014/main" id="{3891820D-9A13-1E71-71A3-6C0F77A09A7B}"/>
              </a:ext>
            </a:extLst>
          </p:cNvPr>
          <p:cNvSpPr/>
          <p:nvPr userDrawn="1"/>
        </p:nvSpPr>
        <p:spPr>
          <a:xfrm>
            <a:off x="6355080" y="2578608"/>
            <a:ext cx="4937760" cy="2743"/>
          </a:xfrm>
          <a:prstGeom prst="rect">
            <a:avLst/>
          </a:prstGeom>
          <a:solidFill>
            <a:srgbClr val="303A4A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>
              <a:solidFill>
                <a:schemeClr val="accent4">
                  <a:lumMod val="75000"/>
                </a:schemeClr>
              </a:solidFill>
            </a:endParaRPr>
          </a:p>
        </p:txBody>
      </p:sp>
      <p:sp>
        <p:nvSpPr>
          <p:cNvPr id="35" name="Rounded Rectangle 46">
            <a:extLst>
              <a:ext uri="{FF2B5EF4-FFF2-40B4-BE49-F238E27FC236}">
                <a16:creationId xmlns:a16="http://schemas.microsoft.com/office/drawing/2014/main" id="{80CC1F9E-7950-3358-3CA6-3FA4F78EAF5D}"/>
              </a:ext>
            </a:extLst>
          </p:cNvPr>
          <p:cNvSpPr/>
          <p:nvPr userDrawn="1"/>
        </p:nvSpPr>
        <p:spPr>
          <a:xfrm>
            <a:off x="6355080" y="2670048"/>
            <a:ext cx="237744" cy="237744"/>
          </a:xfrm>
          <a:prstGeom prst="roundRect">
            <a:avLst/>
          </a:prstGeom>
          <a:solidFill>
            <a:srgbClr val="22D3EE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>
              <a:solidFill>
                <a:schemeClr val="accent4">
                  <a:lumMod val="75000"/>
                </a:schemeClr>
              </a:solidFill>
            </a:endParaRPr>
          </a:p>
        </p:txBody>
      </p:sp>
      <p:sp>
        <p:nvSpPr>
          <p:cNvPr id="36" name="TextBox 35">
            <a:extLst>
              <a:ext uri="{FF2B5EF4-FFF2-40B4-BE49-F238E27FC236}">
                <a16:creationId xmlns:a16="http://schemas.microsoft.com/office/drawing/2014/main" id="{0C63A7B5-AAE3-E261-2A16-C509D3E2669C}"/>
              </a:ext>
            </a:extLst>
          </p:cNvPr>
          <p:cNvSpPr txBox="1"/>
          <p:nvPr userDrawn="1"/>
        </p:nvSpPr>
        <p:spPr>
          <a:xfrm>
            <a:off x="6355080" y="2679191"/>
            <a:ext cx="237744" cy="246221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1000" b="1">
                <a:solidFill>
                  <a:srgbClr val="FFFFFF"/>
                </a:solidFill>
                <a:latin typeface="Calibri"/>
              </a:defRPr>
            </a:pPr>
            <a:r>
              <a:rPr>
                <a:solidFill>
                  <a:schemeClr val="tx1"/>
                </a:solidFill>
              </a:rPr>
              <a:t>2</a:t>
            </a:r>
          </a:p>
        </p:txBody>
      </p:sp>
      <p:sp>
        <p:nvSpPr>
          <p:cNvPr id="37" name="TextBox 36">
            <a:extLst>
              <a:ext uri="{FF2B5EF4-FFF2-40B4-BE49-F238E27FC236}">
                <a16:creationId xmlns:a16="http://schemas.microsoft.com/office/drawing/2014/main" id="{F9EA0A34-D81B-D534-F61C-F29B0CE9C946}"/>
              </a:ext>
            </a:extLst>
          </p:cNvPr>
          <p:cNvSpPr txBox="1"/>
          <p:nvPr userDrawn="1"/>
        </p:nvSpPr>
        <p:spPr>
          <a:xfrm>
            <a:off x="6720840" y="2651760"/>
            <a:ext cx="4480560" cy="26161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defRPr sz="1100" b="1">
                <a:solidFill>
                  <a:srgbClr val="F1F5F9"/>
                </a:solidFill>
                <a:latin typeface="Calibri"/>
              </a:defRPr>
            </a:pPr>
            <a:r>
              <a:rPr>
                <a:solidFill>
                  <a:schemeClr val="accent4">
                    <a:lumMod val="75000"/>
                  </a:schemeClr>
                </a:solidFill>
              </a:rPr>
              <a:t>{{next_step_2_title}}</a:t>
            </a:r>
          </a:p>
        </p:txBody>
      </p:sp>
      <p:sp>
        <p:nvSpPr>
          <p:cNvPr id="38" name="TextBox 37">
            <a:extLst>
              <a:ext uri="{FF2B5EF4-FFF2-40B4-BE49-F238E27FC236}">
                <a16:creationId xmlns:a16="http://schemas.microsoft.com/office/drawing/2014/main" id="{429A9FA5-ECFE-F331-D38F-C899E697FBF0}"/>
              </a:ext>
            </a:extLst>
          </p:cNvPr>
          <p:cNvSpPr txBox="1"/>
          <p:nvPr userDrawn="1"/>
        </p:nvSpPr>
        <p:spPr>
          <a:xfrm>
            <a:off x="6720840" y="2880360"/>
            <a:ext cx="4480560" cy="238527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defRPr sz="950" b="0">
                <a:solidFill>
                  <a:srgbClr val="94A3B8"/>
                </a:solidFill>
                <a:latin typeface="Calibri"/>
              </a:defRPr>
            </a:pPr>
            <a:r>
              <a:rPr>
                <a:solidFill>
                  <a:schemeClr val="accent4">
                    <a:lumMod val="75000"/>
                  </a:schemeClr>
                </a:solidFill>
              </a:rPr>
              <a:t>{{next_step_2_text}}</a:t>
            </a:r>
          </a:p>
        </p:txBody>
      </p:sp>
      <p:sp>
        <p:nvSpPr>
          <p:cNvPr id="39" name="Rectangle 38">
            <a:extLst>
              <a:ext uri="{FF2B5EF4-FFF2-40B4-BE49-F238E27FC236}">
                <a16:creationId xmlns:a16="http://schemas.microsoft.com/office/drawing/2014/main" id="{F66E9B5A-707E-24E8-3057-FA9B5F60C613}"/>
              </a:ext>
            </a:extLst>
          </p:cNvPr>
          <p:cNvSpPr/>
          <p:nvPr userDrawn="1"/>
        </p:nvSpPr>
        <p:spPr>
          <a:xfrm>
            <a:off x="6355080" y="3401568"/>
            <a:ext cx="4937760" cy="2743"/>
          </a:xfrm>
          <a:prstGeom prst="rect">
            <a:avLst/>
          </a:prstGeom>
          <a:solidFill>
            <a:srgbClr val="303A4A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>
              <a:solidFill>
                <a:schemeClr val="accent4">
                  <a:lumMod val="75000"/>
                </a:schemeClr>
              </a:solidFill>
            </a:endParaRPr>
          </a:p>
        </p:txBody>
      </p:sp>
      <p:sp>
        <p:nvSpPr>
          <p:cNvPr id="40" name="Rounded Rectangle 51">
            <a:extLst>
              <a:ext uri="{FF2B5EF4-FFF2-40B4-BE49-F238E27FC236}">
                <a16:creationId xmlns:a16="http://schemas.microsoft.com/office/drawing/2014/main" id="{59DB9802-98E9-C2D6-8874-1C712FCD0425}"/>
              </a:ext>
            </a:extLst>
          </p:cNvPr>
          <p:cNvSpPr/>
          <p:nvPr userDrawn="1"/>
        </p:nvSpPr>
        <p:spPr>
          <a:xfrm>
            <a:off x="6355080" y="3493008"/>
            <a:ext cx="237744" cy="237744"/>
          </a:xfrm>
          <a:prstGeom prst="roundRect">
            <a:avLst/>
          </a:prstGeom>
          <a:solidFill>
            <a:srgbClr val="22D3EE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>
              <a:solidFill>
                <a:schemeClr val="accent4">
                  <a:lumMod val="75000"/>
                </a:schemeClr>
              </a:solidFill>
            </a:endParaRPr>
          </a:p>
        </p:txBody>
      </p:sp>
      <p:sp>
        <p:nvSpPr>
          <p:cNvPr id="41" name="TextBox 40">
            <a:extLst>
              <a:ext uri="{FF2B5EF4-FFF2-40B4-BE49-F238E27FC236}">
                <a16:creationId xmlns:a16="http://schemas.microsoft.com/office/drawing/2014/main" id="{7F124BFE-6920-59BB-FA50-C54788517343}"/>
              </a:ext>
            </a:extLst>
          </p:cNvPr>
          <p:cNvSpPr txBox="1"/>
          <p:nvPr userDrawn="1"/>
        </p:nvSpPr>
        <p:spPr>
          <a:xfrm>
            <a:off x="6355080" y="3502151"/>
            <a:ext cx="237744" cy="246221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1000" b="1">
                <a:solidFill>
                  <a:srgbClr val="FFFFFF"/>
                </a:solidFill>
                <a:latin typeface="Calibri"/>
              </a:defRPr>
            </a:pPr>
            <a:r>
              <a:rPr>
                <a:solidFill>
                  <a:schemeClr val="tx1"/>
                </a:solidFill>
              </a:rPr>
              <a:t>3</a:t>
            </a:r>
          </a:p>
        </p:txBody>
      </p:sp>
      <p:sp>
        <p:nvSpPr>
          <p:cNvPr id="42" name="TextBox 41">
            <a:extLst>
              <a:ext uri="{FF2B5EF4-FFF2-40B4-BE49-F238E27FC236}">
                <a16:creationId xmlns:a16="http://schemas.microsoft.com/office/drawing/2014/main" id="{75D9B087-72CE-FA4D-CD8C-724786A34A37}"/>
              </a:ext>
            </a:extLst>
          </p:cNvPr>
          <p:cNvSpPr txBox="1"/>
          <p:nvPr userDrawn="1"/>
        </p:nvSpPr>
        <p:spPr>
          <a:xfrm>
            <a:off x="6720840" y="3474720"/>
            <a:ext cx="4480560" cy="26161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defRPr sz="1100" b="1">
                <a:solidFill>
                  <a:srgbClr val="F1F5F9"/>
                </a:solidFill>
                <a:latin typeface="Calibri"/>
              </a:defRPr>
            </a:pPr>
            <a:r>
              <a:rPr>
                <a:solidFill>
                  <a:schemeClr val="accent4">
                    <a:lumMod val="75000"/>
                  </a:schemeClr>
                </a:solidFill>
              </a:rPr>
              <a:t>{{next_step_3_title}}</a:t>
            </a:r>
          </a:p>
        </p:txBody>
      </p:sp>
      <p:sp>
        <p:nvSpPr>
          <p:cNvPr id="43" name="TextBox 42">
            <a:extLst>
              <a:ext uri="{FF2B5EF4-FFF2-40B4-BE49-F238E27FC236}">
                <a16:creationId xmlns:a16="http://schemas.microsoft.com/office/drawing/2014/main" id="{FFB87FA5-73D0-FBF6-30D0-6EC6BD38B354}"/>
              </a:ext>
            </a:extLst>
          </p:cNvPr>
          <p:cNvSpPr txBox="1"/>
          <p:nvPr userDrawn="1"/>
        </p:nvSpPr>
        <p:spPr>
          <a:xfrm>
            <a:off x="6720840" y="3703320"/>
            <a:ext cx="4480560" cy="238527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defRPr sz="950" b="0">
                <a:solidFill>
                  <a:srgbClr val="94A3B8"/>
                </a:solidFill>
                <a:latin typeface="Calibri"/>
              </a:defRPr>
            </a:pPr>
            <a:r>
              <a:rPr>
                <a:solidFill>
                  <a:schemeClr val="accent4">
                    <a:lumMod val="75000"/>
                  </a:schemeClr>
                </a:solidFill>
              </a:rPr>
              <a:t>{{next_step_3_text}}</a:t>
            </a:r>
          </a:p>
        </p:txBody>
      </p:sp>
      <p:sp>
        <p:nvSpPr>
          <p:cNvPr id="44" name="Rectangle 43">
            <a:extLst>
              <a:ext uri="{FF2B5EF4-FFF2-40B4-BE49-F238E27FC236}">
                <a16:creationId xmlns:a16="http://schemas.microsoft.com/office/drawing/2014/main" id="{B3470429-B3AC-E947-0976-600CFD854711}"/>
              </a:ext>
            </a:extLst>
          </p:cNvPr>
          <p:cNvSpPr/>
          <p:nvPr userDrawn="1"/>
        </p:nvSpPr>
        <p:spPr>
          <a:xfrm>
            <a:off x="6355080" y="4224528"/>
            <a:ext cx="4937760" cy="2743"/>
          </a:xfrm>
          <a:prstGeom prst="rect">
            <a:avLst/>
          </a:prstGeom>
          <a:solidFill>
            <a:srgbClr val="303A4A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>
              <a:solidFill>
                <a:schemeClr val="accent4">
                  <a:lumMod val="75000"/>
                </a:schemeClr>
              </a:solidFill>
            </a:endParaRPr>
          </a:p>
        </p:txBody>
      </p:sp>
      <p:sp>
        <p:nvSpPr>
          <p:cNvPr id="45" name="Rounded Rectangle 56">
            <a:extLst>
              <a:ext uri="{FF2B5EF4-FFF2-40B4-BE49-F238E27FC236}">
                <a16:creationId xmlns:a16="http://schemas.microsoft.com/office/drawing/2014/main" id="{94E72F4C-4D25-DAA7-8B09-3F7CC20B01F8}"/>
              </a:ext>
            </a:extLst>
          </p:cNvPr>
          <p:cNvSpPr/>
          <p:nvPr userDrawn="1"/>
        </p:nvSpPr>
        <p:spPr>
          <a:xfrm>
            <a:off x="6355080" y="4315968"/>
            <a:ext cx="237744" cy="237744"/>
          </a:xfrm>
          <a:prstGeom prst="roundRect">
            <a:avLst/>
          </a:prstGeom>
          <a:solidFill>
            <a:srgbClr val="22D3EE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>
              <a:solidFill>
                <a:schemeClr val="accent4">
                  <a:lumMod val="75000"/>
                </a:schemeClr>
              </a:solidFill>
            </a:endParaRPr>
          </a:p>
        </p:txBody>
      </p:sp>
      <p:sp>
        <p:nvSpPr>
          <p:cNvPr id="46" name="TextBox 45">
            <a:extLst>
              <a:ext uri="{FF2B5EF4-FFF2-40B4-BE49-F238E27FC236}">
                <a16:creationId xmlns:a16="http://schemas.microsoft.com/office/drawing/2014/main" id="{2196C265-0D46-A996-BECC-A111B52922AC}"/>
              </a:ext>
            </a:extLst>
          </p:cNvPr>
          <p:cNvSpPr txBox="1"/>
          <p:nvPr userDrawn="1"/>
        </p:nvSpPr>
        <p:spPr>
          <a:xfrm>
            <a:off x="6355080" y="4325112"/>
            <a:ext cx="237744" cy="246221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1000" b="1">
                <a:solidFill>
                  <a:srgbClr val="FFFFFF"/>
                </a:solidFill>
                <a:latin typeface="Calibri"/>
              </a:defRPr>
            </a:pPr>
            <a:r>
              <a:rPr>
                <a:solidFill>
                  <a:schemeClr val="tx1"/>
                </a:solidFill>
              </a:rPr>
              <a:t>4</a:t>
            </a:r>
          </a:p>
        </p:txBody>
      </p:sp>
      <p:sp>
        <p:nvSpPr>
          <p:cNvPr id="47" name="TextBox 46">
            <a:extLst>
              <a:ext uri="{FF2B5EF4-FFF2-40B4-BE49-F238E27FC236}">
                <a16:creationId xmlns:a16="http://schemas.microsoft.com/office/drawing/2014/main" id="{B50D3A04-A6CD-8B11-B7F4-B88E9641C42B}"/>
              </a:ext>
            </a:extLst>
          </p:cNvPr>
          <p:cNvSpPr txBox="1"/>
          <p:nvPr userDrawn="1"/>
        </p:nvSpPr>
        <p:spPr>
          <a:xfrm>
            <a:off x="6720840" y="4297680"/>
            <a:ext cx="4480560" cy="26161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defRPr sz="1100" b="1">
                <a:solidFill>
                  <a:srgbClr val="F1F5F9"/>
                </a:solidFill>
                <a:latin typeface="Calibri"/>
              </a:defRPr>
            </a:pPr>
            <a:r>
              <a:rPr>
                <a:solidFill>
                  <a:schemeClr val="accent4">
                    <a:lumMod val="75000"/>
                  </a:schemeClr>
                </a:solidFill>
              </a:rPr>
              <a:t>{{next_step_4_title}}</a:t>
            </a:r>
          </a:p>
        </p:txBody>
      </p:sp>
      <p:sp>
        <p:nvSpPr>
          <p:cNvPr id="48" name="TextBox 47">
            <a:extLst>
              <a:ext uri="{FF2B5EF4-FFF2-40B4-BE49-F238E27FC236}">
                <a16:creationId xmlns:a16="http://schemas.microsoft.com/office/drawing/2014/main" id="{C733AEEC-95CF-90A4-A400-3CD4A7886A9B}"/>
              </a:ext>
            </a:extLst>
          </p:cNvPr>
          <p:cNvSpPr txBox="1"/>
          <p:nvPr userDrawn="1"/>
        </p:nvSpPr>
        <p:spPr>
          <a:xfrm>
            <a:off x="6720840" y="4526280"/>
            <a:ext cx="4480560" cy="238527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defRPr sz="950" b="0">
                <a:solidFill>
                  <a:srgbClr val="94A3B8"/>
                </a:solidFill>
                <a:latin typeface="Calibri"/>
              </a:defRPr>
            </a:pPr>
            <a:r>
              <a:rPr>
                <a:solidFill>
                  <a:schemeClr val="accent4">
                    <a:lumMod val="75000"/>
                  </a:schemeClr>
                </a:solidFill>
              </a:rPr>
              <a:t>{{next_step_4_text}}</a:t>
            </a:r>
          </a:p>
        </p:txBody>
      </p:sp>
      <p:sp>
        <p:nvSpPr>
          <p:cNvPr id="49" name="Rectangle 48">
            <a:extLst>
              <a:ext uri="{FF2B5EF4-FFF2-40B4-BE49-F238E27FC236}">
                <a16:creationId xmlns:a16="http://schemas.microsoft.com/office/drawing/2014/main" id="{B7010988-57AE-A6C0-E0DF-8490613C08DC}"/>
              </a:ext>
            </a:extLst>
          </p:cNvPr>
          <p:cNvSpPr/>
          <p:nvPr userDrawn="1"/>
        </p:nvSpPr>
        <p:spPr>
          <a:xfrm>
            <a:off x="6355080" y="5047488"/>
            <a:ext cx="4937760" cy="2743"/>
          </a:xfrm>
          <a:prstGeom prst="rect">
            <a:avLst/>
          </a:prstGeom>
          <a:solidFill>
            <a:srgbClr val="303A4A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>
              <a:solidFill>
                <a:schemeClr val="accent4">
                  <a:lumMod val="75000"/>
                </a:schemeClr>
              </a:solidFill>
            </a:endParaRPr>
          </a:p>
        </p:txBody>
      </p:sp>
      <p:sp>
        <p:nvSpPr>
          <p:cNvPr id="50" name="Rounded Rectangle 61">
            <a:extLst>
              <a:ext uri="{FF2B5EF4-FFF2-40B4-BE49-F238E27FC236}">
                <a16:creationId xmlns:a16="http://schemas.microsoft.com/office/drawing/2014/main" id="{FF3760DE-EFDF-DFF9-81DA-B1F7B3D935C0}"/>
              </a:ext>
            </a:extLst>
          </p:cNvPr>
          <p:cNvSpPr/>
          <p:nvPr userDrawn="1"/>
        </p:nvSpPr>
        <p:spPr>
          <a:xfrm>
            <a:off x="6355080" y="5138927"/>
            <a:ext cx="237744" cy="237744"/>
          </a:xfrm>
          <a:prstGeom prst="roundRect">
            <a:avLst/>
          </a:prstGeom>
          <a:solidFill>
            <a:srgbClr val="22D3EE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>
              <a:solidFill>
                <a:schemeClr val="accent4">
                  <a:lumMod val="75000"/>
                </a:schemeClr>
              </a:solidFill>
            </a:endParaRPr>
          </a:p>
        </p:txBody>
      </p:sp>
      <p:sp>
        <p:nvSpPr>
          <p:cNvPr id="51" name="TextBox 50">
            <a:extLst>
              <a:ext uri="{FF2B5EF4-FFF2-40B4-BE49-F238E27FC236}">
                <a16:creationId xmlns:a16="http://schemas.microsoft.com/office/drawing/2014/main" id="{B0E5565A-8869-21D7-F489-068AF6E47136}"/>
              </a:ext>
            </a:extLst>
          </p:cNvPr>
          <p:cNvSpPr txBox="1"/>
          <p:nvPr userDrawn="1"/>
        </p:nvSpPr>
        <p:spPr>
          <a:xfrm>
            <a:off x="6355080" y="5148072"/>
            <a:ext cx="237744" cy="246221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1000" b="1">
                <a:solidFill>
                  <a:srgbClr val="FFFFFF"/>
                </a:solidFill>
                <a:latin typeface="Calibri"/>
              </a:defRPr>
            </a:pPr>
            <a:r>
              <a:rPr>
                <a:solidFill>
                  <a:schemeClr val="tx1"/>
                </a:solidFill>
              </a:rPr>
              <a:t>5</a:t>
            </a:r>
          </a:p>
        </p:txBody>
      </p:sp>
      <p:sp>
        <p:nvSpPr>
          <p:cNvPr id="52" name="TextBox 51">
            <a:extLst>
              <a:ext uri="{FF2B5EF4-FFF2-40B4-BE49-F238E27FC236}">
                <a16:creationId xmlns:a16="http://schemas.microsoft.com/office/drawing/2014/main" id="{3B59B6E3-DDDD-1C25-6898-EE78DF2BEBF0}"/>
              </a:ext>
            </a:extLst>
          </p:cNvPr>
          <p:cNvSpPr txBox="1"/>
          <p:nvPr userDrawn="1"/>
        </p:nvSpPr>
        <p:spPr>
          <a:xfrm>
            <a:off x="6720840" y="5120640"/>
            <a:ext cx="4480560" cy="26161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defRPr sz="1100" b="1">
                <a:solidFill>
                  <a:srgbClr val="F1F5F9"/>
                </a:solidFill>
                <a:latin typeface="Calibri"/>
              </a:defRPr>
            </a:pPr>
            <a:r>
              <a:rPr>
                <a:solidFill>
                  <a:schemeClr val="accent4">
                    <a:lumMod val="75000"/>
                  </a:schemeClr>
                </a:solidFill>
              </a:rPr>
              <a:t>{{next_step_5_title}}</a:t>
            </a:r>
          </a:p>
        </p:txBody>
      </p:sp>
      <p:sp>
        <p:nvSpPr>
          <p:cNvPr id="53" name="TextBox 52">
            <a:extLst>
              <a:ext uri="{FF2B5EF4-FFF2-40B4-BE49-F238E27FC236}">
                <a16:creationId xmlns:a16="http://schemas.microsoft.com/office/drawing/2014/main" id="{762EA333-4FF5-48C0-90D5-F8FD7DF9C39E}"/>
              </a:ext>
            </a:extLst>
          </p:cNvPr>
          <p:cNvSpPr txBox="1"/>
          <p:nvPr userDrawn="1"/>
        </p:nvSpPr>
        <p:spPr>
          <a:xfrm>
            <a:off x="6720840" y="5349240"/>
            <a:ext cx="4480560" cy="238527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defRPr sz="950" b="0">
                <a:solidFill>
                  <a:srgbClr val="94A3B8"/>
                </a:solidFill>
                <a:latin typeface="Calibri"/>
              </a:defRPr>
            </a:pPr>
            <a:r>
              <a:rPr>
                <a:solidFill>
                  <a:schemeClr val="accent4">
                    <a:lumMod val="75000"/>
                  </a:schemeClr>
                </a:solidFill>
              </a:rPr>
              <a:t>{{next_step_5_text}}</a:t>
            </a:r>
          </a:p>
        </p:txBody>
      </p:sp>
    </p:spTree>
    <p:extLst>
      <p:ext uri="{BB962C8B-B14F-4D97-AF65-F5344CB8AC3E}">
        <p14:creationId xmlns:p14="http://schemas.microsoft.com/office/powerpoint/2010/main" val="905564874"/>
      </p:ext>
    </p:extLst>
  </p:cSld>
  <p:clrMapOvr>
    <a:masterClrMapping/>
  </p:clrMapOvr>
</p:sldLayout>
</file>

<file path=ppt/slideLayouts/slideLayout40.xml><?xml version="1.0" encoding="utf-8"?>
<p:sldLayout xmlns:a="http://schemas.openxmlformats.org/drawingml/2006/main" xmlns:r="http://schemas.openxmlformats.org/officeDocument/2006/relationships" xmlns:p="http://schemas.openxmlformats.org/presentationml/2006/main" preserve="1" userDrawn="1">
  <p:cSld name="EXEC_SUMMARY_CARDS_4_grey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" name="TextBox 2">
            <a:extLst>
              <a:ext uri="{FF2B5EF4-FFF2-40B4-BE49-F238E27FC236}">
                <a16:creationId xmlns:a16="http://schemas.microsoft.com/office/drawing/2014/main" id="{2CA8A386-5662-DFBD-D0F8-4D2119E53042}"/>
              </a:ext>
            </a:extLst>
          </p:cNvPr>
          <p:cNvSpPr txBox="1"/>
          <p:nvPr userDrawn="1"/>
        </p:nvSpPr>
        <p:spPr>
          <a:xfrm>
            <a:off x="329184" y="713232"/>
            <a:ext cx="1097280" cy="215444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defRPr sz="800" b="1" i="0">
                <a:solidFill>
                  <a:srgbClr val="94A3B8"/>
                </a:solidFill>
                <a:latin typeface="Arial"/>
              </a:defRPr>
            </a:pPr>
            <a:r>
              <a:rPr dirty="0">
                <a:solidFill>
                  <a:schemeClr val="tx1">
                    <a:lumMod val="65000"/>
                    <a:lumOff val="35000"/>
                  </a:schemeClr>
                </a:solidFill>
              </a:rPr>
              <a:t>KEY MESSAGE</a:t>
            </a:r>
          </a:p>
        </p:txBody>
      </p:sp>
      <p:sp>
        <p:nvSpPr>
          <p:cNvPr id="4" name="TextBox 3">
            <a:extLst>
              <a:ext uri="{FF2B5EF4-FFF2-40B4-BE49-F238E27FC236}">
                <a16:creationId xmlns:a16="http://schemas.microsoft.com/office/drawing/2014/main" id="{A0CB065E-608F-9D59-0C14-606A1AF1BB38}"/>
              </a:ext>
            </a:extLst>
          </p:cNvPr>
          <p:cNvSpPr txBox="1"/>
          <p:nvPr userDrawn="1"/>
        </p:nvSpPr>
        <p:spPr>
          <a:xfrm>
            <a:off x="329184" y="896112"/>
            <a:ext cx="11201400" cy="2743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defRPr sz="1200" b="0" i="0">
                <a:solidFill>
                  <a:srgbClr val="FFFFFF"/>
                </a:solidFill>
                <a:latin typeface="Arial"/>
              </a:defRPr>
            </a:pPr>
            <a:r>
              <a:t>{{key_message}}</a:t>
            </a:r>
          </a:p>
        </p:txBody>
      </p:sp>
      <p:sp>
        <p:nvSpPr>
          <p:cNvPr id="5" name="Rounded Rectangle 17">
            <a:extLst>
              <a:ext uri="{FF2B5EF4-FFF2-40B4-BE49-F238E27FC236}">
                <a16:creationId xmlns:a16="http://schemas.microsoft.com/office/drawing/2014/main" id="{74265C17-22A0-D5F5-7265-5C475A607D63}"/>
              </a:ext>
            </a:extLst>
          </p:cNvPr>
          <p:cNvSpPr/>
          <p:nvPr userDrawn="1"/>
        </p:nvSpPr>
        <p:spPr>
          <a:xfrm>
            <a:off x="164592" y="1380744"/>
            <a:ext cx="2882646" cy="1005840"/>
          </a:xfrm>
          <a:prstGeom prst="roundRect">
            <a:avLst/>
          </a:prstGeom>
          <a:solidFill>
            <a:srgbClr val="FFFFFF"/>
          </a:solidFill>
          <a:ln w="12700">
            <a:solidFill>
              <a:srgbClr val="E5E7EB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6" name="TextBox 5">
            <a:extLst>
              <a:ext uri="{FF2B5EF4-FFF2-40B4-BE49-F238E27FC236}">
                <a16:creationId xmlns:a16="http://schemas.microsoft.com/office/drawing/2014/main" id="{903C1864-B41E-13B1-B17E-9DB143F4354D}"/>
              </a:ext>
            </a:extLst>
          </p:cNvPr>
          <p:cNvSpPr txBox="1"/>
          <p:nvPr userDrawn="1"/>
        </p:nvSpPr>
        <p:spPr>
          <a:xfrm>
            <a:off x="292608" y="1472184"/>
            <a:ext cx="2626614" cy="146304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defRPr sz="800" b="1" i="0">
                <a:solidFill>
                  <a:srgbClr val="94A3B8"/>
                </a:solidFill>
                <a:latin typeface="Arial"/>
              </a:defRPr>
            </a:pPr>
            <a:r>
              <a:t>{{kpi_1_label}}</a:t>
            </a:r>
          </a:p>
        </p:txBody>
      </p:sp>
      <p:sp>
        <p:nvSpPr>
          <p:cNvPr id="7" name="TextBox 6">
            <a:extLst>
              <a:ext uri="{FF2B5EF4-FFF2-40B4-BE49-F238E27FC236}">
                <a16:creationId xmlns:a16="http://schemas.microsoft.com/office/drawing/2014/main" id="{13BF5303-328A-417D-0EE3-7A25D1B6A899}"/>
              </a:ext>
            </a:extLst>
          </p:cNvPr>
          <p:cNvSpPr txBox="1"/>
          <p:nvPr userDrawn="1"/>
        </p:nvSpPr>
        <p:spPr>
          <a:xfrm>
            <a:off x="292608" y="1590896"/>
            <a:ext cx="2626614" cy="310896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2400" b="1" i="0">
                <a:solidFill>
                  <a:srgbClr val="8B5CF6"/>
                </a:solidFill>
                <a:latin typeface="Arial"/>
              </a:defRPr>
            </a:pPr>
            <a:r>
              <a:rPr dirty="0"/>
              <a:t>{{kpi_1_value}}</a:t>
            </a:r>
          </a:p>
        </p:txBody>
      </p:sp>
      <p:sp>
        <p:nvSpPr>
          <p:cNvPr id="8" name="TextBox 7">
            <a:extLst>
              <a:ext uri="{FF2B5EF4-FFF2-40B4-BE49-F238E27FC236}">
                <a16:creationId xmlns:a16="http://schemas.microsoft.com/office/drawing/2014/main" id="{09DF87D7-2843-C742-A4C5-CF215A2241AE}"/>
              </a:ext>
            </a:extLst>
          </p:cNvPr>
          <p:cNvSpPr txBox="1"/>
          <p:nvPr userDrawn="1"/>
        </p:nvSpPr>
        <p:spPr>
          <a:xfrm>
            <a:off x="292608" y="1984248"/>
            <a:ext cx="2626614" cy="146304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800" b="0" i="0">
                <a:solidFill>
                  <a:srgbClr val="64748B"/>
                </a:solidFill>
                <a:latin typeface="Arial"/>
              </a:defRPr>
            </a:pPr>
            <a:r>
              <a:t>{{kpi_1_detail}}</a:t>
            </a:r>
          </a:p>
        </p:txBody>
      </p:sp>
      <p:sp>
        <p:nvSpPr>
          <p:cNvPr id="9" name="TextBox 8">
            <a:extLst>
              <a:ext uri="{FF2B5EF4-FFF2-40B4-BE49-F238E27FC236}">
                <a16:creationId xmlns:a16="http://schemas.microsoft.com/office/drawing/2014/main" id="{C2CE1A75-F8CB-25F4-AE6E-C5BB68DE8ED2}"/>
              </a:ext>
            </a:extLst>
          </p:cNvPr>
          <p:cNvSpPr txBox="1"/>
          <p:nvPr userDrawn="1"/>
        </p:nvSpPr>
        <p:spPr>
          <a:xfrm>
            <a:off x="292608" y="2148840"/>
            <a:ext cx="2626614" cy="215444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700" b="0" i="0">
                <a:solidFill>
                  <a:srgbClr val="94A3B8"/>
                </a:solidFill>
                <a:latin typeface="Arial"/>
              </a:defRPr>
            </a:pPr>
            <a:r>
              <a:rPr sz="800" dirty="0">
                <a:solidFill>
                  <a:schemeClr val="tx1">
                    <a:lumMod val="65000"/>
                    <a:lumOff val="35000"/>
                  </a:schemeClr>
                </a:solidFill>
              </a:rPr>
              <a:t>{{kpi_1_context}}</a:t>
            </a:r>
          </a:p>
        </p:txBody>
      </p:sp>
      <p:sp>
        <p:nvSpPr>
          <p:cNvPr id="10" name="Rounded Rectangle 23">
            <a:extLst>
              <a:ext uri="{FF2B5EF4-FFF2-40B4-BE49-F238E27FC236}">
                <a16:creationId xmlns:a16="http://schemas.microsoft.com/office/drawing/2014/main" id="{EEEBB188-A8B2-091D-693C-2D68A9B9B6F9}"/>
              </a:ext>
            </a:extLst>
          </p:cNvPr>
          <p:cNvSpPr/>
          <p:nvPr userDrawn="1"/>
        </p:nvSpPr>
        <p:spPr>
          <a:xfrm>
            <a:off x="3156966" y="1380744"/>
            <a:ext cx="2882646" cy="1005840"/>
          </a:xfrm>
          <a:prstGeom prst="roundRect">
            <a:avLst/>
          </a:prstGeom>
          <a:solidFill>
            <a:srgbClr val="FFFFFF"/>
          </a:solidFill>
          <a:ln w="12700">
            <a:solidFill>
              <a:srgbClr val="E5E7EB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11" name="TextBox 10">
            <a:extLst>
              <a:ext uri="{FF2B5EF4-FFF2-40B4-BE49-F238E27FC236}">
                <a16:creationId xmlns:a16="http://schemas.microsoft.com/office/drawing/2014/main" id="{A387A846-AA6E-1C71-1FEB-7A51C64D9933}"/>
              </a:ext>
            </a:extLst>
          </p:cNvPr>
          <p:cNvSpPr txBox="1"/>
          <p:nvPr userDrawn="1"/>
        </p:nvSpPr>
        <p:spPr>
          <a:xfrm>
            <a:off x="3284982" y="1472184"/>
            <a:ext cx="2626614" cy="146304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defRPr sz="800" b="1" i="0">
                <a:solidFill>
                  <a:srgbClr val="94A3B8"/>
                </a:solidFill>
                <a:latin typeface="Arial"/>
              </a:defRPr>
            </a:pPr>
            <a:r>
              <a:t>{{kpi_2_label}}</a:t>
            </a:r>
          </a:p>
        </p:txBody>
      </p:sp>
      <p:sp>
        <p:nvSpPr>
          <p:cNvPr id="12" name="TextBox 11">
            <a:extLst>
              <a:ext uri="{FF2B5EF4-FFF2-40B4-BE49-F238E27FC236}">
                <a16:creationId xmlns:a16="http://schemas.microsoft.com/office/drawing/2014/main" id="{42E0AA05-B9D5-BFD3-D0A6-6566455553E6}"/>
              </a:ext>
            </a:extLst>
          </p:cNvPr>
          <p:cNvSpPr txBox="1"/>
          <p:nvPr userDrawn="1"/>
        </p:nvSpPr>
        <p:spPr>
          <a:xfrm>
            <a:off x="3284982" y="1590896"/>
            <a:ext cx="2626614" cy="310896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2400" b="1" i="0">
                <a:solidFill>
                  <a:srgbClr val="6366F1"/>
                </a:solidFill>
                <a:latin typeface="Arial"/>
              </a:defRPr>
            </a:pPr>
            <a:r>
              <a:t>{{kpi_2_value}}</a:t>
            </a:r>
          </a:p>
        </p:txBody>
      </p:sp>
      <p:sp>
        <p:nvSpPr>
          <p:cNvPr id="13" name="TextBox 12">
            <a:extLst>
              <a:ext uri="{FF2B5EF4-FFF2-40B4-BE49-F238E27FC236}">
                <a16:creationId xmlns:a16="http://schemas.microsoft.com/office/drawing/2014/main" id="{4E51E9E1-2A6C-6D4D-C480-C82A90C637A9}"/>
              </a:ext>
            </a:extLst>
          </p:cNvPr>
          <p:cNvSpPr txBox="1"/>
          <p:nvPr userDrawn="1"/>
        </p:nvSpPr>
        <p:spPr>
          <a:xfrm>
            <a:off x="3284982" y="1984248"/>
            <a:ext cx="2626614" cy="146304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800" b="0" i="0">
                <a:solidFill>
                  <a:srgbClr val="64748B"/>
                </a:solidFill>
                <a:latin typeface="Arial"/>
              </a:defRPr>
            </a:pPr>
            <a:r>
              <a:t>{{kpi_2_detail}}</a:t>
            </a:r>
          </a:p>
        </p:txBody>
      </p:sp>
      <p:sp>
        <p:nvSpPr>
          <p:cNvPr id="14" name="TextBox 13">
            <a:extLst>
              <a:ext uri="{FF2B5EF4-FFF2-40B4-BE49-F238E27FC236}">
                <a16:creationId xmlns:a16="http://schemas.microsoft.com/office/drawing/2014/main" id="{FF1180AA-424B-AD70-766F-2226A1FC09CE}"/>
              </a:ext>
            </a:extLst>
          </p:cNvPr>
          <p:cNvSpPr txBox="1"/>
          <p:nvPr userDrawn="1"/>
        </p:nvSpPr>
        <p:spPr>
          <a:xfrm>
            <a:off x="3284982" y="2148840"/>
            <a:ext cx="2626614" cy="215444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700" b="0" i="0">
                <a:solidFill>
                  <a:srgbClr val="94A3B8"/>
                </a:solidFill>
                <a:latin typeface="Arial"/>
              </a:defRPr>
            </a:pPr>
            <a:r>
              <a:rPr sz="800">
                <a:solidFill>
                  <a:schemeClr val="tx1">
                    <a:lumMod val="65000"/>
                    <a:lumOff val="35000"/>
                  </a:schemeClr>
                </a:solidFill>
              </a:rPr>
              <a:t>{{kpi_2_context}}</a:t>
            </a:r>
          </a:p>
        </p:txBody>
      </p:sp>
      <p:sp>
        <p:nvSpPr>
          <p:cNvPr id="15" name="Rounded Rectangle 29">
            <a:extLst>
              <a:ext uri="{FF2B5EF4-FFF2-40B4-BE49-F238E27FC236}">
                <a16:creationId xmlns:a16="http://schemas.microsoft.com/office/drawing/2014/main" id="{3D643249-4621-457B-E59C-8601CFE81C8D}"/>
              </a:ext>
            </a:extLst>
          </p:cNvPr>
          <p:cNvSpPr/>
          <p:nvPr userDrawn="1"/>
        </p:nvSpPr>
        <p:spPr>
          <a:xfrm>
            <a:off x="6149340" y="1380744"/>
            <a:ext cx="2882646" cy="1005840"/>
          </a:xfrm>
          <a:prstGeom prst="roundRect">
            <a:avLst/>
          </a:prstGeom>
          <a:solidFill>
            <a:srgbClr val="FFFFFF"/>
          </a:solidFill>
          <a:ln w="12700">
            <a:solidFill>
              <a:srgbClr val="E5E7EB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16" name="TextBox 15">
            <a:extLst>
              <a:ext uri="{FF2B5EF4-FFF2-40B4-BE49-F238E27FC236}">
                <a16:creationId xmlns:a16="http://schemas.microsoft.com/office/drawing/2014/main" id="{731CE2D5-DD07-1691-53EA-DC5E00D90BDF}"/>
              </a:ext>
            </a:extLst>
          </p:cNvPr>
          <p:cNvSpPr txBox="1"/>
          <p:nvPr userDrawn="1"/>
        </p:nvSpPr>
        <p:spPr>
          <a:xfrm>
            <a:off x="6277356" y="1472184"/>
            <a:ext cx="2626614" cy="146304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defRPr sz="800" b="1" i="0">
                <a:solidFill>
                  <a:srgbClr val="94A3B8"/>
                </a:solidFill>
                <a:latin typeface="Arial"/>
              </a:defRPr>
            </a:pPr>
            <a:r>
              <a:t>{{kpi_3_label}}</a:t>
            </a:r>
          </a:p>
        </p:txBody>
      </p:sp>
      <p:sp>
        <p:nvSpPr>
          <p:cNvPr id="17" name="TextBox 16">
            <a:extLst>
              <a:ext uri="{FF2B5EF4-FFF2-40B4-BE49-F238E27FC236}">
                <a16:creationId xmlns:a16="http://schemas.microsoft.com/office/drawing/2014/main" id="{E8289D01-16A0-BC2F-5CA4-149FD11516E8}"/>
              </a:ext>
            </a:extLst>
          </p:cNvPr>
          <p:cNvSpPr txBox="1"/>
          <p:nvPr userDrawn="1"/>
        </p:nvSpPr>
        <p:spPr>
          <a:xfrm>
            <a:off x="6277356" y="1590896"/>
            <a:ext cx="2626614" cy="310896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2400" b="1" i="0">
                <a:solidFill>
                  <a:srgbClr val="3B82F6"/>
                </a:solidFill>
                <a:latin typeface="Arial"/>
              </a:defRPr>
            </a:pPr>
            <a:r>
              <a:t>{{kpi_3_value}}</a:t>
            </a:r>
          </a:p>
        </p:txBody>
      </p:sp>
      <p:sp>
        <p:nvSpPr>
          <p:cNvPr id="18" name="TextBox 17">
            <a:extLst>
              <a:ext uri="{FF2B5EF4-FFF2-40B4-BE49-F238E27FC236}">
                <a16:creationId xmlns:a16="http://schemas.microsoft.com/office/drawing/2014/main" id="{5FC57DB0-11F8-54CF-E12C-6106D647DD1D}"/>
              </a:ext>
            </a:extLst>
          </p:cNvPr>
          <p:cNvSpPr txBox="1"/>
          <p:nvPr userDrawn="1"/>
        </p:nvSpPr>
        <p:spPr>
          <a:xfrm>
            <a:off x="6277356" y="1984248"/>
            <a:ext cx="2626614" cy="146304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800" b="0" i="0">
                <a:solidFill>
                  <a:srgbClr val="64748B"/>
                </a:solidFill>
                <a:latin typeface="Arial"/>
              </a:defRPr>
            </a:pPr>
            <a:r>
              <a:t>{{kpi_3_detail}}</a:t>
            </a:r>
          </a:p>
        </p:txBody>
      </p:sp>
      <p:sp>
        <p:nvSpPr>
          <p:cNvPr id="19" name="TextBox 18">
            <a:extLst>
              <a:ext uri="{FF2B5EF4-FFF2-40B4-BE49-F238E27FC236}">
                <a16:creationId xmlns:a16="http://schemas.microsoft.com/office/drawing/2014/main" id="{01907D37-2B3A-E121-21D5-60DDEC168065}"/>
              </a:ext>
            </a:extLst>
          </p:cNvPr>
          <p:cNvSpPr txBox="1"/>
          <p:nvPr userDrawn="1"/>
        </p:nvSpPr>
        <p:spPr>
          <a:xfrm>
            <a:off x="6277356" y="2148840"/>
            <a:ext cx="2626614" cy="215444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700" b="0" i="0">
                <a:solidFill>
                  <a:srgbClr val="94A3B8"/>
                </a:solidFill>
                <a:latin typeface="Arial"/>
              </a:defRPr>
            </a:pPr>
            <a:r>
              <a:rPr sz="800">
                <a:solidFill>
                  <a:schemeClr val="tx1">
                    <a:lumMod val="65000"/>
                    <a:lumOff val="35000"/>
                  </a:schemeClr>
                </a:solidFill>
              </a:rPr>
              <a:t>{{kpi_3_context}}</a:t>
            </a:r>
          </a:p>
        </p:txBody>
      </p:sp>
      <p:sp>
        <p:nvSpPr>
          <p:cNvPr id="20" name="Rounded Rectangle 35">
            <a:extLst>
              <a:ext uri="{FF2B5EF4-FFF2-40B4-BE49-F238E27FC236}">
                <a16:creationId xmlns:a16="http://schemas.microsoft.com/office/drawing/2014/main" id="{C1AC9507-76E9-07A5-6327-AC43B170022C}"/>
              </a:ext>
            </a:extLst>
          </p:cNvPr>
          <p:cNvSpPr/>
          <p:nvPr userDrawn="1"/>
        </p:nvSpPr>
        <p:spPr>
          <a:xfrm>
            <a:off x="9141714" y="1380744"/>
            <a:ext cx="2882646" cy="1005840"/>
          </a:xfrm>
          <a:prstGeom prst="roundRect">
            <a:avLst/>
          </a:prstGeom>
          <a:solidFill>
            <a:srgbClr val="FFFFFF"/>
          </a:solidFill>
          <a:ln w="12700">
            <a:solidFill>
              <a:srgbClr val="E5E7EB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21" name="TextBox 20">
            <a:extLst>
              <a:ext uri="{FF2B5EF4-FFF2-40B4-BE49-F238E27FC236}">
                <a16:creationId xmlns:a16="http://schemas.microsoft.com/office/drawing/2014/main" id="{58D53466-3A82-420D-8C8E-F80EAAD4FE95}"/>
              </a:ext>
            </a:extLst>
          </p:cNvPr>
          <p:cNvSpPr txBox="1"/>
          <p:nvPr userDrawn="1"/>
        </p:nvSpPr>
        <p:spPr>
          <a:xfrm>
            <a:off x="9269730" y="1472184"/>
            <a:ext cx="2626614" cy="146304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defRPr sz="800" b="1" i="0">
                <a:solidFill>
                  <a:srgbClr val="94A3B8"/>
                </a:solidFill>
                <a:latin typeface="Arial"/>
              </a:defRPr>
            </a:pPr>
            <a:r>
              <a:t>{{kpi_4_label}}</a:t>
            </a:r>
          </a:p>
        </p:txBody>
      </p:sp>
      <p:sp>
        <p:nvSpPr>
          <p:cNvPr id="22" name="TextBox 21">
            <a:extLst>
              <a:ext uri="{FF2B5EF4-FFF2-40B4-BE49-F238E27FC236}">
                <a16:creationId xmlns:a16="http://schemas.microsoft.com/office/drawing/2014/main" id="{95C89E1E-EC31-799E-1BB6-E5E5165D3952}"/>
              </a:ext>
            </a:extLst>
          </p:cNvPr>
          <p:cNvSpPr txBox="1"/>
          <p:nvPr userDrawn="1"/>
        </p:nvSpPr>
        <p:spPr>
          <a:xfrm>
            <a:off x="9269730" y="1590896"/>
            <a:ext cx="2626614" cy="310896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2400" b="1" i="0">
                <a:solidFill>
                  <a:srgbClr val="06B6D4"/>
                </a:solidFill>
                <a:latin typeface="Arial"/>
              </a:defRPr>
            </a:pPr>
            <a:r>
              <a:t>{{kpi_4_value}}</a:t>
            </a:r>
          </a:p>
        </p:txBody>
      </p:sp>
      <p:sp>
        <p:nvSpPr>
          <p:cNvPr id="23" name="TextBox 22">
            <a:extLst>
              <a:ext uri="{FF2B5EF4-FFF2-40B4-BE49-F238E27FC236}">
                <a16:creationId xmlns:a16="http://schemas.microsoft.com/office/drawing/2014/main" id="{F2F4C256-EC19-1A16-C742-4A884CD153A1}"/>
              </a:ext>
            </a:extLst>
          </p:cNvPr>
          <p:cNvSpPr txBox="1"/>
          <p:nvPr userDrawn="1"/>
        </p:nvSpPr>
        <p:spPr>
          <a:xfrm>
            <a:off x="9269730" y="1984248"/>
            <a:ext cx="2626614" cy="146304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800" b="0" i="0">
                <a:solidFill>
                  <a:srgbClr val="64748B"/>
                </a:solidFill>
                <a:latin typeface="Arial"/>
              </a:defRPr>
            </a:pPr>
            <a:r>
              <a:t>{{kpi_4_detail}}</a:t>
            </a:r>
          </a:p>
        </p:txBody>
      </p:sp>
      <p:sp>
        <p:nvSpPr>
          <p:cNvPr id="24" name="TextBox 23">
            <a:extLst>
              <a:ext uri="{FF2B5EF4-FFF2-40B4-BE49-F238E27FC236}">
                <a16:creationId xmlns:a16="http://schemas.microsoft.com/office/drawing/2014/main" id="{03ECCF45-315C-F74E-D752-C172AA75A71B}"/>
              </a:ext>
            </a:extLst>
          </p:cNvPr>
          <p:cNvSpPr txBox="1"/>
          <p:nvPr userDrawn="1"/>
        </p:nvSpPr>
        <p:spPr>
          <a:xfrm>
            <a:off x="9269730" y="2148840"/>
            <a:ext cx="2626614" cy="215444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700" b="0" i="0">
                <a:solidFill>
                  <a:srgbClr val="94A3B8"/>
                </a:solidFill>
                <a:latin typeface="Arial"/>
              </a:defRPr>
            </a:pPr>
            <a:r>
              <a:rPr sz="800">
                <a:solidFill>
                  <a:schemeClr val="tx1">
                    <a:lumMod val="65000"/>
                    <a:lumOff val="35000"/>
                  </a:schemeClr>
                </a:solidFill>
              </a:rPr>
              <a:t>{{kpi_4_context}}</a:t>
            </a:r>
          </a:p>
        </p:txBody>
      </p:sp>
      <p:sp>
        <p:nvSpPr>
          <p:cNvPr id="25" name="Rounded Rectangle 41">
            <a:extLst>
              <a:ext uri="{FF2B5EF4-FFF2-40B4-BE49-F238E27FC236}">
                <a16:creationId xmlns:a16="http://schemas.microsoft.com/office/drawing/2014/main" id="{E5CEA5D4-C28C-1379-CCF1-81F6D55FE765}"/>
              </a:ext>
            </a:extLst>
          </p:cNvPr>
          <p:cNvSpPr/>
          <p:nvPr userDrawn="1"/>
        </p:nvSpPr>
        <p:spPr>
          <a:xfrm>
            <a:off x="164592" y="2532888"/>
            <a:ext cx="5865876" cy="3913631"/>
          </a:xfrm>
          <a:prstGeom prst="roundRect">
            <a:avLst/>
          </a:prstGeom>
          <a:solidFill>
            <a:srgbClr val="FFFFFF"/>
          </a:solidFill>
          <a:ln w="12700">
            <a:solidFill>
              <a:srgbClr val="E5E7EB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27" name="TextBox 26">
            <a:extLst>
              <a:ext uri="{FF2B5EF4-FFF2-40B4-BE49-F238E27FC236}">
                <a16:creationId xmlns:a16="http://schemas.microsoft.com/office/drawing/2014/main" id="{DDCC9770-C2C1-72AC-D167-AE765EE47DE0}"/>
              </a:ext>
            </a:extLst>
          </p:cNvPr>
          <p:cNvSpPr txBox="1"/>
          <p:nvPr userDrawn="1"/>
        </p:nvSpPr>
        <p:spPr>
          <a:xfrm>
            <a:off x="441664" y="2606040"/>
            <a:ext cx="5408676" cy="146304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defRPr sz="900" b="1" i="0">
                <a:solidFill>
                  <a:srgbClr val="64748B"/>
                </a:solidFill>
                <a:latin typeface="Arial"/>
              </a:defRPr>
            </a:pPr>
            <a:r>
              <a:rPr dirty="0"/>
              <a:t>Key Findings</a:t>
            </a:r>
          </a:p>
        </p:txBody>
      </p:sp>
      <p:sp>
        <p:nvSpPr>
          <p:cNvPr id="28" name="TextBox 27">
            <a:extLst>
              <a:ext uri="{FF2B5EF4-FFF2-40B4-BE49-F238E27FC236}">
                <a16:creationId xmlns:a16="http://schemas.microsoft.com/office/drawing/2014/main" id="{E48E8F3C-7E0F-60EE-C6BE-D17DD5621BBE}"/>
              </a:ext>
            </a:extLst>
          </p:cNvPr>
          <p:cNvSpPr txBox="1"/>
          <p:nvPr userDrawn="1"/>
        </p:nvSpPr>
        <p:spPr>
          <a:xfrm>
            <a:off x="292608" y="3013188"/>
            <a:ext cx="128016" cy="146304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defRPr sz="800" b="0" i="0">
                <a:solidFill>
                  <a:srgbClr val="8B5CF6"/>
                </a:solidFill>
                <a:latin typeface="Arial"/>
              </a:defRPr>
            </a:pPr>
            <a:r>
              <a:t>●</a:t>
            </a:r>
          </a:p>
        </p:txBody>
      </p:sp>
      <p:sp>
        <p:nvSpPr>
          <p:cNvPr id="29" name="TextBox 28">
            <a:extLst>
              <a:ext uri="{FF2B5EF4-FFF2-40B4-BE49-F238E27FC236}">
                <a16:creationId xmlns:a16="http://schemas.microsoft.com/office/drawing/2014/main" id="{349048B8-5E1B-ADFC-C498-90134C849D95}"/>
              </a:ext>
            </a:extLst>
          </p:cNvPr>
          <p:cNvSpPr txBox="1"/>
          <p:nvPr userDrawn="1"/>
        </p:nvSpPr>
        <p:spPr>
          <a:xfrm>
            <a:off x="457200" y="2981104"/>
            <a:ext cx="5408676" cy="26161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defRPr sz="850" b="0" i="0">
                <a:solidFill>
                  <a:srgbClr val="475569"/>
                </a:solidFill>
                <a:latin typeface="Arial"/>
              </a:defRPr>
            </a:pPr>
            <a:r>
              <a:rPr sz="1100" dirty="0"/>
              <a:t>{{finding_1}}</a:t>
            </a:r>
          </a:p>
        </p:txBody>
      </p:sp>
      <p:sp>
        <p:nvSpPr>
          <p:cNvPr id="30" name="TextBox 29">
            <a:extLst>
              <a:ext uri="{FF2B5EF4-FFF2-40B4-BE49-F238E27FC236}">
                <a16:creationId xmlns:a16="http://schemas.microsoft.com/office/drawing/2014/main" id="{6467EAC4-53DE-BC1C-14CD-91D6AF0DF1A1}"/>
              </a:ext>
            </a:extLst>
          </p:cNvPr>
          <p:cNvSpPr txBox="1"/>
          <p:nvPr userDrawn="1"/>
        </p:nvSpPr>
        <p:spPr>
          <a:xfrm>
            <a:off x="292608" y="3381194"/>
            <a:ext cx="128016" cy="146304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defRPr sz="800" b="0" i="0">
                <a:solidFill>
                  <a:srgbClr val="8B5CF6"/>
                </a:solidFill>
                <a:latin typeface="Arial"/>
              </a:defRPr>
            </a:pPr>
            <a:r>
              <a:t>●</a:t>
            </a:r>
          </a:p>
        </p:txBody>
      </p:sp>
      <p:sp>
        <p:nvSpPr>
          <p:cNvPr id="31" name="TextBox 30">
            <a:extLst>
              <a:ext uri="{FF2B5EF4-FFF2-40B4-BE49-F238E27FC236}">
                <a16:creationId xmlns:a16="http://schemas.microsoft.com/office/drawing/2014/main" id="{C491B680-7BAC-A74F-1F31-4867B73C0770}"/>
              </a:ext>
            </a:extLst>
          </p:cNvPr>
          <p:cNvSpPr txBox="1"/>
          <p:nvPr userDrawn="1"/>
        </p:nvSpPr>
        <p:spPr>
          <a:xfrm>
            <a:off x="457200" y="3365152"/>
            <a:ext cx="5408676" cy="26161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defRPr sz="850" b="0" i="0">
                <a:solidFill>
                  <a:srgbClr val="475569"/>
                </a:solidFill>
                <a:latin typeface="Arial"/>
              </a:defRPr>
            </a:pPr>
            <a:r>
              <a:rPr sz="1100"/>
              <a:t>{{finding_2}}</a:t>
            </a:r>
          </a:p>
        </p:txBody>
      </p:sp>
      <p:sp>
        <p:nvSpPr>
          <p:cNvPr id="32" name="TextBox 31">
            <a:extLst>
              <a:ext uri="{FF2B5EF4-FFF2-40B4-BE49-F238E27FC236}">
                <a16:creationId xmlns:a16="http://schemas.microsoft.com/office/drawing/2014/main" id="{61B15833-E729-8028-DAF5-E1489F02ABF6}"/>
              </a:ext>
            </a:extLst>
          </p:cNvPr>
          <p:cNvSpPr txBox="1"/>
          <p:nvPr userDrawn="1"/>
        </p:nvSpPr>
        <p:spPr>
          <a:xfrm>
            <a:off x="292608" y="3765242"/>
            <a:ext cx="128016" cy="146304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defRPr sz="800" b="0" i="0">
                <a:solidFill>
                  <a:srgbClr val="8B5CF6"/>
                </a:solidFill>
                <a:latin typeface="Arial"/>
              </a:defRPr>
            </a:pPr>
            <a:r>
              <a:t>●</a:t>
            </a:r>
          </a:p>
        </p:txBody>
      </p:sp>
      <p:sp>
        <p:nvSpPr>
          <p:cNvPr id="33" name="TextBox 32">
            <a:extLst>
              <a:ext uri="{FF2B5EF4-FFF2-40B4-BE49-F238E27FC236}">
                <a16:creationId xmlns:a16="http://schemas.microsoft.com/office/drawing/2014/main" id="{E3EE70F0-708C-C57C-D2F3-362E16C910E6}"/>
              </a:ext>
            </a:extLst>
          </p:cNvPr>
          <p:cNvSpPr txBox="1"/>
          <p:nvPr userDrawn="1"/>
        </p:nvSpPr>
        <p:spPr>
          <a:xfrm>
            <a:off x="457200" y="3749200"/>
            <a:ext cx="5408676" cy="26161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defRPr sz="850" b="0" i="0">
                <a:solidFill>
                  <a:srgbClr val="475569"/>
                </a:solidFill>
                <a:latin typeface="Arial"/>
              </a:defRPr>
            </a:pPr>
            <a:r>
              <a:rPr sz="1100"/>
              <a:t>{{finding_3}}</a:t>
            </a:r>
          </a:p>
        </p:txBody>
      </p:sp>
      <p:sp>
        <p:nvSpPr>
          <p:cNvPr id="34" name="TextBox 33">
            <a:extLst>
              <a:ext uri="{FF2B5EF4-FFF2-40B4-BE49-F238E27FC236}">
                <a16:creationId xmlns:a16="http://schemas.microsoft.com/office/drawing/2014/main" id="{9AE23DF7-7794-77FC-3D8D-81AA47370B5D}"/>
              </a:ext>
            </a:extLst>
          </p:cNvPr>
          <p:cNvSpPr txBox="1"/>
          <p:nvPr userDrawn="1"/>
        </p:nvSpPr>
        <p:spPr>
          <a:xfrm>
            <a:off x="292608" y="4165332"/>
            <a:ext cx="128016" cy="146304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defRPr sz="800" b="0" i="0">
                <a:solidFill>
                  <a:srgbClr val="8B5CF6"/>
                </a:solidFill>
                <a:latin typeface="Arial"/>
              </a:defRPr>
            </a:pPr>
            <a:r>
              <a:t>●</a:t>
            </a:r>
          </a:p>
        </p:txBody>
      </p:sp>
      <p:sp>
        <p:nvSpPr>
          <p:cNvPr id="35" name="TextBox 34">
            <a:extLst>
              <a:ext uri="{FF2B5EF4-FFF2-40B4-BE49-F238E27FC236}">
                <a16:creationId xmlns:a16="http://schemas.microsoft.com/office/drawing/2014/main" id="{2FDE3C99-B030-3D0F-A0B2-6FB39DDE81E9}"/>
              </a:ext>
            </a:extLst>
          </p:cNvPr>
          <p:cNvSpPr txBox="1"/>
          <p:nvPr userDrawn="1"/>
        </p:nvSpPr>
        <p:spPr>
          <a:xfrm>
            <a:off x="457200" y="4133248"/>
            <a:ext cx="5408676" cy="26161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defRPr sz="850" b="0" i="0">
                <a:solidFill>
                  <a:srgbClr val="475569"/>
                </a:solidFill>
                <a:latin typeface="Arial"/>
              </a:defRPr>
            </a:pPr>
            <a:r>
              <a:rPr sz="1100"/>
              <a:t>{{finding_4}}</a:t>
            </a:r>
          </a:p>
        </p:txBody>
      </p:sp>
      <p:sp>
        <p:nvSpPr>
          <p:cNvPr id="36" name="TextBox 35">
            <a:extLst>
              <a:ext uri="{FF2B5EF4-FFF2-40B4-BE49-F238E27FC236}">
                <a16:creationId xmlns:a16="http://schemas.microsoft.com/office/drawing/2014/main" id="{9C4E5C4C-FA1B-2C7D-489A-253A671EEFAF}"/>
              </a:ext>
            </a:extLst>
          </p:cNvPr>
          <p:cNvSpPr txBox="1"/>
          <p:nvPr userDrawn="1"/>
        </p:nvSpPr>
        <p:spPr>
          <a:xfrm>
            <a:off x="292608" y="4549380"/>
            <a:ext cx="128016" cy="146304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defRPr sz="800" b="0" i="0">
                <a:solidFill>
                  <a:srgbClr val="8B5CF6"/>
                </a:solidFill>
                <a:latin typeface="Arial"/>
              </a:defRPr>
            </a:pPr>
            <a:r>
              <a:t>●</a:t>
            </a:r>
          </a:p>
        </p:txBody>
      </p:sp>
      <p:sp>
        <p:nvSpPr>
          <p:cNvPr id="37" name="TextBox 36">
            <a:extLst>
              <a:ext uri="{FF2B5EF4-FFF2-40B4-BE49-F238E27FC236}">
                <a16:creationId xmlns:a16="http://schemas.microsoft.com/office/drawing/2014/main" id="{0C6DCEED-CDBF-082F-CC02-B3991078CEDF}"/>
              </a:ext>
            </a:extLst>
          </p:cNvPr>
          <p:cNvSpPr txBox="1"/>
          <p:nvPr userDrawn="1"/>
        </p:nvSpPr>
        <p:spPr>
          <a:xfrm>
            <a:off x="457200" y="4517296"/>
            <a:ext cx="5408676" cy="26161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defRPr sz="850" b="0" i="0">
                <a:solidFill>
                  <a:srgbClr val="475569"/>
                </a:solidFill>
                <a:latin typeface="Arial"/>
              </a:defRPr>
            </a:pPr>
            <a:r>
              <a:rPr sz="1100"/>
              <a:t>{{finding_5}}</a:t>
            </a:r>
          </a:p>
        </p:txBody>
      </p:sp>
      <p:sp>
        <p:nvSpPr>
          <p:cNvPr id="38" name="Rounded Rectangle 56">
            <a:extLst>
              <a:ext uri="{FF2B5EF4-FFF2-40B4-BE49-F238E27FC236}">
                <a16:creationId xmlns:a16="http://schemas.microsoft.com/office/drawing/2014/main" id="{4066E38B-04CD-DE9C-7DDE-11D492022D26}"/>
              </a:ext>
            </a:extLst>
          </p:cNvPr>
          <p:cNvSpPr/>
          <p:nvPr userDrawn="1"/>
        </p:nvSpPr>
        <p:spPr>
          <a:xfrm>
            <a:off x="6158483" y="2532888"/>
            <a:ext cx="5865876" cy="3913631"/>
          </a:xfrm>
          <a:prstGeom prst="roundRect">
            <a:avLst/>
          </a:prstGeom>
          <a:solidFill>
            <a:srgbClr val="FFFFFF"/>
          </a:solidFill>
          <a:ln w="12700">
            <a:solidFill>
              <a:srgbClr val="E5E7EB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40" name="TextBox 39">
            <a:extLst>
              <a:ext uri="{FF2B5EF4-FFF2-40B4-BE49-F238E27FC236}">
                <a16:creationId xmlns:a16="http://schemas.microsoft.com/office/drawing/2014/main" id="{3540A6F8-C8D8-D284-4194-E7BA8BD9D1FD}"/>
              </a:ext>
            </a:extLst>
          </p:cNvPr>
          <p:cNvSpPr txBox="1"/>
          <p:nvPr userDrawn="1"/>
        </p:nvSpPr>
        <p:spPr>
          <a:xfrm>
            <a:off x="6396227" y="2606040"/>
            <a:ext cx="5408676" cy="146304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defRPr sz="900" b="1" i="0">
                <a:solidFill>
                  <a:srgbClr val="64748B"/>
                </a:solidFill>
                <a:latin typeface="Arial"/>
              </a:defRPr>
            </a:pPr>
            <a:r>
              <a:t>Implications &amp; Next Steps</a:t>
            </a:r>
          </a:p>
        </p:txBody>
      </p:sp>
      <p:sp>
        <p:nvSpPr>
          <p:cNvPr id="41" name="Rectangle 40">
            <a:extLst>
              <a:ext uri="{FF2B5EF4-FFF2-40B4-BE49-F238E27FC236}">
                <a16:creationId xmlns:a16="http://schemas.microsoft.com/office/drawing/2014/main" id="{AEA370DD-3912-B3B5-18BE-6CF652E6C567}"/>
              </a:ext>
            </a:extLst>
          </p:cNvPr>
          <p:cNvSpPr/>
          <p:nvPr userDrawn="1"/>
        </p:nvSpPr>
        <p:spPr>
          <a:xfrm>
            <a:off x="6286499" y="3004048"/>
            <a:ext cx="45720" cy="45720"/>
          </a:xfrm>
          <a:prstGeom prst="rect">
            <a:avLst/>
          </a:prstGeom>
          <a:solidFill>
            <a:srgbClr val="F59E0B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42" name="TextBox 41">
            <a:extLst>
              <a:ext uri="{FF2B5EF4-FFF2-40B4-BE49-F238E27FC236}">
                <a16:creationId xmlns:a16="http://schemas.microsoft.com/office/drawing/2014/main" id="{9465118F-E633-5E9E-6EA3-1EAEBD6A068A}"/>
              </a:ext>
            </a:extLst>
          </p:cNvPr>
          <p:cNvSpPr txBox="1"/>
          <p:nvPr userDrawn="1"/>
        </p:nvSpPr>
        <p:spPr>
          <a:xfrm>
            <a:off x="6377938" y="2898648"/>
            <a:ext cx="5701224" cy="276999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defRPr sz="800" b="1" i="0">
                <a:solidFill>
                  <a:srgbClr val="F59E0B"/>
                </a:solidFill>
                <a:latin typeface="Arial"/>
              </a:defRPr>
            </a:pPr>
            <a:r>
              <a:rPr sz="1200" dirty="0"/>
              <a:t>{{impl_1_title}}</a:t>
            </a:r>
          </a:p>
        </p:txBody>
      </p:sp>
      <p:sp>
        <p:nvSpPr>
          <p:cNvPr id="43" name="TextBox 42">
            <a:extLst>
              <a:ext uri="{FF2B5EF4-FFF2-40B4-BE49-F238E27FC236}">
                <a16:creationId xmlns:a16="http://schemas.microsoft.com/office/drawing/2014/main" id="{D719D83C-688F-13B0-7A03-606157BDE40B}"/>
              </a:ext>
            </a:extLst>
          </p:cNvPr>
          <p:cNvSpPr txBox="1"/>
          <p:nvPr userDrawn="1"/>
        </p:nvSpPr>
        <p:spPr>
          <a:xfrm>
            <a:off x="6377939" y="3128784"/>
            <a:ext cx="5500116" cy="246221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defRPr sz="850" b="0" i="0">
                <a:solidFill>
                  <a:srgbClr val="475569"/>
                </a:solidFill>
                <a:latin typeface="Arial"/>
              </a:defRPr>
            </a:pPr>
            <a:r>
              <a:rPr sz="1000" dirty="0"/>
              <a:t>{{impl_1_text}}</a:t>
            </a:r>
          </a:p>
        </p:txBody>
      </p:sp>
      <p:sp>
        <p:nvSpPr>
          <p:cNvPr id="44" name="Rectangle 43">
            <a:extLst>
              <a:ext uri="{FF2B5EF4-FFF2-40B4-BE49-F238E27FC236}">
                <a16:creationId xmlns:a16="http://schemas.microsoft.com/office/drawing/2014/main" id="{FA8813AA-7DAD-4A8C-BE8E-4C8CF3505ACB}"/>
              </a:ext>
            </a:extLst>
          </p:cNvPr>
          <p:cNvSpPr/>
          <p:nvPr userDrawn="1"/>
        </p:nvSpPr>
        <p:spPr>
          <a:xfrm>
            <a:off x="6286499" y="3539718"/>
            <a:ext cx="45720" cy="45720"/>
          </a:xfrm>
          <a:prstGeom prst="rect">
            <a:avLst/>
          </a:prstGeom>
          <a:solidFill>
            <a:srgbClr val="F59E0B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45" name="TextBox 44">
            <a:extLst>
              <a:ext uri="{FF2B5EF4-FFF2-40B4-BE49-F238E27FC236}">
                <a16:creationId xmlns:a16="http://schemas.microsoft.com/office/drawing/2014/main" id="{D3D232F3-69E6-579E-6FAE-4357F6381DA0}"/>
              </a:ext>
            </a:extLst>
          </p:cNvPr>
          <p:cNvSpPr txBox="1"/>
          <p:nvPr userDrawn="1"/>
        </p:nvSpPr>
        <p:spPr>
          <a:xfrm>
            <a:off x="6377937" y="3434318"/>
            <a:ext cx="5646295" cy="286831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defRPr sz="800" b="1" i="0">
                <a:solidFill>
                  <a:srgbClr val="F59E0B"/>
                </a:solidFill>
                <a:latin typeface="Arial"/>
              </a:defRPr>
            </a:pPr>
            <a:r>
              <a:rPr sz="1200" dirty="0"/>
              <a:t>{{impl_2_title}}</a:t>
            </a:r>
          </a:p>
        </p:txBody>
      </p:sp>
      <p:sp>
        <p:nvSpPr>
          <p:cNvPr id="46" name="TextBox 45">
            <a:extLst>
              <a:ext uri="{FF2B5EF4-FFF2-40B4-BE49-F238E27FC236}">
                <a16:creationId xmlns:a16="http://schemas.microsoft.com/office/drawing/2014/main" id="{21596081-FC2F-1A98-92A0-6A1AAEEFA95F}"/>
              </a:ext>
            </a:extLst>
          </p:cNvPr>
          <p:cNvSpPr txBox="1"/>
          <p:nvPr userDrawn="1"/>
        </p:nvSpPr>
        <p:spPr>
          <a:xfrm>
            <a:off x="6377939" y="3664454"/>
            <a:ext cx="5500116" cy="246221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defRPr sz="850" b="0" i="0">
                <a:solidFill>
                  <a:srgbClr val="475569"/>
                </a:solidFill>
                <a:latin typeface="Arial"/>
              </a:defRPr>
            </a:pPr>
            <a:r>
              <a:rPr sz="1000" dirty="0"/>
              <a:t>{{impl_2_text}}</a:t>
            </a:r>
          </a:p>
        </p:txBody>
      </p:sp>
      <p:sp>
        <p:nvSpPr>
          <p:cNvPr id="47" name="Rectangle 46">
            <a:extLst>
              <a:ext uri="{FF2B5EF4-FFF2-40B4-BE49-F238E27FC236}">
                <a16:creationId xmlns:a16="http://schemas.microsoft.com/office/drawing/2014/main" id="{B9CF6201-2221-E6A2-7E9C-A117BC5A95E7}"/>
              </a:ext>
            </a:extLst>
          </p:cNvPr>
          <p:cNvSpPr/>
          <p:nvPr userDrawn="1"/>
        </p:nvSpPr>
        <p:spPr>
          <a:xfrm>
            <a:off x="6286499" y="4077976"/>
            <a:ext cx="45720" cy="45720"/>
          </a:xfrm>
          <a:prstGeom prst="rect">
            <a:avLst/>
          </a:prstGeom>
          <a:solidFill>
            <a:srgbClr val="F59E0B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48" name="TextBox 47">
            <a:extLst>
              <a:ext uri="{FF2B5EF4-FFF2-40B4-BE49-F238E27FC236}">
                <a16:creationId xmlns:a16="http://schemas.microsoft.com/office/drawing/2014/main" id="{6750564A-8F06-3C66-00BD-F65743F4E9A0}"/>
              </a:ext>
            </a:extLst>
          </p:cNvPr>
          <p:cNvSpPr txBox="1"/>
          <p:nvPr userDrawn="1"/>
        </p:nvSpPr>
        <p:spPr>
          <a:xfrm>
            <a:off x="6377938" y="3972576"/>
            <a:ext cx="5518406" cy="276999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defRPr sz="800" b="1" i="0">
                <a:solidFill>
                  <a:srgbClr val="F59E0B"/>
                </a:solidFill>
                <a:latin typeface="Arial"/>
              </a:defRPr>
            </a:pPr>
            <a:r>
              <a:rPr sz="1200" dirty="0"/>
              <a:t>{{impl_3_title}}</a:t>
            </a:r>
          </a:p>
        </p:txBody>
      </p:sp>
      <p:sp>
        <p:nvSpPr>
          <p:cNvPr id="49" name="TextBox 48">
            <a:extLst>
              <a:ext uri="{FF2B5EF4-FFF2-40B4-BE49-F238E27FC236}">
                <a16:creationId xmlns:a16="http://schemas.microsoft.com/office/drawing/2014/main" id="{FAB16E81-8AA9-956D-9F62-855E86756E8B}"/>
              </a:ext>
            </a:extLst>
          </p:cNvPr>
          <p:cNvSpPr txBox="1"/>
          <p:nvPr userDrawn="1"/>
        </p:nvSpPr>
        <p:spPr>
          <a:xfrm>
            <a:off x="6377939" y="4202712"/>
            <a:ext cx="5500116" cy="246221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defRPr sz="850" b="0" i="0">
                <a:solidFill>
                  <a:srgbClr val="475569"/>
                </a:solidFill>
                <a:latin typeface="Arial"/>
              </a:defRPr>
            </a:pPr>
            <a:r>
              <a:rPr sz="1000" dirty="0"/>
              <a:t>{{impl_3_text}}</a:t>
            </a:r>
          </a:p>
        </p:txBody>
      </p:sp>
      <p:sp>
        <p:nvSpPr>
          <p:cNvPr id="50" name="Rectangle 49">
            <a:extLst>
              <a:ext uri="{FF2B5EF4-FFF2-40B4-BE49-F238E27FC236}">
                <a16:creationId xmlns:a16="http://schemas.microsoft.com/office/drawing/2014/main" id="{1AC48320-8DDD-F54E-5662-0A49909B1ECD}"/>
              </a:ext>
            </a:extLst>
          </p:cNvPr>
          <p:cNvSpPr/>
          <p:nvPr userDrawn="1"/>
        </p:nvSpPr>
        <p:spPr>
          <a:xfrm>
            <a:off x="6286499" y="4606402"/>
            <a:ext cx="45720" cy="45720"/>
          </a:xfrm>
          <a:prstGeom prst="rect">
            <a:avLst/>
          </a:prstGeom>
          <a:solidFill>
            <a:srgbClr val="F59E0B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51" name="TextBox 50">
            <a:extLst>
              <a:ext uri="{FF2B5EF4-FFF2-40B4-BE49-F238E27FC236}">
                <a16:creationId xmlns:a16="http://schemas.microsoft.com/office/drawing/2014/main" id="{1675D222-6FF5-2DB2-F3B9-BCDAE5046277}"/>
              </a:ext>
            </a:extLst>
          </p:cNvPr>
          <p:cNvSpPr txBox="1"/>
          <p:nvPr userDrawn="1"/>
        </p:nvSpPr>
        <p:spPr>
          <a:xfrm>
            <a:off x="6377938" y="4501002"/>
            <a:ext cx="5500116" cy="276999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defRPr sz="800" b="1" i="0">
                <a:solidFill>
                  <a:srgbClr val="F59E0B"/>
                </a:solidFill>
                <a:latin typeface="Arial"/>
              </a:defRPr>
            </a:pPr>
            <a:r>
              <a:rPr sz="1200" dirty="0"/>
              <a:t>{{impl_4_title}}</a:t>
            </a:r>
          </a:p>
        </p:txBody>
      </p:sp>
      <p:sp>
        <p:nvSpPr>
          <p:cNvPr id="52" name="TextBox 51">
            <a:extLst>
              <a:ext uri="{FF2B5EF4-FFF2-40B4-BE49-F238E27FC236}">
                <a16:creationId xmlns:a16="http://schemas.microsoft.com/office/drawing/2014/main" id="{4EB2FFEB-D2B6-28D7-E919-99AE08DD42A6}"/>
              </a:ext>
            </a:extLst>
          </p:cNvPr>
          <p:cNvSpPr txBox="1"/>
          <p:nvPr userDrawn="1"/>
        </p:nvSpPr>
        <p:spPr>
          <a:xfrm>
            <a:off x="6377939" y="4731138"/>
            <a:ext cx="5500116" cy="246221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defRPr sz="850" b="0" i="0">
                <a:solidFill>
                  <a:srgbClr val="475569"/>
                </a:solidFill>
                <a:latin typeface="Arial"/>
              </a:defRPr>
            </a:pPr>
            <a:r>
              <a:rPr sz="1000" dirty="0"/>
              <a:t>{{impl_4_text}}</a:t>
            </a:r>
          </a:p>
        </p:txBody>
      </p:sp>
      <p:sp>
        <p:nvSpPr>
          <p:cNvPr id="53" name="Rectangle 52">
            <a:extLst>
              <a:ext uri="{FF2B5EF4-FFF2-40B4-BE49-F238E27FC236}">
                <a16:creationId xmlns:a16="http://schemas.microsoft.com/office/drawing/2014/main" id="{A5A72E19-AA52-6201-AC28-B8C0A8E28EB9}"/>
              </a:ext>
            </a:extLst>
          </p:cNvPr>
          <p:cNvSpPr/>
          <p:nvPr userDrawn="1"/>
        </p:nvSpPr>
        <p:spPr>
          <a:xfrm>
            <a:off x="6286499" y="5134828"/>
            <a:ext cx="45720" cy="45720"/>
          </a:xfrm>
          <a:prstGeom prst="rect">
            <a:avLst/>
          </a:prstGeom>
          <a:solidFill>
            <a:srgbClr val="F59E0B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54" name="TextBox 53">
            <a:extLst>
              <a:ext uri="{FF2B5EF4-FFF2-40B4-BE49-F238E27FC236}">
                <a16:creationId xmlns:a16="http://schemas.microsoft.com/office/drawing/2014/main" id="{680A66B4-FF88-CCB8-5176-A44B456E6E06}"/>
              </a:ext>
            </a:extLst>
          </p:cNvPr>
          <p:cNvSpPr txBox="1"/>
          <p:nvPr userDrawn="1"/>
        </p:nvSpPr>
        <p:spPr>
          <a:xfrm>
            <a:off x="6377938" y="5029428"/>
            <a:ext cx="5628132" cy="276999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defRPr sz="800" b="1" i="0">
                <a:solidFill>
                  <a:srgbClr val="F59E0B"/>
                </a:solidFill>
                <a:latin typeface="Arial"/>
              </a:defRPr>
            </a:pPr>
            <a:r>
              <a:rPr sz="1200" dirty="0"/>
              <a:t>{{impl_5_title}}</a:t>
            </a:r>
          </a:p>
        </p:txBody>
      </p:sp>
      <p:sp>
        <p:nvSpPr>
          <p:cNvPr id="55" name="TextBox 54">
            <a:extLst>
              <a:ext uri="{FF2B5EF4-FFF2-40B4-BE49-F238E27FC236}">
                <a16:creationId xmlns:a16="http://schemas.microsoft.com/office/drawing/2014/main" id="{7167CD11-8FCB-C197-9CDA-7EEAF4D424CC}"/>
              </a:ext>
            </a:extLst>
          </p:cNvPr>
          <p:cNvSpPr txBox="1"/>
          <p:nvPr userDrawn="1"/>
        </p:nvSpPr>
        <p:spPr>
          <a:xfrm>
            <a:off x="6377939" y="5259564"/>
            <a:ext cx="5500116" cy="246221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defRPr sz="850" b="0" i="0">
                <a:solidFill>
                  <a:srgbClr val="475569"/>
                </a:solidFill>
                <a:latin typeface="Arial"/>
              </a:defRPr>
            </a:pPr>
            <a:r>
              <a:rPr sz="1000" dirty="0"/>
              <a:t>{{impl_5_text}}</a:t>
            </a:r>
          </a:p>
        </p:txBody>
      </p:sp>
      <p:sp>
        <p:nvSpPr>
          <p:cNvPr id="56" name="Rectangle 55">
            <a:extLst>
              <a:ext uri="{FF2B5EF4-FFF2-40B4-BE49-F238E27FC236}">
                <a16:creationId xmlns:a16="http://schemas.microsoft.com/office/drawing/2014/main" id="{390AFB3E-2D2D-DD4C-30D2-68CB570A90D6}"/>
              </a:ext>
            </a:extLst>
          </p:cNvPr>
          <p:cNvSpPr/>
          <p:nvPr userDrawn="1"/>
        </p:nvSpPr>
        <p:spPr>
          <a:xfrm>
            <a:off x="0" y="6556248"/>
            <a:ext cx="12188952" cy="9144"/>
          </a:xfrm>
          <a:prstGeom prst="rect">
            <a:avLst/>
          </a:prstGeom>
          <a:solidFill>
            <a:srgbClr val="F0F0F5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</p:spTree>
    <p:extLst>
      <p:ext uri="{BB962C8B-B14F-4D97-AF65-F5344CB8AC3E}">
        <p14:creationId xmlns:p14="http://schemas.microsoft.com/office/powerpoint/2010/main" val="3696924135"/>
      </p:ext>
    </p:extLst>
  </p:cSld>
  <p:clrMapOvr>
    <a:masterClrMapping/>
  </p:clrMapOvr>
</p:sldLayout>
</file>

<file path=ppt/slideLayouts/slideLayout41.xml><?xml version="1.0" encoding="utf-8"?>
<p:sldLayout xmlns:a="http://schemas.openxmlformats.org/drawingml/2006/main" xmlns:r="http://schemas.openxmlformats.org/officeDocument/2006/relationships" xmlns:p="http://schemas.openxmlformats.org/presentationml/2006/main" preserve="1" userDrawn="1">
  <p:cSld name="DIVIDER_grey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Box 1">
            <a:extLst>
              <a:ext uri="{FF2B5EF4-FFF2-40B4-BE49-F238E27FC236}">
                <a16:creationId xmlns:a16="http://schemas.microsoft.com/office/drawing/2014/main" id="{2A61590F-6BCE-F0E3-9788-785ED15127EB}"/>
              </a:ext>
            </a:extLst>
          </p:cNvPr>
          <p:cNvSpPr txBox="1"/>
          <p:nvPr userDrawn="1"/>
        </p:nvSpPr>
        <p:spPr>
          <a:xfrm>
            <a:off x="458788" y="457200"/>
            <a:ext cx="3657600" cy="932563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defRPr sz="12000" b="1" i="0">
                <a:solidFill>
                  <a:srgbClr val="2D286B"/>
                </a:solidFill>
                <a:latin typeface="Arial"/>
              </a:defRPr>
            </a:pPr>
            <a:r>
              <a:rPr sz="12000" dirty="0">
                <a:solidFill>
                  <a:srgbClr val="594573"/>
                </a:solidFill>
              </a:rPr>
              <a:t>{{</a:t>
            </a:r>
            <a:r>
              <a:rPr sz="12000" dirty="0" err="1">
                <a:solidFill>
                  <a:srgbClr val="594573"/>
                </a:solidFill>
              </a:rPr>
              <a:t>section_number</a:t>
            </a:r>
            <a:r>
              <a:rPr sz="12000" dirty="0">
                <a:solidFill>
                  <a:srgbClr val="594573"/>
                </a:solidFill>
              </a:rPr>
              <a:t>}}</a:t>
            </a:r>
          </a:p>
        </p:txBody>
      </p:sp>
      <p:sp>
        <p:nvSpPr>
          <p:cNvPr id="3" name="TextBox 2">
            <a:extLst>
              <a:ext uri="{FF2B5EF4-FFF2-40B4-BE49-F238E27FC236}">
                <a16:creationId xmlns:a16="http://schemas.microsoft.com/office/drawing/2014/main" id="{6985EBE2-B9B8-6153-6B81-0E6538016966}"/>
              </a:ext>
            </a:extLst>
          </p:cNvPr>
          <p:cNvSpPr txBox="1"/>
          <p:nvPr userDrawn="1"/>
        </p:nvSpPr>
        <p:spPr>
          <a:xfrm>
            <a:off x="733108" y="2926081"/>
            <a:ext cx="7315200" cy="584775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defRPr sz="3200" b="1" i="0">
                <a:solidFill>
                  <a:srgbClr val="FFFFFF"/>
                </a:solidFill>
                <a:latin typeface="Arial"/>
              </a:defRPr>
            </a:pPr>
            <a:r>
              <a:rPr sz="3200"/>
              <a:t>{{divider_title}}</a:t>
            </a:r>
          </a:p>
        </p:txBody>
      </p:sp>
      <p:sp>
        <p:nvSpPr>
          <p:cNvPr id="4" name="TextBox 3">
            <a:extLst>
              <a:ext uri="{FF2B5EF4-FFF2-40B4-BE49-F238E27FC236}">
                <a16:creationId xmlns:a16="http://schemas.microsoft.com/office/drawing/2014/main" id="{313086F0-B903-1F9E-0FC8-62D07A8AB4E8}"/>
              </a:ext>
            </a:extLst>
          </p:cNvPr>
          <p:cNvSpPr txBox="1"/>
          <p:nvPr userDrawn="1"/>
        </p:nvSpPr>
        <p:spPr>
          <a:xfrm>
            <a:off x="733108" y="3520440"/>
            <a:ext cx="7315200" cy="338554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defRPr sz="1600" b="0" i="0">
                <a:solidFill>
                  <a:srgbClr val="94A3B8"/>
                </a:solidFill>
                <a:latin typeface="Arial"/>
              </a:defRPr>
            </a:pPr>
            <a:r>
              <a:rPr sz="1600"/>
              <a:t>{{divider_subtitle}}</a:t>
            </a:r>
          </a:p>
        </p:txBody>
      </p:sp>
      <p:sp>
        <p:nvSpPr>
          <p:cNvPr id="5" name="TextBox 4">
            <a:extLst>
              <a:ext uri="{FF2B5EF4-FFF2-40B4-BE49-F238E27FC236}">
                <a16:creationId xmlns:a16="http://schemas.microsoft.com/office/drawing/2014/main" id="{C5A0DFC8-59AE-1BBE-98AF-DB0AF76451D4}"/>
              </a:ext>
            </a:extLst>
          </p:cNvPr>
          <p:cNvSpPr txBox="1"/>
          <p:nvPr userDrawn="1"/>
        </p:nvSpPr>
        <p:spPr>
          <a:xfrm>
            <a:off x="733108" y="4023361"/>
            <a:ext cx="6400800" cy="430887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defRPr sz="1100" b="0" i="0">
                <a:solidFill>
                  <a:srgbClr val="64748B"/>
                </a:solidFill>
                <a:latin typeface="Arial"/>
              </a:defRPr>
            </a:pPr>
            <a:r>
              <a:rPr sz="1100"/>
              <a:t>{{divider_description}}</a:t>
            </a:r>
          </a:p>
        </p:txBody>
      </p:sp>
    </p:spTree>
    <p:extLst>
      <p:ext uri="{BB962C8B-B14F-4D97-AF65-F5344CB8AC3E}">
        <p14:creationId xmlns:p14="http://schemas.microsoft.com/office/powerpoint/2010/main" val="1281341952"/>
      </p:ext>
    </p:extLst>
  </p:cSld>
  <p:clrMapOvr>
    <a:masterClrMapping/>
  </p:clrMapOvr>
</p:sldLayout>
</file>

<file path=ppt/slideLayouts/slideLayout42.xml><?xml version="1.0" encoding="utf-8"?>
<p:sldLayout xmlns:a="http://schemas.openxmlformats.org/drawingml/2006/main" xmlns:r="http://schemas.openxmlformats.org/officeDocument/2006/relationships" xmlns:p="http://schemas.openxmlformats.org/presentationml/2006/main" preserve="1" userDrawn="1">
  <p:cSld name="GUIDELINES_8_grey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7" name="Rectangle 6">
            <a:extLst>
              <a:ext uri="{FF2B5EF4-FFF2-40B4-BE49-F238E27FC236}">
                <a16:creationId xmlns:a16="http://schemas.microsoft.com/office/drawing/2014/main" id="{5A844B5B-5FF0-B302-F43B-9565F551F063}"/>
              </a:ext>
            </a:extLst>
          </p:cNvPr>
          <p:cNvSpPr/>
          <p:nvPr userDrawn="1"/>
        </p:nvSpPr>
        <p:spPr>
          <a:xfrm>
            <a:off x="0" y="566928"/>
            <a:ext cx="12188952" cy="502920"/>
          </a:xfrm>
          <a:prstGeom prst="rect">
            <a:avLst/>
          </a:prstGeom>
          <a:solidFill>
            <a:srgbClr val="F5F3FF"/>
          </a:solidFill>
          <a:ln w="6350">
            <a:solidFill>
              <a:srgbClr val="E5E7EB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8" name="TextBox 7">
            <a:extLst>
              <a:ext uri="{FF2B5EF4-FFF2-40B4-BE49-F238E27FC236}">
                <a16:creationId xmlns:a16="http://schemas.microsoft.com/office/drawing/2014/main" id="{8707ADB2-8060-2FE4-C138-6B14AEF1DDDA}"/>
              </a:ext>
            </a:extLst>
          </p:cNvPr>
          <p:cNvSpPr txBox="1"/>
          <p:nvPr userDrawn="1"/>
        </p:nvSpPr>
        <p:spPr>
          <a:xfrm>
            <a:off x="475488" y="640080"/>
            <a:ext cx="4572000" cy="36576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defRPr sz="1300" b="1">
                <a:solidFill>
                  <a:srgbClr val="0F172A"/>
                </a:solidFill>
                <a:latin typeface="Calibri"/>
              </a:defRPr>
            </a:pPr>
            <a:r>
              <a:t>{{guidelines_title}}</a:t>
            </a:r>
          </a:p>
        </p:txBody>
      </p:sp>
      <p:sp>
        <p:nvSpPr>
          <p:cNvPr id="9" name="TextBox 8">
            <a:extLst>
              <a:ext uri="{FF2B5EF4-FFF2-40B4-BE49-F238E27FC236}">
                <a16:creationId xmlns:a16="http://schemas.microsoft.com/office/drawing/2014/main" id="{91074D0A-BE16-214C-37E5-75FA361F2867}"/>
              </a:ext>
            </a:extLst>
          </p:cNvPr>
          <p:cNvSpPr txBox="1"/>
          <p:nvPr userDrawn="1"/>
        </p:nvSpPr>
        <p:spPr>
          <a:xfrm>
            <a:off x="5486400" y="676656"/>
            <a:ext cx="4572000" cy="32004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defRPr sz="900" b="0">
                <a:solidFill>
                  <a:srgbClr val="475569"/>
                </a:solidFill>
                <a:latin typeface="Calibri"/>
              </a:defRPr>
            </a:pPr>
            <a:r>
              <a:t>{{guidelines_subtitle}}</a:t>
            </a:r>
          </a:p>
        </p:txBody>
      </p:sp>
      <p:sp>
        <p:nvSpPr>
          <p:cNvPr id="10" name="Rectangle 9">
            <a:extLst>
              <a:ext uri="{FF2B5EF4-FFF2-40B4-BE49-F238E27FC236}">
                <a16:creationId xmlns:a16="http://schemas.microsoft.com/office/drawing/2014/main" id="{F56C3027-D322-D03A-5B2E-11430EECB97A}"/>
              </a:ext>
            </a:extLst>
          </p:cNvPr>
          <p:cNvSpPr/>
          <p:nvPr userDrawn="1"/>
        </p:nvSpPr>
        <p:spPr>
          <a:xfrm>
            <a:off x="457200" y="1188720"/>
            <a:ext cx="11274552" cy="365760"/>
          </a:xfrm>
          <a:prstGeom prst="rect">
            <a:avLst/>
          </a:prstGeom>
          <a:solidFill>
            <a:srgbClr val="654E82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11" name="TextBox 10">
            <a:extLst>
              <a:ext uri="{FF2B5EF4-FFF2-40B4-BE49-F238E27FC236}">
                <a16:creationId xmlns:a16="http://schemas.microsoft.com/office/drawing/2014/main" id="{421E8521-6721-DA9D-A3A2-D10AE0BCDF4D}"/>
              </a:ext>
            </a:extLst>
          </p:cNvPr>
          <p:cNvSpPr txBox="1"/>
          <p:nvPr userDrawn="1"/>
        </p:nvSpPr>
        <p:spPr>
          <a:xfrm>
            <a:off x="530352" y="1261872"/>
            <a:ext cx="2596896" cy="25603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defRPr sz="900" b="1">
                <a:solidFill>
                  <a:srgbClr val="FFFFFF"/>
                </a:solidFill>
                <a:latin typeface="Calibri"/>
              </a:defRPr>
            </a:pPr>
            <a:r>
              <a:t>Guideline</a:t>
            </a:r>
          </a:p>
        </p:txBody>
      </p:sp>
      <p:sp>
        <p:nvSpPr>
          <p:cNvPr id="12" name="TextBox 11">
            <a:extLst>
              <a:ext uri="{FF2B5EF4-FFF2-40B4-BE49-F238E27FC236}">
                <a16:creationId xmlns:a16="http://schemas.microsoft.com/office/drawing/2014/main" id="{6332BEB4-58D1-0829-7881-9E74D9B44D4F}"/>
              </a:ext>
            </a:extLst>
          </p:cNvPr>
          <p:cNvSpPr txBox="1"/>
          <p:nvPr userDrawn="1"/>
        </p:nvSpPr>
        <p:spPr>
          <a:xfrm>
            <a:off x="3273552" y="1261872"/>
            <a:ext cx="1225296" cy="25603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defRPr sz="900" b="1">
                <a:solidFill>
                  <a:srgbClr val="FFFFFF"/>
                </a:solidFill>
                <a:latin typeface="Calibri"/>
              </a:defRPr>
            </a:pPr>
            <a:r>
              <a:t>Line</a:t>
            </a:r>
          </a:p>
        </p:txBody>
      </p:sp>
      <p:sp>
        <p:nvSpPr>
          <p:cNvPr id="13" name="TextBox 12">
            <a:extLst>
              <a:ext uri="{FF2B5EF4-FFF2-40B4-BE49-F238E27FC236}">
                <a16:creationId xmlns:a16="http://schemas.microsoft.com/office/drawing/2014/main" id="{DD98598B-17E3-76AF-E345-9E0DBB38C2E1}"/>
              </a:ext>
            </a:extLst>
          </p:cNvPr>
          <p:cNvSpPr txBox="1"/>
          <p:nvPr userDrawn="1"/>
        </p:nvSpPr>
        <p:spPr>
          <a:xfrm>
            <a:off x="4645152" y="1261872"/>
            <a:ext cx="1225296" cy="25603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defRPr sz="900" b="1">
                <a:solidFill>
                  <a:srgbClr val="FFFFFF"/>
                </a:solidFill>
                <a:latin typeface="Calibri"/>
              </a:defRPr>
            </a:pPr>
            <a:r>
              <a:t>Status</a:t>
            </a:r>
          </a:p>
        </p:txBody>
      </p:sp>
      <p:sp>
        <p:nvSpPr>
          <p:cNvPr id="14" name="TextBox 13">
            <a:extLst>
              <a:ext uri="{FF2B5EF4-FFF2-40B4-BE49-F238E27FC236}">
                <a16:creationId xmlns:a16="http://schemas.microsoft.com/office/drawing/2014/main" id="{29B07393-5B3A-B05B-DC9A-2C7C6E01CBBA}"/>
              </a:ext>
            </a:extLst>
          </p:cNvPr>
          <p:cNvSpPr txBox="1"/>
          <p:nvPr userDrawn="1"/>
        </p:nvSpPr>
        <p:spPr>
          <a:xfrm>
            <a:off x="6016752" y="1261872"/>
            <a:ext cx="3054096" cy="25603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defRPr sz="900" b="1">
                <a:solidFill>
                  <a:srgbClr val="FFFFFF"/>
                </a:solidFill>
                <a:latin typeface="Calibri"/>
              </a:defRPr>
            </a:pPr>
            <a:r>
              <a:t>Recommendation</a:t>
            </a:r>
          </a:p>
        </p:txBody>
      </p:sp>
      <p:sp>
        <p:nvSpPr>
          <p:cNvPr id="15" name="TextBox 14">
            <a:extLst>
              <a:ext uri="{FF2B5EF4-FFF2-40B4-BE49-F238E27FC236}">
                <a16:creationId xmlns:a16="http://schemas.microsoft.com/office/drawing/2014/main" id="{A1B272EF-11D6-491A-8FAC-C55E187400E0}"/>
              </a:ext>
            </a:extLst>
          </p:cNvPr>
          <p:cNvSpPr txBox="1"/>
          <p:nvPr userDrawn="1"/>
        </p:nvSpPr>
        <p:spPr>
          <a:xfrm>
            <a:off x="9217152" y="1261872"/>
            <a:ext cx="2898648" cy="25603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defRPr sz="900" b="1">
                <a:solidFill>
                  <a:srgbClr val="FFFFFF"/>
                </a:solidFill>
                <a:latin typeface="Calibri"/>
              </a:defRPr>
            </a:pPr>
            <a:r>
              <a:t>Source</a:t>
            </a:r>
          </a:p>
        </p:txBody>
      </p:sp>
      <p:sp>
        <p:nvSpPr>
          <p:cNvPr id="16" name="Rectangle 15">
            <a:extLst>
              <a:ext uri="{FF2B5EF4-FFF2-40B4-BE49-F238E27FC236}">
                <a16:creationId xmlns:a16="http://schemas.microsoft.com/office/drawing/2014/main" id="{48CEAD4E-3700-B843-5F44-36CE0D6A416F}"/>
              </a:ext>
            </a:extLst>
          </p:cNvPr>
          <p:cNvSpPr/>
          <p:nvPr userDrawn="1"/>
        </p:nvSpPr>
        <p:spPr>
          <a:xfrm>
            <a:off x="457200" y="1554480"/>
            <a:ext cx="11274552" cy="502920"/>
          </a:xfrm>
          <a:prstGeom prst="rect">
            <a:avLst/>
          </a:prstGeom>
          <a:solidFill>
            <a:srgbClr val="FFFFFF"/>
          </a:solidFill>
          <a:ln w="6350">
            <a:solidFill>
              <a:srgbClr val="E5E7EB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17" name="TextBox 16">
            <a:extLst>
              <a:ext uri="{FF2B5EF4-FFF2-40B4-BE49-F238E27FC236}">
                <a16:creationId xmlns:a16="http://schemas.microsoft.com/office/drawing/2014/main" id="{D60518FC-5CE5-D20E-BADF-E0B80250A82A}"/>
              </a:ext>
            </a:extLst>
          </p:cNvPr>
          <p:cNvSpPr txBox="1"/>
          <p:nvPr userDrawn="1"/>
        </p:nvSpPr>
        <p:spPr>
          <a:xfrm>
            <a:off x="530352" y="1627632"/>
            <a:ext cx="2596896" cy="36576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defRPr sz="900" b="0">
                <a:solidFill>
                  <a:srgbClr val="0F172A"/>
                </a:solidFill>
                <a:latin typeface="Calibri"/>
              </a:defRPr>
            </a:pPr>
            <a:r>
              <a:t>{{guideline_1}}</a:t>
            </a:r>
          </a:p>
        </p:txBody>
      </p:sp>
      <p:sp>
        <p:nvSpPr>
          <p:cNvPr id="18" name="TextBox 17">
            <a:extLst>
              <a:ext uri="{FF2B5EF4-FFF2-40B4-BE49-F238E27FC236}">
                <a16:creationId xmlns:a16="http://schemas.microsoft.com/office/drawing/2014/main" id="{2D3D833F-3D15-E110-65A9-278A1096425C}"/>
              </a:ext>
            </a:extLst>
          </p:cNvPr>
          <p:cNvSpPr txBox="1"/>
          <p:nvPr userDrawn="1"/>
        </p:nvSpPr>
        <p:spPr>
          <a:xfrm>
            <a:off x="3273552" y="1627632"/>
            <a:ext cx="1225296" cy="36576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defRPr sz="900" b="0">
                <a:solidFill>
                  <a:srgbClr val="0F172A"/>
                </a:solidFill>
                <a:latin typeface="Calibri"/>
              </a:defRPr>
            </a:pPr>
            <a:r>
              <a:t>{{line_1}}</a:t>
            </a:r>
          </a:p>
        </p:txBody>
      </p:sp>
      <p:sp>
        <p:nvSpPr>
          <p:cNvPr id="19" name="TextBox 18">
            <a:extLst>
              <a:ext uri="{FF2B5EF4-FFF2-40B4-BE49-F238E27FC236}">
                <a16:creationId xmlns:a16="http://schemas.microsoft.com/office/drawing/2014/main" id="{E7C74DAD-F5E8-FBEB-6D70-87185FA2BCC5}"/>
              </a:ext>
            </a:extLst>
          </p:cNvPr>
          <p:cNvSpPr txBox="1"/>
          <p:nvPr userDrawn="1"/>
        </p:nvSpPr>
        <p:spPr>
          <a:xfrm>
            <a:off x="4645152" y="1627632"/>
            <a:ext cx="1225296" cy="36576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defRPr sz="900" b="0">
                <a:solidFill>
                  <a:srgbClr val="0F172A"/>
                </a:solidFill>
                <a:latin typeface="Calibri"/>
              </a:defRPr>
            </a:pPr>
            <a:r>
              <a:t>{{status_1}}</a:t>
            </a:r>
          </a:p>
        </p:txBody>
      </p:sp>
      <p:sp>
        <p:nvSpPr>
          <p:cNvPr id="20" name="TextBox 19">
            <a:extLst>
              <a:ext uri="{FF2B5EF4-FFF2-40B4-BE49-F238E27FC236}">
                <a16:creationId xmlns:a16="http://schemas.microsoft.com/office/drawing/2014/main" id="{3E74258C-5E59-7285-F052-662840AC4871}"/>
              </a:ext>
            </a:extLst>
          </p:cNvPr>
          <p:cNvSpPr txBox="1"/>
          <p:nvPr userDrawn="1"/>
        </p:nvSpPr>
        <p:spPr>
          <a:xfrm>
            <a:off x="6016752" y="1627632"/>
            <a:ext cx="3054096" cy="36576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defRPr sz="900" b="0">
                <a:solidFill>
                  <a:srgbClr val="0F172A"/>
                </a:solidFill>
                <a:latin typeface="Calibri"/>
              </a:defRPr>
            </a:pPr>
            <a:r>
              <a:t>{{recommendation_1}}</a:t>
            </a:r>
          </a:p>
        </p:txBody>
      </p:sp>
      <p:sp>
        <p:nvSpPr>
          <p:cNvPr id="21" name="TextBox 20">
            <a:extLst>
              <a:ext uri="{FF2B5EF4-FFF2-40B4-BE49-F238E27FC236}">
                <a16:creationId xmlns:a16="http://schemas.microsoft.com/office/drawing/2014/main" id="{23A558EB-CF25-D389-70C8-B0C3FC41D2FD}"/>
              </a:ext>
            </a:extLst>
          </p:cNvPr>
          <p:cNvSpPr txBox="1"/>
          <p:nvPr userDrawn="1"/>
        </p:nvSpPr>
        <p:spPr>
          <a:xfrm>
            <a:off x="9217152" y="1627632"/>
            <a:ext cx="2898648" cy="36576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defRPr sz="900" b="0">
                <a:solidFill>
                  <a:srgbClr val="94A3B8"/>
                </a:solidFill>
                <a:latin typeface="Calibri"/>
              </a:defRPr>
            </a:pPr>
            <a:r>
              <a:t>{{source_1}}</a:t>
            </a:r>
          </a:p>
        </p:txBody>
      </p:sp>
      <p:sp>
        <p:nvSpPr>
          <p:cNvPr id="22" name="Rectangle 21">
            <a:extLst>
              <a:ext uri="{FF2B5EF4-FFF2-40B4-BE49-F238E27FC236}">
                <a16:creationId xmlns:a16="http://schemas.microsoft.com/office/drawing/2014/main" id="{04092E9A-42B7-ADE1-DA6F-F3AF2766F884}"/>
              </a:ext>
            </a:extLst>
          </p:cNvPr>
          <p:cNvSpPr/>
          <p:nvPr userDrawn="1"/>
        </p:nvSpPr>
        <p:spPr>
          <a:xfrm>
            <a:off x="457200" y="2057400"/>
            <a:ext cx="11274552" cy="502920"/>
          </a:xfrm>
          <a:prstGeom prst="rect">
            <a:avLst/>
          </a:prstGeom>
          <a:solidFill>
            <a:srgbClr val="F8FAFF"/>
          </a:solidFill>
          <a:ln w="6350">
            <a:solidFill>
              <a:srgbClr val="E5E7EB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23" name="TextBox 22">
            <a:extLst>
              <a:ext uri="{FF2B5EF4-FFF2-40B4-BE49-F238E27FC236}">
                <a16:creationId xmlns:a16="http://schemas.microsoft.com/office/drawing/2014/main" id="{4303D168-3710-06D6-A67F-A3BF47CEE7F0}"/>
              </a:ext>
            </a:extLst>
          </p:cNvPr>
          <p:cNvSpPr txBox="1"/>
          <p:nvPr userDrawn="1"/>
        </p:nvSpPr>
        <p:spPr>
          <a:xfrm>
            <a:off x="530352" y="2130552"/>
            <a:ext cx="2596896" cy="36576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defRPr sz="900" b="0">
                <a:solidFill>
                  <a:srgbClr val="0F172A"/>
                </a:solidFill>
                <a:latin typeface="Calibri"/>
              </a:defRPr>
            </a:pPr>
            <a:r>
              <a:t>{{guideline_2}}</a:t>
            </a:r>
          </a:p>
        </p:txBody>
      </p:sp>
      <p:sp>
        <p:nvSpPr>
          <p:cNvPr id="24" name="TextBox 23">
            <a:extLst>
              <a:ext uri="{FF2B5EF4-FFF2-40B4-BE49-F238E27FC236}">
                <a16:creationId xmlns:a16="http://schemas.microsoft.com/office/drawing/2014/main" id="{0307D56C-A213-8B15-D343-35B9F61F5925}"/>
              </a:ext>
            </a:extLst>
          </p:cNvPr>
          <p:cNvSpPr txBox="1"/>
          <p:nvPr userDrawn="1"/>
        </p:nvSpPr>
        <p:spPr>
          <a:xfrm>
            <a:off x="3273552" y="2130552"/>
            <a:ext cx="1225296" cy="36576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defRPr sz="900" b="0">
                <a:solidFill>
                  <a:srgbClr val="0F172A"/>
                </a:solidFill>
                <a:latin typeface="Calibri"/>
              </a:defRPr>
            </a:pPr>
            <a:r>
              <a:t>{{line_2}}</a:t>
            </a:r>
          </a:p>
        </p:txBody>
      </p:sp>
      <p:sp>
        <p:nvSpPr>
          <p:cNvPr id="25" name="TextBox 24">
            <a:extLst>
              <a:ext uri="{FF2B5EF4-FFF2-40B4-BE49-F238E27FC236}">
                <a16:creationId xmlns:a16="http://schemas.microsoft.com/office/drawing/2014/main" id="{BD728187-D795-5303-EFDA-75C6F4C7C85D}"/>
              </a:ext>
            </a:extLst>
          </p:cNvPr>
          <p:cNvSpPr txBox="1"/>
          <p:nvPr userDrawn="1"/>
        </p:nvSpPr>
        <p:spPr>
          <a:xfrm>
            <a:off x="4645152" y="2130552"/>
            <a:ext cx="1225296" cy="36576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defRPr sz="900" b="0">
                <a:solidFill>
                  <a:srgbClr val="0F172A"/>
                </a:solidFill>
                <a:latin typeface="Calibri"/>
              </a:defRPr>
            </a:pPr>
            <a:r>
              <a:t>{{status_2}}</a:t>
            </a:r>
          </a:p>
        </p:txBody>
      </p:sp>
      <p:sp>
        <p:nvSpPr>
          <p:cNvPr id="26" name="TextBox 25">
            <a:extLst>
              <a:ext uri="{FF2B5EF4-FFF2-40B4-BE49-F238E27FC236}">
                <a16:creationId xmlns:a16="http://schemas.microsoft.com/office/drawing/2014/main" id="{6DF9B50B-FE68-A1C6-781A-8E3004A9FD50}"/>
              </a:ext>
            </a:extLst>
          </p:cNvPr>
          <p:cNvSpPr txBox="1"/>
          <p:nvPr userDrawn="1"/>
        </p:nvSpPr>
        <p:spPr>
          <a:xfrm>
            <a:off x="6016752" y="2130552"/>
            <a:ext cx="3054096" cy="36576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defRPr sz="900" b="0">
                <a:solidFill>
                  <a:srgbClr val="0F172A"/>
                </a:solidFill>
                <a:latin typeface="Calibri"/>
              </a:defRPr>
            </a:pPr>
            <a:r>
              <a:t>{{recommendation_2}}</a:t>
            </a:r>
          </a:p>
        </p:txBody>
      </p:sp>
      <p:sp>
        <p:nvSpPr>
          <p:cNvPr id="27" name="TextBox 26">
            <a:extLst>
              <a:ext uri="{FF2B5EF4-FFF2-40B4-BE49-F238E27FC236}">
                <a16:creationId xmlns:a16="http://schemas.microsoft.com/office/drawing/2014/main" id="{492D9415-E729-6E50-64DF-FD216ADAB0E6}"/>
              </a:ext>
            </a:extLst>
          </p:cNvPr>
          <p:cNvSpPr txBox="1"/>
          <p:nvPr userDrawn="1"/>
        </p:nvSpPr>
        <p:spPr>
          <a:xfrm>
            <a:off x="9217152" y="2130552"/>
            <a:ext cx="2898648" cy="36576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defRPr sz="900" b="0">
                <a:solidFill>
                  <a:srgbClr val="94A3B8"/>
                </a:solidFill>
                <a:latin typeface="Calibri"/>
              </a:defRPr>
            </a:pPr>
            <a:r>
              <a:t>{{source_2}}</a:t>
            </a:r>
          </a:p>
        </p:txBody>
      </p:sp>
      <p:sp>
        <p:nvSpPr>
          <p:cNvPr id="28" name="Rectangle 27">
            <a:extLst>
              <a:ext uri="{FF2B5EF4-FFF2-40B4-BE49-F238E27FC236}">
                <a16:creationId xmlns:a16="http://schemas.microsoft.com/office/drawing/2014/main" id="{511897C7-7367-CE49-7B1C-AADE68FBAF42}"/>
              </a:ext>
            </a:extLst>
          </p:cNvPr>
          <p:cNvSpPr/>
          <p:nvPr userDrawn="1"/>
        </p:nvSpPr>
        <p:spPr>
          <a:xfrm>
            <a:off x="457200" y="2560320"/>
            <a:ext cx="11274552" cy="502920"/>
          </a:xfrm>
          <a:prstGeom prst="rect">
            <a:avLst/>
          </a:prstGeom>
          <a:solidFill>
            <a:srgbClr val="FFFFFF"/>
          </a:solidFill>
          <a:ln w="6350">
            <a:solidFill>
              <a:srgbClr val="E5E7EB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29" name="TextBox 28">
            <a:extLst>
              <a:ext uri="{FF2B5EF4-FFF2-40B4-BE49-F238E27FC236}">
                <a16:creationId xmlns:a16="http://schemas.microsoft.com/office/drawing/2014/main" id="{3AB573EA-BFBC-98AE-3A09-9928455D5207}"/>
              </a:ext>
            </a:extLst>
          </p:cNvPr>
          <p:cNvSpPr txBox="1"/>
          <p:nvPr userDrawn="1"/>
        </p:nvSpPr>
        <p:spPr>
          <a:xfrm>
            <a:off x="530352" y="2633472"/>
            <a:ext cx="2596896" cy="36576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defRPr sz="900" b="0">
                <a:solidFill>
                  <a:srgbClr val="0F172A"/>
                </a:solidFill>
                <a:latin typeface="Calibri"/>
              </a:defRPr>
            </a:pPr>
            <a:r>
              <a:t>{{guideline_3}}</a:t>
            </a:r>
          </a:p>
        </p:txBody>
      </p:sp>
      <p:sp>
        <p:nvSpPr>
          <p:cNvPr id="30" name="TextBox 29">
            <a:extLst>
              <a:ext uri="{FF2B5EF4-FFF2-40B4-BE49-F238E27FC236}">
                <a16:creationId xmlns:a16="http://schemas.microsoft.com/office/drawing/2014/main" id="{7AF309D2-2515-8990-EF08-33C054C41394}"/>
              </a:ext>
            </a:extLst>
          </p:cNvPr>
          <p:cNvSpPr txBox="1"/>
          <p:nvPr userDrawn="1"/>
        </p:nvSpPr>
        <p:spPr>
          <a:xfrm>
            <a:off x="3273552" y="2633472"/>
            <a:ext cx="1225296" cy="36576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defRPr sz="900" b="0">
                <a:solidFill>
                  <a:srgbClr val="0F172A"/>
                </a:solidFill>
                <a:latin typeface="Calibri"/>
              </a:defRPr>
            </a:pPr>
            <a:r>
              <a:t>{{line_3}}</a:t>
            </a:r>
          </a:p>
        </p:txBody>
      </p:sp>
      <p:sp>
        <p:nvSpPr>
          <p:cNvPr id="31" name="TextBox 30">
            <a:extLst>
              <a:ext uri="{FF2B5EF4-FFF2-40B4-BE49-F238E27FC236}">
                <a16:creationId xmlns:a16="http://schemas.microsoft.com/office/drawing/2014/main" id="{6255A73E-4EB1-840B-560E-0CE986B464FF}"/>
              </a:ext>
            </a:extLst>
          </p:cNvPr>
          <p:cNvSpPr txBox="1"/>
          <p:nvPr userDrawn="1"/>
        </p:nvSpPr>
        <p:spPr>
          <a:xfrm>
            <a:off x="4645152" y="2633472"/>
            <a:ext cx="1225296" cy="36576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defRPr sz="900" b="0">
                <a:solidFill>
                  <a:srgbClr val="0F172A"/>
                </a:solidFill>
                <a:latin typeface="Calibri"/>
              </a:defRPr>
            </a:pPr>
            <a:r>
              <a:t>{{status_3}}</a:t>
            </a:r>
          </a:p>
        </p:txBody>
      </p:sp>
      <p:sp>
        <p:nvSpPr>
          <p:cNvPr id="32" name="TextBox 31">
            <a:extLst>
              <a:ext uri="{FF2B5EF4-FFF2-40B4-BE49-F238E27FC236}">
                <a16:creationId xmlns:a16="http://schemas.microsoft.com/office/drawing/2014/main" id="{C76712CD-3071-EEF5-1F20-4BBB57451A52}"/>
              </a:ext>
            </a:extLst>
          </p:cNvPr>
          <p:cNvSpPr txBox="1"/>
          <p:nvPr userDrawn="1"/>
        </p:nvSpPr>
        <p:spPr>
          <a:xfrm>
            <a:off x="6016752" y="2633472"/>
            <a:ext cx="3054096" cy="36576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defRPr sz="900" b="0">
                <a:solidFill>
                  <a:srgbClr val="0F172A"/>
                </a:solidFill>
                <a:latin typeface="Calibri"/>
              </a:defRPr>
            </a:pPr>
            <a:r>
              <a:t>{{recommendation_3}}</a:t>
            </a:r>
          </a:p>
        </p:txBody>
      </p:sp>
      <p:sp>
        <p:nvSpPr>
          <p:cNvPr id="33" name="TextBox 32">
            <a:extLst>
              <a:ext uri="{FF2B5EF4-FFF2-40B4-BE49-F238E27FC236}">
                <a16:creationId xmlns:a16="http://schemas.microsoft.com/office/drawing/2014/main" id="{F13A631D-AA4A-3ADF-4897-F413136BDF7A}"/>
              </a:ext>
            </a:extLst>
          </p:cNvPr>
          <p:cNvSpPr txBox="1"/>
          <p:nvPr userDrawn="1"/>
        </p:nvSpPr>
        <p:spPr>
          <a:xfrm>
            <a:off x="9217152" y="2633472"/>
            <a:ext cx="2898648" cy="36576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defRPr sz="900" b="0">
                <a:solidFill>
                  <a:srgbClr val="94A3B8"/>
                </a:solidFill>
                <a:latin typeface="Calibri"/>
              </a:defRPr>
            </a:pPr>
            <a:r>
              <a:t>{{source_3}}</a:t>
            </a:r>
          </a:p>
        </p:txBody>
      </p:sp>
      <p:sp>
        <p:nvSpPr>
          <p:cNvPr id="34" name="Rectangle 33">
            <a:extLst>
              <a:ext uri="{FF2B5EF4-FFF2-40B4-BE49-F238E27FC236}">
                <a16:creationId xmlns:a16="http://schemas.microsoft.com/office/drawing/2014/main" id="{FD7B55DC-E5FC-9B24-C3BC-D2302760F65A}"/>
              </a:ext>
            </a:extLst>
          </p:cNvPr>
          <p:cNvSpPr/>
          <p:nvPr userDrawn="1"/>
        </p:nvSpPr>
        <p:spPr>
          <a:xfrm>
            <a:off x="457200" y="3063240"/>
            <a:ext cx="11274552" cy="502920"/>
          </a:xfrm>
          <a:prstGeom prst="rect">
            <a:avLst/>
          </a:prstGeom>
          <a:solidFill>
            <a:srgbClr val="F8FAFF"/>
          </a:solidFill>
          <a:ln w="6350">
            <a:solidFill>
              <a:srgbClr val="E5E7EB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35" name="TextBox 34">
            <a:extLst>
              <a:ext uri="{FF2B5EF4-FFF2-40B4-BE49-F238E27FC236}">
                <a16:creationId xmlns:a16="http://schemas.microsoft.com/office/drawing/2014/main" id="{96DC86EF-9682-926E-581A-0D1C49D8F6F0}"/>
              </a:ext>
            </a:extLst>
          </p:cNvPr>
          <p:cNvSpPr txBox="1"/>
          <p:nvPr userDrawn="1"/>
        </p:nvSpPr>
        <p:spPr>
          <a:xfrm>
            <a:off x="530352" y="3136392"/>
            <a:ext cx="2596896" cy="36576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defRPr sz="900" b="0">
                <a:solidFill>
                  <a:srgbClr val="0F172A"/>
                </a:solidFill>
                <a:latin typeface="Calibri"/>
              </a:defRPr>
            </a:pPr>
            <a:r>
              <a:t>{{guideline_4}}</a:t>
            </a:r>
          </a:p>
        </p:txBody>
      </p:sp>
      <p:sp>
        <p:nvSpPr>
          <p:cNvPr id="36" name="TextBox 35">
            <a:extLst>
              <a:ext uri="{FF2B5EF4-FFF2-40B4-BE49-F238E27FC236}">
                <a16:creationId xmlns:a16="http://schemas.microsoft.com/office/drawing/2014/main" id="{49AE378B-2618-8F06-8644-83F294E955F8}"/>
              </a:ext>
            </a:extLst>
          </p:cNvPr>
          <p:cNvSpPr txBox="1"/>
          <p:nvPr userDrawn="1"/>
        </p:nvSpPr>
        <p:spPr>
          <a:xfrm>
            <a:off x="3273552" y="3136392"/>
            <a:ext cx="1225296" cy="36576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defRPr sz="900" b="0">
                <a:solidFill>
                  <a:srgbClr val="0F172A"/>
                </a:solidFill>
                <a:latin typeface="Calibri"/>
              </a:defRPr>
            </a:pPr>
            <a:r>
              <a:t>{{line_4}}</a:t>
            </a:r>
          </a:p>
        </p:txBody>
      </p:sp>
      <p:sp>
        <p:nvSpPr>
          <p:cNvPr id="37" name="TextBox 36">
            <a:extLst>
              <a:ext uri="{FF2B5EF4-FFF2-40B4-BE49-F238E27FC236}">
                <a16:creationId xmlns:a16="http://schemas.microsoft.com/office/drawing/2014/main" id="{DAE6F3B1-B6D6-AEBD-5603-167223608E9B}"/>
              </a:ext>
            </a:extLst>
          </p:cNvPr>
          <p:cNvSpPr txBox="1"/>
          <p:nvPr userDrawn="1"/>
        </p:nvSpPr>
        <p:spPr>
          <a:xfrm>
            <a:off x="4645152" y="3136392"/>
            <a:ext cx="1225296" cy="36576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defRPr sz="900" b="0">
                <a:solidFill>
                  <a:srgbClr val="0F172A"/>
                </a:solidFill>
                <a:latin typeface="Calibri"/>
              </a:defRPr>
            </a:pPr>
            <a:r>
              <a:t>{{status_4}}</a:t>
            </a:r>
          </a:p>
        </p:txBody>
      </p:sp>
      <p:sp>
        <p:nvSpPr>
          <p:cNvPr id="38" name="TextBox 37">
            <a:extLst>
              <a:ext uri="{FF2B5EF4-FFF2-40B4-BE49-F238E27FC236}">
                <a16:creationId xmlns:a16="http://schemas.microsoft.com/office/drawing/2014/main" id="{84C4B08D-F1A9-3D68-5061-1763F286E1DA}"/>
              </a:ext>
            </a:extLst>
          </p:cNvPr>
          <p:cNvSpPr txBox="1"/>
          <p:nvPr userDrawn="1"/>
        </p:nvSpPr>
        <p:spPr>
          <a:xfrm>
            <a:off x="6016752" y="3136392"/>
            <a:ext cx="3054096" cy="36576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defRPr sz="900" b="0">
                <a:solidFill>
                  <a:srgbClr val="0F172A"/>
                </a:solidFill>
                <a:latin typeface="Calibri"/>
              </a:defRPr>
            </a:pPr>
            <a:r>
              <a:t>{{recommendation_4}}</a:t>
            </a:r>
          </a:p>
        </p:txBody>
      </p:sp>
      <p:sp>
        <p:nvSpPr>
          <p:cNvPr id="39" name="TextBox 38">
            <a:extLst>
              <a:ext uri="{FF2B5EF4-FFF2-40B4-BE49-F238E27FC236}">
                <a16:creationId xmlns:a16="http://schemas.microsoft.com/office/drawing/2014/main" id="{EB5EC892-8671-CF68-9C8D-492213C0DA7B}"/>
              </a:ext>
            </a:extLst>
          </p:cNvPr>
          <p:cNvSpPr txBox="1"/>
          <p:nvPr userDrawn="1"/>
        </p:nvSpPr>
        <p:spPr>
          <a:xfrm>
            <a:off x="9217152" y="3136392"/>
            <a:ext cx="2898648" cy="36576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defRPr sz="900" b="0">
                <a:solidFill>
                  <a:srgbClr val="94A3B8"/>
                </a:solidFill>
                <a:latin typeface="Calibri"/>
              </a:defRPr>
            </a:pPr>
            <a:r>
              <a:t>{{source_4}}</a:t>
            </a:r>
          </a:p>
        </p:txBody>
      </p:sp>
      <p:sp>
        <p:nvSpPr>
          <p:cNvPr id="40" name="Rectangle 39">
            <a:extLst>
              <a:ext uri="{FF2B5EF4-FFF2-40B4-BE49-F238E27FC236}">
                <a16:creationId xmlns:a16="http://schemas.microsoft.com/office/drawing/2014/main" id="{1F6ED086-486C-A956-38C1-DF95810C5EF2}"/>
              </a:ext>
            </a:extLst>
          </p:cNvPr>
          <p:cNvSpPr/>
          <p:nvPr userDrawn="1"/>
        </p:nvSpPr>
        <p:spPr>
          <a:xfrm>
            <a:off x="457200" y="3566160"/>
            <a:ext cx="11274552" cy="502920"/>
          </a:xfrm>
          <a:prstGeom prst="rect">
            <a:avLst/>
          </a:prstGeom>
          <a:solidFill>
            <a:srgbClr val="FFFFFF"/>
          </a:solidFill>
          <a:ln w="6350">
            <a:solidFill>
              <a:srgbClr val="E5E7EB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41" name="TextBox 40">
            <a:extLst>
              <a:ext uri="{FF2B5EF4-FFF2-40B4-BE49-F238E27FC236}">
                <a16:creationId xmlns:a16="http://schemas.microsoft.com/office/drawing/2014/main" id="{D74CF902-2D35-52DD-B8A1-A6DAC63B590E}"/>
              </a:ext>
            </a:extLst>
          </p:cNvPr>
          <p:cNvSpPr txBox="1"/>
          <p:nvPr userDrawn="1"/>
        </p:nvSpPr>
        <p:spPr>
          <a:xfrm>
            <a:off x="530352" y="3639312"/>
            <a:ext cx="2596896" cy="36576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defRPr sz="900" b="0">
                <a:solidFill>
                  <a:srgbClr val="0F172A"/>
                </a:solidFill>
                <a:latin typeface="Calibri"/>
              </a:defRPr>
            </a:pPr>
            <a:r>
              <a:t>{{guideline_5}}</a:t>
            </a:r>
          </a:p>
        </p:txBody>
      </p:sp>
      <p:sp>
        <p:nvSpPr>
          <p:cNvPr id="42" name="TextBox 41">
            <a:extLst>
              <a:ext uri="{FF2B5EF4-FFF2-40B4-BE49-F238E27FC236}">
                <a16:creationId xmlns:a16="http://schemas.microsoft.com/office/drawing/2014/main" id="{AC7066EF-7AB5-4056-4051-5C45189BFC57}"/>
              </a:ext>
            </a:extLst>
          </p:cNvPr>
          <p:cNvSpPr txBox="1"/>
          <p:nvPr userDrawn="1"/>
        </p:nvSpPr>
        <p:spPr>
          <a:xfrm>
            <a:off x="3273552" y="3639312"/>
            <a:ext cx="1225296" cy="36576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defRPr sz="900" b="0">
                <a:solidFill>
                  <a:srgbClr val="0F172A"/>
                </a:solidFill>
                <a:latin typeface="Calibri"/>
              </a:defRPr>
            </a:pPr>
            <a:r>
              <a:t>{{line_5}}</a:t>
            </a:r>
          </a:p>
        </p:txBody>
      </p:sp>
      <p:sp>
        <p:nvSpPr>
          <p:cNvPr id="43" name="TextBox 42">
            <a:extLst>
              <a:ext uri="{FF2B5EF4-FFF2-40B4-BE49-F238E27FC236}">
                <a16:creationId xmlns:a16="http://schemas.microsoft.com/office/drawing/2014/main" id="{C0A7A693-A531-02AD-BF68-31607DE0494D}"/>
              </a:ext>
            </a:extLst>
          </p:cNvPr>
          <p:cNvSpPr txBox="1"/>
          <p:nvPr userDrawn="1"/>
        </p:nvSpPr>
        <p:spPr>
          <a:xfrm>
            <a:off x="4645152" y="3639312"/>
            <a:ext cx="1225296" cy="36576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defRPr sz="900" b="0">
                <a:solidFill>
                  <a:srgbClr val="0F172A"/>
                </a:solidFill>
                <a:latin typeface="Calibri"/>
              </a:defRPr>
            </a:pPr>
            <a:r>
              <a:t>{{status_5}}</a:t>
            </a:r>
          </a:p>
        </p:txBody>
      </p:sp>
      <p:sp>
        <p:nvSpPr>
          <p:cNvPr id="44" name="TextBox 43">
            <a:extLst>
              <a:ext uri="{FF2B5EF4-FFF2-40B4-BE49-F238E27FC236}">
                <a16:creationId xmlns:a16="http://schemas.microsoft.com/office/drawing/2014/main" id="{F1A1DA50-7CE6-8EEF-4CD6-53BEEE293026}"/>
              </a:ext>
            </a:extLst>
          </p:cNvPr>
          <p:cNvSpPr txBox="1"/>
          <p:nvPr userDrawn="1"/>
        </p:nvSpPr>
        <p:spPr>
          <a:xfrm>
            <a:off x="6016752" y="3639312"/>
            <a:ext cx="3054096" cy="36576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defRPr sz="900" b="0">
                <a:solidFill>
                  <a:srgbClr val="0F172A"/>
                </a:solidFill>
                <a:latin typeface="Calibri"/>
              </a:defRPr>
            </a:pPr>
            <a:r>
              <a:t>{{recommendation_5}}</a:t>
            </a:r>
          </a:p>
        </p:txBody>
      </p:sp>
      <p:sp>
        <p:nvSpPr>
          <p:cNvPr id="45" name="TextBox 44">
            <a:extLst>
              <a:ext uri="{FF2B5EF4-FFF2-40B4-BE49-F238E27FC236}">
                <a16:creationId xmlns:a16="http://schemas.microsoft.com/office/drawing/2014/main" id="{D974983B-7EB7-953D-5BC3-1D71587CE93E}"/>
              </a:ext>
            </a:extLst>
          </p:cNvPr>
          <p:cNvSpPr txBox="1"/>
          <p:nvPr userDrawn="1"/>
        </p:nvSpPr>
        <p:spPr>
          <a:xfrm>
            <a:off x="9217152" y="3639312"/>
            <a:ext cx="2898648" cy="36576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defRPr sz="900" b="0">
                <a:solidFill>
                  <a:srgbClr val="94A3B8"/>
                </a:solidFill>
                <a:latin typeface="Calibri"/>
              </a:defRPr>
            </a:pPr>
            <a:r>
              <a:t>{{source_5}}</a:t>
            </a:r>
          </a:p>
        </p:txBody>
      </p:sp>
      <p:sp>
        <p:nvSpPr>
          <p:cNvPr id="46" name="Rectangle 45">
            <a:extLst>
              <a:ext uri="{FF2B5EF4-FFF2-40B4-BE49-F238E27FC236}">
                <a16:creationId xmlns:a16="http://schemas.microsoft.com/office/drawing/2014/main" id="{B00F4967-27D3-0A7C-131F-A1870275081E}"/>
              </a:ext>
            </a:extLst>
          </p:cNvPr>
          <p:cNvSpPr/>
          <p:nvPr userDrawn="1"/>
        </p:nvSpPr>
        <p:spPr>
          <a:xfrm>
            <a:off x="457200" y="4069080"/>
            <a:ext cx="11274552" cy="502920"/>
          </a:xfrm>
          <a:prstGeom prst="rect">
            <a:avLst/>
          </a:prstGeom>
          <a:solidFill>
            <a:srgbClr val="F8FAFF"/>
          </a:solidFill>
          <a:ln w="6350">
            <a:solidFill>
              <a:srgbClr val="E5E7EB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47" name="TextBox 46">
            <a:extLst>
              <a:ext uri="{FF2B5EF4-FFF2-40B4-BE49-F238E27FC236}">
                <a16:creationId xmlns:a16="http://schemas.microsoft.com/office/drawing/2014/main" id="{00EE9A77-9593-01E6-78CB-D4433CB20081}"/>
              </a:ext>
            </a:extLst>
          </p:cNvPr>
          <p:cNvSpPr txBox="1"/>
          <p:nvPr userDrawn="1"/>
        </p:nvSpPr>
        <p:spPr>
          <a:xfrm>
            <a:off x="530352" y="4142232"/>
            <a:ext cx="2596896" cy="36576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defRPr sz="900" b="0">
                <a:solidFill>
                  <a:srgbClr val="0F172A"/>
                </a:solidFill>
                <a:latin typeface="Calibri"/>
              </a:defRPr>
            </a:pPr>
            <a:r>
              <a:t>{{guideline_6}}</a:t>
            </a:r>
          </a:p>
        </p:txBody>
      </p:sp>
      <p:sp>
        <p:nvSpPr>
          <p:cNvPr id="48" name="TextBox 47">
            <a:extLst>
              <a:ext uri="{FF2B5EF4-FFF2-40B4-BE49-F238E27FC236}">
                <a16:creationId xmlns:a16="http://schemas.microsoft.com/office/drawing/2014/main" id="{BD2E1CD8-AAFF-A8E1-536B-BCDB76ABB419}"/>
              </a:ext>
            </a:extLst>
          </p:cNvPr>
          <p:cNvSpPr txBox="1"/>
          <p:nvPr userDrawn="1"/>
        </p:nvSpPr>
        <p:spPr>
          <a:xfrm>
            <a:off x="3273552" y="4142232"/>
            <a:ext cx="1225296" cy="36576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defRPr sz="900" b="0">
                <a:solidFill>
                  <a:srgbClr val="0F172A"/>
                </a:solidFill>
                <a:latin typeface="Calibri"/>
              </a:defRPr>
            </a:pPr>
            <a:r>
              <a:t>{{line_6}}</a:t>
            </a:r>
          </a:p>
        </p:txBody>
      </p:sp>
      <p:sp>
        <p:nvSpPr>
          <p:cNvPr id="49" name="TextBox 48">
            <a:extLst>
              <a:ext uri="{FF2B5EF4-FFF2-40B4-BE49-F238E27FC236}">
                <a16:creationId xmlns:a16="http://schemas.microsoft.com/office/drawing/2014/main" id="{C9F28EBF-0C32-E2CF-895D-8D0C8F0C420B}"/>
              </a:ext>
            </a:extLst>
          </p:cNvPr>
          <p:cNvSpPr txBox="1"/>
          <p:nvPr userDrawn="1"/>
        </p:nvSpPr>
        <p:spPr>
          <a:xfrm>
            <a:off x="4645152" y="4142232"/>
            <a:ext cx="1225296" cy="36576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defRPr sz="900" b="0">
                <a:solidFill>
                  <a:srgbClr val="0F172A"/>
                </a:solidFill>
                <a:latin typeface="Calibri"/>
              </a:defRPr>
            </a:pPr>
            <a:r>
              <a:t>{{status_6}}</a:t>
            </a:r>
          </a:p>
        </p:txBody>
      </p:sp>
      <p:sp>
        <p:nvSpPr>
          <p:cNvPr id="50" name="TextBox 49">
            <a:extLst>
              <a:ext uri="{FF2B5EF4-FFF2-40B4-BE49-F238E27FC236}">
                <a16:creationId xmlns:a16="http://schemas.microsoft.com/office/drawing/2014/main" id="{3A28F402-135C-CA2E-CD69-70E3D0D487AA}"/>
              </a:ext>
            </a:extLst>
          </p:cNvPr>
          <p:cNvSpPr txBox="1"/>
          <p:nvPr userDrawn="1"/>
        </p:nvSpPr>
        <p:spPr>
          <a:xfrm>
            <a:off x="6016752" y="4142232"/>
            <a:ext cx="3054096" cy="36576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defRPr sz="900" b="0">
                <a:solidFill>
                  <a:srgbClr val="0F172A"/>
                </a:solidFill>
                <a:latin typeface="Calibri"/>
              </a:defRPr>
            </a:pPr>
            <a:r>
              <a:t>{{recommendation_6}}</a:t>
            </a:r>
          </a:p>
        </p:txBody>
      </p:sp>
      <p:sp>
        <p:nvSpPr>
          <p:cNvPr id="51" name="TextBox 50">
            <a:extLst>
              <a:ext uri="{FF2B5EF4-FFF2-40B4-BE49-F238E27FC236}">
                <a16:creationId xmlns:a16="http://schemas.microsoft.com/office/drawing/2014/main" id="{980E8F22-92C3-BD2E-1F9F-2EDE74162B4F}"/>
              </a:ext>
            </a:extLst>
          </p:cNvPr>
          <p:cNvSpPr txBox="1"/>
          <p:nvPr userDrawn="1"/>
        </p:nvSpPr>
        <p:spPr>
          <a:xfrm>
            <a:off x="9217152" y="4142232"/>
            <a:ext cx="2898648" cy="36576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defRPr sz="900" b="0">
                <a:solidFill>
                  <a:srgbClr val="94A3B8"/>
                </a:solidFill>
                <a:latin typeface="Calibri"/>
              </a:defRPr>
            </a:pPr>
            <a:r>
              <a:t>{{source_6}}</a:t>
            </a:r>
          </a:p>
        </p:txBody>
      </p:sp>
      <p:sp>
        <p:nvSpPr>
          <p:cNvPr id="52" name="Rectangle 51">
            <a:extLst>
              <a:ext uri="{FF2B5EF4-FFF2-40B4-BE49-F238E27FC236}">
                <a16:creationId xmlns:a16="http://schemas.microsoft.com/office/drawing/2014/main" id="{9C9B9AA2-7531-D9F9-C36C-0DC0D033AF4E}"/>
              </a:ext>
            </a:extLst>
          </p:cNvPr>
          <p:cNvSpPr/>
          <p:nvPr userDrawn="1"/>
        </p:nvSpPr>
        <p:spPr>
          <a:xfrm>
            <a:off x="457200" y="4572000"/>
            <a:ext cx="11274552" cy="502920"/>
          </a:xfrm>
          <a:prstGeom prst="rect">
            <a:avLst/>
          </a:prstGeom>
          <a:solidFill>
            <a:srgbClr val="FFFFFF"/>
          </a:solidFill>
          <a:ln w="6350">
            <a:solidFill>
              <a:srgbClr val="E5E7EB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53" name="TextBox 52">
            <a:extLst>
              <a:ext uri="{FF2B5EF4-FFF2-40B4-BE49-F238E27FC236}">
                <a16:creationId xmlns:a16="http://schemas.microsoft.com/office/drawing/2014/main" id="{0D031712-6EE9-0189-AB4A-F1F9E53E8274}"/>
              </a:ext>
            </a:extLst>
          </p:cNvPr>
          <p:cNvSpPr txBox="1"/>
          <p:nvPr userDrawn="1"/>
        </p:nvSpPr>
        <p:spPr>
          <a:xfrm>
            <a:off x="530352" y="4645152"/>
            <a:ext cx="2596896" cy="36576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defRPr sz="900" b="0">
                <a:solidFill>
                  <a:srgbClr val="0F172A"/>
                </a:solidFill>
                <a:latin typeface="Calibri"/>
              </a:defRPr>
            </a:pPr>
            <a:r>
              <a:t>{{guideline_7}}</a:t>
            </a:r>
          </a:p>
        </p:txBody>
      </p:sp>
      <p:sp>
        <p:nvSpPr>
          <p:cNvPr id="54" name="TextBox 53">
            <a:extLst>
              <a:ext uri="{FF2B5EF4-FFF2-40B4-BE49-F238E27FC236}">
                <a16:creationId xmlns:a16="http://schemas.microsoft.com/office/drawing/2014/main" id="{CACAFB97-DEE4-CFC7-0CBC-47CBB73A0A8E}"/>
              </a:ext>
            </a:extLst>
          </p:cNvPr>
          <p:cNvSpPr txBox="1"/>
          <p:nvPr userDrawn="1"/>
        </p:nvSpPr>
        <p:spPr>
          <a:xfrm>
            <a:off x="3273552" y="4645152"/>
            <a:ext cx="1225296" cy="36576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defRPr sz="900" b="0">
                <a:solidFill>
                  <a:srgbClr val="0F172A"/>
                </a:solidFill>
                <a:latin typeface="Calibri"/>
              </a:defRPr>
            </a:pPr>
            <a:r>
              <a:t>{{line_7}}</a:t>
            </a:r>
          </a:p>
        </p:txBody>
      </p:sp>
      <p:sp>
        <p:nvSpPr>
          <p:cNvPr id="55" name="TextBox 54">
            <a:extLst>
              <a:ext uri="{FF2B5EF4-FFF2-40B4-BE49-F238E27FC236}">
                <a16:creationId xmlns:a16="http://schemas.microsoft.com/office/drawing/2014/main" id="{0BFDFF2A-FD0D-0E4E-BDD4-C17E4669FBD5}"/>
              </a:ext>
            </a:extLst>
          </p:cNvPr>
          <p:cNvSpPr txBox="1"/>
          <p:nvPr userDrawn="1"/>
        </p:nvSpPr>
        <p:spPr>
          <a:xfrm>
            <a:off x="4645152" y="4645152"/>
            <a:ext cx="1225296" cy="36576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defRPr sz="900" b="0">
                <a:solidFill>
                  <a:srgbClr val="0F172A"/>
                </a:solidFill>
                <a:latin typeface="Calibri"/>
              </a:defRPr>
            </a:pPr>
            <a:r>
              <a:t>{{status_7}}</a:t>
            </a:r>
          </a:p>
        </p:txBody>
      </p:sp>
      <p:sp>
        <p:nvSpPr>
          <p:cNvPr id="56" name="TextBox 55">
            <a:extLst>
              <a:ext uri="{FF2B5EF4-FFF2-40B4-BE49-F238E27FC236}">
                <a16:creationId xmlns:a16="http://schemas.microsoft.com/office/drawing/2014/main" id="{7C3D989B-B12A-0DD9-0DBA-0B3BE029B9F7}"/>
              </a:ext>
            </a:extLst>
          </p:cNvPr>
          <p:cNvSpPr txBox="1"/>
          <p:nvPr userDrawn="1"/>
        </p:nvSpPr>
        <p:spPr>
          <a:xfrm>
            <a:off x="6016752" y="4645152"/>
            <a:ext cx="3054096" cy="36576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defRPr sz="900" b="0">
                <a:solidFill>
                  <a:srgbClr val="0F172A"/>
                </a:solidFill>
                <a:latin typeface="Calibri"/>
              </a:defRPr>
            </a:pPr>
            <a:r>
              <a:t>{{recommendation_7}}</a:t>
            </a:r>
          </a:p>
        </p:txBody>
      </p:sp>
      <p:sp>
        <p:nvSpPr>
          <p:cNvPr id="57" name="TextBox 56">
            <a:extLst>
              <a:ext uri="{FF2B5EF4-FFF2-40B4-BE49-F238E27FC236}">
                <a16:creationId xmlns:a16="http://schemas.microsoft.com/office/drawing/2014/main" id="{5E32F6A8-73D3-3C2E-89C8-FD48BF8CB03C}"/>
              </a:ext>
            </a:extLst>
          </p:cNvPr>
          <p:cNvSpPr txBox="1"/>
          <p:nvPr userDrawn="1"/>
        </p:nvSpPr>
        <p:spPr>
          <a:xfrm>
            <a:off x="9217152" y="4645152"/>
            <a:ext cx="2898648" cy="36576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defRPr sz="900" b="0">
                <a:solidFill>
                  <a:srgbClr val="94A3B8"/>
                </a:solidFill>
                <a:latin typeface="Calibri"/>
              </a:defRPr>
            </a:pPr>
            <a:r>
              <a:t>{{source_7}}</a:t>
            </a:r>
          </a:p>
        </p:txBody>
      </p:sp>
      <p:sp>
        <p:nvSpPr>
          <p:cNvPr id="58" name="Rectangle 57">
            <a:extLst>
              <a:ext uri="{FF2B5EF4-FFF2-40B4-BE49-F238E27FC236}">
                <a16:creationId xmlns:a16="http://schemas.microsoft.com/office/drawing/2014/main" id="{E76FE7E8-E3F9-0132-EA38-C7E770CFAE5D}"/>
              </a:ext>
            </a:extLst>
          </p:cNvPr>
          <p:cNvSpPr/>
          <p:nvPr userDrawn="1"/>
        </p:nvSpPr>
        <p:spPr>
          <a:xfrm>
            <a:off x="457200" y="5074920"/>
            <a:ext cx="11274552" cy="502920"/>
          </a:xfrm>
          <a:prstGeom prst="rect">
            <a:avLst/>
          </a:prstGeom>
          <a:solidFill>
            <a:srgbClr val="F8FAFF"/>
          </a:solidFill>
          <a:ln w="6350">
            <a:solidFill>
              <a:srgbClr val="E5E7EB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59" name="TextBox 58">
            <a:extLst>
              <a:ext uri="{FF2B5EF4-FFF2-40B4-BE49-F238E27FC236}">
                <a16:creationId xmlns:a16="http://schemas.microsoft.com/office/drawing/2014/main" id="{12A6788B-40F1-63CB-17D5-6F859FFFA00B}"/>
              </a:ext>
            </a:extLst>
          </p:cNvPr>
          <p:cNvSpPr txBox="1"/>
          <p:nvPr userDrawn="1"/>
        </p:nvSpPr>
        <p:spPr>
          <a:xfrm>
            <a:off x="530352" y="5148072"/>
            <a:ext cx="2596896" cy="36576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defRPr sz="900" b="0">
                <a:solidFill>
                  <a:srgbClr val="0F172A"/>
                </a:solidFill>
                <a:latin typeface="Calibri"/>
              </a:defRPr>
            </a:pPr>
            <a:r>
              <a:t>{{guideline_8}}</a:t>
            </a:r>
          </a:p>
        </p:txBody>
      </p:sp>
      <p:sp>
        <p:nvSpPr>
          <p:cNvPr id="60" name="TextBox 59">
            <a:extLst>
              <a:ext uri="{FF2B5EF4-FFF2-40B4-BE49-F238E27FC236}">
                <a16:creationId xmlns:a16="http://schemas.microsoft.com/office/drawing/2014/main" id="{5B738539-B8AE-F6C5-3408-41DD12C91522}"/>
              </a:ext>
            </a:extLst>
          </p:cNvPr>
          <p:cNvSpPr txBox="1"/>
          <p:nvPr userDrawn="1"/>
        </p:nvSpPr>
        <p:spPr>
          <a:xfrm>
            <a:off x="3273552" y="5148072"/>
            <a:ext cx="1225296" cy="36576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defRPr sz="900" b="0">
                <a:solidFill>
                  <a:srgbClr val="0F172A"/>
                </a:solidFill>
                <a:latin typeface="Calibri"/>
              </a:defRPr>
            </a:pPr>
            <a:r>
              <a:t>{{line_8}}</a:t>
            </a:r>
          </a:p>
        </p:txBody>
      </p:sp>
      <p:sp>
        <p:nvSpPr>
          <p:cNvPr id="61" name="TextBox 60">
            <a:extLst>
              <a:ext uri="{FF2B5EF4-FFF2-40B4-BE49-F238E27FC236}">
                <a16:creationId xmlns:a16="http://schemas.microsoft.com/office/drawing/2014/main" id="{4F5FD7DD-821C-9A94-5B50-92D6ED3A6045}"/>
              </a:ext>
            </a:extLst>
          </p:cNvPr>
          <p:cNvSpPr txBox="1"/>
          <p:nvPr userDrawn="1"/>
        </p:nvSpPr>
        <p:spPr>
          <a:xfrm>
            <a:off x="4645152" y="5148072"/>
            <a:ext cx="1225296" cy="36576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defRPr sz="900" b="0">
                <a:solidFill>
                  <a:srgbClr val="0F172A"/>
                </a:solidFill>
                <a:latin typeface="Calibri"/>
              </a:defRPr>
            </a:pPr>
            <a:r>
              <a:t>{{status_8}}</a:t>
            </a:r>
          </a:p>
        </p:txBody>
      </p:sp>
      <p:sp>
        <p:nvSpPr>
          <p:cNvPr id="62" name="TextBox 61">
            <a:extLst>
              <a:ext uri="{FF2B5EF4-FFF2-40B4-BE49-F238E27FC236}">
                <a16:creationId xmlns:a16="http://schemas.microsoft.com/office/drawing/2014/main" id="{DA833B5C-07C6-672C-3346-8488EA7F926F}"/>
              </a:ext>
            </a:extLst>
          </p:cNvPr>
          <p:cNvSpPr txBox="1"/>
          <p:nvPr userDrawn="1"/>
        </p:nvSpPr>
        <p:spPr>
          <a:xfrm>
            <a:off x="6016752" y="5148072"/>
            <a:ext cx="3054096" cy="36576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defRPr sz="900" b="0">
                <a:solidFill>
                  <a:srgbClr val="0F172A"/>
                </a:solidFill>
                <a:latin typeface="Calibri"/>
              </a:defRPr>
            </a:pPr>
            <a:r>
              <a:t>{{recommendation_8}}</a:t>
            </a:r>
          </a:p>
        </p:txBody>
      </p:sp>
      <p:sp>
        <p:nvSpPr>
          <p:cNvPr id="63" name="TextBox 62">
            <a:extLst>
              <a:ext uri="{FF2B5EF4-FFF2-40B4-BE49-F238E27FC236}">
                <a16:creationId xmlns:a16="http://schemas.microsoft.com/office/drawing/2014/main" id="{446E5EE6-A979-4C41-744A-3DA8E47D810F}"/>
              </a:ext>
            </a:extLst>
          </p:cNvPr>
          <p:cNvSpPr txBox="1"/>
          <p:nvPr userDrawn="1"/>
        </p:nvSpPr>
        <p:spPr>
          <a:xfrm>
            <a:off x="9217152" y="5148072"/>
            <a:ext cx="2898648" cy="36576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defRPr sz="900" b="0">
                <a:solidFill>
                  <a:srgbClr val="94A3B8"/>
                </a:solidFill>
                <a:latin typeface="Calibri"/>
              </a:defRPr>
            </a:pPr>
            <a:r>
              <a:t>{{source_8}}</a:t>
            </a:r>
          </a:p>
        </p:txBody>
      </p:sp>
      <p:sp>
        <p:nvSpPr>
          <p:cNvPr id="64" name="TextBox 63">
            <a:extLst>
              <a:ext uri="{FF2B5EF4-FFF2-40B4-BE49-F238E27FC236}">
                <a16:creationId xmlns:a16="http://schemas.microsoft.com/office/drawing/2014/main" id="{5176DD8C-B98A-09EA-F274-A94B8C97787A}"/>
              </a:ext>
            </a:extLst>
          </p:cNvPr>
          <p:cNvSpPr txBox="1"/>
          <p:nvPr userDrawn="1"/>
        </p:nvSpPr>
        <p:spPr>
          <a:xfrm>
            <a:off x="457200" y="5760720"/>
            <a:ext cx="11274552" cy="54864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defRPr sz="1000" b="0">
                <a:solidFill>
                  <a:srgbClr val="475569"/>
                </a:solidFill>
                <a:latin typeface="Calibri"/>
              </a:defRPr>
            </a:pPr>
            <a:r>
              <a:t>{{key_message}}</a:t>
            </a:r>
          </a:p>
        </p:txBody>
      </p:sp>
      <p:sp>
        <p:nvSpPr>
          <p:cNvPr id="65" name="TextBox 64">
            <a:extLst>
              <a:ext uri="{FF2B5EF4-FFF2-40B4-BE49-F238E27FC236}">
                <a16:creationId xmlns:a16="http://schemas.microsoft.com/office/drawing/2014/main" id="{876533E8-6945-D01B-4834-EC4F90BDCA57}"/>
              </a:ext>
            </a:extLst>
          </p:cNvPr>
          <p:cNvSpPr txBox="1"/>
          <p:nvPr userDrawn="1"/>
        </p:nvSpPr>
        <p:spPr>
          <a:xfrm>
            <a:off x="1600200" y="155632"/>
            <a:ext cx="1737360" cy="23083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900" b="1">
                <a:solidFill>
                  <a:srgbClr val="FFFFFF"/>
                </a:solidFill>
                <a:latin typeface="Calibri"/>
              </a:defRPr>
            </a:pPr>
            <a:r>
              <a:rPr dirty="0">
                <a:solidFill>
                  <a:srgbClr val="C4B5FD"/>
                </a:solidFill>
                <a:latin typeface="Arial" panose="020B0604020202020204" pitchFamily="34" charset="0"/>
                <a:cs typeface="Arial" panose="020B0604020202020204" pitchFamily="34" charset="0"/>
              </a:rPr>
              <a:t>GUIDELINES</a:t>
            </a:r>
          </a:p>
        </p:txBody>
      </p:sp>
      <p:sp>
        <p:nvSpPr>
          <p:cNvPr id="66" name="TextBox 65">
            <a:extLst>
              <a:ext uri="{FF2B5EF4-FFF2-40B4-BE49-F238E27FC236}">
                <a16:creationId xmlns:a16="http://schemas.microsoft.com/office/drawing/2014/main" id="{DD9070AD-AC3D-9CC4-036F-E934BE459BEB}"/>
              </a:ext>
            </a:extLst>
          </p:cNvPr>
          <p:cNvSpPr txBox="1"/>
          <p:nvPr userDrawn="1"/>
        </p:nvSpPr>
        <p:spPr>
          <a:xfrm>
            <a:off x="3566160" y="128200"/>
            <a:ext cx="4572000" cy="34747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defRPr sz="1200" b="0">
                <a:solidFill>
                  <a:srgbClr val="CBD5E1"/>
                </a:solidFill>
                <a:latin typeface="Calibri"/>
              </a:defRPr>
            </a:pPr>
            <a:r>
              <a:t>{{drug_label}}</a:t>
            </a:r>
          </a:p>
        </p:txBody>
      </p:sp>
    </p:spTree>
    <p:extLst>
      <p:ext uri="{BB962C8B-B14F-4D97-AF65-F5344CB8AC3E}">
        <p14:creationId xmlns:p14="http://schemas.microsoft.com/office/powerpoint/2010/main" val="4260059211"/>
      </p:ext>
    </p:extLst>
  </p:cSld>
  <p:clrMapOvr>
    <a:masterClrMapping/>
  </p:clrMapOvr>
</p:sldLayout>
</file>

<file path=ppt/slideLayouts/slideLayout43.xml><?xml version="1.0" encoding="utf-8"?>
<p:sldLayout xmlns:a="http://schemas.openxmlformats.org/drawingml/2006/main" xmlns:r="http://schemas.openxmlformats.org/officeDocument/2006/relationships" xmlns:p="http://schemas.openxmlformats.org/presentationml/2006/main" preserve="1" userDrawn="1">
  <p:cSld name="SWOT_LINES_grey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7" name="Rounded Rectangle 13">
            <a:extLst>
              <a:ext uri="{FF2B5EF4-FFF2-40B4-BE49-F238E27FC236}">
                <a16:creationId xmlns:a16="http://schemas.microsoft.com/office/drawing/2014/main" id="{00B42218-B67B-48AF-830F-840A130B63AF}"/>
              </a:ext>
            </a:extLst>
          </p:cNvPr>
          <p:cNvSpPr/>
          <p:nvPr userDrawn="1"/>
        </p:nvSpPr>
        <p:spPr>
          <a:xfrm>
            <a:off x="166180" y="658368"/>
            <a:ext cx="11859768" cy="1405890"/>
          </a:xfrm>
          <a:prstGeom prst="roundRect">
            <a:avLst/>
          </a:prstGeom>
          <a:solidFill>
            <a:srgbClr val="ECFDF5"/>
          </a:solidFill>
          <a:ln w="12700">
            <a:solidFill>
              <a:srgbClr val="D1FAE5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8" name="Rectangle 7">
            <a:extLst>
              <a:ext uri="{FF2B5EF4-FFF2-40B4-BE49-F238E27FC236}">
                <a16:creationId xmlns:a16="http://schemas.microsoft.com/office/drawing/2014/main" id="{FDB1E190-F99D-C358-DCA6-128D1450BF9F}"/>
              </a:ext>
            </a:extLst>
          </p:cNvPr>
          <p:cNvSpPr/>
          <p:nvPr userDrawn="1"/>
        </p:nvSpPr>
        <p:spPr>
          <a:xfrm>
            <a:off x="166180" y="658368"/>
            <a:ext cx="54864" cy="1405890"/>
          </a:xfrm>
          <a:prstGeom prst="rect">
            <a:avLst/>
          </a:prstGeom>
          <a:solidFill>
            <a:srgbClr val="10B981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9" name="Oval 8">
            <a:extLst>
              <a:ext uri="{FF2B5EF4-FFF2-40B4-BE49-F238E27FC236}">
                <a16:creationId xmlns:a16="http://schemas.microsoft.com/office/drawing/2014/main" id="{397F3262-ECEF-1605-A42F-A265F74B0493}"/>
              </a:ext>
            </a:extLst>
          </p:cNvPr>
          <p:cNvSpPr/>
          <p:nvPr userDrawn="1"/>
        </p:nvSpPr>
        <p:spPr>
          <a:xfrm>
            <a:off x="330772" y="749808"/>
            <a:ext cx="310896" cy="310896"/>
          </a:xfrm>
          <a:prstGeom prst="ellipse">
            <a:avLst/>
          </a:prstGeom>
          <a:solidFill>
            <a:srgbClr val="10B981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10" name="TextBox 9">
            <a:extLst>
              <a:ext uri="{FF2B5EF4-FFF2-40B4-BE49-F238E27FC236}">
                <a16:creationId xmlns:a16="http://schemas.microsoft.com/office/drawing/2014/main" id="{7D996A45-FCCD-99A1-A16B-065DCED69C53}"/>
              </a:ext>
            </a:extLst>
          </p:cNvPr>
          <p:cNvSpPr txBox="1"/>
          <p:nvPr userDrawn="1"/>
        </p:nvSpPr>
        <p:spPr>
          <a:xfrm>
            <a:off x="330772" y="738600"/>
            <a:ext cx="310896" cy="338554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1600" b="1" i="0">
                <a:solidFill>
                  <a:srgbClr val="FFFFFF"/>
                </a:solidFill>
                <a:latin typeface="Arial"/>
              </a:defRPr>
            </a:pPr>
            <a:r>
              <a:rPr sz="1600" dirty="0"/>
              <a:t>S</a:t>
            </a:r>
          </a:p>
        </p:txBody>
      </p:sp>
      <p:sp>
        <p:nvSpPr>
          <p:cNvPr id="11" name="TextBox 10">
            <a:extLst>
              <a:ext uri="{FF2B5EF4-FFF2-40B4-BE49-F238E27FC236}">
                <a16:creationId xmlns:a16="http://schemas.microsoft.com/office/drawing/2014/main" id="{2317EEDF-0E02-D81D-3689-F534F386CB23}"/>
              </a:ext>
            </a:extLst>
          </p:cNvPr>
          <p:cNvSpPr txBox="1"/>
          <p:nvPr userDrawn="1"/>
        </p:nvSpPr>
        <p:spPr>
          <a:xfrm>
            <a:off x="733108" y="768096"/>
            <a:ext cx="1280160" cy="26161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defRPr sz="1100" b="1" i="0">
                <a:solidFill>
                  <a:srgbClr val="10B981"/>
                </a:solidFill>
                <a:latin typeface="Arial"/>
              </a:defRPr>
            </a:pPr>
            <a:r>
              <a:rPr sz="1100"/>
              <a:t>STRENGTHS</a:t>
            </a:r>
          </a:p>
        </p:txBody>
      </p:sp>
      <p:sp>
        <p:nvSpPr>
          <p:cNvPr id="12" name="TextBox 11">
            <a:extLst>
              <a:ext uri="{FF2B5EF4-FFF2-40B4-BE49-F238E27FC236}">
                <a16:creationId xmlns:a16="http://schemas.microsoft.com/office/drawing/2014/main" id="{30FD7DD9-81B2-AAD3-2BF1-E826DE1CC433}"/>
              </a:ext>
            </a:extLst>
          </p:cNvPr>
          <p:cNvSpPr txBox="1"/>
          <p:nvPr userDrawn="1"/>
        </p:nvSpPr>
        <p:spPr>
          <a:xfrm>
            <a:off x="2196148" y="749808"/>
            <a:ext cx="109728" cy="215444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defRPr sz="800" b="0" i="0">
                <a:solidFill>
                  <a:srgbClr val="10B981"/>
                </a:solidFill>
                <a:latin typeface="Arial"/>
              </a:defRPr>
            </a:pPr>
            <a:r>
              <a:rPr sz="800"/>
              <a:t>•</a:t>
            </a:r>
          </a:p>
        </p:txBody>
      </p:sp>
      <p:sp>
        <p:nvSpPr>
          <p:cNvPr id="13" name="TextBox 12">
            <a:extLst>
              <a:ext uri="{FF2B5EF4-FFF2-40B4-BE49-F238E27FC236}">
                <a16:creationId xmlns:a16="http://schemas.microsoft.com/office/drawing/2014/main" id="{80A1731D-F7D6-1116-1A8D-FCD3AED8EEEA}"/>
              </a:ext>
            </a:extLst>
          </p:cNvPr>
          <p:cNvSpPr txBox="1"/>
          <p:nvPr userDrawn="1"/>
        </p:nvSpPr>
        <p:spPr>
          <a:xfrm>
            <a:off x="2342452" y="749809"/>
            <a:ext cx="4572000" cy="246221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defRPr sz="850" b="0" i="0">
                <a:solidFill>
                  <a:srgbClr val="0F172A"/>
                </a:solidFill>
                <a:latin typeface="Arial"/>
              </a:defRPr>
            </a:pPr>
            <a:r>
              <a:rPr sz="1000"/>
              <a:t>{{strength_1}}</a:t>
            </a:r>
          </a:p>
        </p:txBody>
      </p:sp>
      <p:sp>
        <p:nvSpPr>
          <p:cNvPr id="14" name="TextBox 13">
            <a:extLst>
              <a:ext uri="{FF2B5EF4-FFF2-40B4-BE49-F238E27FC236}">
                <a16:creationId xmlns:a16="http://schemas.microsoft.com/office/drawing/2014/main" id="{CBE59AD2-0345-DD10-0D0B-1DFA4D4BE1BB}"/>
              </a:ext>
            </a:extLst>
          </p:cNvPr>
          <p:cNvSpPr txBox="1"/>
          <p:nvPr userDrawn="1"/>
        </p:nvSpPr>
        <p:spPr>
          <a:xfrm>
            <a:off x="2196148" y="987552"/>
            <a:ext cx="109728" cy="215444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defRPr sz="800" b="0" i="0">
                <a:solidFill>
                  <a:srgbClr val="10B981"/>
                </a:solidFill>
                <a:latin typeface="Arial"/>
              </a:defRPr>
            </a:pPr>
            <a:r>
              <a:rPr sz="800"/>
              <a:t>•</a:t>
            </a:r>
          </a:p>
        </p:txBody>
      </p:sp>
      <p:sp>
        <p:nvSpPr>
          <p:cNvPr id="15" name="TextBox 14">
            <a:extLst>
              <a:ext uri="{FF2B5EF4-FFF2-40B4-BE49-F238E27FC236}">
                <a16:creationId xmlns:a16="http://schemas.microsoft.com/office/drawing/2014/main" id="{4221AC6A-DC88-1193-E4D5-3A6322AA7B3D}"/>
              </a:ext>
            </a:extLst>
          </p:cNvPr>
          <p:cNvSpPr txBox="1"/>
          <p:nvPr userDrawn="1"/>
        </p:nvSpPr>
        <p:spPr>
          <a:xfrm>
            <a:off x="2342452" y="987553"/>
            <a:ext cx="4572000" cy="246221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defRPr sz="850" b="0" i="0">
                <a:solidFill>
                  <a:srgbClr val="0F172A"/>
                </a:solidFill>
                <a:latin typeface="Arial"/>
              </a:defRPr>
            </a:pPr>
            <a:r>
              <a:rPr sz="1000"/>
              <a:t>{{strength_2}}</a:t>
            </a:r>
          </a:p>
        </p:txBody>
      </p:sp>
      <p:sp>
        <p:nvSpPr>
          <p:cNvPr id="16" name="TextBox 15">
            <a:extLst>
              <a:ext uri="{FF2B5EF4-FFF2-40B4-BE49-F238E27FC236}">
                <a16:creationId xmlns:a16="http://schemas.microsoft.com/office/drawing/2014/main" id="{4FF92845-8AEA-E287-B3F8-16667744FEEA}"/>
              </a:ext>
            </a:extLst>
          </p:cNvPr>
          <p:cNvSpPr txBox="1"/>
          <p:nvPr userDrawn="1"/>
        </p:nvSpPr>
        <p:spPr>
          <a:xfrm>
            <a:off x="2196148" y="1225295"/>
            <a:ext cx="109728" cy="215444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defRPr sz="800" b="0" i="0">
                <a:solidFill>
                  <a:srgbClr val="10B981"/>
                </a:solidFill>
                <a:latin typeface="Arial"/>
              </a:defRPr>
            </a:pPr>
            <a:r>
              <a:rPr sz="800"/>
              <a:t>•</a:t>
            </a:r>
          </a:p>
        </p:txBody>
      </p:sp>
      <p:sp>
        <p:nvSpPr>
          <p:cNvPr id="17" name="TextBox 16">
            <a:extLst>
              <a:ext uri="{FF2B5EF4-FFF2-40B4-BE49-F238E27FC236}">
                <a16:creationId xmlns:a16="http://schemas.microsoft.com/office/drawing/2014/main" id="{395DA2A2-963E-9D01-CB91-AE4A98892250}"/>
              </a:ext>
            </a:extLst>
          </p:cNvPr>
          <p:cNvSpPr txBox="1"/>
          <p:nvPr userDrawn="1"/>
        </p:nvSpPr>
        <p:spPr>
          <a:xfrm>
            <a:off x="2342452" y="1225296"/>
            <a:ext cx="4572000" cy="246221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defRPr sz="850" b="0" i="0">
                <a:solidFill>
                  <a:srgbClr val="0F172A"/>
                </a:solidFill>
                <a:latin typeface="Arial"/>
              </a:defRPr>
            </a:pPr>
            <a:r>
              <a:rPr sz="1000" dirty="0"/>
              <a:t>{{strength_3}}</a:t>
            </a:r>
          </a:p>
        </p:txBody>
      </p:sp>
      <p:sp>
        <p:nvSpPr>
          <p:cNvPr id="18" name="TextBox 17">
            <a:extLst>
              <a:ext uri="{FF2B5EF4-FFF2-40B4-BE49-F238E27FC236}">
                <a16:creationId xmlns:a16="http://schemas.microsoft.com/office/drawing/2014/main" id="{A10E2D96-59E6-D557-F7A3-4ED24597A9E0}"/>
              </a:ext>
            </a:extLst>
          </p:cNvPr>
          <p:cNvSpPr txBox="1"/>
          <p:nvPr userDrawn="1"/>
        </p:nvSpPr>
        <p:spPr>
          <a:xfrm>
            <a:off x="7133908" y="749808"/>
            <a:ext cx="109728" cy="215444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defRPr sz="800" b="0" i="0">
                <a:solidFill>
                  <a:srgbClr val="10B981"/>
                </a:solidFill>
                <a:latin typeface="Arial"/>
              </a:defRPr>
            </a:pPr>
            <a:r>
              <a:rPr sz="800"/>
              <a:t>•</a:t>
            </a:r>
          </a:p>
        </p:txBody>
      </p:sp>
      <p:sp>
        <p:nvSpPr>
          <p:cNvPr id="19" name="TextBox 18">
            <a:extLst>
              <a:ext uri="{FF2B5EF4-FFF2-40B4-BE49-F238E27FC236}">
                <a16:creationId xmlns:a16="http://schemas.microsoft.com/office/drawing/2014/main" id="{2FEF665A-DDE3-30B9-3F18-76C05043B1CD}"/>
              </a:ext>
            </a:extLst>
          </p:cNvPr>
          <p:cNvSpPr txBox="1"/>
          <p:nvPr userDrawn="1"/>
        </p:nvSpPr>
        <p:spPr>
          <a:xfrm>
            <a:off x="7280212" y="749809"/>
            <a:ext cx="4572000" cy="246221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defRPr sz="850" b="0" i="0">
                <a:solidFill>
                  <a:srgbClr val="0F172A"/>
                </a:solidFill>
                <a:latin typeface="Arial"/>
              </a:defRPr>
            </a:pPr>
            <a:r>
              <a:rPr sz="1000"/>
              <a:t>{{strength_4}}</a:t>
            </a:r>
          </a:p>
        </p:txBody>
      </p:sp>
      <p:sp>
        <p:nvSpPr>
          <p:cNvPr id="20" name="TextBox 19">
            <a:extLst>
              <a:ext uri="{FF2B5EF4-FFF2-40B4-BE49-F238E27FC236}">
                <a16:creationId xmlns:a16="http://schemas.microsoft.com/office/drawing/2014/main" id="{45051882-D701-FD38-2A90-F0B8959F780C}"/>
              </a:ext>
            </a:extLst>
          </p:cNvPr>
          <p:cNvSpPr txBox="1"/>
          <p:nvPr userDrawn="1"/>
        </p:nvSpPr>
        <p:spPr>
          <a:xfrm>
            <a:off x="7133908" y="987552"/>
            <a:ext cx="109728" cy="215444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defRPr sz="800" b="0" i="0">
                <a:solidFill>
                  <a:srgbClr val="10B981"/>
                </a:solidFill>
                <a:latin typeface="Arial"/>
              </a:defRPr>
            </a:pPr>
            <a:r>
              <a:rPr sz="800"/>
              <a:t>•</a:t>
            </a:r>
          </a:p>
        </p:txBody>
      </p:sp>
      <p:sp>
        <p:nvSpPr>
          <p:cNvPr id="21" name="TextBox 20">
            <a:extLst>
              <a:ext uri="{FF2B5EF4-FFF2-40B4-BE49-F238E27FC236}">
                <a16:creationId xmlns:a16="http://schemas.microsoft.com/office/drawing/2014/main" id="{C96430B9-54D1-8A5A-87F9-28444D51A1ED}"/>
              </a:ext>
            </a:extLst>
          </p:cNvPr>
          <p:cNvSpPr txBox="1"/>
          <p:nvPr userDrawn="1"/>
        </p:nvSpPr>
        <p:spPr>
          <a:xfrm>
            <a:off x="7280212" y="987553"/>
            <a:ext cx="4572000" cy="246221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defRPr sz="850" b="0" i="0">
                <a:solidFill>
                  <a:srgbClr val="0F172A"/>
                </a:solidFill>
                <a:latin typeface="Arial"/>
              </a:defRPr>
            </a:pPr>
            <a:r>
              <a:rPr sz="1000"/>
              <a:t>{{strength_5}}</a:t>
            </a:r>
          </a:p>
        </p:txBody>
      </p:sp>
      <p:sp>
        <p:nvSpPr>
          <p:cNvPr id="22" name="Rounded Rectangle 28">
            <a:extLst>
              <a:ext uri="{FF2B5EF4-FFF2-40B4-BE49-F238E27FC236}">
                <a16:creationId xmlns:a16="http://schemas.microsoft.com/office/drawing/2014/main" id="{E0A8290D-5EB0-FA02-986B-C1C21C3CBF77}"/>
              </a:ext>
            </a:extLst>
          </p:cNvPr>
          <p:cNvSpPr/>
          <p:nvPr userDrawn="1"/>
        </p:nvSpPr>
        <p:spPr>
          <a:xfrm>
            <a:off x="166180" y="2155698"/>
            <a:ext cx="11859768" cy="1405890"/>
          </a:xfrm>
          <a:prstGeom prst="roundRect">
            <a:avLst/>
          </a:prstGeom>
          <a:solidFill>
            <a:srgbClr val="FEF2F2"/>
          </a:solidFill>
          <a:ln w="12700">
            <a:solidFill>
              <a:srgbClr val="FECACA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23" name="Rectangle 22">
            <a:extLst>
              <a:ext uri="{FF2B5EF4-FFF2-40B4-BE49-F238E27FC236}">
                <a16:creationId xmlns:a16="http://schemas.microsoft.com/office/drawing/2014/main" id="{FD3822DF-9F38-AE3F-E818-624728FA5F6B}"/>
              </a:ext>
            </a:extLst>
          </p:cNvPr>
          <p:cNvSpPr/>
          <p:nvPr userDrawn="1"/>
        </p:nvSpPr>
        <p:spPr>
          <a:xfrm>
            <a:off x="166180" y="2155698"/>
            <a:ext cx="54864" cy="1405890"/>
          </a:xfrm>
          <a:prstGeom prst="rect">
            <a:avLst/>
          </a:prstGeom>
          <a:solidFill>
            <a:srgbClr val="EF4444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24" name="Oval 23">
            <a:extLst>
              <a:ext uri="{FF2B5EF4-FFF2-40B4-BE49-F238E27FC236}">
                <a16:creationId xmlns:a16="http://schemas.microsoft.com/office/drawing/2014/main" id="{64DCAD92-2443-C04F-0139-F00C93EFE613}"/>
              </a:ext>
            </a:extLst>
          </p:cNvPr>
          <p:cNvSpPr/>
          <p:nvPr userDrawn="1"/>
        </p:nvSpPr>
        <p:spPr>
          <a:xfrm>
            <a:off x="330772" y="2247138"/>
            <a:ext cx="310896" cy="310896"/>
          </a:xfrm>
          <a:prstGeom prst="ellipse">
            <a:avLst/>
          </a:prstGeom>
          <a:solidFill>
            <a:srgbClr val="EF4444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25" name="TextBox 24">
            <a:extLst>
              <a:ext uri="{FF2B5EF4-FFF2-40B4-BE49-F238E27FC236}">
                <a16:creationId xmlns:a16="http://schemas.microsoft.com/office/drawing/2014/main" id="{9CAC70B7-5FEC-47EC-AFA4-A60EB3C4C56D}"/>
              </a:ext>
            </a:extLst>
          </p:cNvPr>
          <p:cNvSpPr txBox="1"/>
          <p:nvPr userDrawn="1"/>
        </p:nvSpPr>
        <p:spPr>
          <a:xfrm>
            <a:off x="330772" y="2235930"/>
            <a:ext cx="310896" cy="338554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1600" b="1" i="0">
                <a:solidFill>
                  <a:srgbClr val="FFFFFF"/>
                </a:solidFill>
                <a:latin typeface="Arial"/>
              </a:defRPr>
            </a:pPr>
            <a:r>
              <a:rPr sz="1600"/>
              <a:t>W</a:t>
            </a:r>
          </a:p>
        </p:txBody>
      </p:sp>
      <p:sp>
        <p:nvSpPr>
          <p:cNvPr id="26" name="TextBox 25">
            <a:extLst>
              <a:ext uri="{FF2B5EF4-FFF2-40B4-BE49-F238E27FC236}">
                <a16:creationId xmlns:a16="http://schemas.microsoft.com/office/drawing/2014/main" id="{B9F554BE-9EF3-4CA6-AC50-994B84B66FBC}"/>
              </a:ext>
            </a:extLst>
          </p:cNvPr>
          <p:cNvSpPr txBox="1"/>
          <p:nvPr userDrawn="1"/>
        </p:nvSpPr>
        <p:spPr>
          <a:xfrm>
            <a:off x="733108" y="2265426"/>
            <a:ext cx="1280160" cy="26161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defRPr sz="1100" b="1" i="0">
                <a:solidFill>
                  <a:srgbClr val="EF4444"/>
                </a:solidFill>
                <a:latin typeface="Arial"/>
              </a:defRPr>
            </a:pPr>
            <a:r>
              <a:rPr sz="1100" dirty="0"/>
              <a:t>WEAKNESSES</a:t>
            </a:r>
          </a:p>
        </p:txBody>
      </p:sp>
      <p:sp>
        <p:nvSpPr>
          <p:cNvPr id="27" name="TextBox 26">
            <a:extLst>
              <a:ext uri="{FF2B5EF4-FFF2-40B4-BE49-F238E27FC236}">
                <a16:creationId xmlns:a16="http://schemas.microsoft.com/office/drawing/2014/main" id="{917EE76C-F9B9-1375-B5A8-C472EF919A8B}"/>
              </a:ext>
            </a:extLst>
          </p:cNvPr>
          <p:cNvSpPr txBox="1"/>
          <p:nvPr userDrawn="1"/>
        </p:nvSpPr>
        <p:spPr>
          <a:xfrm>
            <a:off x="2196148" y="2247138"/>
            <a:ext cx="109728" cy="215444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defRPr sz="800" b="0" i="0">
                <a:solidFill>
                  <a:srgbClr val="EF4444"/>
                </a:solidFill>
                <a:latin typeface="Arial"/>
              </a:defRPr>
            </a:pPr>
            <a:r>
              <a:rPr sz="800"/>
              <a:t>•</a:t>
            </a:r>
          </a:p>
        </p:txBody>
      </p:sp>
      <p:sp>
        <p:nvSpPr>
          <p:cNvPr id="28" name="TextBox 27">
            <a:extLst>
              <a:ext uri="{FF2B5EF4-FFF2-40B4-BE49-F238E27FC236}">
                <a16:creationId xmlns:a16="http://schemas.microsoft.com/office/drawing/2014/main" id="{73ECC38E-4501-5858-5E13-95EEA4862EFB}"/>
              </a:ext>
            </a:extLst>
          </p:cNvPr>
          <p:cNvSpPr txBox="1"/>
          <p:nvPr userDrawn="1"/>
        </p:nvSpPr>
        <p:spPr>
          <a:xfrm>
            <a:off x="2342452" y="2247139"/>
            <a:ext cx="4572000" cy="246221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defRPr sz="850" b="0" i="0">
                <a:solidFill>
                  <a:srgbClr val="0F172A"/>
                </a:solidFill>
                <a:latin typeface="Arial"/>
              </a:defRPr>
            </a:pPr>
            <a:r>
              <a:rPr sz="1000"/>
              <a:t>{{weakness_1}}</a:t>
            </a:r>
          </a:p>
        </p:txBody>
      </p:sp>
      <p:sp>
        <p:nvSpPr>
          <p:cNvPr id="29" name="TextBox 28">
            <a:extLst>
              <a:ext uri="{FF2B5EF4-FFF2-40B4-BE49-F238E27FC236}">
                <a16:creationId xmlns:a16="http://schemas.microsoft.com/office/drawing/2014/main" id="{0833C336-FF16-15A7-6B3D-FA28B84655FC}"/>
              </a:ext>
            </a:extLst>
          </p:cNvPr>
          <p:cNvSpPr txBox="1"/>
          <p:nvPr userDrawn="1"/>
        </p:nvSpPr>
        <p:spPr>
          <a:xfrm>
            <a:off x="2196148" y="2484882"/>
            <a:ext cx="109728" cy="215444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defRPr sz="800" b="0" i="0">
                <a:solidFill>
                  <a:srgbClr val="EF4444"/>
                </a:solidFill>
                <a:latin typeface="Arial"/>
              </a:defRPr>
            </a:pPr>
            <a:r>
              <a:rPr sz="800"/>
              <a:t>•</a:t>
            </a:r>
          </a:p>
        </p:txBody>
      </p:sp>
      <p:sp>
        <p:nvSpPr>
          <p:cNvPr id="30" name="TextBox 29">
            <a:extLst>
              <a:ext uri="{FF2B5EF4-FFF2-40B4-BE49-F238E27FC236}">
                <a16:creationId xmlns:a16="http://schemas.microsoft.com/office/drawing/2014/main" id="{33E1E02B-FF5B-3E33-B6AE-7833DC3FDF2F}"/>
              </a:ext>
            </a:extLst>
          </p:cNvPr>
          <p:cNvSpPr txBox="1"/>
          <p:nvPr userDrawn="1"/>
        </p:nvSpPr>
        <p:spPr>
          <a:xfrm>
            <a:off x="2342452" y="2484883"/>
            <a:ext cx="4572000" cy="246221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defRPr sz="850" b="0" i="0">
                <a:solidFill>
                  <a:srgbClr val="0F172A"/>
                </a:solidFill>
                <a:latin typeface="Arial"/>
              </a:defRPr>
            </a:pPr>
            <a:r>
              <a:rPr sz="1000"/>
              <a:t>{{weakness_2}}</a:t>
            </a:r>
          </a:p>
        </p:txBody>
      </p:sp>
      <p:sp>
        <p:nvSpPr>
          <p:cNvPr id="31" name="TextBox 30">
            <a:extLst>
              <a:ext uri="{FF2B5EF4-FFF2-40B4-BE49-F238E27FC236}">
                <a16:creationId xmlns:a16="http://schemas.microsoft.com/office/drawing/2014/main" id="{4A30F50B-138F-E3C9-EC66-24E86A0359D0}"/>
              </a:ext>
            </a:extLst>
          </p:cNvPr>
          <p:cNvSpPr txBox="1"/>
          <p:nvPr userDrawn="1"/>
        </p:nvSpPr>
        <p:spPr>
          <a:xfrm>
            <a:off x="2196148" y="2722626"/>
            <a:ext cx="109728" cy="215444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defRPr sz="800" b="0" i="0">
                <a:solidFill>
                  <a:srgbClr val="EF4444"/>
                </a:solidFill>
                <a:latin typeface="Arial"/>
              </a:defRPr>
            </a:pPr>
            <a:r>
              <a:rPr sz="800"/>
              <a:t>•</a:t>
            </a:r>
          </a:p>
        </p:txBody>
      </p:sp>
      <p:sp>
        <p:nvSpPr>
          <p:cNvPr id="32" name="TextBox 31">
            <a:extLst>
              <a:ext uri="{FF2B5EF4-FFF2-40B4-BE49-F238E27FC236}">
                <a16:creationId xmlns:a16="http://schemas.microsoft.com/office/drawing/2014/main" id="{779FFB57-288A-5B17-B6C9-31A7B967932D}"/>
              </a:ext>
            </a:extLst>
          </p:cNvPr>
          <p:cNvSpPr txBox="1"/>
          <p:nvPr userDrawn="1"/>
        </p:nvSpPr>
        <p:spPr>
          <a:xfrm>
            <a:off x="2342452" y="2722627"/>
            <a:ext cx="4572000" cy="246221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defRPr sz="850" b="0" i="0">
                <a:solidFill>
                  <a:srgbClr val="0F172A"/>
                </a:solidFill>
                <a:latin typeface="Arial"/>
              </a:defRPr>
            </a:pPr>
            <a:r>
              <a:rPr sz="1000"/>
              <a:t>{{weakness_3}}</a:t>
            </a:r>
          </a:p>
        </p:txBody>
      </p:sp>
      <p:sp>
        <p:nvSpPr>
          <p:cNvPr id="33" name="TextBox 32">
            <a:extLst>
              <a:ext uri="{FF2B5EF4-FFF2-40B4-BE49-F238E27FC236}">
                <a16:creationId xmlns:a16="http://schemas.microsoft.com/office/drawing/2014/main" id="{547163BD-4F3E-4D8B-EBBA-DF889A4F1E8A}"/>
              </a:ext>
            </a:extLst>
          </p:cNvPr>
          <p:cNvSpPr txBox="1"/>
          <p:nvPr userDrawn="1"/>
        </p:nvSpPr>
        <p:spPr>
          <a:xfrm>
            <a:off x="7133908" y="2247138"/>
            <a:ext cx="109728" cy="215444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defRPr sz="800" b="0" i="0">
                <a:solidFill>
                  <a:srgbClr val="EF4444"/>
                </a:solidFill>
                <a:latin typeface="Arial"/>
              </a:defRPr>
            </a:pPr>
            <a:r>
              <a:rPr sz="800"/>
              <a:t>•</a:t>
            </a:r>
          </a:p>
        </p:txBody>
      </p:sp>
      <p:sp>
        <p:nvSpPr>
          <p:cNvPr id="34" name="TextBox 33">
            <a:extLst>
              <a:ext uri="{FF2B5EF4-FFF2-40B4-BE49-F238E27FC236}">
                <a16:creationId xmlns:a16="http://schemas.microsoft.com/office/drawing/2014/main" id="{E9662DEA-838B-2BEE-54ED-0B261CAC6B75}"/>
              </a:ext>
            </a:extLst>
          </p:cNvPr>
          <p:cNvSpPr txBox="1"/>
          <p:nvPr userDrawn="1"/>
        </p:nvSpPr>
        <p:spPr>
          <a:xfrm>
            <a:off x="7280212" y="2247139"/>
            <a:ext cx="4572000" cy="246221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defRPr sz="850" b="0" i="0">
                <a:solidFill>
                  <a:srgbClr val="0F172A"/>
                </a:solidFill>
                <a:latin typeface="Arial"/>
              </a:defRPr>
            </a:pPr>
            <a:r>
              <a:rPr sz="1000"/>
              <a:t>{{weakness_4}}</a:t>
            </a:r>
          </a:p>
        </p:txBody>
      </p:sp>
      <p:sp>
        <p:nvSpPr>
          <p:cNvPr id="35" name="TextBox 34">
            <a:extLst>
              <a:ext uri="{FF2B5EF4-FFF2-40B4-BE49-F238E27FC236}">
                <a16:creationId xmlns:a16="http://schemas.microsoft.com/office/drawing/2014/main" id="{A1C89B87-4A0E-70BD-73D3-C0B6D6809DE7}"/>
              </a:ext>
            </a:extLst>
          </p:cNvPr>
          <p:cNvSpPr txBox="1"/>
          <p:nvPr userDrawn="1"/>
        </p:nvSpPr>
        <p:spPr>
          <a:xfrm>
            <a:off x="7133908" y="2484882"/>
            <a:ext cx="109728" cy="215444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defRPr sz="800" b="0" i="0">
                <a:solidFill>
                  <a:srgbClr val="EF4444"/>
                </a:solidFill>
                <a:latin typeface="Arial"/>
              </a:defRPr>
            </a:pPr>
            <a:r>
              <a:rPr sz="800"/>
              <a:t>•</a:t>
            </a:r>
          </a:p>
        </p:txBody>
      </p:sp>
      <p:sp>
        <p:nvSpPr>
          <p:cNvPr id="36" name="TextBox 35">
            <a:extLst>
              <a:ext uri="{FF2B5EF4-FFF2-40B4-BE49-F238E27FC236}">
                <a16:creationId xmlns:a16="http://schemas.microsoft.com/office/drawing/2014/main" id="{0E660205-DFCA-012B-81A3-368E770D0921}"/>
              </a:ext>
            </a:extLst>
          </p:cNvPr>
          <p:cNvSpPr txBox="1"/>
          <p:nvPr userDrawn="1"/>
        </p:nvSpPr>
        <p:spPr>
          <a:xfrm>
            <a:off x="7280212" y="2484883"/>
            <a:ext cx="4572000" cy="246221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defRPr sz="850" b="0" i="0">
                <a:solidFill>
                  <a:srgbClr val="0F172A"/>
                </a:solidFill>
                <a:latin typeface="Arial"/>
              </a:defRPr>
            </a:pPr>
            <a:r>
              <a:rPr sz="1000"/>
              <a:t>{{weakness_5}}</a:t>
            </a:r>
          </a:p>
        </p:txBody>
      </p:sp>
      <p:sp>
        <p:nvSpPr>
          <p:cNvPr id="37" name="Rounded Rectangle 43">
            <a:extLst>
              <a:ext uri="{FF2B5EF4-FFF2-40B4-BE49-F238E27FC236}">
                <a16:creationId xmlns:a16="http://schemas.microsoft.com/office/drawing/2014/main" id="{007804BC-717E-163D-9E77-30008CED4523}"/>
              </a:ext>
            </a:extLst>
          </p:cNvPr>
          <p:cNvSpPr/>
          <p:nvPr userDrawn="1"/>
        </p:nvSpPr>
        <p:spPr>
          <a:xfrm>
            <a:off x="166180" y="3653028"/>
            <a:ext cx="11859768" cy="1405890"/>
          </a:xfrm>
          <a:prstGeom prst="roundRect">
            <a:avLst/>
          </a:prstGeom>
          <a:solidFill>
            <a:srgbClr val="EFF6FF"/>
          </a:solidFill>
          <a:ln w="12700">
            <a:solidFill>
              <a:srgbClr val="DBEAFE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38" name="Rectangle 37">
            <a:extLst>
              <a:ext uri="{FF2B5EF4-FFF2-40B4-BE49-F238E27FC236}">
                <a16:creationId xmlns:a16="http://schemas.microsoft.com/office/drawing/2014/main" id="{E7FCAE23-3136-D3BF-7F2B-DD1B92C0CDD2}"/>
              </a:ext>
            </a:extLst>
          </p:cNvPr>
          <p:cNvSpPr/>
          <p:nvPr userDrawn="1"/>
        </p:nvSpPr>
        <p:spPr>
          <a:xfrm>
            <a:off x="166180" y="3653028"/>
            <a:ext cx="54864" cy="1405890"/>
          </a:xfrm>
          <a:prstGeom prst="rect">
            <a:avLst/>
          </a:prstGeom>
          <a:solidFill>
            <a:srgbClr val="3B82F6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39" name="Oval 38">
            <a:extLst>
              <a:ext uri="{FF2B5EF4-FFF2-40B4-BE49-F238E27FC236}">
                <a16:creationId xmlns:a16="http://schemas.microsoft.com/office/drawing/2014/main" id="{1A6F89BC-14D5-0098-49B2-89CDAB1BBF74}"/>
              </a:ext>
            </a:extLst>
          </p:cNvPr>
          <p:cNvSpPr/>
          <p:nvPr userDrawn="1"/>
        </p:nvSpPr>
        <p:spPr>
          <a:xfrm>
            <a:off x="330772" y="3744468"/>
            <a:ext cx="310896" cy="310896"/>
          </a:xfrm>
          <a:prstGeom prst="ellipse">
            <a:avLst/>
          </a:prstGeom>
          <a:solidFill>
            <a:srgbClr val="3B82F6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40" name="TextBox 39">
            <a:extLst>
              <a:ext uri="{FF2B5EF4-FFF2-40B4-BE49-F238E27FC236}">
                <a16:creationId xmlns:a16="http://schemas.microsoft.com/office/drawing/2014/main" id="{F81FA193-4C70-E2C3-C881-C145974112B9}"/>
              </a:ext>
            </a:extLst>
          </p:cNvPr>
          <p:cNvSpPr txBox="1"/>
          <p:nvPr userDrawn="1"/>
        </p:nvSpPr>
        <p:spPr>
          <a:xfrm>
            <a:off x="330772" y="3733260"/>
            <a:ext cx="310896" cy="338554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1600" b="1" i="0">
                <a:solidFill>
                  <a:srgbClr val="FFFFFF"/>
                </a:solidFill>
                <a:latin typeface="Arial"/>
              </a:defRPr>
            </a:pPr>
            <a:r>
              <a:rPr sz="1600"/>
              <a:t>O</a:t>
            </a:r>
          </a:p>
        </p:txBody>
      </p:sp>
      <p:sp>
        <p:nvSpPr>
          <p:cNvPr id="41" name="TextBox 40">
            <a:extLst>
              <a:ext uri="{FF2B5EF4-FFF2-40B4-BE49-F238E27FC236}">
                <a16:creationId xmlns:a16="http://schemas.microsoft.com/office/drawing/2014/main" id="{51CA09A4-CD36-8CDF-DB0A-3C2A3D912BD7}"/>
              </a:ext>
            </a:extLst>
          </p:cNvPr>
          <p:cNvSpPr txBox="1"/>
          <p:nvPr userDrawn="1"/>
        </p:nvSpPr>
        <p:spPr>
          <a:xfrm>
            <a:off x="733108" y="3762756"/>
            <a:ext cx="1572768" cy="26161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defRPr sz="1100" b="1" i="0">
                <a:solidFill>
                  <a:srgbClr val="3B82F6"/>
                </a:solidFill>
                <a:latin typeface="Arial"/>
              </a:defRPr>
            </a:pPr>
            <a:r>
              <a:rPr sz="1100" dirty="0"/>
              <a:t>OPPORTUNITIES</a:t>
            </a:r>
          </a:p>
        </p:txBody>
      </p:sp>
      <p:sp>
        <p:nvSpPr>
          <p:cNvPr id="42" name="TextBox 41">
            <a:extLst>
              <a:ext uri="{FF2B5EF4-FFF2-40B4-BE49-F238E27FC236}">
                <a16:creationId xmlns:a16="http://schemas.microsoft.com/office/drawing/2014/main" id="{324F9DE0-DBBC-64CF-C5D0-6AF6EEEBD360}"/>
              </a:ext>
            </a:extLst>
          </p:cNvPr>
          <p:cNvSpPr txBox="1"/>
          <p:nvPr userDrawn="1"/>
        </p:nvSpPr>
        <p:spPr>
          <a:xfrm>
            <a:off x="2196148" y="3744468"/>
            <a:ext cx="109728" cy="215444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defRPr sz="800" b="0" i="0">
                <a:solidFill>
                  <a:srgbClr val="3B82F6"/>
                </a:solidFill>
                <a:latin typeface="Arial"/>
              </a:defRPr>
            </a:pPr>
            <a:r>
              <a:rPr sz="800"/>
              <a:t>•</a:t>
            </a:r>
          </a:p>
        </p:txBody>
      </p:sp>
      <p:sp>
        <p:nvSpPr>
          <p:cNvPr id="43" name="TextBox 42">
            <a:extLst>
              <a:ext uri="{FF2B5EF4-FFF2-40B4-BE49-F238E27FC236}">
                <a16:creationId xmlns:a16="http://schemas.microsoft.com/office/drawing/2014/main" id="{72F1962A-4CA9-6471-4E7E-44E4F72574FC}"/>
              </a:ext>
            </a:extLst>
          </p:cNvPr>
          <p:cNvSpPr txBox="1"/>
          <p:nvPr userDrawn="1"/>
        </p:nvSpPr>
        <p:spPr>
          <a:xfrm>
            <a:off x="2342452" y="3744469"/>
            <a:ext cx="4572000" cy="246221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defRPr sz="850" b="0" i="0">
                <a:solidFill>
                  <a:srgbClr val="0F172A"/>
                </a:solidFill>
                <a:latin typeface="Arial"/>
              </a:defRPr>
            </a:pPr>
            <a:r>
              <a:rPr sz="1000"/>
              <a:t>{{opportunity_1}}</a:t>
            </a:r>
          </a:p>
        </p:txBody>
      </p:sp>
      <p:sp>
        <p:nvSpPr>
          <p:cNvPr id="44" name="TextBox 43">
            <a:extLst>
              <a:ext uri="{FF2B5EF4-FFF2-40B4-BE49-F238E27FC236}">
                <a16:creationId xmlns:a16="http://schemas.microsoft.com/office/drawing/2014/main" id="{4748440A-E8A6-A771-677F-F393FB3B5C3A}"/>
              </a:ext>
            </a:extLst>
          </p:cNvPr>
          <p:cNvSpPr txBox="1"/>
          <p:nvPr userDrawn="1"/>
        </p:nvSpPr>
        <p:spPr>
          <a:xfrm>
            <a:off x="2196148" y="3982211"/>
            <a:ext cx="109728" cy="215444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defRPr sz="800" b="0" i="0">
                <a:solidFill>
                  <a:srgbClr val="3B82F6"/>
                </a:solidFill>
                <a:latin typeface="Arial"/>
              </a:defRPr>
            </a:pPr>
            <a:r>
              <a:rPr sz="800"/>
              <a:t>•</a:t>
            </a:r>
          </a:p>
        </p:txBody>
      </p:sp>
      <p:sp>
        <p:nvSpPr>
          <p:cNvPr id="45" name="TextBox 44">
            <a:extLst>
              <a:ext uri="{FF2B5EF4-FFF2-40B4-BE49-F238E27FC236}">
                <a16:creationId xmlns:a16="http://schemas.microsoft.com/office/drawing/2014/main" id="{AF79D0BB-AD11-75FA-3633-83192FD241D2}"/>
              </a:ext>
            </a:extLst>
          </p:cNvPr>
          <p:cNvSpPr txBox="1"/>
          <p:nvPr userDrawn="1"/>
        </p:nvSpPr>
        <p:spPr>
          <a:xfrm>
            <a:off x="2342452" y="3982212"/>
            <a:ext cx="4572000" cy="246221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defRPr sz="850" b="0" i="0">
                <a:solidFill>
                  <a:srgbClr val="0F172A"/>
                </a:solidFill>
                <a:latin typeface="Arial"/>
              </a:defRPr>
            </a:pPr>
            <a:r>
              <a:rPr sz="1000"/>
              <a:t>{{opportunity_2}}</a:t>
            </a:r>
          </a:p>
        </p:txBody>
      </p:sp>
      <p:sp>
        <p:nvSpPr>
          <p:cNvPr id="46" name="TextBox 45">
            <a:extLst>
              <a:ext uri="{FF2B5EF4-FFF2-40B4-BE49-F238E27FC236}">
                <a16:creationId xmlns:a16="http://schemas.microsoft.com/office/drawing/2014/main" id="{6B4DA76F-551A-4824-80C2-4E53B9C63C61}"/>
              </a:ext>
            </a:extLst>
          </p:cNvPr>
          <p:cNvSpPr txBox="1"/>
          <p:nvPr userDrawn="1"/>
        </p:nvSpPr>
        <p:spPr>
          <a:xfrm>
            <a:off x="2196148" y="4219956"/>
            <a:ext cx="109728" cy="215444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defRPr sz="800" b="0" i="0">
                <a:solidFill>
                  <a:srgbClr val="3B82F6"/>
                </a:solidFill>
                <a:latin typeface="Arial"/>
              </a:defRPr>
            </a:pPr>
            <a:r>
              <a:rPr sz="800"/>
              <a:t>•</a:t>
            </a:r>
          </a:p>
        </p:txBody>
      </p:sp>
      <p:sp>
        <p:nvSpPr>
          <p:cNvPr id="47" name="TextBox 46">
            <a:extLst>
              <a:ext uri="{FF2B5EF4-FFF2-40B4-BE49-F238E27FC236}">
                <a16:creationId xmlns:a16="http://schemas.microsoft.com/office/drawing/2014/main" id="{222A517D-AB65-0D7F-F83F-A330726E2597}"/>
              </a:ext>
            </a:extLst>
          </p:cNvPr>
          <p:cNvSpPr txBox="1"/>
          <p:nvPr userDrawn="1"/>
        </p:nvSpPr>
        <p:spPr>
          <a:xfrm>
            <a:off x="2342452" y="4219957"/>
            <a:ext cx="4572000" cy="246221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defRPr sz="850" b="0" i="0">
                <a:solidFill>
                  <a:srgbClr val="0F172A"/>
                </a:solidFill>
                <a:latin typeface="Arial"/>
              </a:defRPr>
            </a:pPr>
            <a:r>
              <a:rPr sz="1000"/>
              <a:t>{{opportunity_3}}</a:t>
            </a:r>
          </a:p>
        </p:txBody>
      </p:sp>
      <p:sp>
        <p:nvSpPr>
          <p:cNvPr id="48" name="TextBox 47">
            <a:extLst>
              <a:ext uri="{FF2B5EF4-FFF2-40B4-BE49-F238E27FC236}">
                <a16:creationId xmlns:a16="http://schemas.microsoft.com/office/drawing/2014/main" id="{F79CF2FF-DCE5-42B8-5481-B28913F5658B}"/>
              </a:ext>
            </a:extLst>
          </p:cNvPr>
          <p:cNvSpPr txBox="1"/>
          <p:nvPr userDrawn="1"/>
        </p:nvSpPr>
        <p:spPr>
          <a:xfrm>
            <a:off x="7133908" y="3744468"/>
            <a:ext cx="109728" cy="215444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defRPr sz="800" b="0" i="0">
                <a:solidFill>
                  <a:srgbClr val="3B82F6"/>
                </a:solidFill>
                <a:latin typeface="Arial"/>
              </a:defRPr>
            </a:pPr>
            <a:r>
              <a:rPr sz="800"/>
              <a:t>•</a:t>
            </a:r>
          </a:p>
        </p:txBody>
      </p:sp>
      <p:sp>
        <p:nvSpPr>
          <p:cNvPr id="49" name="TextBox 48">
            <a:extLst>
              <a:ext uri="{FF2B5EF4-FFF2-40B4-BE49-F238E27FC236}">
                <a16:creationId xmlns:a16="http://schemas.microsoft.com/office/drawing/2014/main" id="{FDE2E491-C688-241A-B7F4-A170B681E624}"/>
              </a:ext>
            </a:extLst>
          </p:cNvPr>
          <p:cNvSpPr txBox="1"/>
          <p:nvPr userDrawn="1"/>
        </p:nvSpPr>
        <p:spPr>
          <a:xfrm>
            <a:off x="7280212" y="3744469"/>
            <a:ext cx="4572000" cy="246221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defRPr sz="850" b="0" i="0">
                <a:solidFill>
                  <a:srgbClr val="0F172A"/>
                </a:solidFill>
                <a:latin typeface="Arial"/>
              </a:defRPr>
            </a:pPr>
            <a:r>
              <a:rPr sz="1000"/>
              <a:t>{{opportunity_4}}</a:t>
            </a:r>
          </a:p>
        </p:txBody>
      </p:sp>
      <p:sp>
        <p:nvSpPr>
          <p:cNvPr id="50" name="TextBox 49">
            <a:extLst>
              <a:ext uri="{FF2B5EF4-FFF2-40B4-BE49-F238E27FC236}">
                <a16:creationId xmlns:a16="http://schemas.microsoft.com/office/drawing/2014/main" id="{EF7DAB14-6B86-8F38-6369-E60D35ACCD3A}"/>
              </a:ext>
            </a:extLst>
          </p:cNvPr>
          <p:cNvSpPr txBox="1"/>
          <p:nvPr userDrawn="1"/>
        </p:nvSpPr>
        <p:spPr>
          <a:xfrm>
            <a:off x="7133908" y="3982211"/>
            <a:ext cx="109728" cy="215444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defRPr sz="800" b="0" i="0">
                <a:solidFill>
                  <a:srgbClr val="3B82F6"/>
                </a:solidFill>
                <a:latin typeface="Arial"/>
              </a:defRPr>
            </a:pPr>
            <a:r>
              <a:rPr sz="800"/>
              <a:t>•</a:t>
            </a:r>
          </a:p>
        </p:txBody>
      </p:sp>
      <p:sp>
        <p:nvSpPr>
          <p:cNvPr id="51" name="TextBox 50">
            <a:extLst>
              <a:ext uri="{FF2B5EF4-FFF2-40B4-BE49-F238E27FC236}">
                <a16:creationId xmlns:a16="http://schemas.microsoft.com/office/drawing/2014/main" id="{D691B3A2-E56D-BA54-F0B1-A902A0C22900}"/>
              </a:ext>
            </a:extLst>
          </p:cNvPr>
          <p:cNvSpPr txBox="1"/>
          <p:nvPr userDrawn="1"/>
        </p:nvSpPr>
        <p:spPr>
          <a:xfrm>
            <a:off x="7280212" y="3982212"/>
            <a:ext cx="4572000" cy="246221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defRPr sz="850" b="0" i="0">
                <a:solidFill>
                  <a:srgbClr val="0F172A"/>
                </a:solidFill>
                <a:latin typeface="Arial"/>
              </a:defRPr>
            </a:pPr>
            <a:r>
              <a:rPr sz="1000"/>
              <a:t>{{opportunity_5}}</a:t>
            </a:r>
          </a:p>
        </p:txBody>
      </p:sp>
      <p:sp>
        <p:nvSpPr>
          <p:cNvPr id="52" name="Rounded Rectangle 58">
            <a:extLst>
              <a:ext uri="{FF2B5EF4-FFF2-40B4-BE49-F238E27FC236}">
                <a16:creationId xmlns:a16="http://schemas.microsoft.com/office/drawing/2014/main" id="{EB771542-4D3D-DB13-7887-57CFDCA31528}"/>
              </a:ext>
            </a:extLst>
          </p:cNvPr>
          <p:cNvSpPr/>
          <p:nvPr userDrawn="1"/>
        </p:nvSpPr>
        <p:spPr>
          <a:xfrm>
            <a:off x="166180" y="5150358"/>
            <a:ext cx="11859768" cy="1405890"/>
          </a:xfrm>
          <a:prstGeom prst="roundRect">
            <a:avLst/>
          </a:prstGeom>
          <a:solidFill>
            <a:srgbClr val="FFFBEB"/>
          </a:solidFill>
          <a:ln w="12700">
            <a:solidFill>
              <a:srgbClr val="FEF3C7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53" name="Rectangle 52">
            <a:extLst>
              <a:ext uri="{FF2B5EF4-FFF2-40B4-BE49-F238E27FC236}">
                <a16:creationId xmlns:a16="http://schemas.microsoft.com/office/drawing/2014/main" id="{F98ED8D1-4FE9-2118-0141-2D170379809E}"/>
              </a:ext>
            </a:extLst>
          </p:cNvPr>
          <p:cNvSpPr/>
          <p:nvPr userDrawn="1"/>
        </p:nvSpPr>
        <p:spPr>
          <a:xfrm>
            <a:off x="166180" y="5150358"/>
            <a:ext cx="54864" cy="1405890"/>
          </a:xfrm>
          <a:prstGeom prst="rect">
            <a:avLst/>
          </a:prstGeom>
          <a:solidFill>
            <a:srgbClr val="F59E0B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54" name="Oval 53">
            <a:extLst>
              <a:ext uri="{FF2B5EF4-FFF2-40B4-BE49-F238E27FC236}">
                <a16:creationId xmlns:a16="http://schemas.microsoft.com/office/drawing/2014/main" id="{4ADC707A-6A4B-982D-91D8-DEBD45B978B7}"/>
              </a:ext>
            </a:extLst>
          </p:cNvPr>
          <p:cNvSpPr/>
          <p:nvPr userDrawn="1"/>
        </p:nvSpPr>
        <p:spPr>
          <a:xfrm>
            <a:off x="330772" y="5241798"/>
            <a:ext cx="310896" cy="310896"/>
          </a:xfrm>
          <a:prstGeom prst="ellipse">
            <a:avLst/>
          </a:prstGeom>
          <a:solidFill>
            <a:srgbClr val="F59E0B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55" name="TextBox 54">
            <a:extLst>
              <a:ext uri="{FF2B5EF4-FFF2-40B4-BE49-F238E27FC236}">
                <a16:creationId xmlns:a16="http://schemas.microsoft.com/office/drawing/2014/main" id="{2DB805A5-190E-E9EF-694F-C8F018BE0321}"/>
              </a:ext>
            </a:extLst>
          </p:cNvPr>
          <p:cNvSpPr txBox="1"/>
          <p:nvPr userDrawn="1"/>
        </p:nvSpPr>
        <p:spPr>
          <a:xfrm>
            <a:off x="320940" y="5230590"/>
            <a:ext cx="310896" cy="338554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1600" b="1" i="0">
                <a:solidFill>
                  <a:srgbClr val="FFFFFF"/>
                </a:solidFill>
                <a:latin typeface="Arial"/>
              </a:defRPr>
            </a:pPr>
            <a:r>
              <a:rPr sz="1600" dirty="0"/>
              <a:t>T</a:t>
            </a:r>
          </a:p>
        </p:txBody>
      </p:sp>
      <p:sp>
        <p:nvSpPr>
          <p:cNvPr id="56" name="TextBox 55">
            <a:extLst>
              <a:ext uri="{FF2B5EF4-FFF2-40B4-BE49-F238E27FC236}">
                <a16:creationId xmlns:a16="http://schemas.microsoft.com/office/drawing/2014/main" id="{DBFAC42E-4426-6ACF-DD5F-DD3DB4E3507C}"/>
              </a:ext>
            </a:extLst>
          </p:cNvPr>
          <p:cNvSpPr txBox="1"/>
          <p:nvPr userDrawn="1"/>
        </p:nvSpPr>
        <p:spPr>
          <a:xfrm>
            <a:off x="733108" y="5260086"/>
            <a:ext cx="1280160" cy="26161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defRPr sz="1100" b="1" i="0">
                <a:solidFill>
                  <a:srgbClr val="F59E0B"/>
                </a:solidFill>
                <a:latin typeface="Arial"/>
              </a:defRPr>
            </a:pPr>
            <a:r>
              <a:rPr sz="1100"/>
              <a:t>THREATS</a:t>
            </a:r>
          </a:p>
        </p:txBody>
      </p:sp>
      <p:sp>
        <p:nvSpPr>
          <p:cNvPr id="57" name="TextBox 56">
            <a:extLst>
              <a:ext uri="{FF2B5EF4-FFF2-40B4-BE49-F238E27FC236}">
                <a16:creationId xmlns:a16="http://schemas.microsoft.com/office/drawing/2014/main" id="{DB28814B-1613-66D4-7AD2-3C217D3A2ACA}"/>
              </a:ext>
            </a:extLst>
          </p:cNvPr>
          <p:cNvSpPr txBox="1"/>
          <p:nvPr userDrawn="1"/>
        </p:nvSpPr>
        <p:spPr>
          <a:xfrm>
            <a:off x="2196148" y="5241798"/>
            <a:ext cx="109728" cy="215444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defRPr sz="800" b="0" i="0">
                <a:solidFill>
                  <a:srgbClr val="F59E0B"/>
                </a:solidFill>
                <a:latin typeface="Arial"/>
              </a:defRPr>
            </a:pPr>
            <a:r>
              <a:rPr sz="800"/>
              <a:t>•</a:t>
            </a:r>
          </a:p>
        </p:txBody>
      </p:sp>
      <p:sp>
        <p:nvSpPr>
          <p:cNvPr id="58" name="TextBox 57">
            <a:extLst>
              <a:ext uri="{FF2B5EF4-FFF2-40B4-BE49-F238E27FC236}">
                <a16:creationId xmlns:a16="http://schemas.microsoft.com/office/drawing/2014/main" id="{EDD4192E-3306-ECE1-FFF3-7498FE918457}"/>
              </a:ext>
            </a:extLst>
          </p:cNvPr>
          <p:cNvSpPr txBox="1"/>
          <p:nvPr userDrawn="1"/>
        </p:nvSpPr>
        <p:spPr>
          <a:xfrm>
            <a:off x="2342452" y="5241799"/>
            <a:ext cx="4572000" cy="246221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defRPr sz="850" b="0" i="0">
                <a:solidFill>
                  <a:srgbClr val="0F172A"/>
                </a:solidFill>
                <a:latin typeface="Arial"/>
              </a:defRPr>
            </a:pPr>
            <a:r>
              <a:rPr sz="1000"/>
              <a:t>{{threat_1}}</a:t>
            </a:r>
          </a:p>
        </p:txBody>
      </p:sp>
      <p:sp>
        <p:nvSpPr>
          <p:cNvPr id="59" name="TextBox 58">
            <a:extLst>
              <a:ext uri="{FF2B5EF4-FFF2-40B4-BE49-F238E27FC236}">
                <a16:creationId xmlns:a16="http://schemas.microsoft.com/office/drawing/2014/main" id="{28167FFD-224B-AC56-6D6F-4122FF3DF0AE}"/>
              </a:ext>
            </a:extLst>
          </p:cNvPr>
          <p:cNvSpPr txBox="1"/>
          <p:nvPr userDrawn="1"/>
        </p:nvSpPr>
        <p:spPr>
          <a:xfrm>
            <a:off x="2196148" y="5479542"/>
            <a:ext cx="109728" cy="215444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defRPr sz="800" b="0" i="0">
                <a:solidFill>
                  <a:srgbClr val="F59E0B"/>
                </a:solidFill>
                <a:latin typeface="Arial"/>
              </a:defRPr>
            </a:pPr>
            <a:r>
              <a:rPr sz="800"/>
              <a:t>•</a:t>
            </a:r>
          </a:p>
        </p:txBody>
      </p:sp>
      <p:sp>
        <p:nvSpPr>
          <p:cNvPr id="60" name="TextBox 59">
            <a:extLst>
              <a:ext uri="{FF2B5EF4-FFF2-40B4-BE49-F238E27FC236}">
                <a16:creationId xmlns:a16="http://schemas.microsoft.com/office/drawing/2014/main" id="{5F1D0199-46A0-CA31-125C-C39E0B52E008}"/>
              </a:ext>
            </a:extLst>
          </p:cNvPr>
          <p:cNvSpPr txBox="1"/>
          <p:nvPr userDrawn="1"/>
        </p:nvSpPr>
        <p:spPr>
          <a:xfrm>
            <a:off x="2342452" y="5479543"/>
            <a:ext cx="4572000" cy="246221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defRPr sz="850" b="0" i="0">
                <a:solidFill>
                  <a:srgbClr val="0F172A"/>
                </a:solidFill>
                <a:latin typeface="Arial"/>
              </a:defRPr>
            </a:pPr>
            <a:r>
              <a:rPr sz="1000"/>
              <a:t>{{threat_2}}</a:t>
            </a:r>
          </a:p>
        </p:txBody>
      </p:sp>
      <p:sp>
        <p:nvSpPr>
          <p:cNvPr id="61" name="TextBox 60">
            <a:extLst>
              <a:ext uri="{FF2B5EF4-FFF2-40B4-BE49-F238E27FC236}">
                <a16:creationId xmlns:a16="http://schemas.microsoft.com/office/drawing/2014/main" id="{545C2670-E6A5-867C-BD23-0A4B4C973786}"/>
              </a:ext>
            </a:extLst>
          </p:cNvPr>
          <p:cNvSpPr txBox="1"/>
          <p:nvPr userDrawn="1"/>
        </p:nvSpPr>
        <p:spPr>
          <a:xfrm>
            <a:off x="2196148" y="5717286"/>
            <a:ext cx="109728" cy="215444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defRPr sz="800" b="0" i="0">
                <a:solidFill>
                  <a:srgbClr val="F59E0B"/>
                </a:solidFill>
                <a:latin typeface="Arial"/>
              </a:defRPr>
            </a:pPr>
            <a:r>
              <a:rPr sz="800"/>
              <a:t>•</a:t>
            </a:r>
          </a:p>
        </p:txBody>
      </p:sp>
      <p:sp>
        <p:nvSpPr>
          <p:cNvPr id="62" name="TextBox 61">
            <a:extLst>
              <a:ext uri="{FF2B5EF4-FFF2-40B4-BE49-F238E27FC236}">
                <a16:creationId xmlns:a16="http://schemas.microsoft.com/office/drawing/2014/main" id="{A5B29AAC-C2EF-D126-E87F-74B453E73018}"/>
              </a:ext>
            </a:extLst>
          </p:cNvPr>
          <p:cNvSpPr txBox="1"/>
          <p:nvPr userDrawn="1"/>
        </p:nvSpPr>
        <p:spPr>
          <a:xfrm>
            <a:off x="2342452" y="5717287"/>
            <a:ext cx="4572000" cy="246221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defRPr sz="850" b="0" i="0">
                <a:solidFill>
                  <a:srgbClr val="0F172A"/>
                </a:solidFill>
                <a:latin typeface="Arial"/>
              </a:defRPr>
            </a:pPr>
            <a:r>
              <a:rPr sz="1000"/>
              <a:t>{{threat_3}}</a:t>
            </a:r>
          </a:p>
        </p:txBody>
      </p:sp>
      <p:sp>
        <p:nvSpPr>
          <p:cNvPr id="63" name="TextBox 62">
            <a:extLst>
              <a:ext uri="{FF2B5EF4-FFF2-40B4-BE49-F238E27FC236}">
                <a16:creationId xmlns:a16="http://schemas.microsoft.com/office/drawing/2014/main" id="{724D3BC3-69C4-5E86-2DF5-C0CFF5F19B13}"/>
              </a:ext>
            </a:extLst>
          </p:cNvPr>
          <p:cNvSpPr txBox="1"/>
          <p:nvPr userDrawn="1"/>
        </p:nvSpPr>
        <p:spPr>
          <a:xfrm>
            <a:off x="7133908" y="5241798"/>
            <a:ext cx="109728" cy="215444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defRPr sz="800" b="0" i="0">
                <a:solidFill>
                  <a:srgbClr val="F59E0B"/>
                </a:solidFill>
                <a:latin typeface="Arial"/>
              </a:defRPr>
            </a:pPr>
            <a:r>
              <a:rPr sz="800"/>
              <a:t>•</a:t>
            </a:r>
          </a:p>
        </p:txBody>
      </p:sp>
      <p:sp>
        <p:nvSpPr>
          <p:cNvPr id="64" name="TextBox 63">
            <a:extLst>
              <a:ext uri="{FF2B5EF4-FFF2-40B4-BE49-F238E27FC236}">
                <a16:creationId xmlns:a16="http://schemas.microsoft.com/office/drawing/2014/main" id="{5E341099-78B8-7ABC-A008-4F8777F9118D}"/>
              </a:ext>
            </a:extLst>
          </p:cNvPr>
          <p:cNvSpPr txBox="1"/>
          <p:nvPr userDrawn="1"/>
        </p:nvSpPr>
        <p:spPr>
          <a:xfrm>
            <a:off x="7280212" y="5241799"/>
            <a:ext cx="4572000" cy="246221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defRPr sz="850" b="0" i="0">
                <a:solidFill>
                  <a:srgbClr val="0F172A"/>
                </a:solidFill>
                <a:latin typeface="Arial"/>
              </a:defRPr>
            </a:pPr>
            <a:r>
              <a:rPr sz="1000"/>
              <a:t>{{threat_4}}</a:t>
            </a:r>
          </a:p>
        </p:txBody>
      </p:sp>
      <p:sp>
        <p:nvSpPr>
          <p:cNvPr id="65" name="TextBox 64">
            <a:extLst>
              <a:ext uri="{FF2B5EF4-FFF2-40B4-BE49-F238E27FC236}">
                <a16:creationId xmlns:a16="http://schemas.microsoft.com/office/drawing/2014/main" id="{02E9D40B-2DD5-030D-09C9-94534995C5F2}"/>
              </a:ext>
            </a:extLst>
          </p:cNvPr>
          <p:cNvSpPr txBox="1"/>
          <p:nvPr userDrawn="1"/>
        </p:nvSpPr>
        <p:spPr>
          <a:xfrm>
            <a:off x="7133908" y="5479542"/>
            <a:ext cx="109728" cy="215444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defRPr sz="800" b="0" i="0">
                <a:solidFill>
                  <a:srgbClr val="F59E0B"/>
                </a:solidFill>
                <a:latin typeface="Arial"/>
              </a:defRPr>
            </a:pPr>
            <a:r>
              <a:rPr sz="800"/>
              <a:t>•</a:t>
            </a:r>
          </a:p>
        </p:txBody>
      </p:sp>
      <p:sp>
        <p:nvSpPr>
          <p:cNvPr id="66" name="TextBox 65">
            <a:extLst>
              <a:ext uri="{FF2B5EF4-FFF2-40B4-BE49-F238E27FC236}">
                <a16:creationId xmlns:a16="http://schemas.microsoft.com/office/drawing/2014/main" id="{3B19A567-576D-9626-1630-8E9171B7B510}"/>
              </a:ext>
            </a:extLst>
          </p:cNvPr>
          <p:cNvSpPr txBox="1"/>
          <p:nvPr userDrawn="1"/>
        </p:nvSpPr>
        <p:spPr>
          <a:xfrm>
            <a:off x="7280212" y="5479543"/>
            <a:ext cx="4572000" cy="246221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defRPr sz="850" b="0" i="0">
                <a:solidFill>
                  <a:srgbClr val="0F172A"/>
                </a:solidFill>
                <a:latin typeface="Arial"/>
              </a:defRPr>
            </a:pPr>
            <a:r>
              <a:rPr sz="1000"/>
              <a:t>{{threat_5}}</a:t>
            </a:r>
          </a:p>
        </p:txBody>
      </p:sp>
      <p:sp>
        <p:nvSpPr>
          <p:cNvPr id="67" name="Rectangle 66">
            <a:extLst>
              <a:ext uri="{FF2B5EF4-FFF2-40B4-BE49-F238E27FC236}">
                <a16:creationId xmlns:a16="http://schemas.microsoft.com/office/drawing/2014/main" id="{45452A21-1433-E61D-1645-083320A015B7}"/>
              </a:ext>
            </a:extLst>
          </p:cNvPr>
          <p:cNvSpPr/>
          <p:nvPr userDrawn="1"/>
        </p:nvSpPr>
        <p:spPr>
          <a:xfrm>
            <a:off x="1588" y="6556248"/>
            <a:ext cx="12188952" cy="9144"/>
          </a:xfrm>
          <a:prstGeom prst="rect">
            <a:avLst/>
          </a:prstGeom>
          <a:solidFill>
            <a:srgbClr val="F0F0F5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68" name="TextBox 67">
            <a:extLst>
              <a:ext uri="{FF2B5EF4-FFF2-40B4-BE49-F238E27FC236}">
                <a16:creationId xmlns:a16="http://schemas.microsoft.com/office/drawing/2014/main" id="{1F84E48A-82F9-4FE7-840D-D9C8C37C3E2F}"/>
              </a:ext>
            </a:extLst>
          </p:cNvPr>
          <p:cNvSpPr txBox="1"/>
          <p:nvPr userDrawn="1"/>
        </p:nvSpPr>
        <p:spPr>
          <a:xfrm>
            <a:off x="1464628" y="174196"/>
            <a:ext cx="1554480" cy="237744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900" b="1" i="0">
                <a:solidFill>
                  <a:srgbClr val="C4B5FD"/>
                </a:solidFill>
                <a:latin typeface="Arial"/>
              </a:defRPr>
            </a:pPr>
            <a:r>
              <a:rPr sz="900" dirty="0">
                <a:solidFill>
                  <a:schemeClr val="accent4">
                    <a:lumMod val="40000"/>
                    <a:lumOff val="60000"/>
                  </a:schemeClr>
                </a:solidFill>
              </a:rPr>
              <a:t>SWOT ANALYSIS</a:t>
            </a:r>
          </a:p>
        </p:txBody>
      </p:sp>
      <p:sp>
        <p:nvSpPr>
          <p:cNvPr id="69" name="TextBox 68">
            <a:extLst>
              <a:ext uri="{FF2B5EF4-FFF2-40B4-BE49-F238E27FC236}">
                <a16:creationId xmlns:a16="http://schemas.microsoft.com/office/drawing/2014/main" id="{5E224C7D-D4F2-3B13-057C-923B7D67367E}"/>
              </a:ext>
            </a:extLst>
          </p:cNvPr>
          <p:cNvSpPr txBox="1"/>
          <p:nvPr userDrawn="1"/>
        </p:nvSpPr>
        <p:spPr>
          <a:xfrm>
            <a:off x="3201988" y="155908"/>
            <a:ext cx="4572000" cy="26161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defRPr sz="1100" b="0" i="0">
                <a:solidFill>
                  <a:srgbClr val="C0C0D0"/>
                </a:solidFill>
                <a:latin typeface="Arial"/>
              </a:defRPr>
            </a:pPr>
            <a:r>
              <a:rPr sz="1100" dirty="0">
                <a:solidFill>
                  <a:schemeClr val="bg1">
                    <a:lumMod val="75000"/>
                  </a:schemeClr>
                </a:solidFill>
              </a:rPr>
              <a:t>{{</a:t>
            </a:r>
            <a:r>
              <a:rPr sz="1100" dirty="0" err="1">
                <a:solidFill>
                  <a:schemeClr val="bg1">
                    <a:lumMod val="75000"/>
                  </a:schemeClr>
                </a:solidFill>
              </a:rPr>
              <a:t>drug_label</a:t>
            </a:r>
            <a:r>
              <a:rPr sz="1100" dirty="0">
                <a:solidFill>
                  <a:schemeClr val="bg1">
                    <a:lumMod val="75000"/>
                  </a:schemeClr>
                </a:solidFill>
              </a:rPr>
              <a:t>}}</a:t>
            </a:r>
          </a:p>
        </p:txBody>
      </p:sp>
    </p:spTree>
    <p:extLst>
      <p:ext uri="{BB962C8B-B14F-4D97-AF65-F5344CB8AC3E}">
        <p14:creationId xmlns:p14="http://schemas.microsoft.com/office/powerpoint/2010/main" val="730398993"/>
      </p:ext>
    </p:extLst>
  </p:cSld>
  <p:clrMapOvr>
    <a:masterClrMapping/>
  </p:clrMapOvr>
</p:sldLayout>
</file>

<file path=ppt/slideLayouts/slideLayout44.xml><?xml version="1.0" encoding="utf-8"?>
<p:sldLayout xmlns:a="http://schemas.openxmlformats.org/drawingml/2006/main" xmlns:r="http://schemas.openxmlformats.org/officeDocument/2006/relationships" xmlns:p="http://schemas.openxmlformats.org/presentationml/2006/main" preserve="1" userDrawn="1">
  <p:cSld name="VISION_SI_4CARDS_grey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8" name="Rounded Rectangle 9">
            <a:extLst>
              <a:ext uri="{FF2B5EF4-FFF2-40B4-BE49-F238E27FC236}">
                <a16:creationId xmlns:a16="http://schemas.microsoft.com/office/drawing/2014/main" id="{7B8F4556-C8A4-19EB-C472-6EC165EA2774}"/>
              </a:ext>
            </a:extLst>
          </p:cNvPr>
          <p:cNvSpPr/>
          <p:nvPr userDrawn="1"/>
        </p:nvSpPr>
        <p:spPr>
          <a:xfrm>
            <a:off x="365760" y="658368"/>
            <a:ext cx="11457432" cy="640080"/>
          </a:xfrm>
          <a:prstGeom prst="roundRect">
            <a:avLst/>
          </a:prstGeom>
          <a:solidFill>
            <a:srgbClr val="6A5188"/>
          </a:solidFill>
          <a:ln w="12700"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10" name="TextBox 9">
            <a:extLst>
              <a:ext uri="{FF2B5EF4-FFF2-40B4-BE49-F238E27FC236}">
                <a16:creationId xmlns:a16="http://schemas.microsoft.com/office/drawing/2014/main" id="{0E2BE4B3-7FF9-5BE4-F1D3-CAE244E31BA3}"/>
              </a:ext>
            </a:extLst>
          </p:cNvPr>
          <p:cNvSpPr txBox="1"/>
          <p:nvPr userDrawn="1"/>
        </p:nvSpPr>
        <p:spPr>
          <a:xfrm>
            <a:off x="548640" y="731519"/>
            <a:ext cx="11091672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900" b="1" i="0">
                <a:solidFill>
                  <a:srgbClr val="94A3B8"/>
                </a:solidFill>
                <a:latin typeface="Arial"/>
              </a:defRPr>
            </a:pPr>
            <a:r>
              <a:t>OVERARCHING MEDICAL AFFAIRS VISION</a:t>
            </a:r>
          </a:p>
        </p:txBody>
      </p:sp>
      <p:sp>
        <p:nvSpPr>
          <p:cNvPr id="11" name="TextBox 10">
            <a:extLst>
              <a:ext uri="{FF2B5EF4-FFF2-40B4-BE49-F238E27FC236}">
                <a16:creationId xmlns:a16="http://schemas.microsoft.com/office/drawing/2014/main" id="{03467852-CBB8-4883-D9C1-D5046D0EE5F0}"/>
              </a:ext>
            </a:extLst>
          </p:cNvPr>
          <p:cNvSpPr txBox="1"/>
          <p:nvPr userDrawn="1"/>
        </p:nvSpPr>
        <p:spPr>
          <a:xfrm>
            <a:off x="548640" y="932688"/>
            <a:ext cx="11091672" cy="2743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1200" b="0" i="0">
                <a:solidFill>
                  <a:srgbClr val="FFFFFF"/>
                </a:solidFill>
                <a:latin typeface="Arial"/>
              </a:defRPr>
            </a:pPr>
            <a:r>
              <a:t>{{vision_statement}}</a:t>
            </a:r>
          </a:p>
        </p:txBody>
      </p:sp>
      <p:sp>
        <p:nvSpPr>
          <p:cNvPr id="12" name="Rounded Rectangle 13">
            <a:extLst>
              <a:ext uri="{FF2B5EF4-FFF2-40B4-BE49-F238E27FC236}">
                <a16:creationId xmlns:a16="http://schemas.microsoft.com/office/drawing/2014/main" id="{456A6F08-3835-05AA-C4E6-400978CD441C}"/>
              </a:ext>
            </a:extLst>
          </p:cNvPr>
          <p:cNvSpPr/>
          <p:nvPr userDrawn="1"/>
        </p:nvSpPr>
        <p:spPr>
          <a:xfrm>
            <a:off x="365760" y="1426464"/>
            <a:ext cx="2768346" cy="3474720"/>
          </a:xfrm>
          <a:prstGeom prst="roundRect">
            <a:avLst/>
          </a:prstGeom>
          <a:solidFill>
            <a:srgbClr val="FFFFFF"/>
          </a:solidFill>
          <a:ln w="12700">
            <a:solidFill>
              <a:srgbClr val="E5E7EB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13" name="Rectangle 12">
            <a:extLst>
              <a:ext uri="{FF2B5EF4-FFF2-40B4-BE49-F238E27FC236}">
                <a16:creationId xmlns:a16="http://schemas.microsoft.com/office/drawing/2014/main" id="{E1153519-D672-ED2B-51FA-A13901EEBC16}"/>
              </a:ext>
            </a:extLst>
          </p:cNvPr>
          <p:cNvSpPr/>
          <p:nvPr userDrawn="1"/>
        </p:nvSpPr>
        <p:spPr>
          <a:xfrm>
            <a:off x="457200" y="1554480"/>
            <a:ext cx="274320" cy="274320"/>
          </a:xfrm>
          <a:prstGeom prst="rect">
            <a:avLst/>
          </a:prstGeom>
          <a:solidFill>
            <a:srgbClr val="8B5CF6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14" name="TextBox 13">
            <a:extLst>
              <a:ext uri="{FF2B5EF4-FFF2-40B4-BE49-F238E27FC236}">
                <a16:creationId xmlns:a16="http://schemas.microsoft.com/office/drawing/2014/main" id="{7597FFE9-6448-50A2-60A4-FCD1BDFEA581}"/>
              </a:ext>
            </a:extLst>
          </p:cNvPr>
          <p:cNvSpPr txBox="1"/>
          <p:nvPr userDrawn="1"/>
        </p:nvSpPr>
        <p:spPr>
          <a:xfrm>
            <a:off x="457200" y="1572768"/>
            <a:ext cx="274320" cy="276999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1200" b="1" i="0">
                <a:solidFill>
                  <a:srgbClr val="FFFFFF"/>
                </a:solidFill>
                <a:latin typeface="Arial"/>
              </a:defRPr>
            </a:pPr>
            <a:r>
              <a:rPr dirty="0"/>
              <a:t>1</a:t>
            </a:r>
          </a:p>
        </p:txBody>
      </p:sp>
      <p:sp>
        <p:nvSpPr>
          <p:cNvPr id="15" name="TextBox 14">
            <a:extLst>
              <a:ext uri="{FF2B5EF4-FFF2-40B4-BE49-F238E27FC236}">
                <a16:creationId xmlns:a16="http://schemas.microsoft.com/office/drawing/2014/main" id="{32D7306A-CADA-DD4E-09FE-BBA2C5A3837C}"/>
              </a:ext>
            </a:extLst>
          </p:cNvPr>
          <p:cNvSpPr txBox="1"/>
          <p:nvPr userDrawn="1"/>
        </p:nvSpPr>
        <p:spPr>
          <a:xfrm>
            <a:off x="804672" y="1554480"/>
            <a:ext cx="2237994" cy="2743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defRPr sz="1000" b="1" i="0">
                <a:solidFill>
                  <a:srgbClr val="8B5CF6"/>
                </a:solidFill>
                <a:latin typeface="Arial"/>
              </a:defRPr>
            </a:pPr>
            <a:r>
              <a:t>{{pillar_1_title}}</a:t>
            </a:r>
          </a:p>
        </p:txBody>
      </p:sp>
      <p:sp>
        <p:nvSpPr>
          <p:cNvPr id="16" name="TextBox 15">
            <a:extLst>
              <a:ext uri="{FF2B5EF4-FFF2-40B4-BE49-F238E27FC236}">
                <a16:creationId xmlns:a16="http://schemas.microsoft.com/office/drawing/2014/main" id="{E8C3DFAE-D16A-2DB2-F892-8A1DC2E9E10D}"/>
              </a:ext>
            </a:extLst>
          </p:cNvPr>
          <p:cNvSpPr txBox="1"/>
          <p:nvPr userDrawn="1"/>
        </p:nvSpPr>
        <p:spPr>
          <a:xfrm>
            <a:off x="493776" y="1901952"/>
            <a:ext cx="2512313" cy="4572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defRPr sz="800" b="0" i="0">
                <a:solidFill>
                  <a:srgbClr val="475569"/>
                </a:solidFill>
                <a:latin typeface="Arial"/>
              </a:defRPr>
            </a:pPr>
            <a:r>
              <a:t>{{pillar_1_subtitle}}</a:t>
            </a:r>
          </a:p>
        </p:txBody>
      </p:sp>
      <p:sp>
        <p:nvSpPr>
          <p:cNvPr id="17" name="Rectangle 16">
            <a:extLst>
              <a:ext uri="{FF2B5EF4-FFF2-40B4-BE49-F238E27FC236}">
                <a16:creationId xmlns:a16="http://schemas.microsoft.com/office/drawing/2014/main" id="{F7766D1B-DC13-77C0-234C-DB015520E78E}"/>
              </a:ext>
            </a:extLst>
          </p:cNvPr>
          <p:cNvSpPr/>
          <p:nvPr userDrawn="1"/>
        </p:nvSpPr>
        <p:spPr>
          <a:xfrm>
            <a:off x="493776" y="2386584"/>
            <a:ext cx="2512313" cy="9144"/>
          </a:xfrm>
          <a:prstGeom prst="rect">
            <a:avLst/>
          </a:prstGeom>
          <a:solidFill>
            <a:srgbClr val="E5E7EB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18" name="TextBox 17">
            <a:extLst>
              <a:ext uri="{FF2B5EF4-FFF2-40B4-BE49-F238E27FC236}">
                <a16:creationId xmlns:a16="http://schemas.microsoft.com/office/drawing/2014/main" id="{4E8B03BE-EC8A-2E7B-5EDD-3F59447519CD}"/>
              </a:ext>
            </a:extLst>
          </p:cNvPr>
          <p:cNvSpPr txBox="1"/>
          <p:nvPr userDrawn="1"/>
        </p:nvSpPr>
        <p:spPr>
          <a:xfrm>
            <a:off x="493776" y="2450592"/>
            <a:ext cx="2512313" cy="128016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defRPr sz="700" b="1" i="0">
                <a:solidFill>
                  <a:srgbClr val="94A3B8"/>
                </a:solidFill>
                <a:latin typeface="Arial"/>
              </a:defRPr>
            </a:pPr>
            <a:r>
              <a:t>KEY METRICS</a:t>
            </a:r>
          </a:p>
        </p:txBody>
      </p:sp>
      <p:sp>
        <p:nvSpPr>
          <p:cNvPr id="19" name="Rectangle 18">
            <a:extLst>
              <a:ext uri="{FF2B5EF4-FFF2-40B4-BE49-F238E27FC236}">
                <a16:creationId xmlns:a16="http://schemas.microsoft.com/office/drawing/2014/main" id="{87FCCBDC-15CB-1887-B8F2-62CA936C8E4F}"/>
              </a:ext>
            </a:extLst>
          </p:cNvPr>
          <p:cNvSpPr/>
          <p:nvPr userDrawn="1"/>
        </p:nvSpPr>
        <p:spPr>
          <a:xfrm>
            <a:off x="493776" y="2651760"/>
            <a:ext cx="45720" cy="45720"/>
          </a:xfrm>
          <a:prstGeom prst="rect">
            <a:avLst/>
          </a:prstGeom>
          <a:solidFill>
            <a:srgbClr val="C4B5FD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20" name="TextBox 19">
            <a:extLst>
              <a:ext uri="{FF2B5EF4-FFF2-40B4-BE49-F238E27FC236}">
                <a16:creationId xmlns:a16="http://schemas.microsoft.com/office/drawing/2014/main" id="{8656881D-06AC-A60B-9DBD-ADDCD0CE6A00}"/>
              </a:ext>
            </a:extLst>
          </p:cNvPr>
          <p:cNvSpPr txBox="1"/>
          <p:nvPr userDrawn="1"/>
        </p:nvSpPr>
        <p:spPr>
          <a:xfrm>
            <a:off x="585216" y="2615184"/>
            <a:ext cx="2311146" cy="146304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defRPr sz="750" b="0" i="0">
                <a:solidFill>
                  <a:srgbClr val="64748B"/>
                </a:solidFill>
                <a:latin typeface="Arial"/>
              </a:defRPr>
            </a:pPr>
            <a:r>
              <a:t>{{pillar_1_metric_1_label}}</a:t>
            </a:r>
          </a:p>
        </p:txBody>
      </p:sp>
      <p:sp>
        <p:nvSpPr>
          <p:cNvPr id="21" name="TextBox 20">
            <a:extLst>
              <a:ext uri="{FF2B5EF4-FFF2-40B4-BE49-F238E27FC236}">
                <a16:creationId xmlns:a16="http://schemas.microsoft.com/office/drawing/2014/main" id="{BCC92407-4F0E-6D4D-A79C-5C2EEEE74CF3}"/>
              </a:ext>
            </a:extLst>
          </p:cNvPr>
          <p:cNvSpPr txBox="1"/>
          <p:nvPr userDrawn="1"/>
        </p:nvSpPr>
        <p:spPr>
          <a:xfrm>
            <a:off x="493776" y="2595720"/>
            <a:ext cx="2512313" cy="128016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1" i="0">
                <a:solidFill>
                  <a:srgbClr val="8B5CF6"/>
                </a:solidFill>
                <a:latin typeface="Arial"/>
              </a:defRPr>
            </a:pPr>
            <a:r>
              <a:rPr dirty="0"/>
              <a:t>{{pillar_1_metric_1_value}}</a:t>
            </a:r>
          </a:p>
        </p:txBody>
      </p:sp>
      <p:sp>
        <p:nvSpPr>
          <p:cNvPr id="22" name="Rectangle 21">
            <a:extLst>
              <a:ext uri="{FF2B5EF4-FFF2-40B4-BE49-F238E27FC236}">
                <a16:creationId xmlns:a16="http://schemas.microsoft.com/office/drawing/2014/main" id="{E545B662-136F-D21F-F29E-F27C05DD08E6}"/>
              </a:ext>
            </a:extLst>
          </p:cNvPr>
          <p:cNvSpPr/>
          <p:nvPr userDrawn="1"/>
        </p:nvSpPr>
        <p:spPr>
          <a:xfrm>
            <a:off x="493776" y="2926080"/>
            <a:ext cx="45720" cy="45720"/>
          </a:xfrm>
          <a:prstGeom prst="rect">
            <a:avLst/>
          </a:prstGeom>
          <a:solidFill>
            <a:srgbClr val="C4B5FD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23" name="TextBox 22">
            <a:extLst>
              <a:ext uri="{FF2B5EF4-FFF2-40B4-BE49-F238E27FC236}">
                <a16:creationId xmlns:a16="http://schemas.microsoft.com/office/drawing/2014/main" id="{F46C0EA8-740B-1418-BD04-8F9D6AB9C068}"/>
              </a:ext>
            </a:extLst>
          </p:cNvPr>
          <p:cNvSpPr txBox="1"/>
          <p:nvPr userDrawn="1"/>
        </p:nvSpPr>
        <p:spPr>
          <a:xfrm>
            <a:off x="585216" y="2889504"/>
            <a:ext cx="2311146" cy="146304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defRPr sz="750" b="0" i="0">
                <a:solidFill>
                  <a:srgbClr val="64748B"/>
                </a:solidFill>
                <a:latin typeface="Arial"/>
              </a:defRPr>
            </a:pPr>
            <a:r>
              <a:t>{{pillar_1_metric_2_label}}</a:t>
            </a:r>
          </a:p>
        </p:txBody>
      </p:sp>
      <p:sp>
        <p:nvSpPr>
          <p:cNvPr id="24" name="TextBox 23">
            <a:extLst>
              <a:ext uri="{FF2B5EF4-FFF2-40B4-BE49-F238E27FC236}">
                <a16:creationId xmlns:a16="http://schemas.microsoft.com/office/drawing/2014/main" id="{2A2B12FE-07DF-0569-B249-8D2FA45AE460}"/>
              </a:ext>
            </a:extLst>
          </p:cNvPr>
          <p:cNvSpPr txBox="1"/>
          <p:nvPr userDrawn="1"/>
        </p:nvSpPr>
        <p:spPr>
          <a:xfrm>
            <a:off x="493776" y="2870040"/>
            <a:ext cx="2512313" cy="128016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1" i="0">
                <a:solidFill>
                  <a:srgbClr val="8B5CF6"/>
                </a:solidFill>
                <a:latin typeface="Arial"/>
              </a:defRPr>
            </a:pPr>
            <a:r>
              <a:rPr dirty="0"/>
              <a:t>{{pillar_1_metric_2_value}}</a:t>
            </a:r>
          </a:p>
        </p:txBody>
      </p:sp>
      <p:sp>
        <p:nvSpPr>
          <p:cNvPr id="25" name="Rectangle 24">
            <a:extLst>
              <a:ext uri="{FF2B5EF4-FFF2-40B4-BE49-F238E27FC236}">
                <a16:creationId xmlns:a16="http://schemas.microsoft.com/office/drawing/2014/main" id="{050D2C08-4A83-79C9-265B-D8725355672D}"/>
              </a:ext>
            </a:extLst>
          </p:cNvPr>
          <p:cNvSpPr/>
          <p:nvPr userDrawn="1"/>
        </p:nvSpPr>
        <p:spPr>
          <a:xfrm>
            <a:off x="493776" y="3200400"/>
            <a:ext cx="45720" cy="45720"/>
          </a:xfrm>
          <a:prstGeom prst="rect">
            <a:avLst/>
          </a:prstGeom>
          <a:solidFill>
            <a:srgbClr val="C4B5FD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26" name="TextBox 25">
            <a:extLst>
              <a:ext uri="{FF2B5EF4-FFF2-40B4-BE49-F238E27FC236}">
                <a16:creationId xmlns:a16="http://schemas.microsoft.com/office/drawing/2014/main" id="{00CAE78C-A4FC-305F-3474-75835E846EB2}"/>
              </a:ext>
            </a:extLst>
          </p:cNvPr>
          <p:cNvSpPr txBox="1"/>
          <p:nvPr userDrawn="1"/>
        </p:nvSpPr>
        <p:spPr>
          <a:xfrm>
            <a:off x="585216" y="3163824"/>
            <a:ext cx="2311146" cy="146304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defRPr sz="750" b="0" i="0">
                <a:solidFill>
                  <a:srgbClr val="64748B"/>
                </a:solidFill>
                <a:latin typeface="Arial"/>
              </a:defRPr>
            </a:pPr>
            <a:r>
              <a:t>{{pillar_1_metric_3_label}}</a:t>
            </a:r>
          </a:p>
        </p:txBody>
      </p:sp>
      <p:sp>
        <p:nvSpPr>
          <p:cNvPr id="27" name="TextBox 26">
            <a:extLst>
              <a:ext uri="{FF2B5EF4-FFF2-40B4-BE49-F238E27FC236}">
                <a16:creationId xmlns:a16="http://schemas.microsoft.com/office/drawing/2014/main" id="{D8808BB2-15D1-BE77-2D2F-98088EB8F93C}"/>
              </a:ext>
            </a:extLst>
          </p:cNvPr>
          <p:cNvSpPr txBox="1"/>
          <p:nvPr userDrawn="1"/>
        </p:nvSpPr>
        <p:spPr>
          <a:xfrm>
            <a:off x="493776" y="3144360"/>
            <a:ext cx="2512313" cy="128016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1" i="0">
                <a:solidFill>
                  <a:srgbClr val="8B5CF6"/>
                </a:solidFill>
                <a:latin typeface="Arial"/>
              </a:defRPr>
            </a:pPr>
            <a:r>
              <a:rPr dirty="0"/>
              <a:t>{{pillar_1_metric_3_value}}</a:t>
            </a:r>
          </a:p>
        </p:txBody>
      </p:sp>
      <p:sp>
        <p:nvSpPr>
          <p:cNvPr id="28" name="Rectangle 27">
            <a:extLst>
              <a:ext uri="{FF2B5EF4-FFF2-40B4-BE49-F238E27FC236}">
                <a16:creationId xmlns:a16="http://schemas.microsoft.com/office/drawing/2014/main" id="{DC467EDB-750A-9BE1-8753-CFBFA9705FF5}"/>
              </a:ext>
            </a:extLst>
          </p:cNvPr>
          <p:cNvSpPr/>
          <p:nvPr userDrawn="1"/>
        </p:nvSpPr>
        <p:spPr>
          <a:xfrm>
            <a:off x="493776" y="3493008"/>
            <a:ext cx="2512313" cy="9144"/>
          </a:xfrm>
          <a:prstGeom prst="rect">
            <a:avLst/>
          </a:prstGeom>
          <a:solidFill>
            <a:srgbClr val="E5E7EB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29" name="TextBox 28">
            <a:extLst>
              <a:ext uri="{FF2B5EF4-FFF2-40B4-BE49-F238E27FC236}">
                <a16:creationId xmlns:a16="http://schemas.microsoft.com/office/drawing/2014/main" id="{42B6D2FA-F017-6BF5-EE53-9A23793C9959}"/>
              </a:ext>
            </a:extLst>
          </p:cNvPr>
          <p:cNvSpPr txBox="1"/>
          <p:nvPr userDrawn="1"/>
        </p:nvSpPr>
        <p:spPr>
          <a:xfrm>
            <a:off x="493776" y="3566160"/>
            <a:ext cx="2512313" cy="128016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defRPr sz="700" b="1" i="0">
                <a:solidFill>
                  <a:srgbClr val="94A3B8"/>
                </a:solidFill>
                <a:latin typeface="Arial"/>
              </a:defRPr>
            </a:pPr>
            <a:r>
              <a:t>KEY ACTIONS</a:t>
            </a:r>
          </a:p>
        </p:txBody>
      </p:sp>
      <p:sp>
        <p:nvSpPr>
          <p:cNvPr id="30" name="TextBox 29">
            <a:extLst>
              <a:ext uri="{FF2B5EF4-FFF2-40B4-BE49-F238E27FC236}">
                <a16:creationId xmlns:a16="http://schemas.microsoft.com/office/drawing/2014/main" id="{94C8A7B5-9A5B-DDE0-6468-CED3F34B352F}"/>
              </a:ext>
            </a:extLst>
          </p:cNvPr>
          <p:cNvSpPr txBox="1"/>
          <p:nvPr userDrawn="1"/>
        </p:nvSpPr>
        <p:spPr>
          <a:xfrm>
            <a:off x="493776" y="3749039"/>
            <a:ext cx="128016" cy="146304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defRPr sz="800" b="0" i="0">
                <a:solidFill>
                  <a:srgbClr val="8B5CF6"/>
                </a:solidFill>
                <a:latin typeface="Arial"/>
              </a:defRPr>
            </a:pPr>
            <a:r>
              <a:t>→</a:t>
            </a:r>
          </a:p>
        </p:txBody>
      </p:sp>
      <p:sp>
        <p:nvSpPr>
          <p:cNvPr id="31" name="TextBox 30">
            <a:extLst>
              <a:ext uri="{FF2B5EF4-FFF2-40B4-BE49-F238E27FC236}">
                <a16:creationId xmlns:a16="http://schemas.microsoft.com/office/drawing/2014/main" id="{1997982E-46F1-AD35-8AE0-2F7A4847F343}"/>
              </a:ext>
            </a:extLst>
          </p:cNvPr>
          <p:cNvSpPr txBox="1"/>
          <p:nvPr userDrawn="1"/>
        </p:nvSpPr>
        <p:spPr>
          <a:xfrm>
            <a:off x="640080" y="3749039"/>
            <a:ext cx="236601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defRPr sz="800" b="0" i="0">
                <a:solidFill>
                  <a:srgbClr val="475569"/>
                </a:solidFill>
                <a:latin typeface="Arial"/>
              </a:defRPr>
            </a:pPr>
            <a:r>
              <a:t>{{pillar_1_action_1}}</a:t>
            </a:r>
          </a:p>
        </p:txBody>
      </p:sp>
      <p:sp>
        <p:nvSpPr>
          <p:cNvPr id="32" name="TextBox 31">
            <a:extLst>
              <a:ext uri="{FF2B5EF4-FFF2-40B4-BE49-F238E27FC236}">
                <a16:creationId xmlns:a16="http://schemas.microsoft.com/office/drawing/2014/main" id="{F23BA1F8-D511-A9BD-9A2D-9220C0414169}"/>
              </a:ext>
            </a:extLst>
          </p:cNvPr>
          <p:cNvSpPr txBox="1"/>
          <p:nvPr userDrawn="1"/>
        </p:nvSpPr>
        <p:spPr>
          <a:xfrm>
            <a:off x="493776" y="3986783"/>
            <a:ext cx="128016" cy="146304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defRPr sz="800" b="0" i="0">
                <a:solidFill>
                  <a:srgbClr val="8B5CF6"/>
                </a:solidFill>
                <a:latin typeface="Arial"/>
              </a:defRPr>
            </a:pPr>
            <a:r>
              <a:t>→</a:t>
            </a:r>
          </a:p>
        </p:txBody>
      </p:sp>
      <p:sp>
        <p:nvSpPr>
          <p:cNvPr id="33" name="TextBox 32">
            <a:extLst>
              <a:ext uri="{FF2B5EF4-FFF2-40B4-BE49-F238E27FC236}">
                <a16:creationId xmlns:a16="http://schemas.microsoft.com/office/drawing/2014/main" id="{86B0298E-699F-E30F-C9E3-60CC7DEF8D77}"/>
              </a:ext>
            </a:extLst>
          </p:cNvPr>
          <p:cNvSpPr txBox="1"/>
          <p:nvPr userDrawn="1"/>
        </p:nvSpPr>
        <p:spPr>
          <a:xfrm>
            <a:off x="640080" y="3986783"/>
            <a:ext cx="236601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defRPr sz="800" b="0" i="0">
                <a:solidFill>
                  <a:srgbClr val="475569"/>
                </a:solidFill>
                <a:latin typeface="Arial"/>
              </a:defRPr>
            </a:pPr>
            <a:r>
              <a:t>{{pillar_1_action_2}}</a:t>
            </a:r>
          </a:p>
        </p:txBody>
      </p:sp>
      <p:sp>
        <p:nvSpPr>
          <p:cNvPr id="34" name="TextBox 33">
            <a:extLst>
              <a:ext uri="{FF2B5EF4-FFF2-40B4-BE49-F238E27FC236}">
                <a16:creationId xmlns:a16="http://schemas.microsoft.com/office/drawing/2014/main" id="{4B344AA6-FF89-2A2E-119C-4DCEA05633AA}"/>
              </a:ext>
            </a:extLst>
          </p:cNvPr>
          <p:cNvSpPr txBox="1"/>
          <p:nvPr userDrawn="1"/>
        </p:nvSpPr>
        <p:spPr>
          <a:xfrm>
            <a:off x="493776" y="4224527"/>
            <a:ext cx="128016" cy="146304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defRPr sz="800" b="0" i="0">
                <a:solidFill>
                  <a:srgbClr val="8B5CF6"/>
                </a:solidFill>
                <a:latin typeface="Arial"/>
              </a:defRPr>
            </a:pPr>
            <a:r>
              <a:t>→</a:t>
            </a:r>
          </a:p>
        </p:txBody>
      </p:sp>
      <p:sp>
        <p:nvSpPr>
          <p:cNvPr id="35" name="TextBox 34">
            <a:extLst>
              <a:ext uri="{FF2B5EF4-FFF2-40B4-BE49-F238E27FC236}">
                <a16:creationId xmlns:a16="http://schemas.microsoft.com/office/drawing/2014/main" id="{4A6FC542-8C18-EF6E-9EE8-40965038149D}"/>
              </a:ext>
            </a:extLst>
          </p:cNvPr>
          <p:cNvSpPr txBox="1"/>
          <p:nvPr userDrawn="1"/>
        </p:nvSpPr>
        <p:spPr>
          <a:xfrm>
            <a:off x="640080" y="4224527"/>
            <a:ext cx="236601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defRPr sz="800" b="0" i="0">
                <a:solidFill>
                  <a:srgbClr val="475569"/>
                </a:solidFill>
                <a:latin typeface="Arial"/>
              </a:defRPr>
            </a:pPr>
            <a:r>
              <a:t>{{pillar_1_action_3}}</a:t>
            </a:r>
          </a:p>
        </p:txBody>
      </p:sp>
      <p:sp>
        <p:nvSpPr>
          <p:cNvPr id="36" name="Rounded Rectangle 37">
            <a:extLst>
              <a:ext uri="{FF2B5EF4-FFF2-40B4-BE49-F238E27FC236}">
                <a16:creationId xmlns:a16="http://schemas.microsoft.com/office/drawing/2014/main" id="{8C8B1CF2-A7B7-0479-D08F-341C2AB123E7}"/>
              </a:ext>
            </a:extLst>
          </p:cNvPr>
          <p:cNvSpPr/>
          <p:nvPr userDrawn="1"/>
        </p:nvSpPr>
        <p:spPr>
          <a:xfrm>
            <a:off x="3262122" y="1426464"/>
            <a:ext cx="2768346" cy="3474720"/>
          </a:xfrm>
          <a:prstGeom prst="roundRect">
            <a:avLst/>
          </a:prstGeom>
          <a:solidFill>
            <a:srgbClr val="FFFFFF"/>
          </a:solidFill>
          <a:ln w="12700">
            <a:solidFill>
              <a:srgbClr val="E5E7EB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37" name="Rectangle 36">
            <a:extLst>
              <a:ext uri="{FF2B5EF4-FFF2-40B4-BE49-F238E27FC236}">
                <a16:creationId xmlns:a16="http://schemas.microsoft.com/office/drawing/2014/main" id="{AC481A21-A4EC-6FE4-D15A-B7B0E8877F61}"/>
              </a:ext>
            </a:extLst>
          </p:cNvPr>
          <p:cNvSpPr/>
          <p:nvPr userDrawn="1"/>
        </p:nvSpPr>
        <p:spPr>
          <a:xfrm>
            <a:off x="3353562" y="1554480"/>
            <a:ext cx="274320" cy="274320"/>
          </a:xfrm>
          <a:prstGeom prst="rect">
            <a:avLst/>
          </a:prstGeom>
          <a:solidFill>
            <a:srgbClr val="6366F1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38" name="TextBox 37">
            <a:extLst>
              <a:ext uri="{FF2B5EF4-FFF2-40B4-BE49-F238E27FC236}">
                <a16:creationId xmlns:a16="http://schemas.microsoft.com/office/drawing/2014/main" id="{F5EE2F2A-C23A-CBED-1AED-6A69F9A6A894}"/>
              </a:ext>
            </a:extLst>
          </p:cNvPr>
          <p:cNvSpPr txBox="1"/>
          <p:nvPr userDrawn="1"/>
        </p:nvSpPr>
        <p:spPr>
          <a:xfrm>
            <a:off x="3353562" y="1572768"/>
            <a:ext cx="274320" cy="276999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1200" b="1" i="0">
                <a:solidFill>
                  <a:srgbClr val="FFFFFF"/>
                </a:solidFill>
                <a:latin typeface="Arial"/>
              </a:defRPr>
            </a:pPr>
            <a:r>
              <a:rPr dirty="0"/>
              <a:t>2</a:t>
            </a:r>
          </a:p>
        </p:txBody>
      </p:sp>
      <p:sp>
        <p:nvSpPr>
          <p:cNvPr id="39" name="TextBox 38">
            <a:extLst>
              <a:ext uri="{FF2B5EF4-FFF2-40B4-BE49-F238E27FC236}">
                <a16:creationId xmlns:a16="http://schemas.microsoft.com/office/drawing/2014/main" id="{D802EA19-AA27-AB7A-878D-403DFB0C16E5}"/>
              </a:ext>
            </a:extLst>
          </p:cNvPr>
          <p:cNvSpPr txBox="1"/>
          <p:nvPr userDrawn="1"/>
        </p:nvSpPr>
        <p:spPr>
          <a:xfrm>
            <a:off x="3701033" y="1554480"/>
            <a:ext cx="2237994" cy="2743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defRPr sz="1000" b="1" i="0">
                <a:solidFill>
                  <a:srgbClr val="6366F1"/>
                </a:solidFill>
                <a:latin typeface="Arial"/>
              </a:defRPr>
            </a:pPr>
            <a:r>
              <a:t>{{pillar_2_title}}</a:t>
            </a:r>
          </a:p>
        </p:txBody>
      </p:sp>
      <p:sp>
        <p:nvSpPr>
          <p:cNvPr id="40" name="TextBox 39">
            <a:extLst>
              <a:ext uri="{FF2B5EF4-FFF2-40B4-BE49-F238E27FC236}">
                <a16:creationId xmlns:a16="http://schemas.microsoft.com/office/drawing/2014/main" id="{485E99C6-19E7-482B-F0BE-F3BDD500DCE1}"/>
              </a:ext>
            </a:extLst>
          </p:cNvPr>
          <p:cNvSpPr txBox="1"/>
          <p:nvPr userDrawn="1"/>
        </p:nvSpPr>
        <p:spPr>
          <a:xfrm>
            <a:off x="3390138" y="1901952"/>
            <a:ext cx="2512313" cy="4572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defRPr sz="800" b="0" i="0">
                <a:solidFill>
                  <a:srgbClr val="475569"/>
                </a:solidFill>
                <a:latin typeface="Arial"/>
              </a:defRPr>
            </a:pPr>
            <a:r>
              <a:t>{{pillar_2_subtitle}}</a:t>
            </a:r>
          </a:p>
        </p:txBody>
      </p:sp>
      <p:sp>
        <p:nvSpPr>
          <p:cNvPr id="41" name="Rectangle 40">
            <a:extLst>
              <a:ext uri="{FF2B5EF4-FFF2-40B4-BE49-F238E27FC236}">
                <a16:creationId xmlns:a16="http://schemas.microsoft.com/office/drawing/2014/main" id="{C8392EE5-0BD2-9596-E7C0-4DEF1C677BCB}"/>
              </a:ext>
            </a:extLst>
          </p:cNvPr>
          <p:cNvSpPr/>
          <p:nvPr userDrawn="1"/>
        </p:nvSpPr>
        <p:spPr>
          <a:xfrm>
            <a:off x="3390138" y="2386584"/>
            <a:ext cx="2512313" cy="9144"/>
          </a:xfrm>
          <a:prstGeom prst="rect">
            <a:avLst/>
          </a:prstGeom>
          <a:solidFill>
            <a:srgbClr val="E5E7EB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42" name="TextBox 41">
            <a:extLst>
              <a:ext uri="{FF2B5EF4-FFF2-40B4-BE49-F238E27FC236}">
                <a16:creationId xmlns:a16="http://schemas.microsoft.com/office/drawing/2014/main" id="{309FB2F7-1C79-2F31-19DE-A6BA4DDBD788}"/>
              </a:ext>
            </a:extLst>
          </p:cNvPr>
          <p:cNvSpPr txBox="1"/>
          <p:nvPr userDrawn="1"/>
        </p:nvSpPr>
        <p:spPr>
          <a:xfrm>
            <a:off x="3390138" y="2450592"/>
            <a:ext cx="2512313" cy="128016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defRPr sz="700" b="1" i="0">
                <a:solidFill>
                  <a:srgbClr val="94A3B8"/>
                </a:solidFill>
                <a:latin typeface="Arial"/>
              </a:defRPr>
            </a:pPr>
            <a:r>
              <a:t>KEY METRICS</a:t>
            </a:r>
          </a:p>
        </p:txBody>
      </p:sp>
      <p:sp>
        <p:nvSpPr>
          <p:cNvPr id="43" name="Rectangle 42">
            <a:extLst>
              <a:ext uri="{FF2B5EF4-FFF2-40B4-BE49-F238E27FC236}">
                <a16:creationId xmlns:a16="http://schemas.microsoft.com/office/drawing/2014/main" id="{A43DCC8A-F312-33EA-5FA1-FB22942A3D2B}"/>
              </a:ext>
            </a:extLst>
          </p:cNvPr>
          <p:cNvSpPr/>
          <p:nvPr userDrawn="1"/>
        </p:nvSpPr>
        <p:spPr>
          <a:xfrm>
            <a:off x="3390138" y="2651760"/>
            <a:ext cx="45720" cy="45720"/>
          </a:xfrm>
          <a:prstGeom prst="rect">
            <a:avLst/>
          </a:prstGeom>
          <a:solidFill>
            <a:srgbClr val="A5B4FC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44" name="TextBox 43">
            <a:extLst>
              <a:ext uri="{FF2B5EF4-FFF2-40B4-BE49-F238E27FC236}">
                <a16:creationId xmlns:a16="http://schemas.microsoft.com/office/drawing/2014/main" id="{C021D8F0-8871-62B6-2872-494E836139DD}"/>
              </a:ext>
            </a:extLst>
          </p:cNvPr>
          <p:cNvSpPr txBox="1"/>
          <p:nvPr userDrawn="1"/>
        </p:nvSpPr>
        <p:spPr>
          <a:xfrm>
            <a:off x="3481578" y="2615184"/>
            <a:ext cx="2311146" cy="146304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defRPr sz="750" b="0" i="0">
                <a:solidFill>
                  <a:srgbClr val="64748B"/>
                </a:solidFill>
                <a:latin typeface="Arial"/>
              </a:defRPr>
            </a:pPr>
            <a:r>
              <a:t>{{pillar_2_metric_1_label}}</a:t>
            </a:r>
          </a:p>
        </p:txBody>
      </p:sp>
      <p:sp>
        <p:nvSpPr>
          <p:cNvPr id="45" name="TextBox 44">
            <a:extLst>
              <a:ext uri="{FF2B5EF4-FFF2-40B4-BE49-F238E27FC236}">
                <a16:creationId xmlns:a16="http://schemas.microsoft.com/office/drawing/2014/main" id="{2CC8EB51-D0FC-AFBD-AFE6-0FF92F0F08C9}"/>
              </a:ext>
            </a:extLst>
          </p:cNvPr>
          <p:cNvSpPr txBox="1"/>
          <p:nvPr userDrawn="1"/>
        </p:nvSpPr>
        <p:spPr>
          <a:xfrm>
            <a:off x="3390138" y="2595716"/>
            <a:ext cx="2512313" cy="128016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1" i="0">
                <a:solidFill>
                  <a:srgbClr val="6366F1"/>
                </a:solidFill>
                <a:latin typeface="Arial"/>
              </a:defRPr>
            </a:pPr>
            <a:r>
              <a:rPr dirty="0"/>
              <a:t>{{pillar_2_metric_1_value}}</a:t>
            </a:r>
          </a:p>
        </p:txBody>
      </p:sp>
      <p:sp>
        <p:nvSpPr>
          <p:cNvPr id="46" name="Rectangle 45">
            <a:extLst>
              <a:ext uri="{FF2B5EF4-FFF2-40B4-BE49-F238E27FC236}">
                <a16:creationId xmlns:a16="http://schemas.microsoft.com/office/drawing/2014/main" id="{6234BBF0-8E39-A7FA-D0FB-414B54CFEFFC}"/>
              </a:ext>
            </a:extLst>
          </p:cNvPr>
          <p:cNvSpPr/>
          <p:nvPr userDrawn="1"/>
        </p:nvSpPr>
        <p:spPr>
          <a:xfrm>
            <a:off x="3390138" y="2926080"/>
            <a:ext cx="45720" cy="45720"/>
          </a:xfrm>
          <a:prstGeom prst="rect">
            <a:avLst/>
          </a:prstGeom>
          <a:solidFill>
            <a:srgbClr val="A5B4FC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47" name="TextBox 46">
            <a:extLst>
              <a:ext uri="{FF2B5EF4-FFF2-40B4-BE49-F238E27FC236}">
                <a16:creationId xmlns:a16="http://schemas.microsoft.com/office/drawing/2014/main" id="{85A51886-BF7D-5840-42FF-B24F011E8C8F}"/>
              </a:ext>
            </a:extLst>
          </p:cNvPr>
          <p:cNvSpPr txBox="1"/>
          <p:nvPr userDrawn="1"/>
        </p:nvSpPr>
        <p:spPr>
          <a:xfrm>
            <a:off x="3481578" y="2889504"/>
            <a:ext cx="2311146" cy="146304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defRPr sz="750" b="0" i="0">
                <a:solidFill>
                  <a:srgbClr val="64748B"/>
                </a:solidFill>
                <a:latin typeface="Arial"/>
              </a:defRPr>
            </a:pPr>
            <a:r>
              <a:t>{{pillar_2_metric_2_label}}</a:t>
            </a:r>
          </a:p>
        </p:txBody>
      </p:sp>
      <p:sp>
        <p:nvSpPr>
          <p:cNvPr id="48" name="TextBox 47">
            <a:extLst>
              <a:ext uri="{FF2B5EF4-FFF2-40B4-BE49-F238E27FC236}">
                <a16:creationId xmlns:a16="http://schemas.microsoft.com/office/drawing/2014/main" id="{4FB8CC55-4EFC-987A-7365-16A2373F095F}"/>
              </a:ext>
            </a:extLst>
          </p:cNvPr>
          <p:cNvSpPr txBox="1"/>
          <p:nvPr userDrawn="1"/>
        </p:nvSpPr>
        <p:spPr>
          <a:xfrm>
            <a:off x="3390138" y="2870036"/>
            <a:ext cx="2512313" cy="128016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1" i="0">
                <a:solidFill>
                  <a:srgbClr val="6366F1"/>
                </a:solidFill>
                <a:latin typeface="Arial"/>
              </a:defRPr>
            </a:pPr>
            <a:r>
              <a:rPr dirty="0"/>
              <a:t>{{pillar_2_metric_2_value}}</a:t>
            </a:r>
          </a:p>
        </p:txBody>
      </p:sp>
      <p:sp>
        <p:nvSpPr>
          <p:cNvPr id="49" name="Rectangle 48">
            <a:extLst>
              <a:ext uri="{FF2B5EF4-FFF2-40B4-BE49-F238E27FC236}">
                <a16:creationId xmlns:a16="http://schemas.microsoft.com/office/drawing/2014/main" id="{42AF116E-8F43-3176-B261-942A2A87D2D2}"/>
              </a:ext>
            </a:extLst>
          </p:cNvPr>
          <p:cNvSpPr/>
          <p:nvPr userDrawn="1"/>
        </p:nvSpPr>
        <p:spPr>
          <a:xfrm>
            <a:off x="3390138" y="3200400"/>
            <a:ext cx="45720" cy="45720"/>
          </a:xfrm>
          <a:prstGeom prst="rect">
            <a:avLst/>
          </a:prstGeom>
          <a:solidFill>
            <a:srgbClr val="A5B4FC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50" name="TextBox 49">
            <a:extLst>
              <a:ext uri="{FF2B5EF4-FFF2-40B4-BE49-F238E27FC236}">
                <a16:creationId xmlns:a16="http://schemas.microsoft.com/office/drawing/2014/main" id="{CCF84759-997D-3C9D-FBAA-FC35FC3AF751}"/>
              </a:ext>
            </a:extLst>
          </p:cNvPr>
          <p:cNvSpPr txBox="1"/>
          <p:nvPr userDrawn="1"/>
        </p:nvSpPr>
        <p:spPr>
          <a:xfrm>
            <a:off x="3481578" y="3163824"/>
            <a:ext cx="2311146" cy="146304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defRPr sz="750" b="0" i="0">
                <a:solidFill>
                  <a:srgbClr val="64748B"/>
                </a:solidFill>
                <a:latin typeface="Arial"/>
              </a:defRPr>
            </a:pPr>
            <a:r>
              <a:t>{{pillar_2_metric_3_label}}</a:t>
            </a:r>
          </a:p>
        </p:txBody>
      </p:sp>
      <p:sp>
        <p:nvSpPr>
          <p:cNvPr id="51" name="TextBox 50">
            <a:extLst>
              <a:ext uri="{FF2B5EF4-FFF2-40B4-BE49-F238E27FC236}">
                <a16:creationId xmlns:a16="http://schemas.microsoft.com/office/drawing/2014/main" id="{35EE39D0-58FB-9BA8-3B71-C89FE84B9436}"/>
              </a:ext>
            </a:extLst>
          </p:cNvPr>
          <p:cNvSpPr txBox="1"/>
          <p:nvPr userDrawn="1"/>
        </p:nvSpPr>
        <p:spPr>
          <a:xfrm>
            <a:off x="3390138" y="3144356"/>
            <a:ext cx="2512313" cy="128016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1" i="0">
                <a:solidFill>
                  <a:srgbClr val="6366F1"/>
                </a:solidFill>
                <a:latin typeface="Arial"/>
              </a:defRPr>
            </a:pPr>
            <a:r>
              <a:t>{{pillar_2_metric_3_value}}</a:t>
            </a:r>
          </a:p>
        </p:txBody>
      </p:sp>
      <p:sp>
        <p:nvSpPr>
          <p:cNvPr id="52" name="Rectangle 51">
            <a:extLst>
              <a:ext uri="{FF2B5EF4-FFF2-40B4-BE49-F238E27FC236}">
                <a16:creationId xmlns:a16="http://schemas.microsoft.com/office/drawing/2014/main" id="{7C86B8CD-8518-BAD3-4A0D-BEE8031F926A}"/>
              </a:ext>
            </a:extLst>
          </p:cNvPr>
          <p:cNvSpPr/>
          <p:nvPr userDrawn="1"/>
        </p:nvSpPr>
        <p:spPr>
          <a:xfrm>
            <a:off x="3390138" y="3493008"/>
            <a:ext cx="2512313" cy="9144"/>
          </a:xfrm>
          <a:prstGeom prst="rect">
            <a:avLst/>
          </a:prstGeom>
          <a:solidFill>
            <a:srgbClr val="E5E7EB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53" name="TextBox 52">
            <a:extLst>
              <a:ext uri="{FF2B5EF4-FFF2-40B4-BE49-F238E27FC236}">
                <a16:creationId xmlns:a16="http://schemas.microsoft.com/office/drawing/2014/main" id="{C3760EBB-405D-1DD3-AD6E-DAD87FAA9A9C}"/>
              </a:ext>
            </a:extLst>
          </p:cNvPr>
          <p:cNvSpPr txBox="1"/>
          <p:nvPr userDrawn="1"/>
        </p:nvSpPr>
        <p:spPr>
          <a:xfrm>
            <a:off x="3390138" y="3566160"/>
            <a:ext cx="2512313" cy="128016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defRPr sz="700" b="1" i="0">
                <a:solidFill>
                  <a:srgbClr val="94A3B8"/>
                </a:solidFill>
                <a:latin typeface="Arial"/>
              </a:defRPr>
            </a:pPr>
            <a:r>
              <a:t>KEY ACTIONS</a:t>
            </a:r>
          </a:p>
        </p:txBody>
      </p:sp>
      <p:sp>
        <p:nvSpPr>
          <p:cNvPr id="54" name="TextBox 53">
            <a:extLst>
              <a:ext uri="{FF2B5EF4-FFF2-40B4-BE49-F238E27FC236}">
                <a16:creationId xmlns:a16="http://schemas.microsoft.com/office/drawing/2014/main" id="{84AD5BB5-05B3-0A14-B603-AD1ED50FA36E}"/>
              </a:ext>
            </a:extLst>
          </p:cNvPr>
          <p:cNvSpPr txBox="1"/>
          <p:nvPr userDrawn="1"/>
        </p:nvSpPr>
        <p:spPr>
          <a:xfrm>
            <a:off x="3390138" y="3749039"/>
            <a:ext cx="128016" cy="146304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defRPr sz="800" b="0" i="0">
                <a:solidFill>
                  <a:srgbClr val="6366F1"/>
                </a:solidFill>
                <a:latin typeface="Arial"/>
              </a:defRPr>
            </a:pPr>
            <a:r>
              <a:t>→</a:t>
            </a:r>
          </a:p>
        </p:txBody>
      </p:sp>
      <p:sp>
        <p:nvSpPr>
          <p:cNvPr id="55" name="TextBox 54">
            <a:extLst>
              <a:ext uri="{FF2B5EF4-FFF2-40B4-BE49-F238E27FC236}">
                <a16:creationId xmlns:a16="http://schemas.microsoft.com/office/drawing/2014/main" id="{4ED7DA9B-0363-F032-5BE2-51F5674C1F3F}"/>
              </a:ext>
            </a:extLst>
          </p:cNvPr>
          <p:cNvSpPr txBox="1"/>
          <p:nvPr userDrawn="1"/>
        </p:nvSpPr>
        <p:spPr>
          <a:xfrm>
            <a:off x="3536441" y="3749039"/>
            <a:ext cx="236601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defRPr sz="800" b="0" i="0">
                <a:solidFill>
                  <a:srgbClr val="475569"/>
                </a:solidFill>
                <a:latin typeface="Arial"/>
              </a:defRPr>
            </a:pPr>
            <a:r>
              <a:t>{{pillar_2_action_1}}</a:t>
            </a:r>
          </a:p>
        </p:txBody>
      </p:sp>
      <p:sp>
        <p:nvSpPr>
          <p:cNvPr id="56" name="TextBox 55">
            <a:extLst>
              <a:ext uri="{FF2B5EF4-FFF2-40B4-BE49-F238E27FC236}">
                <a16:creationId xmlns:a16="http://schemas.microsoft.com/office/drawing/2014/main" id="{3C9DD086-A4BA-FCF1-B3F3-F03CCC64F586}"/>
              </a:ext>
            </a:extLst>
          </p:cNvPr>
          <p:cNvSpPr txBox="1"/>
          <p:nvPr userDrawn="1"/>
        </p:nvSpPr>
        <p:spPr>
          <a:xfrm>
            <a:off x="3390138" y="3986783"/>
            <a:ext cx="128016" cy="146304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defRPr sz="800" b="0" i="0">
                <a:solidFill>
                  <a:srgbClr val="6366F1"/>
                </a:solidFill>
                <a:latin typeface="Arial"/>
              </a:defRPr>
            </a:pPr>
            <a:r>
              <a:t>→</a:t>
            </a:r>
          </a:p>
        </p:txBody>
      </p:sp>
      <p:sp>
        <p:nvSpPr>
          <p:cNvPr id="57" name="TextBox 56">
            <a:extLst>
              <a:ext uri="{FF2B5EF4-FFF2-40B4-BE49-F238E27FC236}">
                <a16:creationId xmlns:a16="http://schemas.microsoft.com/office/drawing/2014/main" id="{642719D4-005B-27BD-E7C4-2FBFCF7F00A0}"/>
              </a:ext>
            </a:extLst>
          </p:cNvPr>
          <p:cNvSpPr txBox="1"/>
          <p:nvPr userDrawn="1"/>
        </p:nvSpPr>
        <p:spPr>
          <a:xfrm>
            <a:off x="3536441" y="3986783"/>
            <a:ext cx="236601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defRPr sz="800" b="0" i="0">
                <a:solidFill>
                  <a:srgbClr val="475569"/>
                </a:solidFill>
                <a:latin typeface="Arial"/>
              </a:defRPr>
            </a:pPr>
            <a:r>
              <a:t>{{pillar_2_action_2}}</a:t>
            </a:r>
          </a:p>
        </p:txBody>
      </p:sp>
      <p:sp>
        <p:nvSpPr>
          <p:cNvPr id="58" name="TextBox 57">
            <a:extLst>
              <a:ext uri="{FF2B5EF4-FFF2-40B4-BE49-F238E27FC236}">
                <a16:creationId xmlns:a16="http://schemas.microsoft.com/office/drawing/2014/main" id="{92D237FD-E8EB-EBC8-C0C0-D6A95CD18D1A}"/>
              </a:ext>
            </a:extLst>
          </p:cNvPr>
          <p:cNvSpPr txBox="1"/>
          <p:nvPr userDrawn="1"/>
        </p:nvSpPr>
        <p:spPr>
          <a:xfrm>
            <a:off x="3390138" y="4224527"/>
            <a:ext cx="128016" cy="146304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defRPr sz="800" b="0" i="0">
                <a:solidFill>
                  <a:srgbClr val="6366F1"/>
                </a:solidFill>
                <a:latin typeface="Arial"/>
              </a:defRPr>
            </a:pPr>
            <a:r>
              <a:t>→</a:t>
            </a:r>
          </a:p>
        </p:txBody>
      </p:sp>
      <p:sp>
        <p:nvSpPr>
          <p:cNvPr id="59" name="TextBox 58">
            <a:extLst>
              <a:ext uri="{FF2B5EF4-FFF2-40B4-BE49-F238E27FC236}">
                <a16:creationId xmlns:a16="http://schemas.microsoft.com/office/drawing/2014/main" id="{03BE9F60-B068-651E-76B8-E889925CBA13}"/>
              </a:ext>
            </a:extLst>
          </p:cNvPr>
          <p:cNvSpPr txBox="1"/>
          <p:nvPr userDrawn="1"/>
        </p:nvSpPr>
        <p:spPr>
          <a:xfrm>
            <a:off x="3536441" y="4224527"/>
            <a:ext cx="236601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defRPr sz="800" b="0" i="0">
                <a:solidFill>
                  <a:srgbClr val="475569"/>
                </a:solidFill>
                <a:latin typeface="Arial"/>
              </a:defRPr>
            </a:pPr>
            <a:r>
              <a:t>{{pillar_2_action_3}}</a:t>
            </a:r>
          </a:p>
        </p:txBody>
      </p:sp>
      <p:sp>
        <p:nvSpPr>
          <p:cNvPr id="60" name="Rounded Rectangle 61">
            <a:extLst>
              <a:ext uri="{FF2B5EF4-FFF2-40B4-BE49-F238E27FC236}">
                <a16:creationId xmlns:a16="http://schemas.microsoft.com/office/drawing/2014/main" id="{8EBE8792-D4C6-A37D-BD82-92D9237AB55E}"/>
              </a:ext>
            </a:extLst>
          </p:cNvPr>
          <p:cNvSpPr/>
          <p:nvPr userDrawn="1"/>
        </p:nvSpPr>
        <p:spPr>
          <a:xfrm>
            <a:off x="6158484" y="1426464"/>
            <a:ext cx="2768346" cy="3474720"/>
          </a:xfrm>
          <a:prstGeom prst="roundRect">
            <a:avLst/>
          </a:prstGeom>
          <a:solidFill>
            <a:srgbClr val="FFFFFF"/>
          </a:solidFill>
          <a:ln w="12700">
            <a:solidFill>
              <a:srgbClr val="E5E7EB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61" name="Rectangle 60">
            <a:extLst>
              <a:ext uri="{FF2B5EF4-FFF2-40B4-BE49-F238E27FC236}">
                <a16:creationId xmlns:a16="http://schemas.microsoft.com/office/drawing/2014/main" id="{5AB6EBDD-F1C0-8226-4175-F7CEB52267E9}"/>
              </a:ext>
            </a:extLst>
          </p:cNvPr>
          <p:cNvSpPr/>
          <p:nvPr userDrawn="1"/>
        </p:nvSpPr>
        <p:spPr>
          <a:xfrm>
            <a:off x="6249924" y="1554480"/>
            <a:ext cx="274320" cy="274320"/>
          </a:xfrm>
          <a:prstGeom prst="rect">
            <a:avLst/>
          </a:prstGeom>
          <a:solidFill>
            <a:srgbClr val="3B82F6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62" name="TextBox 61">
            <a:extLst>
              <a:ext uri="{FF2B5EF4-FFF2-40B4-BE49-F238E27FC236}">
                <a16:creationId xmlns:a16="http://schemas.microsoft.com/office/drawing/2014/main" id="{6C4CF43B-6C2A-711C-7013-04F4933206E7}"/>
              </a:ext>
            </a:extLst>
          </p:cNvPr>
          <p:cNvSpPr txBox="1"/>
          <p:nvPr userDrawn="1"/>
        </p:nvSpPr>
        <p:spPr>
          <a:xfrm>
            <a:off x="6249924" y="1572768"/>
            <a:ext cx="274320" cy="276999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1200" b="1" i="0">
                <a:solidFill>
                  <a:srgbClr val="FFFFFF"/>
                </a:solidFill>
                <a:latin typeface="Arial"/>
              </a:defRPr>
            </a:pPr>
            <a:r>
              <a:rPr dirty="0"/>
              <a:t>3</a:t>
            </a:r>
          </a:p>
        </p:txBody>
      </p:sp>
      <p:sp>
        <p:nvSpPr>
          <p:cNvPr id="63" name="TextBox 62">
            <a:extLst>
              <a:ext uri="{FF2B5EF4-FFF2-40B4-BE49-F238E27FC236}">
                <a16:creationId xmlns:a16="http://schemas.microsoft.com/office/drawing/2014/main" id="{DFC4F4E8-7A22-2C40-8585-B9A39B94868A}"/>
              </a:ext>
            </a:extLst>
          </p:cNvPr>
          <p:cNvSpPr txBox="1"/>
          <p:nvPr userDrawn="1"/>
        </p:nvSpPr>
        <p:spPr>
          <a:xfrm>
            <a:off x="6597396" y="1554480"/>
            <a:ext cx="2237994" cy="2743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defRPr sz="1000" b="1" i="0">
                <a:solidFill>
                  <a:srgbClr val="3B82F6"/>
                </a:solidFill>
                <a:latin typeface="Arial"/>
              </a:defRPr>
            </a:pPr>
            <a:r>
              <a:t>{{pillar_3_title}}</a:t>
            </a:r>
          </a:p>
        </p:txBody>
      </p:sp>
      <p:sp>
        <p:nvSpPr>
          <p:cNvPr id="64" name="TextBox 63">
            <a:extLst>
              <a:ext uri="{FF2B5EF4-FFF2-40B4-BE49-F238E27FC236}">
                <a16:creationId xmlns:a16="http://schemas.microsoft.com/office/drawing/2014/main" id="{E198E397-5A08-403E-82ED-3F7DFFE0C262}"/>
              </a:ext>
            </a:extLst>
          </p:cNvPr>
          <p:cNvSpPr txBox="1"/>
          <p:nvPr userDrawn="1"/>
        </p:nvSpPr>
        <p:spPr>
          <a:xfrm>
            <a:off x="6286500" y="1901952"/>
            <a:ext cx="2512313" cy="4572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defRPr sz="800" b="0" i="0">
                <a:solidFill>
                  <a:srgbClr val="475569"/>
                </a:solidFill>
                <a:latin typeface="Arial"/>
              </a:defRPr>
            </a:pPr>
            <a:r>
              <a:t>{{pillar_3_subtitle}}</a:t>
            </a:r>
          </a:p>
        </p:txBody>
      </p:sp>
      <p:sp>
        <p:nvSpPr>
          <p:cNvPr id="65" name="Rectangle 64">
            <a:extLst>
              <a:ext uri="{FF2B5EF4-FFF2-40B4-BE49-F238E27FC236}">
                <a16:creationId xmlns:a16="http://schemas.microsoft.com/office/drawing/2014/main" id="{6F70BFE6-048F-19BA-863E-099ADD8D2A82}"/>
              </a:ext>
            </a:extLst>
          </p:cNvPr>
          <p:cNvSpPr/>
          <p:nvPr userDrawn="1"/>
        </p:nvSpPr>
        <p:spPr>
          <a:xfrm>
            <a:off x="6286500" y="2386584"/>
            <a:ext cx="2512313" cy="9144"/>
          </a:xfrm>
          <a:prstGeom prst="rect">
            <a:avLst/>
          </a:prstGeom>
          <a:solidFill>
            <a:srgbClr val="E5E7EB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66" name="TextBox 65">
            <a:extLst>
              <a:ext uri="{FF2B5EF4-FFF2-40B4-BE49-F238E27FC236}">
                <a16:creationId xmlns:a16="http://schemas.microsoft.com/office/drawing/2014/main" id="{5964EDEF-BECA-B831-740C-CE7FF723DB12}"/>
              </a:ext>
            </a:extLst>
          </p:cNvPr>
          <p:cNvSpPr txBox="1"/>
          <p:nvPr userDrawn="1"/>
        </p:nvSpPr>
        <p:spPr>
          <a:xfrm>
            <a:off x="6286500" y="2450592"/>
            <a:ext cx="2512313" cy="128016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defRPr sz="700" b="1" i="0">
                <a:solidFill>
                  <a:srgbClr val="94A3B8"/>
                </a:solidFill>
                <a:latin typeface="Arial"/>
              </a:defRPr>
            </a:pPr>
            <a:r>
              <a:t>KEY METRICS</a:t>
            </a:r>
          </a:p>
        </p:txBody>
      </p:sp>
      <p:sp>
        <p:nvSpPr>
          <p:cNvPr id="67" name="Rectangle 66">
            <a:extLst>
              <a:ext uri="{FF2B5EF4-FFF2-40B4-BE49-F238E27FC236}">
                <a16:creationId xmlns:a16="http://schemas.microsoft.com/office/drawing/2014/main" id="{54ECAEE6-D7D4-5146-E986-7969A97DE066}"/>
              </a:ext>
            </a:extLst>
          </p:cNvPr>
          <p:cNvSpPr/>
          <p:nvPr userDrawn="1"/>
        </p:nvSpPr>
        <p:spPr>
          <a:xfrm>
            <a:off x="6286500" y="2651760"/>
            <a:ext cx="45720" cy="45720"/>
          </a:xfrm>
          <a:prstGeom prst="rect">
            <a:avLst/>
          </a:prstGeom>
          <a:solidFill>
            <a:srgbClr val="93C5FD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68" name="TextBox 67">
            <a:extLst>
              <a:ext uri="{FF2B5EF4-FFF2-40B4-BE49-F238E27FC236}">
                <a16:creationId xmlns:a16="http://schemas.microsoft.com/office/drawing/2014/main" id="{620B6FEB-9656-6CED-A551-474BE939B675}"/>
              </a:ext>
            </a:extLst>
          </p:cNvPr>
          <p:cNvSpPr txBox="1"/>
          <p:nvPr userDrawn="1"/>
        </p:nvSpPr>
        <p:spPr>
          <a:xfrm>
            <a:off x="6377940" y="2615184"/>
            <a:ext cx="2311146" cy="146304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defRPr sz="750" b="0" i="0">
                <a:solidFill>
                  <a:srgbClr val="64748B"/>
                </a:solidFill>
                <a:latin typeface="Arial"/>
              </a:defRPr>
            </a:pPr>
            <a:r>
              <a:rPr dirty="0"/>
              <a:t>{{pillar_3_metric_1_label}}</a:t>
            </a:r>
          </a:p>
        </p:txBody>
      </p:sp>
      <p:sp>
        <p:nvSpPr>
          <p:cNvPr id="69" name="TextBox 68">
            <a:extLst>
              <a:ext uri="{FF2B5EF4-FFF2-40B4-BE49-F238E27FC236}">
                <a16:creationId xmlns:a16="http://schemas.microsoft.com/office/drawing/2014/main" id="{826DA093-0835-F193-337B-EA7B9A598E8B}"/>
              </a:ext>
            </a:extLst>
          </p:cNvPr>
          <p:cNvSpPr txBox="1"/>
          <p:nvPr userDrawn="1"/>
        </p:nvSpPr>
        <p:spPr>
          <a:xfrm>
            <a:off x="6286500" y="2595716"/>
            <a:ext cx="2512313" cy="128016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1" i="0">
                <a:solidFill>
                  <a:srgbClr val="3B82F6"/>
                </a:solidFill>
                <a:latin typeface="Arial"/>
              </a:defRPr>
            </a:pPr>
            <a:r>
              <a:rPr dirty="0"/>
              <a:t>{{pillar_3_metric_1_value}}</a:t>
            </a:r>
          </a:p>
        </p:txBody>
      </p:sp>
      <p:sp>
        <p:nvSpPr>
          <p:cNvPr id="70" name="Rectangle 69">
            <a:extLst>
              <a:ext uri="{FF2B5EF4-FFF2-40B4-BE49-F238E27FC236}">
                <a16:creationId xmlns:a16="http://schemas.microsoft.com/office/drawing/2014/main" id="{4A4A2587-C176-B471-8FA5-6888EEAB794E}"/>
              </a:ext>
            </a:extLst>
          </p:cNvPr>
          <p:cNvSpPr/>
          <p:nvPr userDrawn="1"/>
        </p:nvSpPr>
        <p:spPr>
          <a:xfrm>
            <a:off x="6286500" y="2926080"/>
            <a:ext cx="45720" cy="45720"/>
          </a:xfrm>
          <a:prstGeom prst="rect">
            <a:avLst/>
          </a:prstGeom>
          <a:solidFill>
            <a:srgbClr val="93C5FD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71" name="TextBox 70">
            <a:extLst>
              <a:ext uri="{FF2B5EF4-FFF2-40B4-BE49-F238E27FC236}">
                <a16:creationId xmlns:a16="http://schemas.microsoft.com/office/drawing/2014/main" id="{29857844-2F74-61F4-4F52-9D218146A02F}"/>
              </a:ext>
            </a:extLst>
          </p:cNvPr>
          <p:cNvSpPr txBox="1"/>
          <p:nvPr userDrawn="1"/>
        </p:nvSpPr>
        <p:spPr>
          <a:xfrm>
            <a:off x="6377940" y="2889504"/>
            <a:ext cx="2311146" cy="146304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defRPr sz="750" b="0" i="0">
                <a:solidFill>
                  <a:srgbClr val="64748B"/>
                </a:solidFill>
                <a:latin typeface="Arial"/>
              </a:defRPr>
            </a:pPr>
            <a:r>
              <a:t>{{pillar_3_metric_2_label}}</a:t>
            </a:r>
          </a:p>
        </p:txBody>
      </p:sp>
      <p:sp>
        <p:nvSpPr>
          <p:cNvPr id="72" name="TextBox 71">
            <a:extLst>
              <a:ext uri="{FF2B5EF4-FFF2-40B4-BE49-F238E27FC236}">
                <a16:creationId xmlns:a16="http://schemas.microsoft.com/office/drawing/2014/main" id="{61170CFF-82B3-558D-2D1A-DBAF80F10EBD}"/>
              </a:ext>
            </a:extLst>
          </p:cNvPr>
          <p:cNvSpPr txBox="1"/>
          <p:nvPr userDrawn="1"/>
        </p:nvSpPr>
        <p:spPr>
          <a:xfrm>
            <a:off x="6286500" y="2870036"/>
            <a:ext cx="2512313" cy="128016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1" i="0">
                <a:solidFill>
                  <a:srgbClr val="3B82F6"/>
                </a:solidFill>
                <a:latin typeface="Arial"/>
              </a:defRPr>
            </a:pPr>
            <a:r>
              <a:rPr dirty="0"/>
              <a:t>{{pillar_3_metric_2_value}}</a:t>
            </a:r>
          </a:p>
        </p:txBody>
      </p:sp>
      <p:sp>
        <p:nvSpPr>
          <p:cNvPr id="73" name="Rectangle 72">
            <a:extLst>
              <a:ext uri="{FF2B5EF4-FFF2-40B4-BE49-F238E27FC236}">
                <a16:creationId xmlns:a16="http://schemas.microsoft.com/office/drawing/2014/main" id="{1FC8DA5B-FF8C-1A40-6230-15DEF2F5AB92}"/>
              </a:ext>
            </a:extLst>
          </p:cNvPr>
          <p:cNvSpPr/>
          <p:nvPr userDrawn="1"/>
        </p:nvSpPr>
        <p:spPr>
          <a:xfrm>
            <a:off x="6286500" y="3200400"/>
            <a:ext cx="45720" cy="45720"/>
          </a:xfrm>
          <a:prstGeom prst="rect">
            <a:avLst/>
          </a:prstGeom>
          <a:solidFill>
            <a:srgbClr val="93C5FD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74" name="TextBox 73">
            <a:extLst>
              <a:ext uri="{FF2B5EF4-FFF2-40B4-BE49-F238E27FC236}">
                <a16:creationId xmlns:a16="http://schemas.microsoft.com/office/drawing/2014/main" id="{3BC30224-D74D-0D19-57AC-151A7E066FBB}"/>
              </a:ext>
            </a:extLst>
          </p:cNvPr>
          <p:cNvSpPr txBox="1"/>
          <p:nvPr userDrawn="1"/>
        </p:nvSpPr>
        <p:spPr>
          <a:xfrm>
            <a:off x="6377940" y="3163824"/>
            <a:ext cx="2311146" cy="146304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defRPr sz="750" b="0" i="0">
                <a:solidFill>
                  <a:srgbClr val="64748B"/>
                </a:solidFill>
                <a:latin typeface="Arial"/>
              </a:defRPr>
            </a:pPr>
            <a:r>
              <a:t>{{pillar_3_metric_3_label}}</a:t>
            </a:r>
          </a:p>
        </p:txBody>
      </p:sp>
      <p:sp>
        <p:nvSpPr>
          <p:cNvPr id="75" name="TextBox 74">
            <a:extLst>
              <a:ext uri="{FF2B5EF4-FFF2-40B4-BE49-F238E27FC236}">
                <a16:creationId xmlns:a16="http://schemas.microsoft.com/office/drawing/2014/main" id="{F02BD675-1000-A5C3-8868-8DCA57F8FF41}"/>
              </a:ext>
            </a:extLst>
          </p:cNvPr>
          <p:cNvSpPr txBox="1"/>
          <p:nvPr userDrawn="1"/>
        </p:nvSpPr>
        <p:spPr>
          <a:xfrm>
            <a:off x="6286500" y="3144356"/>
            <a:ext cx="2512313" cy="128016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1" i="0">
                <a:solidFill>
                  <a:srgbClr val="3B82F6"/>
                </a:solidFill>
                <a:latin typeface="Arial"/>
              </a:defRPr>
            </a:pPr>
            <a:r>
              <a:t>{{pillar_3_metric_3_value}}</a:t>
            </a:r>
          </a:p>
        </p:txBody>
      </p:sp>
      <p:sp>
        <p:nvSpPr>
          <p:cNvPr id="76" name="Rectangle 75">
            <a:extLst>
              <a:ext uri="{FF2B5EF4-FFF2-40B4-BE49-F238E27FC236}">
                <a16:creationId xmlns:a16="http://schemas.microsoft.com/office/drawing/2014/main" id="{5C2AF06F-7206-B4E4-623F-F38202008F46}"/>
              </a:ext>
            </a:extLst>
          </p:cNvPr>
          <p:cNvSpPr/>
          <p:nvPr userDrawn="1"/>
        </p:nvSpPr>
        <p:spPr>
          <a:xfrm>
            <a:off x="6286500" y="3493008"/>
            <a:ext cx="2512313" cy="9144"/>
          </a:xfrm>
          <a:prstGeom prst="rect">
            <a:avLst/>
          </a:prstGeom>
          <a:solidFill>
            <a:srgbClr val="E5E7EB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77" name="TextBox 76">
            <a:extLst>
              <a:ext uri="{FF2B5EF4-FFF2-40B4-BE49-F238E27FC236}">
                <a16:creationId xmlns:a16="http://schemas.microsoft.com/office/drawing/2014/main" id="{F8BE0B67-7FF5-23E4-A98E-5E3736DE2DBD}"/>
              </a:ext>
            </a:extLst>
          </p:cNvPr>
          <p:cNvSpPr txBox="1"/>
          <p:nvPr userDrawn="1"/>
        </p:nvSpPr>
        <p:spPr>
          <a:xfrm>
            <a:off x="6286500" y="3566160"/>
            <a:ext cx="2512313" cy="128016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defRPr sz="700" b="1" i="0">
                <a:solidFill>
                  <a:srgbClr val="94A3B8"/>
                </a:solidFill>
                <a:latin typeface="Arial"/>
              </a:defRPr>
            </a:pPr>
            <a:r>
              <a:t>KEY ACTIONS</a:t>
            </a:r>
          </a:p>
        </p:txBody>
      </p:sp>
      <p:sp>
        <p:nvSpPr>
          <p:cNvPr id="78" name="TextBox 77">
            <a:extLst>
              <a:ext uri="{FF2B5EF4-FFF2-40B4-BE49-F238E27FC236}">
                <a16:creationId xmlns:a16="http://schemas.microsoft.com/office/drawing/2014/main" id="{44E217BE-B9D4-0E16-7C2F-FF5BEB3F4206}"/>
              </a:ext>
            </a:extLst>
          </p:cNvPr>
          <p:cNvSpPr txBox="1"/>
          <p:nvPr userDrawn="1"/>
        </p:nvSpPr>
        <p:spPr>
          <a:xfrm>
            <a:off x="6286500" y="3749039"/>
            <a:ext cx="128016" cy="146304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defRPr sz="800" b="0" i="0">
                <a:solidFill>
                  <a:srgbClr val="3B82F6"/>
                </a:solidFill>
                <a:latin typeface="Arial"/>
              </a:defRPr>
            </a:pPr>
            <a:r>
              <a:t>→</a:t>
            </a:r>
          </a:p>
        </p:txBody>
      </p:sp>
      <p:sp>
        <p:nvSpPr>
          <p:cNvPr id="79" name="TextBox 78">
            <a:extLst>
              <a:ext uri="{FF2B5EF4-FFF2-40B4-BE49-F238E27FC236}">
                <a16:creationId xmlns:a16="http://schemas.microsoft.com/office/drawing/2014/main" id="{65641ECB-0211-4721-AE8E-6860EF9B2A7B}"/>
              </a:ext>
            </a:extLst>
          </p:cNvPr>
          <p:cNvSpPr txBox="1"/>
          <p:nvPr userDrawn="1"/>
        </p:nvSpPr>
        <p:spPr>
          <a:xfrm>
            <a:off x="6432804" y="3749039"/>
            <a:ext cx="236601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defRPr sz="800" b="0" i="0">
                <a:solidFill>
                  <a:srgbClr val="475569"/>
                </a:solidFill>
                <a:latin typeface="Arial"/>
              </a:defRPr>
            </a:pPr>
            <a:r>
              <a:t>{{pillar_3_action_1}}</a:t>
            </a:r>
          </a:p>
        </p:txBody>
      </p:sp>
      <p:sp>
        <p:nvSpPr>
          <p:cNvPr id="80" name="TextBox 79">
            <a:extLst>
              <a:ext uri="{FF2B5EF4-FFF2-40B4-BE49-F238E27FC236}">
                <a16:creationId xmlns:a16="http://schemas.microsoft.com/office/drawing/2014/main" id="{5BD2B1B8-371C-155E-DEA5-C2BDFDFFF803}"/>
              </a:ext>
            </a:extLst>
          </p:cNvPr>
          <p:cNvSpPr txBox="1"/>
          <p:nvPr userDrawn="1"/>
        </p:nvSpPr>
        <p:spPr>
          <a:xfrm>
            <a:off x="6286500" y="3986783"/>
            <a:ext cx="128016" cy="146304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defRPr sz="800" b="0" i="0">
                <a:solidFill>
                  <a:srgbClr val="3B82F6"/>
                </a:solidFill>
                <a:latin typeface="Arial"/>
              </a:defRPr>
            </a:pPr>
            <a:r>
              <a:t>→</a:t>
            </a:r>
          </a:p>
        </p:txBody>
      </p:sp>
      <p:sp>
        <p:nvSpPr>
          <p:cNvPr id="81" name="TextBox 80">
            <a:extLst>
              <a:ext uri="{FF2B5EF4-FFF2-40B4-BE49-F238E27FC236}">
                <a16:creationId xmlns:a16="http://schemas.microsoft.com/office/drawing/2014/main" id="{32A39378-947D-14A3-1D64-228F88106468}"/>
              </a:ext>
            </a:extLst>
          </p:cNvPr>
          <p:cNvSpPr txBox="1"/>
          <p:nvPr userDrawn="1"/>
        </p:nvSpPr>
        <p:spPr>
          <a:xfrm>
            <a:off x="6432804" y="3986783"/>
            <a:ext cx="236601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defRPr sz="800" b="0" i="0">
                <a:solidFill>
                  <a:srgbClr val="475569"/>
                </a:solidFill>
                <a:latin typeface="Arial"/>
              </a:defRPr>
            </a:pPr>
            <a:r>
              <a:t>{{pillar_3_action_2}}</a:t>
            </a:r>
          </a:p>
        </p:txBody>
      </p:sp>
      <p:sp>
        <p:nvSpPr>
          <p:cNvPr id="82" name="TextBox 81">
            <a:extLst>
              <a:ext uri="{FF2B5EF4-FFF2-40B4-BE49-F238E27FC236}">
                <a16:creationId xmlns:a16="http://schemas.microsoft.com/office/drawing/2014/main" id="{5007093A-9EBC-42A9-037B-C4416D21E554}"/>
              </a:ext>
            </a:extLst>
          </p:cNvPr>
          <p:cNvSpPr txBox="1"/>
          <p:nvPr userDrawn="1"/>
        </p:nvSpPr>
        <p:spPr>
          <a:xfrm>
            <a:off x="6286500" y="4224527"/>
            <a:ext cx="128016" cy="146304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defRPr sz="800" b="0" i="0">
                <a:solidFill>
                  <a:srgbClr val="3B82F6"/>
                </a:solidFill>
                <a:latin typeface="Arial"/>
              </a:defRPr>
            </a:pPr>
            <a:r>
              <a:t>→</a:t>
            </a:r>
          </a:p>
        </p:txBody>
      </p:sp>
      <p:sp>
        <p:nvSpPr>
          <p:cNvPr id="83" name="TextBox 82">
            <a:extLst>
              <a:ext uri="{FF2B5EF4-FFF2-40B4-BE49-F238E27FC236}">
                <a16:creationId xmlns:a16="http://schemas.microsoft.com/office/drawing/2014/main" id="{4A15B65F-12BD-ACE6-59E3-3BE7F0AFEEA5}"/>
              </a:ext>
            </a:extLst>
          </p:cNvPr>
          <p:cNvSpPr txBox="1"/>
          <p:nvPr userDrawn="1"/>
        </p:nvSpPr>
        <p:spPr>
          <a:xfrm>
            <a:off x="6432804" y="4224527"/>
            <a:ext cx="236601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defRPr sz="800" b="0" i="0">
                <a:solidFill>
                  <a:srgbClr val="475569"/>
                </a:solidFill>
                <a:latin typeface="Arial"/>
              </a:defRPr>
            </a:pPr>
            <a:r>
              <a:t>{{pillar_3_action_3}}</a:t>
            </a:r>
          </a:p>
        </p:txBody>
      </p:sp>
      <p:sp>
        <p:nvSpPr>
          <p:cNvPr id="84" name="Rounded Rectangle 85">
            <a:extLst>
              <a:ext uri="{FF2B5EF4-FFF2-40B4-BE49-F238E27FC236}">
                <a16:creationId xmlns:a16="http://schemas.microsoft.com/office/drawing/2014/main" id="{DB6CC0E1-A868-7304-D0A5-07323A5C3BDD}"/>
              </a:ext>
            </a:extLst>
          </p:cNvPr>
          <p:cNvSpPr/>
          <p:nvPr userDrawn="1"/>
        </p:nvSpPr>
        <p:spPr>
          <a:xfrm>
            <a:off x="9054846" y="1426464"/>
            <a:ext cx="2768346" cy="3474720"/>
          </a:xfrm>
          <a:prstGeom prst="roundRect">
            <a:avLst/>
          </a:prstGeom>
          <a:solidFill>
            <a:srgbClr val="FFFFFF"/>
          </a:solidFill>
          <a:ln w="12700">
            <a:solidFill>
              <a:srgbClr val="E5E7EB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85" name="Rectangle 84">
            <a:extLst>
              <a:ext uri="{FF2B5EF4-FFF2-40B4-BE49-F238E27FC236}">
                <a16:creationId xmlns:a16="http://schemas.microsoft.com/office/drawing/2014/main" id="{D2DAC1E0-17DB-6033-0465-B997459EB4EB}"/>
              </a:ext>
            </a:extLst>
          </p:cNvPr>
          <p:cNvSpPr/>
          <p:nvPr userDrawn="1"/>
        </p:nvSpPr>
        <p:spPr>
          <a:xfrm>
            <a:off x="9146286" y="1554480"/>
            <a:ext cx="274320" cy="274320"/>
          </a:xfrm>
          <a:prstGeom prst="rect">
            <a:avLst/>
          </a:prstGeom>
          <a:solidFill>
            <a:srgbClr val="06B6D4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86" name="TextBox 85">
            <a:extLst>
              <a:ext uri="{FF2B5EF4-FFF2-40B4-BE49-F238E27FC236}">
                <a16:creationId xmlns:a16="http://schemas.microsoft.com/office/drawing/2014/main" id="{8FAE407F-C566-E800-F608-3B76439FF39B}"/>
              </a:ext>
            </a:extLst>
          </p:cNvPr>
          <p:cNvSpPr txBox="1"/>
          <p:nvPr userDrawn="1"/>
        </p:nvSpPr>
        <p:spPr>
          <a:xfrm>
            <a:off x="9146286" y="1572768"/>
            <a:ext cx="274320" cy="276999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1200" b="1" i="0">
                <a:solidFill>
                  <a:srgbClr val="FFFFFF"/>
                </a:solidFill>
                <a:latin typeface="Arial"/>
              </a:defRPr>
            </a:pPr>
            <a:r>
              <a:rPr dirty="0"/>
              <a:t>4</a:t>
            </a:r>
          </a:p>
        </p:txBody>
      </p:sp>
      <p:sp>
        <p:nvSpPr>
          <p:cNvPr id="87" name="TextBox 86">
            <a:extLst>
              <a:ext uri="{FF2B5EF4-FFF2-40B4-BE49-F238E27FC236}">
                <a16:creationId xmlns:a16="http://schemas.microsoft.com/office/drawing/2014/main" id="{00A421BC-3FA6-4A33-8B0D-11BFF21E1E9B}"/>
              </a:ext>
            </a:extLst>
          </p:cNvPr>
          <p:cNvSpPr txBox="1"/>
          <p:nvPr userDrawn="1"/>
        </p:nvSpPr>
        <p:spPr>
          <a:xfrm>
            <a:off x="9493758" y="1554480"/>
            <a:ext cx="2237994" cy="2743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defRPr sz="1000" b="1" i="0">
                <a:solidFill>
                  <a:srgbClr val="06B6D4"/>
                </a:solidFill>
                <a:latin typeface="Arial"/>
              </a:defRPr>
            </a:pPr>
            <a:r>
              <a:t>{{pillar_4_title}}</a:t>
            </a:r>
          </a:p>
        </p:txBody>
      </p:sp>
      <p:sp>
        <p:nvSpPr>
          <p:cNvPr id="88" name="TextBox 87">
            <a:extLst>
              <a:ext uri="{FF2B5EF4-FFF2-40B4-BE49-F238E27FC236}">
                <a16:creationId xmlns:a16="http://schemas.microsoft.com/office/drawing/2014/main" id="{2BC9A5F4-09D2-068C-08A8-14345CFC6A1D}"/>
              </a:ext>
            </a:extLst>
          </p:cNvPr>
          <p:cNvSpPr txBox="1"/>
          <p:nvPr userDrawn="1"/>
        </p:nvSpPr>
        <p:spPr>
          <a:xfrm>
            <a:off x="9182862" y="1901952"/>
            <a:ext cx="2512313" cy="4572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defRPr sz="800" b="0" i="0">
                <a:solidFill>
                  <a:srgbClr val="475569"/>
                </a:solidFill>
                <a:latin typeface="Arial"/>
              </a:defRPr>
            </a:pPr>
            <a:r>
              <a:t>{{pillar_4_subtitle}}</a:t>
            </a:r>
          </a:p>
        </p:txBody>
      </p:sp>
      <p:sp>
        <p:nvSpPr>
          <p:cNvPr id="89" name="Rectangle 88">
            <a:extLst>
              <a:ext uri="{FF2B5EF4-FFF2-40B4-BE49-F238E27FC236}">
                <a16:creationId xmlns:a16="http://schemas.microsoft.com/office/drawing/2014/main" id="{D06C8D71-DA91-3C98-8A9A-68A125A781E3}"/>
              </a:ext>
            </a:extLst>
          </p:cNvPr>
          <p:cNvSpPr/>
          <p:nvPr userDrawn="1"/>
        </p:nvSpPr>
        <p:spPr>
          <a:xfrm>
            <a:off x="9182862" y="2386584"/>
            <a:ext cx="2512313" cy="9144"/>
          </a:xfrm>
          <a:prstGeom prst="rect">
            <a:avLst/>
          </a:prstGeom>
          <a:solidFill>
            <a:srgbClr val="E5E7EB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90" name="TextBox 89">
            <a:extLst>
              <a:ext uri="{FF2B5EF4-FFF2-40B4-BE49-F238E27FC236}">
                <a16:creationId xmlns:a16="http://schemas.microsoft.com/office/drawing/2014/main" id="{972A5D97-B5F7-66BA-DAC5-26ECACF96F7D}"/>
              </a:ext>
            </a:extLst>
          </p:cNvPr>
          <p:cNvSpPr txBox="1"/>
          <p:nvPr userDrawn="1"/>
        </p:nvSpPr>
        <p:spPr>
          <a:xfrm>
            <a:off x="9182862" y="2450592"/>
            <a:ext cx="2512313" cy="128016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defRPr sz="700" b="1" i="0">
                <a:solidFill>
                  <a:srgbClr val="94A3B8"/>
                </a:solidFill>
                <a:latin typeface="Arial"/>
              </a:defRPr>
            </a:pPr>
            <a:r>
              <a:t>KEY METRICS</a:t>
            </a:r>
          </a:p>
        </p:txBody>
      </p:sp>
      <p:sp>
        <p:nvSpPr>
          <p:cNvPr id="91" name="Rectangle 90">
            <a:extLst>
              <a:ext uri="{FF2B5EF4-FFF2-40B4-BE49-F238E27FC236}">
                <a16:creationId xmlns:a16="http://schemas.microsoft.com/office/drawing/2014/main" id="{1FC23C5B-FCAA-0452-98B1-40CE01033512}"/>
              </a:ext>
            </a:extLst>
          </p:cNvPr>
          <p:cNvSpPr/>
          <p:nvPr userDrawn="1"/>
        </p:nvSpPr>
        <p:spPr>
          <a:xfrm>
            <a:off x="9182862" y="2651760"/>
            <a:ext cx="45720" cy="45720"/>
          </a:xfrm>
          <a:prstGeom prst="rect">
            <a:avLst/>
          </a:prstGeom>
          <a:solidFill>
            <a:srgbClr val="67E8F9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92" name="TextBox 91">
            <a:extLst>
              <a:ext uri="{FF2B5EF4-FFF2-40B4-BE49-F238E27FC236}">
                <a16:creationId xmlns:a16="http://schemas.microsoft.com/office/drawing/2014/main" id="{9EF44B8A-EC5F-A331-F9D5-F6FA9D08D2B8}"/>
              </a:ext>
            </a:extLst>
          </p:cNvPr>
          <p:cNvSpPr txBox="1"/>
          <p:nvPr userDrawn="1"/>
        </p:nvSpPr>
        <p:spPr>
          <a:xfrm>
            <a:off x="9274302" y="2615184"/>
            <a:ext cx="2311146" cy="146304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defRPr sz="750" b="0" i="0">
                <a:solidFill>
                  <a:srgbClr val="64748B"/>
                </a:solidFill>
                <a:latin typeface="Arial"/>
              </a:defRPr>
            </a:pPr>
            <a:r>
              <a:t>{{pillar_4_metric_1_label}}</a:t>
            </a:r>
          </a:p>
        </p:txBody>
      </p:sp>
      <p:sp>
        <p:nvSpPr>
          <p:cNvPr id="93" name="TextBox 92">
            <a:extLst>
              <a:ext uri="{FF2B5EF4-FFF2-40B4-BE49-F238E27FC236}">
                <a16:creationId xmlns:a16="http://schemas.microsoft.com/office/drawing/2014/main" id="{C6941C22-0829-B2AC-81C0-ECA90A364092}"/>
              </a:ext>
            </a:extLst>
          </p:cNvPr>
          <p:cNvSpPr txBox="1"/>
          <p:nvPr userDrawn="1"/>
        </p:nvSpPr>
        <p:spPr>
          <a:xfrm>
            <a:off x="9182862" y="2595716"/>
            <a:ext cx="2512313" cy="128016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1" i="0">
                <a:solidFill>
                  <a:srgbClr val="06B6D4"/>
                </a:solidFill>
                <a:latin typeface="Arial"/>
              </a:defRPr>
            </a:pPr>
            <a:r>
              <a:t>{{pillar_4_metric_1_value}}</a:t>
            </a:r>
          </a:p>
        </p:txBody>
      </p:sp>
      <p:sp>
        <p:nvSpPr>
          <p:cNvPr id="94" name="Rectangle 93">
            <a:extLst>
              <a:ext uri="{FF2B5EF4-FFF2-40B4-BE49-F238E27FC236}">
                <a16:creationId xmlns:a16="http://schemas.microsoft.com/office/drawing/2014/main" id="{89C92013-3A3D-1CC5-52C4-A945DA9965A7}"/>
              </a:ext>
            </a:extLst>
          </p:cNvPr>
          <p:cNvSpPr/>
          <p:nvPr userDrawn="1"/>
        </p:nvSpPr>
        <p:spPr>
          <a:xfrm>
            <a:off x="9182862" y="2926080"/>
            <a:ext cx="45720" cy="45720"/>
          </a:xfrm>
          <a:prstGeom prst="rect">
            <a:avLst/>
          </a:prstGeom>
          <a:solidFill>
            <a:srgbClr val="67E8F9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95" name="TextBox 94">
            <a:extLst>
              <a:ext uri="{FF2B5EF4-FFF2-40B4-BE49-F238E27FC236}">
                <a16:creationId xmlns:a16="http://schemas.microsoft.com/office/drawing/2014/main" id="{BD974C9C-3936-224A-828C-BE08C7D9DFFD}"/>
              </a:ext>
            </a:extLst>
          </p:cNvPr>
          <p:cNvSpPr txBox="1"/>
          <p:nvPr userDrawn="1"/>
        </p:nvSpPr>
        <p:spPr>
          <a:xfrm>
            <a:off x="9274302" y="2889504"/>
            <a:ext cx="2311146" cy="146304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defRPr sz="750" b="0" i="0">
                <a:solidFill>
                  <a:srgbClr val="64748B"/>
                </a:solidFill>
                <a:latin typeface="Arial"/>
              </a:defRPr>
            </a:pPr>
            <a:r>
              <a:t>{{pillar_4_metric_2_label}}</a:t>
            </a:r>
          </a:p>
        </p:txBody>
      </p:sp>
      <p:sp>
        <p:nvSpPr>
          <p:cNvPr id="96" name="TextBox 95">
            <a:extLst>
              <a:ext uri="{FF2B5EF4-FFF2-40B4-BE49-F238E27FC236}">
                <a16:creationId xmlns:a16="http://schemas.microsoft.com/office/drawing/2014/main" id="{FFA51E84-694D-8C78-36F5-D99909A76762}"/>
              </a:ext>
            </a:extLst>
          </p:cNvPr>
          <p:cNvSpPr txBox="1"/>
          <p:nvPr userDrawn="1"/>
        </p:nvSpPr>
        <p:spPr>
          <a:xfrm>
            <a:off x="9182862" y="2870036"/>
            <a:ext cx="2512313" cy="128016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1" i="0">
                <a:solidFill>
                  <a:srgbClr val="06B6D4"/>
                </a:solidFill>
                <a:latin typeface="Arial"/>
              </a:defRPr>
            </a:pPr>
            <a:r>
              <a:t>{{pillar_4_metric_2_value}}</a:t>
            </a:r>
          </a:p>
        </p:txBody>
      </p:sp>
      <p:sp>
        <p:nvSpPr>
          <p:cNvPr id="97" name="Rectangle 96">
            <a:extLst>
              <a:ext uri="{FF2B5EF4-FFF2-40B4-BE49-F238E27FC236}">
                <a16:creationId xmlns:a16="http://schemas.microsoft.com/office/drawing/2014/main" id="{AB75D633-02DD-CC9F-F9EC-060BBEC0E98B}"/>
              </a:ext>
            </a:extLst>
          </p:cNvPr>
          <p:cNvSpPr/>
          <p:nvPr userDrawn="1"/>
        </p:nvSpPr>
        <p:spPr>
          <a:xfrm>
            <a:off x="9182862" y="3200400"/>
            <a:ext cx="45720" cy="45720"/>
          </a:xfrm>
          <a:prstGeom prst="rect">
            <a:avLst/>
          </a:prstGeom>
          <a:solidFill>
            <a:srgbClr val="67E8F9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98" name="TextBox 97">
            <a:extLst>
              <a:ext uri="{FF2B5EF4-FFF2-40B4-BE49-F238E27FC236}">
                <a16:creationId xmlns:a16="http://schemas.microsoft.com/office/drawing/2014/main" id="{D77E8553-9460-D4EA-723D-8502E436EA80}"/>
              </a:ext>
            </a:extLst>
          </p:cNvPr>
          <p:cNvSpPr txBox="1"/>
          <p:nvPr userDrawn="1"/>
        </p:nvSpPr>
        <p:spPr>
          <a:xfrm>
            <a:off x="9274302" y="3163824"/>
            <a:ext cx="2311146" cy="146304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defRPr sz="750" b="0" i="0">
                <a:solidFill>
                  <a:srgbClr val="64748B"/>
                </a:solidFill>
                <a:latin typeface="Arial"/>
              </a:defRPr>
            </a:pPr>
            <a:r>
              <a:t>{{pillar_4_metric_3_label}}</a:t>
            </a:r>
          </a:p>
        </p:txBody>
      </p:sp>
      <p:sp>
        <p:nvSpPr>
          <p:cNvPr id="99" name="TextBox 98">
            <a:extLst>
              <a:ext uri="{FF2B5EF4-FFF2-40B4-BE49-F238E27FC236}">
                <a16:creationId xmlns:a16="http://schemas.microsoft.com/office/drawing/2014/main" id="{870E3507-2246-6398-7C3A-DF633F046192}"/>
              </a:ext>
            </a:extLst>
          </p:cNvPr>
          <p:cNvSpPr txBox="1"/>
          <p:nvPr userDrawn="1"/>
        </p:nvSpPr>
        <p:spPr>
          <a:xfrm>
            <a:off x="9182862" y="3144356"/>
            <a:ext cx="2512313" cy="128016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1" i="0">
                <a:solidFill>
                  <a:srgbClr val="06B6D4"/>
                </a:solidFill>
                <a:latin typeface="Arial"/>
              </a:defRPr>
            </a:pPr>
            <a:r>
              <a:t>{{pillar_4_metric_3_value}}</a:t>
            </a:r>
          </a:p>
        </p:txBody>
      </p:sp>
      <p:sp>
        <p:nvSpPr>
          <p:cNvPr id="100" name="Rectangle 99">
            <a:extLst>
              <a:ext uri="{FF2B5EF4-FFF2-40B4-BE49-F238E27FC236}">
                <a16:creationId xmlns:a16="http://schemas.microsoft.com/office/drawing/2014/main" id="{0C50D83B-6696-1FCB-DF85-9F035840CA94}"/>
              </a:ext>
            </a:extLst>
          </p:cNvPr>
          <p:cNvSpPr/>
          <p:nvPr userDrawn="1"/>
        </p:nvSpPr>
        <p:spPr>
          <a:xfrm>
            <a:off x="9182862" y="3493008"/>
            <a:ext cx="2512313" cy="9144"/>
          </a:xfrm>
          <a:prstGeom prst="rect">
            <a:avLst/>
          </a:prstGeom>
          <a:solidFill>
            <a:srgbClr val="E5E7EB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101" name="TextBox 100">
            <a:extLst>
              <a:ext uri="{FF2B5EF4-FFF2-40B4-BE49-F238E27FC236}">
                <a16:creationId xmlns:a16="http://schemas.microsoft.com/office/drawing/2014/main" id="{8ACC7F51-B478-F5CD-3105-44625383373D}"/>
              </a:ext>
            </a:extLst>
          </p:cNvPr>
          <p:cNvSpPr txBox="1"/>
          <p:nvPr userDrawn="1"/>
        </p:nvSpPr>
        <p:spPr>
          <a:xfrm>
            <a:off x="9182862" y="3566160"/>
            <a:ext cx="2512313" cy="128016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defRPr sz="700" b="1" i="0">
                <a:solidFill>
                  <a:srgbClr val="94A3B8"/>
                </a:solidFill>
                <a:latin typeface="Arial"/>
              </a:defRPr>
            </a:pPr>
            <a:r>
              <a:t>KEY ACTIONS</a:t>
            </a:r>
          </a:p>
        </p:txBody>
      </p:sp>
      <p:sp>
        <p:nvSpPr>
          <p:cNvPr id="102" name="TextBox 101">
            <a:extLst>
              <a:ext uri="{FF2B5EF4-FFF2-40B4-BE49-F238E27FC236}">
                <a16:creationId xmlns:a16="http://schemas.microsoft.com/office/drawing/2014/main" id="{6E60585E-5C55-36CC-F269-356AC876634F}"/>
              </a:ext>
            </a:extLst>
          </p:cNvPr>
          <p:cNvSpPr txBox="1"/>
          <p:nvPr userDrawn="1"/>
        </p:nvSpPr>
        <p:spPr>
          <a:xfrm>
            <a:off x="9182862" y="3749039"/>
            <a:ext cx="128016" cy="146304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defRPr sz="800" b="0" i="0">
                <a:solidFill>
                  <a:srgbClr val="06B6D4"/>
                </a:solidFill>
                <a:latin typeface="Arial"/>
              </a:defRPr>
            </a:pPr>
            <a:r>
              <a:t>→</a:t>
            </a:r>
          </a:p>
        </p:txBody>
      </p:sp>
      <p:sp>
        <p:nvSpPr>
          <p:cNvPr id="103" name="TextBox 102">
            <a:extLst>
              <a:ext uri="{FF2B5EF4-FFF2-40B4-BE49-F238E27FC236}">
                <a16:creationId xmlns:a16="http://schemas.microsoft.com/office/drawing/2014/main" id="{3E36679D-D2F5-8ADE-999F-A527407D1268}"/>
              </a:ext>
            </a:extLst>
          </p:cNvPr>
          <p:cNvSpPr txBox="1"/>
          <p:nvPr userDrawn="1"/>
        </p:nvSpPr>
        <p:spPr>
          <a:xfrm>
            <a:off x="9329166" y="3749039"/>
            <a:ext cx="236601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defRPr sz="800" b="0" i="0">
                <a:solidFill>
                  <a:srgbClr val="475569"/>
                </a:solidFill>
                <a:latin typeface="Arial"/>
              </a:defRPr>
            </a:pPr>
            <a:r>
              <a:t>{{pillar_4_action_1}}</a:t>
            </a:r>
          </a:p>
        </p:txBody>
      </p:sp>
      <p:sp>
        <p:nvSpPr>
          <p:cNvPr id="104" name="TextBox 103">
            <a:extLst>
              <a:ext uri="{FF2B5EF4-FFF2-40B4-BE49-F238E27FC236}">
                <a16:creationId xmlns:a16="http://schemas.microsoft.com/office/drawing/2014/main" id="{D072B3E6-2966-0199-E013-061985722B7C}"/>
              </a:ext>
            </a:extLst>
          </p:cNvPr>
          <p:cNvSpPr txBox="1"/>
          <p:nvPr userDrawn="1"/>
        </p:nvSpPr>
        <p:spPr>
          <a:xfrm>
            <a:off x="9182862" y="3986783"/>
            <a:ext cx="128016" cy="146304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defRPr sz="800" b="0" i="0">
                <a:solidFill>
                  <a:srgbClr val="06B6D4"/>
                </a:solidFill>
                <a:latin typeface="Arial"/>
              </a:defRPr>
            </a:pPr>
            <a:r>
              <a:t>→</a:t>
            </a:r>
          </a:p>
        </p:txBody>
      </p:sp>
      <p:sp>
        <p:nvSpPr>
          <p:cNvPr id="105" name="TextBox 104">
            <a:extLst>
              <a:ext uri="{FF2B5EF4-FFF2-40B4-BE49-F238E27FC236}">
                <a16:creationId xmlns:a16="http://schemas.microsoft.com/office/drawing/2014/main" id="{F150F5EC-30FA-BDD9-1E7E-CDECBB6384B9}"/>
              </a:ext>
            </a:extLst>
          </p:cNvPr>
          <p:cNvSpPr txBox="1"/>
          <p:nvPr userDrawn="1"/>
        </p:nvSpPr>
        <p:spPr>
          <a:xfrm>
            <a:off x="9329166" y="3986783"/>
            <a:ext cx="236601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defRPr sz="800" b="0" i="0">
                <a:solidFill>
                  <a:srgbClr val="475569"/>
                </a:solidFill>
                <a:latin typeface="Arial"/>
              </a:defRPr>
            </a:pPr>
            <a:r>
              <a:t>{{pillar_4_action_2}}</a:t>
            </a:r>
          </a:p>
        </p:txBody>
      </p:sp>
      <p:sp>
        <p:nvSpPr>
          <p:cNvPr id="106" name="TextBox 105">
            <a:extLst>
              <a:ext uri="{FF2B5EF4-FFF2-40B4-BE49-F238E27FC236}">
                <a16:creationId xmlns:a16="http://schemas.microsoft.com/office/drawing/2014/main" id="{25209691-9D5C-A90A-A6E3-F1DD84ED2994}"/>
              </a:ext>
            </a:extLst>
          </p:cNvPr>
          <p:cNvSpPr txBox="1"/>
          <p:nvPr userDrawn="1"/>
        </p:nvSpPr>
        <p:spPr>
          <a:xfrm>
            <a:off x="9182862" y="4224527"/>
            <a:ext cx="128016" cy="146304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defRPr sz="800" b="0" i="0">
                <a:solidFill>
                  <a:srgbClr val="06B6D4"/>
                </a:solidFill>
                <a:latin typeface="Arial"/>
              </a:defRPr>
            </a:pPr>
            <a:r>
              <a:t>→</a:t>
            </a:r>
          </a:p>
        </p:txBody>
      </p:sp>
      <p:sp>
        <p:nvSpPr>
          <p:cNvPr id="107" name="TextBox 106">
            <a:extLst>
              <a:ext uri="{FF2B5EF4-FFF2-40B4-BE49-F238E27FC236}">
                <a16:creationId xmlns:a16="http://schemas.microsoft.com/office/drawing/2014/main" id="{20A89DE7-25BA-DF5A-735A-2DD6BC42FA15}"/>
              </a:ext>
            </a:extLst>
          </p:cNvPr>
          <p:cNvSpPr txBox="1"/>
          <p:nvPr userDrawn="1"/>
        </p:nvSpPr>
        <p:spPr>
          <a:xfrm>
            <a:off x="9329166" y="4224527"/>
            <a:ext cx="236601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defRPr sz="800" b="0" i="0">
                <a:solidFill>
                  <a:srgbClr val="475569"/>
                </a:solidFill>
                <a:latin typeface="Arial"/>
              </a:defRPr>
            </a:pPr>
            <a:r>
              <a:t>{{pillar_4_action_3}}</a:t>
            </a:r>
          </a:p>
        </p:txBody>
      </p:sp>
      <p:sp>
        <p:nvSpPr>
          <p:cNvPr id="108" name="Rounded Rectangle 109">
            <a:extLst>
              <a:ext uri="{FF2B5EF4-FFF2-40B4-BE49-F238E27FC236}">
                <a16:creationId xmlns:a16="http://schemas.microsoft.com/office/drawing/2014/main" id="{F80A5C44-ABAC-C85F-2714-3381A1C48428}"/>
              </a:ext>
            </a:extLst>
          </p:cNvPr>
          <p:cNvSpPr/>
          <p:nvPr userDrawn="1"/>
        </p:nvSpPr>
        <p:spPr>
          <a:xfrm>
            <a:off x="365760" y="5029199"/>
            <a:ext cx="11457432" cy="640080"/>
          </a:xfrm>
          <a:prstGeom prst="roundRect">
            <a:avLst/>
          </a:prstGeom>
          <a:solidFill>
            <a:srgbClr val="F5F3FF"/>
          </a:solidFill>
          <a:ln w="25400">
            <a:solidFill>
              <a:srgbClr val="634C7F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110" name="TextBox 109">
            <a:extLst>
              <a:ext uri="{FF2B5EF4-FFF2-40B4-BE49-F238E27FC236}">
                <a16:creationId xmlns:a16="http://schemas.microsoft.com/office/drawing/2014/main" id="{699C042C-86C6-684D-F3CE-C99D3FF0D133}"/>
              </a:ext>
            </a:extLst>
          </p:cNvPr>
          <p:cNvSpPr txBox="1"/>
          <p:nvPr userDrawn="1"/>
        </p:nvSpPr>
        <p:spPr>
          <a:xfrm>
            <a:off x="548640" y="5120639"/>
            <a:ext cx="11091672" cy="16459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900" b="1" i="0">
                <a:solidFill>
                  <a:srgbClr val="8B5CF6"/>
                </a:solidFill>
                <a:latin typeface="Arial"/>
              </a:defRPr>
            </a:pPr>
            <a:r>
              <a:t>FOUNDATIONAL ENABLERS</a:t>
            </a:r>
          </a:p>
        </p:txBody>
      </p:sp>
      <p:sp>
        <p:nvSpPr>
          <p:cNvPr id="111" name="TextBox 110">
            <a:extLst>
              <a:ext uri="{FF2B5EF4-FFF2-40B4-BE49-F238E27FC236}">
                <a16:creationId xmlns:a16="http://schemas.microsoft.com/office/drawing/2014/main" id="{D33B3DB2-B668-3A63-A975-685DFDACF9C3}"/>
              </a:ext>
            </a:extLst>
          </p:cNvPr>
          <p:cNvSpPr txBox="1"/>
          <p:nvPr userDrawn="1"/>
        </p:nvSpPr>
        <p:spPr>
          <a:xfrm>
            <a:off x="548640" y="5340095"/>
            <a:ext cx="2126894" cy="25603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800" b="0" i="0">
                <a:solidFill>
                  <a:srgbClr val="475569"/>
                </a:solidFill>
                <a:latin typeface="Arial"/>
              </a:defRPr>
            </a:pPr>
            <a:r>
              <a:t>{{enabler_1}}</a:t>
            </a:r>
          </a:p>
        </p:txBody>
      </p:sp>
      <p:sp>
        <p:nvSpPr>
          <p:cNvPr id="112" name="TextBox 111">
            <a:extLst>
              <a:ext uri="{FF2B5EF4-FFF2-40B4-BE49-F238E27FC236}">
                <a16:creationId xmlns:a16="http://schemas.microsoft.com/office/drawing/2014/main" id="{DA1EF553-B27B-B213-E5C3-7AD1C6E68DB4}"/>
              </a:ext>
            </a:extLst>
          </p:cNvPr>
          <p:cNvSpPr txBox="1"/>
          <p:nvPr userDrawn="1"/>
        </p:nvSpPr>
        <p:spPr>
          <a:xfrm>
            <a:off x="2766974" y="5340095"/>
            <a:ext cx="2126894" cy="25603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800" b="0" i="0">
                <a:solidFill>
                  <a:srgbClr val="475569"/>
                </a:solidFill>
                <a:latin typeface="Arial"/>
              </a:defRPr>
            </a:pPr>
            <a:r>
              <a:t>{{enabler_2}}</a:t>
            </a:r>
          </a:p>
        </p:txBody>
      </p:sp>
      <p:sp>
        <p:nvSpPr>
          <p:cNvPr id="113" name="TextBox 112">
            <a:extLst>
              <a:ext uri="{FF2B5EF4-FFF2-40B4-BE49-F238E27FC236}">
                <a16:creationId xmlns:a16="http://schemas.microsoft.com/office/drawing/2014/main" id="{A45A3F7E-FB82-B9A0-5568-3B25C3C9F741}"/>
              </a:ext>
            </a:extLst>
          </p:cNvPr>
          <p:cNvSpPr txBox="1"/>
          <p:nvPr userDrawn="1"/>
        </p:nvSpPr>
        <p:spPr>
          <a:xfrm>
            <a:off x="4985308" y="5340095"/>
            <a:ext cx="2126894" cy="25603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800" b="0" i="0">
                <a:solidFill>
                  <a:srgbClr val="475569"/>
                </a:solidFill>
                <a:latin typeface="Arial"/>
              </a:defRPr>
            </a:pPr>
            <a:r>
              <a:t>{{enabler_3}}</a:t>
            </a:r>
          </a:p>
        </p:txBody>
      </p:sp>
      <p:sp>
        <p:nvSpPr>
          <p:cNvPr id="114" name="TextBox 113">
            <a:extLst>
              <a:ext uri="{FF2B5EF4-FFF2-40B4-BE49-F238E27FC236}">
                <a16:creationId xmlns:a16="http://schemas.microsoft.com/office/drawing/2014/main" id="{C7E16088-2B0F-DEC8-CA45-A3A426EE9602}"/>
              </a:ext>
            </a:extLst>
          </p:cNvPr>
          <p:cNvSpPr txBox="1"/>
          <p:nvPr userDrawn="1"/>
        </p:nvSpPr>
        <p:spPr>
          <a:xfrm>
            <a:off x="7203643" y="5340095"/>
            <a:ext cx="2126894" cy="25603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800" b="0" i="0">
                <a:solidFill>
                  <a:srgbClr val="475569"/>
                </a:solidFill>
                <a:latin typeface="Arial"/>
              </a:defRPr>
            </a:pPr>
            <a:r>
              <a:t>{{enabler_4}}</a:t>
            </a:r>
          </a:p>
        </p:txBody>
      </p:sp>
      <p:sp>
        <p:nvSpPr>
          <p:cNvPr id="115" name="TextBox 114">
            <a:extLst>
              <a:ext uri="{FF2B5EF4-FFF2-40B4-BE49-F238E27FC236}">
                <a16:creationId xmlns:a16="http://schemas.microsoft.com/office/drawing/2014/main" id="{A4140C2B-8FF2-EA58-EFF2-6A1E98DFDC93}"/>
              </a:ext>
            </a:extLst>
          </p:cNvPr>
          <p:cNvSpPr txBox="1"/>
          <p:nvPr userDrawn="1"/>
        </p:nvSpPr>
        <p:spPr>
          <a:xfrm>
            <a:off x="9421977" y="5340095"/>
            <a:ext cx="2126894" cy="25603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800" b="0" i="0">
                <a:solidFill>
                  <a:srgbClr val="475569"/>
                </a:solidFill>
                <a:latin typeface="Arial"/>
              </a:defRPr>
            </a:pPr>
            <a:r>
              <a:t>{{enabler_5}}</a:t>
            </a:r>
          </a:p>
        </p:txBody>
      </p:sp>
      <p:sp>
        <p:nvSpPr>
          <p:cNvPr id="116" name="TextBox 115">
            <a:extLst>
              <a:ext uri="{FF2B5EF4-FFF2-40B4-BE49-F238E27FC236}">
                <a16:creationId xmlns:a16="http://schemas.microsoft.com/office/drawing/2014/main" id="{2E4A14AD-8DE9-045E-1ECD-EEB1AC0C3ECD}"/>
              </a:ext>
            </a:extLst>
          </p:cNvPr>
          <p:cNvSpPr txBox="1"/>
          <p:nvPr userDrawn="1"/>
        </p:nvSpPr>
        <p:spPr>
          <a:xfrm>
            <a:off x="1463040" y="75807"/>
            <a:ext cx="1554480" cy="237744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900" b="1" i="0">
                <a:solidFill>
                  <a:srgbClr val="C4B5FD"/>
                </a:solidFill>
                <a:latin typeface="Arial"/>
              </a:defRPr>
            </a:pPr>
            <a:r>
              <a:rPr dirty="0"/>
              <a:t>STRATEGIC IMPERATIVES</a:t>
            </a:r>
          </a:p>
        </p:txBody>
      </p:sp>
      <p:sp>
        <p:nvSpPr>
          <p:cNvPr id="117" name="TextBox 116">
            <a:extLst>
              <a:ext uri="{FF2B5EF4-FFF2-40B4-BE49-F238E27FC236}">
                <a16:creationId xmlns:a16="http://schemas.microsoft.com/office/drawing/2014/main" id="{27314C30-17D2-E236-71BF-F38BB9A440B4}"/>
              </a:ext>
            </a:extLst>
          </p:cNvPr>
          <p:cNvSpPr txBox="1"/>
          <p:nvPr userDrawn="1"/>
        </p:nvSpPr>
        <p:spPr>
          <a:xfrm>
            <a:off x="3200400" y="109728"/>
            <a:ext cx="4572000" cy="26161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defRPr sz="1100" b="0" i="0">
                <a:solidFill>
                  <a:srgbClr val="C0C0D0"/>
                </a:solidFill>
                <a:latin typeface="Arial"/>
              </a:defRPr>
            </a:pPr>
            <a:r>
              <a:rPr dirty="0">
                <a:solidFill>
                  <a:schemeClr val="bg1">
                    <a:lumMod val="85000"/>
                  </a:schemeClr>
                </a:solidFill>
              </a:rPr>
              <a:t>{{</a:t>
            </a:r>
            <a:r>
              <a:rPr dirty="0" err="1">
                <a:solidFill>
                  <a:schemeClr val="bg1">
                    <a:lumMod val="85000"/>
                  </a:schemeClr>
                </a:solidFill>
              </a:rPr>
              <a:t>drug_label</a:t>
            </a:r>
            <a:r>
              <a:rPr dirty="0">
                <a:solidFill>
                  <a:schemeClr val="bg1">
                    <a:lumMod val="85000"/>
                  </a:schemeClr>
                </a:solidFill>
              </a:rPr>
              <a:t>}}</a:t>
            </a:r>
          </a:p>
        </p:txBody>
      </p:sp>
    </p:spTree>
    <p:extLst>
      <p:ext uri="{BB962C8B-B14F-4D97-AF65-F5344CB8AC3E}">
        <p14:creationId xmlns:p14="http://schemas.microsoft.com/office/powerpoint/2010/main" val="4214015634"/>
      </p:ext>
    </p:extLst>
  </p:cSld>
  <p:clrMapOvr>
    <a:masterClrMapping/>
  </p:clrMapOvr>
</p:sldLayout>
</file>

<file path=ppt/slideLayouts/slideLayout45.xml><?xml version="1.0" encoding="utf-8"?>
<p:sldLayout xmlns:a="http://schemas.openxmlformats.org/drawingml/2006/main" xmlns:r="http://schemas.openxmlformats.org/officeDocument/2006/relationships" xmlns:p="http://schemas.openxmlformats.org/presentationml/2006/main" preserve="1" userDrawn="1">
  <p:cSld name="TACTICAL_PLAN_grey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1" name="TextBox 10">
            <a:extLst>
              <a:ext uri="{FF2B5EF4-FFF2-40B4-BE49-F238E27FC236}">
                <a16:creationId xmlns:a16="http://schemas.microsoft.com/office/drawing/2014/main" id="{0BF88C6B-452B-601B-8FDA-C8B0E4430F21}"/>
              </a:ext>
            </a:extLst>
          </p:cNvPr>
          <p:cNvSpPr txBox="1"/>
          <p:nvPr userDrawn="1"/>
        </p:nvSpPr>
        <p:spPr>
          <a:xfrm>
            <a:off x="329184" y="548640"/>
            <a:ext cx="9144000" cy="320040"/>
          </a:xfrm>
          <a:prstGeom prst="rect">
            <a:avLst/>
          </a:prstGeom>
          <a:noFill/>
        </p:spPr>
        <p:txBody>
          <a:bodyPr wrap="square"/>
          <a:lstStyle/>
          <a:p>
            <a:pPr>
              <a:defRPr sz="2000" b="1">
                <a:solidFill>
                  <a:srgbClr val="F1F5F9"/>
                </a:solidFill>
                <a:latin typeface="Calibri"/>
              </a:defRPr>
            </a:pPr>
            <a:r>
              <a:rPr dirty="0">
                <a:solidFill>
                  <a:srgbClr val="7030A0"/>
                </a:solidFill>
              </a:rPr>
              <a:t>{{</a:t>
            </a:r>
            <a:r>
              <a:rPr dirty="0" err="1">
                <a:solidFill>
                  <a:srgbClr val="7030A0"/>
                </a:solidFill>
              </a:rPr>
              <a:t>slide_title</a:t>
            </a:r>
            <a:r>
              <a:rPr dirty="0">
                <a:solidFill>
                  <a:srgbClr val="7030A0"/>
                </a:solidFill>
              </a:rPr>
              <a:t>}}</a:t>
            </a:r>
          </a:p>
        </p:txBody>
      </p:sp>
      <p:sp>
        <p:nvSpPr>
          <p:cNvPr id="12" name="TextBox 11">
            <a:extLst>
              <a:ext uri="{FF2B5EF4-FFF2-40B4-BE49-F238E27FC236}">
                <a16:creationId xmlns:a16="http://schemas.microsoft.com/office/drawing/2014/main" id="{211F9124-A127-BDA8-98EA-8701F12B0CEA}"/>
              </a:ext>
            </a:extLst>
          </p:cNvPr>
          <p:cNvSpPr txBox="1"/>
          <p:nvPr userDrawn="1"/>
        </p:nvSpPr>
        <p:spPr>
          <a:xfrm>
            <a:off x="329184" y="804672"/>
            <a:ext cx="7315200" cy="137160"/>
          </a:xfrm>
          <a:prstGeom prst="rect">
            <a:avLst/>
          </a:prstGeom>
          <a:noFill/>
        </p:spPr>
        <p:txBody>
          <a:bodyPr wrap="square"/>
          <a:lstStyle/>
          <a:p>
            <a:pPr>
              <a:defRPr sz="900" b="0">
                <a:solidFill>
                  <a:srgbClr val="94A3B8"/>
                </a:solidFill>
                <a:latin typeface="Calibri"/>
              </a:defRPr>
            </a:pPr>
            <a:r>
              <a:rPr>
                <a:solidFill>
                  <a:srgbClr val="7030A0"/>
                </a:solidFill>
              </a:rPr>
              <a:t>{{slide_subtitle}}</a:t>
            </a:r>
          </a:p>
        </p:txBody>
      </p:sp>
      <p:sp>
        <p:nvSpPr>
          <p:cNvPr id="13" name="Rectangle 12">
            <a:extLst>
              <a:ext uri="{FF2B5EF4-FFF2-40B4-BE49-F238E27FC236}">
                <a16:creationId xmlns:a16="http://schemas.microsoft.com/office/drawing/2014/main" id="{759C7FC9-A0B9-C4C0-8281-2E17388EDE1E}"/>
              </a:ext>
            </a:extLst>
          </p:cNvPr>
          <p:cNvSpPr/>
          <p:nvPr userDrawn="1"/>
        </p:nvSpPr>
        <p:spPr>
          <a:xfrm>
            <a:off x="0" y="960120"/>
            <a:ext cx="12188952" cy="7315"/>
          </a:xfrm>
          <a:prstGeom prst="rect">
            <a:avLst/>
          </a:prstGeom>
          <a:solidFill>
            <a:srgbClr val="303A4A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14" name="Rounded Rectangle 16">
            <a:extLst>
              <a:ext uri="{FF2B5EF4-FFF2-40B4-BE49-F238E27FC236}">
                <a16:creationId xmlns:a16="http://schemas.microsoft.com/office/drawing/2014/main" id="{F11CA430-3609-2652-92A0-0E5DEAB4FF60}"/>
              </a:ext>
            </a:extLst>
          </p:cNvPr>
          <p:cNvSpPr/>
          <p:nvPr userDrawn="1"/>
        </p:nvSpPr>
        <p:spPr>
          <a:xfrm>
            <a:off x="329184" y="1051560"/>
            <a:ext cx="11521440" cy="320040"/>
          </a:xfrm>
          <a:prstGeom prst="roundRect">
            <a:avLst/>
          </a:prstGeom>
          <a:solidFill>
            <a:srgbClr val="634C7F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15" name="TextBox 14">
            <a:extLst>
              <a:ext uri="{FF2B5EF4-FFF2-40B4-BE49-F238E27FC236}">
                <a16:creationId xmlns:a16="http://schemas.microsoft.com/office/drawing/2014/main" id="{10017FAE-750A-AD94-2403-10BAF163AD57}"/>
              </a:ext>
            </a:extLst>
          </p:cNvPr>
          <p:cNvSpPr txBox="1"/>
          <p:nvPr userDrawn="1"/>
        </p:nvSpPr>
        <p:spPr>
          <a:xfrm>
            <a:off x="402336" y="1124712"/>
            <a:ext cx="731520" cy="182880"/>
          </a:xfrm>
          <a:prstGeom prst="rect">
            <a:avLst/>
          </a:prstGeom>
          <a:noFill/>
        </p:spPr>
        <p:txBody>
          <a:bodyPr wrap="square"/>
          <a:lstStyle/>
          <a:p>
            <a:pPr>
              <a:defRPr sz="750" b="1">
                <a:solidFill>
                  <a:srgbClr val="FFFFFF"/>
                </a:solidFill>
                <a:latin typeface="Calibri"/>
              </a:defRPr>
            </a:pPr>
            <a:r>
              <a:t>TYPE</a:t>
            </a:r>
          </a:p>
        </p:txBody>
      </p:sp>
      <p:sp>
        <p:nvSpPr>
          <p:cNvPr id="16" name="TextBox 15">
            <a:extLst>
              <a:ext uri="{FF2B5EF4-FFF2-40B4-BE49-F238E27FC236}">
                <a16:creationId xmlns:a16="http://schemas.microsoft.com/office/drawing/2014/main" id="{B17E9D3C-CF99-227E-9977-1B32AFD2B9C7}"/>
              </a:ext>
            </a:extLst>
          </p:cNvPr>
          <p:cNvSpPr txBox="1"/>
          <p:nvPr userDrawn="1"/>
        </p:nvSpPr>
        <p:spPr>
          <a:xfrm>
            <a:off x="1152144" y="1124712"/>
            <a:ext cx="1280160" cy="182880"/>
          </a:xfrm>
          <a:prstGeom prst="rect">
            <a:avLst/>
          </a:prstGeom>
          <a:noFill/>
        </p:spPr>
        <p:txBody>
          <a:bodyPr wrap="square"/>
          <a:lstStyle/>
          <a:p>
            <a:pPr>
              <a:defRPr sz="750" b="1">
                <a:solidFill>
                  <a:srgbClr val="FFFFFF"/>
                </a:solidFill>
                <a:latin typeface="Calibri"/>
              </a:defRPr>
            </a:pPr>
            <a:r>
              <a:t>TACTIC</a:t>
            </a:r>
          </a:p>
        </p:txBody>
      </p:sp>
      <p:sp>
        <p:nvSpPr>
          <p:cNvPr id="17" name="TextBox 16">
            <a:extLst>
              <a:ext uri="{FF2B5EF4-FFF2-40B4-BE49-F238E27FC236}">
                <a16:creationId xmlns:a16="http://schemas.microsoft.com/office/drawing/2014/main" id="{E8452D27-FB75-CB85-4327-37F98916C29B}"/>
              </a:ext>
            </a:extLst>
          </p:cNvPr>
          <p:cNvSpPr txBox="1"/>
          <p:nvPr userDrawn="1"/>
        </p:nvSpPr>
        <p:spPr>
          <a:xfrm>
            <a:off x="2478024" y="1124712"/>
            <a:ext cx="3291840" cy="182880"/>
          </a:xfrm>
          <a:prstGeom prst="rect">
            <a:avLst/>
          </a:prstGeom>
          <a:noFill/>
        </p:spPr>
        <p:txBody>
          <a:bodyPr wrap="square"/>
          <a:lstStyle/>
          <a:p>
            <a:pPr>
              <a:defRPr sz="750" b="1">
                <a:solidFill>
                  <a:srgbClr val="FFFFFF"/>
                </a:solidFill>
                <a:latin typeface="Calibri"/>
              </a:defRPr>
            </a:pPr>
            <a:r>
              <a:t>DESCRIPTION</a:t>
            </a:r>
          </a:p>
        </p:txBody>
      </p:sp>
      <p:sp>
        <p:nvSpPr>
          <p:cNvPr id="18" name="TextBox 17">
            <a:extLst>
              <a:ext uri="{FF2B5EF4-FFF2-40B4-BE49-F238E27FC236}">
                <a16:creationId xmlns:a16="http://schemas.microsoft.com/office/drawing/2014/main" id="{635A31E0-8227-F009-DAAC-6E9AAD82F0AE}"/>
              </a:ext>
            </a:extLst>
          </p:cNvPr>
          <p:cNvSpPr txBox="1"/>
          <p:nvPr userDrawn="1"/>
        </p:nvSpPr>
        <p:spPr>
          <a:xfrm>
            <a:off x="5815584" y="1124712"/>
            <a:ext cx="2926080" cy="182880"/>
          </a:xfrm>
          <a:prstGeom prst="rect">
            <a:avLst/>
          </a:prstGeom>
          <a:noFill/>
        </p:spPr>
        <p:txBody>
          <a:bodyPr wrap="square"/>
          <a:lstStyle/>
          <a:p>
            <a:pPr>
              <a:defRPr sz="750" b="1">
                <a:solidFill>
                  <a:srgbClr val="FFFFFF"/>
                </a:solidFill>
                <a:latin typeface="Calibri"/>
              </a:defRPr>
            </a:pPr>
            <a:r>
              <a:t>KPI / SUCCESS METRIC</a:t>
            </a:r>
          </a:p>
        </p:txBody>
      </p:sp>
      <p:sp>
        <p:nvSpPr>
          <p:cNvPr id="19" name="TextBox 18">
            <a:extLst>
              <a:ext uri="{FF2B5EF4-FFF2-40B4-BE49-F238E27FC236}">
                <a16:creationId xmlns:a16="http://schemas.microsoft.com/office/drawing/2014/main" id="{72271FD9-E479-0AFB-ADDC-8A2FA9EC5180}"/>
              </a:ext>
            </a:extLst>
          </p:cNvPr>
          <p:cNvSpPr txBox="1"/>
          <p:nvPr userDrawn="1"/>
        </p:nvSpPr>
        <p:spPr>
          <a:xfrm>
            <a:off x="8787384" y="1124712"/>
            <a:ext cx="1463040" cy="182880"/>
          </a:xfrm>
          <a:prstGeom prst="rect">
            <a:avLst/>
          </a:prstGeom>
          <a:noFill/>
        </p:spPr>
        <p:txBody>
          <a:bodyPr wrap="square"/>
          <a:lstStyle/>
          <a:p>
            <a:pPr>
              <a:defRPr sz="750" b="1">
                <a:solidFill>
                  <a:srgbClr val="FFFFFF"/>
                </a:solidFill>
                <a:latin typeface="Calibri"/>
              </a:defRPr>
            </a:pPr>
            <a:r>
              <a:t>TIMELINE</a:t>
            </a:r>
          </a:p>
        </p:txBody>
      </p:sp>
      <p:sp>
        <p:nvSpPr>
          <p:cNvPr id="20" name="TextBox 19">
            <a:extLst>
              <a:ext uri="{FF2B5EF4-FFF2-40B4-BE49-F238E27FC236}">
                <a16:creationId xmlns:a16="http://schemas.microsoft.com/office/drawing/2014/main" id="{18E1E3BE-8127-40E6-C45A-564B7A47D2CF}"/>
              </a:ext>
            </a:extLst>
          </p:cNvPr>
          <p:cNvSpPr txBox="1"/>
          <p:nvPr userDrawn="1"/>
        </p:nvSpPr>
        <p:spPr>
          <a:xfrm>
            <a:off x="10296144" y="1124712"/>
            <a:ext cx="1371600" cy="182880"/>
          </a:xfrm>
          <a:prstGeom prst="rect">
            <a:avLst/>
          </a:prstGeom>
          <a:noFill/>
        </p:spPr>
        <p:txBody>
          <a:bodyPr wrap="square"/>
          <a:lstStyle/>
          <a:p>
            <a:pPr>
              <a:defRPr sz="750" b="1">
                <a:solidFill>
                  <a:srgbClr val="FFFFFF"/>
                </a:solidFill>
                <a:latin typeface="Calibri"/>
              </a:defRPr>
            </a:pPr>
            <a:r>
              <a:t>PRIORITY</a:t>
            </a:r>
          </a:p>
        </p:txBody>
      </p:sp>
      <p:sp>
        <p:nvSpPr>
          <p:cNvPr id="21" name="Rectangle 20">
            <a:extLst>
              <a:ext uri="{FF2B5EF4-FFF2-40B4-BE49-F238E27FC236}">
                <a16:creationId xmlns:a16="http://schemas.microsoft.com/office/drawing/2014/main" id="{C4506180-FC1B-5658-BCF4-4B603CA66DD8}"/>
              </a:ext>
            </a:extLst>
          </p:cNvPr>
          <p:cNvSpPr/>
          <p:nvPr userDrawn="1"/>
        </p:nvSpPr>
        <p:spPr>
          <a:xfrm>
            <a:off x="329184" y="1417319"/>
            <a:ext cx="11521440" cy="566928"/>
          </a:xfrm>
          <a:prstGeom prst="rect">
            <a:avLst/>
          </a:prstGeom>
          <a:solidFill>
            <a:schemeClr val="bg1">
              <a:lumMod val="95000"/>
            </a:schemeClr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22" name="Rectangle 21">
            <a:extLst>
              <a:ext uri="{FF2B5EF4-FFF2-40B4-BE49-F238E27FC236}">
                <a16:creationId xmlns:a16="http://schemas.microsoft.com/office/drawing/2014/main" id="{1CAAC914-D0C7-BA72-9644-A63726B3AE64}"/>
              </a:ext>
            </a:extLst>
          </p:cNvPr>
          <p:cNvSpPr/>
          <p:nvPr userDrawn="1"/>
        </p:nvSpPr>
        <p:spPr>
          <a:xfrm>
            <a:off x="329184" y="1979676"/>
            <a:ext cx="11521440" cy="4572"/>
          </a:xfrm>
          <a:prstGeom prst="rect">
            <a:avLst/>
          </a:prstGeom>
          <a:solidFill>
            <a:srgbClr val="303A4A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23" name="Rounded Rectangle 25">
            <a:extLst>
              <a:ext uri="{FF2B5EF4-FFF2-40B4-BE49-F238E27FC236}">
                <a16:creationId xmlns:a16="http://schemas.microsoft.com/office/drawing/2014/main" id="{0605565C-D71E-2ACA-B746-FDA1F5F0F113}"/>
              </a:ext>
            </a:extLst>
          </p:cNvPr>
          <p:cNvSpPr/>
          <p:nvPr userDrawn="1"/>
        </p:nvSpPr>
        <p:spPr>
          <a:xfrm>
            <a:off x="402336" y="1554479"/>
            <a:ext cx="685800" cy="201168"/>
          </a:xfrm>
          <a:prstGeom prst="roundRect">
            <a:avLst/>
          </a:prstGeom>
          <a:noFill/>
          <a:ln w="5080">
            <a:solidFill>
              <a:srgbClr val="A78BFA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24" name="TextBox 23">
            <a:extLst>
              <a:ext uri="{FF2B5EF4-FFF2-40B4-BE49-F238E27FC236}">
                <a16:creationId xmlns:a16="http://schemas.microsoft.com/office/drawing/2014/main" id="{EAA54F2F-B290-0EF9-E378-6C14470AC021}"/>
              </a:ext>
            </a:extLst>
          </p:cNvPr>
          <p:cNvSpPr txBox="1"/>
          <p:nvPr userDrawn="1"/>
        </p:nvSpPr>
        <p:spPr>
          <a:xfrm>
            <a:off x="329184" y="1554479"/>
            <a:ext cx="731519" cy="182880"/>
          </a:xfrm>
          <a:prstGeom prst="rect">
            <a:avLst/>
          </a:prstGeom>
          <a:noFill/>
        </p:spPr>
        <p:txBody>
          <a:bodyPr wrap="square"/>
          <a:lstStyle/>
          <a:p>
            <a:pPr algn="ctr">
              <a:defRPr sz="750" b="1">
                <a:solidFill>
                  <a:srgbClr val="A78BFA"/>
                </a:solidFill>
                <a:latin typeface="Calibri"/>
              </a:defRPr>
            </a:pPr>
            <a:r>
              <a:rPr dirty="0">
                <a:solidFill>
                  <a:schemeClr val="accent4">
                    <a:lumMod val="75000"/>
                  </a:schemeClr>
                </a:solidFill>
              </a:rPr>
              <a:t>{{tactic_1_type}}</a:t>
            </a:r>
          </a:p>
        </p:txBody>
      </p:sp>
      <p:sp>
        <p:nvSpPr>
          <p:cNvPr id="25" name="TextBox 24">
            <a:extLst>
              <a:ext uri="{FF2B5EF4-FFF2-40B4-BE49-F238E27FC236}">
                <a16:creationId xmlns:a16="http://schemas.microsoft.com/office/drawing/2014/main" id="{94C5F9D5-CDBA-B29E-36D3-306149EF8CF8}"/>
              </a:ext>
            </a:extLst>
          </p:cNvPr>
          <p:cNvSpPr txBox="1"/>
          <p:nvPr userDrawn="1"/>
        </p:nvSpPr>
        <p:spPr>
          <a:xfrm>
            <a:off x="1152144" y="1490472"/>
            <a:ext cx="1280160" cy="420623"/>
          </a:xfrm>
          <a:prstGeom prst="rect">
            <a:avLst/>
          </a:prstGeom>
          <a:noFill/>
        </p:spPr>
        <p:txBody>
          <a:bodyPr wrap="square"/>
          <a:lstStyle/>
          <a:p>
            <a:pPr>
              <a:defRPr sz="900" b="1">
                <a:solidFill>
                  <a:srgbClr val="F1F5F9"/>
                </a:solidFill>
                <a:latin typeface="Calibri"/>
              </a:defRPr>
            </a:pPr>
            <a:r>
              <a:rPr>
                <a:solidFill>
                  <a:schemeClr val="accent4">
                    <a:lumMod val="75000"/>
                  </a:schemeClr>
                </a:solidFill>
              </a:rPr>
              <a:t>{{tactic_1_name}}</a:t>
            </a:r>
          </a:p>
        </p:txBody>
      </p:sp>
      <p:sp>
        <p:nvSpPr>
          <p:cNvPr id="26" name="TextBox 25">
            <a:extLst>
              <a:ext uri="{FF2B5EF4-FFF2-40B4-BE49-F238E27FC236}">
                <a16:creationId xmlns:a16="http://schemas.microsoft.com/office/drawing/2014/main" id="{E9E999B1-F813-89B3-6261-3BDC2864B0C0}"/>
              </a:ext>
            </a:extLst>
          </p:cNvPr>
          <p:cNvSpPr txBox="1"/>
          <p:nvPr userDrawn="1"/>
        </p:nvSpPr>
        <p:spPr>
          <a:xfrm>
            <a:off x="2478024" y="1472184"/>
            <a:ext cx="3246120" cy="457200"/>
          </a:xfrm>
          <a:prstGeom prst="rect">
            <a:avLst/>
          </a:prstGeom>
          <a:noFill/>
        </p:spPr>
        <p:txBody>
          <a:bodyPr wrap="square"/>
          <a:lstStyle/>
          <a:p>
            <a:pPr>
              <a:defRPr sz="800" b="0">
                <a:solidFill>
                  <a:srgbClr val="CBD5E1"/>
                </a:solidFill>
                <a:latin typeface="Calibri"/>
              </a:defRPr>
            </a:pPr>
            <a:r>
              <a:rPr dirty="0">
                <a:solidFill>
                  <a:schemeClr val="accent4">
                    <a:lumMod val="50000"/>
                  </a:schemeClr>
                </a:solidFill>
              </a:rPr>
              <a:t>{{tactic_1_desc}}</a:t>
            </a:r>
          </a:p>
        </p:txBody>
      </p:sp>
      <p:sp>
        <p:nvSpPr>
          <p:cNvPr id="27" name="TextBox 26">
            <a:extLst>
              <a:ext uri="{FF2B5EF4-FFF2-40B4-BE49-F238E27FC236}">
                <a16:creationId xmlns:a16="http://schemas.microsoft.com/office/drawing/2014/main" id="{6FE69D5E-B0BB-5268-F962-78773E195717}"/>
              </a:ext>
            </a:extLst>
          </p:cNvPr>
          <p:cNvSpPr txBox="1"/>
          <p:nvPr userDrawn="1"/>
        </p:nvSpPr>
        <p:spPr>
          <a:xfrm>
            <a:off x="5815584" y="1472184"/>
            <a:ext cx="2880360" cy="457200"/>
          </a:xfrm>
          <a:prstGeom prst="rect">
            <a:avLst/>
          </a:prstGeom>
          <a:noFill/>
        </p:spPr>
        <p:txBody>
          <a:bodyPr wrap="square"/>
          <a:lstStyle/>
          <a:p>
            <a:pPr>
              <a:defRPr sz="800" b="0">
                <a:solidFill>
                  <a:srgbClr val="CBD5E1"/>
                </a:solidFill>
                <a:latin typeface="Calibri"/>
              </a:defRPr>
            </a:pPr>
            <a:r>
              <a:rPr>
                <a:solidFill>
                  <a:schemeClr val="accent4">
                    <a:lumMod val="50000"/>
                  </a:schemeClr>
                </a:solidFill>
              </a:rPr>
              <a:t>{{tactic_1_kpi}}</a:t>
            </a:r>
          </a:p>
        </p:txBody>
      </p:sp>
      <p:sp>
        <p:nvSpPr>
          <p:cNvPr id="28" name="Rounded Rectangle 30">
            <a:extLst>
              <a:ext uri="{FF2B5EF4-FFF2-40B4-BE49-F238E27FC236}">
                <a16:creationId xmlns:a16="http://schemas.microsoft.com/office/drawing/2014/main" id="{68BF0725-6A01-9D60-9AA0-815E34F92BDC}"/>
              </a:ext>
            </a:extLst>
          </p:cNvPr>
          <p:cNvSpPr/>
          <p:nvPr userDrawn="1"/>
        </p:nvSpPr>
        <p:spPr>
          <a:xfrm>
            <a:off x="8693763" y="1554479"/>
            <a:ext cx="294790" cy="164592"/>
          </a:xfrm>
          <a:prstGeom prst="roundRect">
            <a:avLst/>
          </a:prstGeom>
          <a:solidFill>
            <a:srgbClr val="1E293B"/>
          </a:solidFill>
          <a:ln w="3810">
            <a:solidFill>
              <a:srgbClr val="303A4A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sz="500">
              <a:solidFill>
                <a:schemeClr val="bg1">
                  <a:lumMod val="85000"/>
                </a:schemeClr>
              </a:solidFill>
            </a:endParaRPr>
          </a:p>
        </p:txBody>
      </p:sp>
      <p:sp>
        <p:nvSpPr>
          <p:cNvPr id="29" name="TextBox 28">
            <a:extLst>
              <a:ext uri="{FF2B5EF4-FFF2-40B4-BE49-F238E27FC236}">
                <a16:creationId xmlns:a16="http://schemas.microsoft.com/office/drawing/2014/main" id="{F0D4E38C-AFD8-BA99-00D3-E1DBD884F9AD}"/>
              </a:ext>
            </a:extLst>
          </p:cNvPr>
          <p:cNvSpPr txBox="1"/>
          <p:nvPr userDrawn="1"/>
        </p:nvSpPr>
        <p:spPr>
          <a:xfrm>
            <a:off x="8626764" y="1563623"/>
            <a:ext cx="361788" cy="146304"/>
          </a:xfrm>
          <a:prstGeom prst="rect">
            <a:avLst/>
          </a:prstGeom>
          <a:noFill/>
        </p:spPr>
        <p:txBody>
          <a:bodyPr wrap="square"/>
          <a:lstStyle/>
          <a:p>
            <a:pPr algn="ctr">
              <a:defRPr sz="600" b="1">
                <a:solidFill>
                  <a:srgbClr val="64748B"/>
                </a:solidFill>
                <a:latin typeface="Calibri"/>
              </a:defRPr>
            </a:pPr>
            <a:r>
              <a:rPr sz="500" dirty="0">
                <a:solidFill>
                  <a:schemeClr val="bg1">
                    <a:lumMod val="85000"/>
                  </a:schemeClr>
                </a:solidFill>
              </a:rPr>
              <a:t>Q1</a:t>
            </a:r>
          </a:p>
        </p:txBody>
      </p:sp>
      <p:sp>
        <p:nvSpPr>
          <p:cNvPr id="30" name="Rounded Rectangle 32">
            <a:extLst>
              <a:ext uri="{FF2B5EF4-FFF2-40B4-BE49-F238E27FC236}">
                <a16:creationId xmlns:a16="http://schemas.microsoft.com/office/drawing/2014/main" id="{5757D72A-F44A-BD0B-E0CE-4E9F8C4DA959}"/>
              </a:ext>
            </a:extLst>
          </p:cNvPr>
          <p:cNvSpPr/>
          <p:nvPr userDrawn="1"/>
        </p:nvSpPr>
        <p:spPr>
          <a:xfrm>
            <a:off x="8922363" y="1554479"/>
            <a:ext cx="294790" cy="164592"/>
          </a:xfrm>
          <a:prstGeom prst="roundRect">
            <a:avLst/>
          </a:prstGeom>
          <a:solidFill>
            <a:srgbClr val="1E293B"/>
          </a:solidFill>
          <a:ln w="3810">
            <a:solidFill>
              <a:srgbClr val="303A4A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sz="500">
              <a:solidFill>
                <a:schemeClr val="bg1">
                  <a:lumMod val="85000"/>
                </a:schemeClr>
              </a:solidFill>
            </a:endParaRPr>
          </a:p>
        </p:txBody>
      </p:sp>
      <p:sp>
        <p:nvSpPr>
          <p:cNvPr id="31" name="TextBox 30">
            <a:extLst>
              <a:ext uri="{FF2B5EF4-FFF2-40B4-BE49-F238E27FC236}">
                <a16:creationId xmlns:a16="http://schemas.microsoft.com/office/drawing/2014/main" id="{36674E57-41D5-56D1-E7B0-7B8A50C815F5}"/>
              </a:ext>
            </a:extLst>
          </p:cNvPr>
          <p:cNvSpPr txBox="1"/>
          <p:nvPr userDrawn="1"/>
        </p:nvSpPr>
        <p:spPr>
          <a:xfrm>
            <a:off x="8922363" y="1563623"/>
            <a:ext cx="294790" cy="146304"/>
          </a:xfrm>
          <a:prstGeom prst="rect">
            <a:avLst/>
          </a:prstGeom>
          <a:noFill/>
        </p:spPr>
        <p:txBody>
          <a:bodyPr wrap="square"/>
          <a:lstStyle/>
          <a:p>
            <a:pPr algn="ctr">
              <a:defRPr sz="600" b="1">
                <a:solidFill>
                  <a:srgbClr val="64748B"/>
                </a:solidFill>
                <a:latin typeface="Calibri"/>
              </a:defRPr>
            </a:pPr>
            <a:r>
              <a:rPr sz="500">
                <a:solidFill>
                  <a:schemeClr val="bg1">
                    <a:lumMod val="85000"/>
                  </a:schemeClr>
                </a:solidFill>
              </a:rPr>
              <a:t>Q2</a:t>
            </a:r>
          </a:p>
        </p:txBody>
      </p:sp>
      <p:sp>
        <p:nvSpPr>
          <p:cNvPr id="32" name="Rounded Rectangle 34">
            <a:extLst>
              <a:ext uri="{FF2B5EF4-FFF2-40B4-BE49-F238E27FC236}">
                <a16:creationId xmlns:a16="http://schemas.microsoft.com/office/drawing/2014/main" id="{BA12A3FC-05E4-0608-C027-43B273E5398C}"/>
              </a:ext>
            </a:extLst>
          </p:cNvPr>
          <p:cNvSpPr/>
          <p:nvPr userDrawn="1"/>
        </p:nvSpPr>
        <p:spPr>
          <a:xfrm>
            <a:off x="9150963" y="1554479"/>
            <a:ext cx="294790" cy="164592"/>
          </a:xfrm>
          <a:prstGeom prst="roundRect">
            <a:avLst/>
          </a:prstGeom>
          <a:solidFill>
            <a:srgbClr val="1E293B"/>
          </a:solidFill>
          <a:ln w="3810">
            <a:solidFill>
              <a:srgbClr val="303A4A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sz="500">
              <a:solidFill>
                <a:schemeClr val="bg1">
                  <a:lumMod val="85000"/>
                </a:schemeClr>
              </a:solidFill>
            </a:endParaRPr>
          </a:p>
        </p:txBody>
      </p:sp>
      <p:sp>
        <p:nvSpPr>
          <p:cNvPr id="33" name="TextBox 32">
            <a:extLst>
              <a:ext uri="{FF2B5EF4-FFF2-40B4-BE49-F238E27FC236}">
                <a16:creationId xmlns:a16="http://schemas.microsoft.com/office/drawing/2014/main" id="{225B22EC-4F28-6756-1C84-A4D2BD8BA664}"/>
              </a:ext>
            </a:extLst>
          </p:cNvPr>
          <p:cNvSpPr txBox="1"/>
          <p:nvPr userDrawn="1"/>
        </p:nvSpPr>
        <p:spPr>
          <a:xfrm>
            <a:off x="9150963" y="1563623"/>
            <a:ext cx="294790" cy="146304"/>
          </a:xfrm>
          <a:prstGeom prst="rect">
            <a:avLst/>
          </a:prstGeom>
          <a:noFill/>
        </p:spPr>
        <p:txBody>
          <a:bodyPr wrap="square"/>
          <a:lstStyle/>
          <a:p>
            <a:pPr algn="ctr">
              <a:defRPr sz="600" b="1">
                <a:solidFill>
                  <a:srgbClr val="64748B"/>
                </a:solidFill>
                <a:latin typeface="Calibri"/>
              </a:defRPr>
            </a:pPr>
            <a:r>
              <a:rPr sz="500">
                <a:solidFill>
                  <a:schemeClr val="bg1">
                    <a:lumMod val="85000"/>
                  </a:schemeClr>
                </a:solidFill>
              </a:rPr>
              <a:t>Q3</a:t>
            </a:r>
          </a:p>
        </p:txBody>
      </p:sp>
      <p:sp>
        <p:nvSpPr>
          <p:cNvPr id="34" name="Rounded Rectangle 36">
            <a:extLst>
              <a:ext uri="{FF2B5EF4-FFF2-40B4-BE49-F238E27FC236}">
                <a16:creationId xmlns:a16="http://schemas.microsoft.com/office/drawing/2014/main" id="{2E4F62EB-F1EA-8FB9-7ED5-A69C00DC2E83}"/>
              </a:ext>
            </a:extLst>
          </p:cNvPr>
          <p:cNvSpPr/>
          <p:nvPr userDrawn="1"/>
        </p:nvSpPr>
        <p:spPr>
          <a:xfrm>
            <a:off x="9379563" y="1554479"/>
            <a:ext cx="294790" cy="164592"/>
          </a:xfrm>
          <a:prstGeom prst="roundRect">
            <a:avLst/>
          </a:prstGeom>
          <a:solidFill>
            <a:srgbClr val="1E293B"/>
          </a:solidFill>
          <a:ln w="3810">
            <a:solidFill>
              <a:srgbClr val="303A4A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sz="500">
              <a:solidFill>
                <a:schemeClr val="bg1">
                  <a:lumMod val="85000"/>
                </a:schemeClr>
              </a:solidFill>
            </a:endParaRPr>
          </a:p>
        </p:txBody>
      </p:sp>
      <p:sp>
        <p:nvSpPr>
          <p:cNvPr id="35" name="TextBox 34">
            <a:extLst>
              <a:ext uri="{FF2B5EF4-FFF2-40B4-BE49-F238E27FC236}">
                <a16:creationId xmlns:a16="http://schemas.microsoft.com/office/drawing/2014/main" id="{D1EF6C2D-4DFA-4D64-769E-7509C34E7CCD}"/>
              </a:ext>
            </a:extLst>
          </p:cNvPr>
          <p:cNvSpPr txBox="1"/>
          <p:nvPr userDrawn="1"/>
        </p:nvSpPr>
        <p:spPr>
          <a:xfrm>
            <a:off x="9379563" y="1563623"/>
            <a:ext cx="294790" cy="146304"/>
          </a:xfrm>
          <a:prstGeom prst="rect">
            <a:avLst/>
          </a:prstGeom>
          <a:noFill/>
        </p:spPr>
        <p:txBody>
          <a:bodyPr wrap="square"/>
          <a:lstStyle/>
          <a:p>
            <a:pPr algn="ctr">
              <a:defRPr sz="600" b="1">
                <a:solidFill>
                  <a:srgbClr val="64748B"/>
                </a:solidFill>
                <a:latin typeface="Calibri"/>
              </a:defRPr>
            </a:pPr>
            <a:r>
              <a:rPr sz="500">
                <a:solidFill>
                  <a:schemeClr val="bg1">
                    <a:lumMod val="85000"/>
                  </a:schemeClr>
                </a:solidFill>
              </a:rPr>
              <a:t>Q4</a:t>
            </a:r>
          </a:p>
        </p:txBody>
      </p:sp>
      <p:sp>
        <p:nvSpPr>
          <p:cNvPr id="36" name="Rounded Rectangle 38">
            <a:extLst>
              <a:ext uri="{FF2B5EF4-FFF2-40B4-BE49-F238E27FC236}">
                <a16:creationId xmlns:a16="http://schemas.microsoft.com/office/drawing/2014/main" id="{454FAD16-E9F6-370D-9513-F59CA54E5F14}"/>
              </a:ext>
            </a:extLst>
          </p:cNvPr>
          <p:cNvSpPr/>
          <p:nvPr userDrawn="1"/>
        </p:nvSpPr>
        <p:spPr>
          <a:xfrm>
            <a:off x="9608163" y="1554479"/>
            <a:ext cx="294790" cy="164592"/>
          </a:xfrm>
          <a:prstGeom prst="roundRect">
            <a:avLst/>
          </a:prstGeom>
          <a:solidFill>
            <a:srgbClr val="162032"/>
          </a:solidFill>
          <a:ln w="3810">
            <a:solidFill>
              <a:srgbClr val="303A4A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sz="500">
              <a:solidFill>
                <a:schemeClr val="bg1">
                  <a:lumMod val="85000"/>
                </a:schemeClr>
              </a:solidFill>
            </a:endParaRPr>
          </a:p>
        </p:txBody>
      </p:sp>
      <p:sp>
        <p:nvSpPr>
          <p:cNvPr id="37" name="TextBox 36">
            <a:extLst>
              <a:ext uri="{FF2B5EF4-FFF2-40B4-BE49-F238E27FC236}">
                <a16:creationId xmlns:a16="http://schemas.microsoft.com/office/drawing/2014/main" id="{78F7BEAF-4C9A-92A2-278A-9D66AD68C365}"/>
              </a:ext>
            </a:extLst>
          </p:cNvPr>
          <p:cNvSpPr txBox="1"/>
          <p:nvPr userDrawn="1"/>
        </p:nvSpPr>
        <p:spPr>
          <a:xfrm>
            <a:off x="9608163" y="1563623"/>
            <a:ext cx="294790" cy="146304"/>
          </a:xfrm>
          <a:prstGeom prst="rect">
            <a:avLst/>
          </a:prstGeom>
          <a:noFill/>
        </p:spPr>
        <p:txBody>
          <a:bodyPr wrap="square"/>
          <a:lstStyle/>
          <a:p>
            <a:pPr algn="ctr">
              <a:defRPr sz="600" b="1">
                <a:solidFill>
                  <a:srgbClr val="64748B"/>
                </a:solidFill>
                <a:latin typeface="Calibri"/>
              </a:defRPr>
            </a:pPr>
            <a:r>
              <a:rPr sz="500">
                <a:solidFill>
                  <a:schemeClr val="bg1">
                    <a:lumMod val="85000"/>
                  </a:schemeClr>
                </a:solidFill>
              </a:rPr>
              <a:t>Q1</a:t>
            </a:r>
          </a:p>
        </p:txBody>
      </p:sp>
      <p:sp>
        <p:nvSpPr>
          <p:cNvPr id="38" name="Rounded Rectangle 40">
            <a:extLst>
              <a:ext uri="{FF2B5EF4-FFF2-40B4-BE49-F238E27FC236}">
                <a16:creationId xmlns:a16="http://schemas.microsoft.com/office/drawing/2014/main" id="{3907F182-4FF2-1776-D41C-E5E65FC28EFD}"/>
              </a:ext>
            </a:extLst>
          </p:cNvPr>
          <p:cNvSpPr/>
          <p:nvPr userDrawn="1"/>
        </p:nvSpPr>
        <p:spPr>
          <a:xfrm>
            <a:off x="9836763" y="1554479"/>
            <a:ext cx="294790" cy="164592"/>
          </a:xfrm>
          <a:prstGeom prst="roundRect">
            <a:avLst/>
          </a:prstGeom>
          <a:solidFill>
            <a:srgbClr val="162032"/>
          </a:solidFill>
          <a:ln w="3810">
            <a:solidFill>
              <a:srgbClr val="303A4A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sz="500">
              <a:solidFill>
                <a:schemeClr val="bg1">
                  <a:lumMod val="85000"/>
                </a:schemeClr>
              </a:solidFill>
            </a:endParaRPr>
          </a:p>
        </p:txBody>
      </p:sp>
      <p:sp>
        <p:nvSpPr>
          <p:cNvPr id="39" name="TextBox 38">
            <a:extLst>
              <a:ext uri="{FF2B5EF4-FFF2-40B4-BE49-F238E27FC236}">
                <a16:creationId xmlns:a16="http://schemas.microsoft.com/office/drawing/2014/main" id="{7CB0A273-5DC2-6BF5-1244-DADC35883F30}"/>
              </a:ext>
            </a:extLst>
          </p:cNvPr>
          <p:cNvSpPr txBox="1"/>
          <p:nvPr userDrawn="1"/>
        </p:nvSpPr>
        <p:spPr>
          <a:xfrm>
            <a:off x="9836763" y="1563623"/>
            <a:ext cx="294790" cy="146304"/>
          </a:xfrm>
          <a:prstGeom prst="rect">
            <a:avLst/>
          </a:prstGeom>
          <a:noFill/>
        </p:spPr>
        <p:txBody>
          <a:bodyPr wrap="square"/>
          <a:lstStyle/>
          <a:p>
            <a:pPr algn="ctr">
              <a:defRPr sz="600" b="1">
                <a:solidFill>
                  <a:srgbClr val="64748B"/>
                </a:solidFill>
                <a:latin typeface="Calibri"/>
              </a:defRPr>
            </a:pPr>
            <a:r>
              <a:rPr sz="500">
                <a:solidFill>
                  <a:schemeClr val="bg1">
                    <a:lumMod val="85000"/>
                  </a:schemeClr>
                </a:solidFill>
              </a:rPr>
              <a:t>Q2</a:t>
            </a:r>
          </a:p>
        </p:txBody>
      </p:sp>
      <p:sp>
        <p:nvSpPr>
          <p:cNvPr id="40" name="TextBox 39">
            <a:extLst>
              <a:ext uri="{FF2B5EF4-FFF2-40B4-BE49-F238E27FC236}">
                <a16:creationId xmlns:a16="http://schemas.microsoft.com/office/drawing/2014/main" id="{BA18E5DA-2EAD-31FA-EDFC-0BB82B40AA43}"/>
              </a:ext>
            </a:extLst>
          </p:cNvPr>
          <p:cNvSpPr txBox="1"/>
          <p:nvPr userDrawn="1"/>
        </p:nvSpPr>
        <p:spPr>
          <a:xfrm>
            <a:off x="8721707" y="1755648"/>
            <a:ext cx="2009933" cy="109728"/>
          </a:xfrm>
          <a:prstGeom prst="rect">
            <a:avLst/>
          </a:prstGeom>
          <a:noFill/>
        </p:spPr>
        <p:txBody>
          <a:bodyPr wrap="square"/>
          <a:lstStyle/>
          <a:p>
            <a:pPr>
              <a:defRPr sz="550" b="0">
                <a:solidFill>
                  <a:srgbClr val="64748B"/>
                </a:solidFill>
                <a:latin typeface="Calibri"/>
              </a:defRPr>
            </a:pPr>
            <a:r>
              <a:rPr sz="800" dirty="0">
                <a:solidFill>
                  <a:schemeClr val="accent4">
                    <a:lumMod val="50000"/>
                  </a:schemeClr>
                </a:solidFill>
              </a:rPr>
              <a:t>2027 ——— 2028</a:t>
            </a:r>
          </a:p>
        </p:txBody>
      </p:sp>
      <p:sp>
        <p:nvSpPr>
          <p:cNvPr id="41" name="Rounded Rectangle 43">
            <a:extLst>
              <a:ext uri="{FF2B5EF4-FFF2-40B4-BE49-F238E27FC236}">
                <a16:creationId xmlns:a16="http://schemas.microsoft.com/office/drawing/2014/main" id="{4A977E2A-272D-1B90-41B6-53C696155320}"/>
              </a:ext>
            </a:extLst>
          </p:cNvPr>
          <p:cNvSpPr/>
          <p:nvPr userDrawn="1"/>
        </p:nvSpPr>
        <p:spPr>
          <a:xfrm>
            <a:off x="10341863" y="1554479"/>
            <a:ext cx="640080" cy="201168"/>
          </a:xfrm>
          <a:prstGeom prst="roundRect">
            <a:avLst/>
          </a:prstGeom>
          <a:noFill/>
          <a:ln w="3810">
            <a:solidFill>
              <a:srgbClr val="303A4A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42" name="TextBox 41">
            <a:extLst>
              <a:ext uri="{FF2B5EF4-FFF2-40B4-BE49-F238E27FC236}">
                <a16:creationId xmlns:a16="http://schemas.microsoft.com/office/drawing/2014/main" id="{CD901966-D5F8-2FE1-C4FE-C9D8551F591F}"/>
              </a:ext>
            </a:extLst>
          </p:cNvPr>
          <p:cNvSpPr txBox="1"/>
          <p:nvPr userDrawn="1"/>
        </p:nvSpPr>
        <p:spPr>
          <a:xfrm>
            <a:off x="10360152" y="1572767"/>
            <a:ext cx="603504" cy="164592"/>
          </a:xfrm>
          <a:prstGeom prst="rect">
            <a:avLst/>
          </a:prstGeom>
          <a:noFill/>
        </p:spPr>
        <p:txBody>
          <a:bodyPr wrap="square"/>
          <a:lstStyle/>
          <a:p>
            <a:pPr algn="ctr">
              <a:defRPr sz="750" b="1">
                <a:solidFill>
                  <a:srgbClr val="94A3B8"/>
                </a:solidFill>
                <a:latin typeface="Calibri"/>
              </a:defRPr>
            </a:pPr>
            <a:r>
              <a:rPr>
                <a:solidFill>
                  <a:schemeClr val="accent4">
                    <a:lumMod val="50000"/>
                  </a:schemeClr>
                </a:solidFill>
              </a:rPr>
              <a:t>{{tactic_1_priority}}</a:t>
            </a:r>
          </a:p>
        </p:txBody>
      </p:sp>
      <p:sp>
        <p:nvSpPr>
          <p:cNvPr id="43" name="Rectangle 42">
            <a:extLst>
              <a:ext uri="{FF2B5EF4-FFF2-40B4-BE49-F238E27FC236}">
                <a16:creationId xmlns:a16="http://schemas.microsoft.com/office/drawing/2014/main" id="{DB6052B4-62F5-EAFA-C2F9-286EBFDA52BD}"/>
              </a:ext>
            </a:extLst>
          </p:cNvPr>
          <p:cNvSpPr/>
          <p:nvPr userDrawn="1"/>
        </p:nvSpPr>
        <p:spPr>
          <a:xfrm>
            <a:off x="329184" y="1984248"/>
            <a:ext cx="11521440" cy="566928"/>
          </a:xfrm>
          <a:prstGeom prst="rect">
            <a:avLst/>
          </a:prstGeom>
          <a:solidFill>
            <a:srgbClr val="9F8AB8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44" name="Rectangle 43">
            <a:extLst>
              <a:ext uri="{FF2B5EF4-FFF2-40B4-BE49-F238E27FC236}">
                <a16:creationId xmlns:a16="http://schemas.microsoft.com/office/drawing/2014/main" id="{EA32691A-65D8-DAAC-BAA0-BD1E769AC5F0}"/>
              </a:ext>
            </a:extLst>
          </p:cNvPr>
          <p:cNvSpPr/>
          <p:nvPr userDrawn="1"/>
        </p:nvSpPr>
        <p:spPr>
          <a:xfrm>
            <a:off x="329184" y="2546604"/>
            <a:ext cx="11521440" cy="4572"/>
          </a:xfrm>
          <a:prstGeom prst="rect">
            <a:avLst/>
          </a:prstGeom>
          <a:solidFill>
            <a:srgbClr val="303A4A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45" name="Rounded Rectangle 47">
            <a:extLst>
              <a:ext uri="{FF2B5EF4-FFF2-40B4-BE49-F238E27FC236}">
                <a16:creationId xmlns:a16="http://schemas.microsoft.com/office/drawing/2014/main" id="{29A117FC-3F1C-A37F-B9B6-B864FFDCE10F}"/>
              </a:ext>
            </a:extLst>
          </p:cNvPr>
          <p:cNvSpPr/>
          <p:nvPr userDrawn="1"/>
        </p:nvSpPr>
        <p:spPr>
          <a:xfrm>
            <a:off x="402336" y="2121408"/>
            <a:ext cx="685800" cy="201168"/>
          </a:xfrm>
          <a:prstGeom prst="roundRect">
            <a:avLst/>
          </a:prstGeom>
          <a:noFill/>
          <a:ln w="5080">
            <a:solidFill>
              <a:srgbClr val="A78BFA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46" name="TextBox 45">
            <a:extLst>
              <a:ext uri="{FF2B5EF4-FFF2-40B4-BE49-F238E27FC236}">
                <a16:creationId xmlns:a16="http://schemas.microsoft.com/office/drawing/2014/main" id="{C8DF7543-80D2-2B28-152D-1F864C0EE13B}"/>
              </a:ext>
            </a:extLst>
          </p:cNvPr>
          <p:cNvSpPr txBox="1"/>
          <p:nvPr userDrawn="1"/>
        </p:nvSpPr>
        <p:spPr>
          <a:xfrm>
            <a:off x="329184" y="2121408"/>
            <a:ext cx="731519" cy="182880"/>
          </a:xfrm>
          <a:prstGeom prst="rect">
            <a:avLst/>
          </a:prstGeom>
          <a:noFill/>
        </p:spPr>
        <p:txBody>
          <a:bodyPr wrap="square"/>
          <a:lstStyle/>
          <a:p>
            <a:pPr algn="ctr">
              <a:defRPr sz="750" b="1">
                <a:solidFill>
                  <a:srgbClr val="A78BFA"/>
                </a:solidFill>
                <a:latin typeface="Calibri"/>
              </a:defRPr>
            </a:pPr>
            <a:r>
              <a:rPr dirty="0">
                <a:solidFill>
                  <a:schemeClr val="bg1"/>
                </a:solidFill>
              </a:rPr>
              <a:t>{{tactic_2_type}}</a:t>
            </a:r>
          </a:p>
        </p:txBody>
      </p:sp>
      <p:sp>
        <p:nvSpPr>
          <p:cNvPr id="47" name="TextBox 46">
            <a:extLst>
              <a:ext uri="{FF2B5EF4-FFF2-40B4-BE49-F238E27FC236}">
                <a16:creationId xmlns:a16="http://schemas.microsoft.com/office/drawing/2014/main" id="{A62EBCAE-C145-97DF-83F1-7DD9F0FFB24E}"/>
              </a:ext>
            </a:extLst>
          </p:cNvPr>
          <p:cNvSpPr txBox="1"/>
          <p:nvPr userDrawn="1"/>
        </p:nvSpPr>
        <p:spPr>
          <a:xfrm>
            <a:off x="1152144" y="2057400"/>
            <a:ext cx="1280160" cy="420623"/>
          </a:xfrm>
          <a:prstGeom prst="rect">
            <a:avLst/>
          </a:prstGeom>
          <a:noFill/>
        </p:spPr>
        <p:txBody>
          <a:bodyPr wrap="square"/>
          <a:lstStyle/>
          <a:p>
            <a:pPr>
              <a:defRPr sz="900" b="1">
                <a:solidFill>
                  <a:srgbClr val="F1F5F9"/>
                </a:solidFill>
                <a:latin typeface="Calibri"/>
              </a:defRPr>
            </a:pPr>
            <a:r>
              <a:t>{{tactic_2_name}}</a:t>
            </a:r>
          </a:p>
        </p:txBody>
      </p:sp>
      <p:sp>
        <p:nvSpPr>
          <p:cNvPr id="48" name="TextBox 47">
            <a:extLst>
              <a:ext uri="{FF2B5EF4-FFF2-40B4-BE49-F238E27FC236}">
                <a16:creationId xmlns:a16="http://schemas.microsoft.com/office/drawing/2014/main" id="{4095DD2B-656A-B6ED-3724-C777799CEB1D}"/>
              </a:ext>
            </a:extLst>
          </p:cNvPr>
          <p:cNvSpPr txBox="1"/>
          <p:nvPr userDrawn="1"/>
        </p:nvSpPr>
        <p:spPr>
          <a:xfrm>
            <a:off x="2478024" y="2039112"/>
            <a:ext cx="3246120" cy="457200"/>
          </a:xfrm>
          <a:prstGeom prst="rect">
            <a:avLst/>
          </a:prstGeom>
          <a:noFill/>
        </p:spPr>
        <p:txBody>
          <a:bodyPr wrap="square"/>
          <a:lstStyle/>
          <a:p>
            <a:pPr>
              <a:defRPr sz="800" b="0">
                <a:solidFill>
                  <a:srgbClr val="CBD5E1"/>
                </a:solidFill>
                <a:latin typeface="Calibri"/>
              </a:defRPr>
            </a:pPr>
            <a:r>
              <a:rPr>
                <a:solidFill>
                  <a:schemeClr val="bg1"/>
                </a:solidFill>
              </a:rPr>
              <a:t>{{tactic_2_desc}}</a:t>
            </a:r>
          </a:p>
        </p:txBody>
      </p:sp>
      <p:sp>
        <p:nvSpPr>
          <p:cNvPr id="49" name="TextBox 48">
            <a:extLst>
              <a:ext uri="{FF2B5EF4-FFF2-40B4-BE49-F238E27FC236}">
                <a16:creationId xmlns:a16="http://schemas.microsoft.com/office/drawing/2014/main" id="{5C6EE1DB-46F9-3000-1BA2-0D8F0BC81CC8}"/>
              </a:ext>
            </a:extLst>
          </p:cNvPr>
          <p:cNvSpPr txBox="1"/>
          <p:nvPr userDrawn="1"/>
        </p:nvSpPr>
        <p:spPr>
          <a:xfrm>
            <a:off x="5815584" y="2039112"/>
            <a:ext cx="2880360" cy="457200"/>
          </a:xfrm>
          <a:prstGeom prst="rect">
            <a:avLst/>
          </a:prstGeom>
          <a:noFill/>
        </p:spPr>
        <p:txBody>
          <a:bodyPr wrap="square"/>
          <a:lstStyle/>
          <a:p>
            <a:pPr>
              <a:defRPr sz="800" b="0">
                <a:solidFill>
                  <a:srgbClr val="CBD5E1"/>
                </a:solidFill>
                <a:latin typeface="Calibri"/>
              </a:defRPr>
            </a:pPr>
            <a:r>
              <a:rPr>
                <a:solidFill>
                  <a:schemeClr val="bg1"/>
                </a:solidFill>
              </a:rPr>
              <a:t>{{tactic_2_kpi}}</a:t>
            </a:r>
          </a:p>
        </p:txBody>
      </p:sp>
      <p:sp>
        <p:nvSpPr>
          <p:cNvPr id="50" name="Rounded Rectangle 52">
            <a:extLst>
              <a:ext uri="{FF2B5EF4-FFF2-40B4-BE49-F238E27FC236}">
                <a16:creationId xmlns:a16="http://schemas.microsoft.com/office/drawing/2014/main" id="{1E356FCD-4148-19D9-99CD-AB158248E824}"/>
              </a:ext>
            </a:extLst>
          </p:cNvPr>
          <p:cNvSpPr/>
          <p:nvPr userDrawn="1"/>
        </p:nvSpPr>
        <p:spPr>
          <a:xfrm>
            <a:off x="8693763" y="2121408"/>
            <a:ext cx="294790" cy="164592"/>
          </a:xfrm>
          <a:prstGeom prst="roundRect">
            <a:avLst/>
          </a:prstGeom>
          <a:solidFill>
            <a:srgbClr val="1E293B"/>
          </a:solidFill>
          <a:ln w="3810">
            <a:solidFill>
              <a:srgbClr val="303A4A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sz="500">
              <a:solidFill>
                <a:schemeClr val="bg1">
                  <a:lumMod val="85000"/>
                </a:schemeClr>
              </a:solidFill>
            </a:endParaRPr>
          </a:p>
        </p:txBody>
      </p:sp>
      <p:sp>
        <p:nvSpPr>
          <p:cNvPr id="51" name="TextBox 50">
            <a:extLst>
              <a:ext uri="{FF2B5EF4-FFF2-40B4-BE49-F238E27FC236}">
                <a16:creationId xmlns:a16="http://schemas.microsoft.com/office/drawing/2014/main" id="{48DDBF85-760C-B2B6-DA70-5E55A8236EC7}"/>
              </a:ext>
            </a:extLst>
          </p:cNvPr>
          <p:cNvSpPr txBox="1"/>
          <p:nvPr userDrawn="1"/>
        </p:nvSpPr>
        <p:spPr>
          <a:xfrm>
            <a:off x="8693763" y="2130552"/>
            <a:ext cx="294790" cy="146304"/>
          </a:xfrm>
          <a:prstGeom prst="rect">
            <a:avLst/>
          </a:prstGeom>
          <a:noFill/>
        </p:spPr>
        <p:txBody>
          <a:bodyPr wrap="square"/>
          <a:lstStyle/>
          <a:p>
            <a:pPr algn="ctr">
              <a:defRPr sz="600" b="1">
                <a:solidFill>
                  <a:srgbClr val="64748B"/>
                </a:solidFill>
                <a:latin typeface="Calibri"/>
              </a:defRPr>
            </a:pPr>
            <a:r>
              <a:rPr sz="500">
                <a:solidFill>
                  <a:schemeClr val="bg1">
                    <a:lumMod val="85000"/>
                  </a:schemeClr>
                </a:solidFill>
              </a:rPr>
              <a:t>Q1</a:t>
            </a:r>
          </a:p>
        </p:txBody>
      </p:sp>
      <p:sp>
        <p:nvSpPr>
          <p:cNvPr id="52" name="Rounded Rectangle 54">
            <a:extLst>
              <a:ext uri="{FF2B5EF4-FFF2-40B4-BE49-F238E27FC236}">
                <a16:creationId xmlns:a16="http://schemas.microsoft.com/office/drawing/2014/main" id="{95711134-2D65-1A6E-7E4C-5FC83E8DA766}"/>
              </a:ext>
            </a:extLst>
          </p:cNvPr>
          <p:cNvSpPr/>
          <p:nvPr userDrawn="1"/>
        </p:nvSpPr>
        <p:spPr>
          <a:xfrm>
            <a:off x="8922363" y="2121408"/>
            <a:ext cx="294790" cy="164592"/>
          </a:xfrm>
          <a:prstGeom prst="roundRect">
            <a:avLst/>
          </a:prstGeom>
          <a:solidFill>
            <a:srgbClr val="1E293B"/>
          </a:solidFill>
          <a:ln w="3810">
            <a:solidFill>
              <a:srgbClr val="303A4A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sz="500">
              <a:solidFill>
                <a:schemeClr val="bg1">
                  <a:lumMod val="85000"/>
                </a:schemeClr>
              </a:solidFill>
            </a:endParaRPr>
          </a:p>
        </p:txBody>
      </p:sp>
      <p:sp>
        <p:nvSpPr>
          <p:cNvPr id="53" name="TextBox 52">
            <a:extLst>
              <a:ext uri="{FF2B5EF4-FFF2-40B4-BE49-F238E27FC236}">
                <a16:creationId xmlns:a16="http://schemas.microsoft.com/office/drawing/2014/main" id="{EB6BF499-A177-4A79-0675-66B17B1F97F2}"/>
              </a:ext>
            </a:extLst>
          </p:cNvPr>
          <p:cNvSpPr txBox="1"/>
          <p:nvPr userDrawn="1"/>
        </p:nvSpPr>
        <p:spPr>
          <a:xfrm>
            <a:off x="8922363" y="2130552"/>
            <a:ext cx="294790" cy="146304"/>
          </a:xfrm>
          <a:prstGeom prst="rect">
            <a:avLst/>
          </a:prstGeom>
          <a:noFill/>
        </p:spPr>
        <p:txBody>
          <a:bodyPr wrap="square"/>
          <a:lstStyle/>
          <a:p>
            <a:pPr algn="ctr">
              <a:defRPr sz="600" b="1">
                <a:solidFill>
                  <a:srgbClr val="64748B"/>
                </a:solidFill>
                <a:latin typeface="Calibri"/>
              </a:defRPr>
            </a:pPr>
            <a:r>
              <a:rPr sz="500">
                <a:solidFill>
                  <a:schemeClr val="bg1">
                    <a:lumMod val="85000"/>
                  </a:schemeClr>
                </a:solidFill>
              </a:rPr>
              <a:t>Q2</a:t>
            </a:r>
          </a:p>
        </p:txBody>
      </p:sp>
      <p:sp>
        <p:nvSpPr>
          <p:cNvPr id="54" name="Rounded Rectangle 56">
            <a:extLst>
              <a:ext uri="{FF2B5EF4-FFF2-40B4-BE49-F238E27FC236}">
                <a16:creationId xmlns:a16="http://schemas.microsoft.com/office/drawing/2014/main" id="{C9CA5CEF-6AC9-6BAB-3467-6722C7259C8E}"/>
              </a:ext>
            </a:extLst>
          </p:cNvPr>
          <p:cNvSpPr/>
          <p:nvPr userDrawn="1"/>
        </p:nvSpPr>
        <p:spPr>
          <a:xfrm>
            <a:off x="9150963" y="2121408"/>
            <a:ext cx="294790" cy="164592"/>
          </a:xfrm>
          <a:prstGeom prst="roundRect">
            <a:avLst/>
          </a:prstGeom>
          <a:solidFill>
            <a:srgbClr val="1E293B"/>
          </a:solidFill>
          <a:ln w="3810">
            <a:solidFill>
              <a:srgbClr val="303A4A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sz="500">
              <a:solidFill>
                <a:schemeClr val="bg1">
                  <a:lumMod val="85000"/>
                </a:schemeClr>
              </a:solidFill>
            </a:endParaRPr>
          </a:p>
        </p:txBody>
      </p:sp>
      <p:sp>
        <p:nvSpPr>
          <p:cNvPr id="55" name="TextBox 54">
            <a:extLst>
              <a:ext uri="{FF2B5EF4-FFF2-40B4-BE49-F238E27FC236}">
                <a16:creationId xmlns:a16="http://schemas.microsoft.com/office/drawing/2014/main" id="{E9F73250-874A-7F07-03B9-52EE548DA08F}"/>
              </a:ext>
            </a:extLst>
          </p:cNvPr>
          <p:cNvSpPr txBox="1"/>
          <p:nvPr userDrawn="1"/>
        </p:nvSpPr>
        <p:spPr>
          <a:xfrm>
            <a:off x="9150963" y="2130552"/>
            <a:ext cx="294790" cy="146304"/>
          </a:xfrm>
          <a:prstGeom prst="rect">
            <a:avLst/>
          </a:prstGeom>
          <a:noFill/>
        </p:spPr>
        <p:txBody>
          <a:bodyPr wrap="square"/>
          <a:lstStyle/>
          <a:p>
            <a:pPr algn="ctr">
              <a:defRPr sz="600" b="1">
                <a:solidFill>
                  <a:srgbClr val="64748B"/>
                </a:solidFill>
                <a:latin typeface="Calibri"/>
              </a:defRPr>
            </a:pPr>
            <a:r>
              <a:rPr sz="500">
                <a:solidFill>
                  <a:schemeClr val="bg1">
                    <a:lumMod val="85000"/>
                  </a:schemeClr>
                </a:solidFill>
              </a:rPr>
              <a:t>Q3</a:t>
            </a:r>
          </a:p>
        </p:txBody>
      </p:sp>
      <p:sp>
        <p:nvSpPr>
          <p:cNvPr id="56" name="Rounded Rectangle 58">
            <a:extLst>
              <a:ext uri="{FF2B5EF4-FFF2-40B4-BE49-F238E27FC236}">
                <a16:creationId xmlns:a16="http://schemas.microsoft.com/office/drawing/2014/main" id="{60614D8F-E2EA-7224-9EF7-25343DE1304C}"/>
              </a:ext>
            </a:extLst>
          </p:cNvPr>
          <p:cNvSpPr/>
          <p:nvPr userDrawn="1"/>
        </p:nvSpPr>
        <p:spPr>
          <a:xfrm>
            <a:off x="9379563" y="2121408"/>
            <a:ext cx="294790" cy="164592"/>
          </a:xfrm>
          <a:prstGeom prst="roundRect">
            <a:avLst/>
          </a:prstGeom>
          <a:solidFill>
            <a:srgbClr val="1E293B"/>
          </a:solidFill>
          <a:ln w="3810">
            <a:solidFill>
              <a:srgbClr val="303A4A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sz="500">
              <a:solidFill>
                <a:schemeClr val="bg1">
                  <a:lumMod val="85000"/>
                </a:schemeClr>
              </a:solidFill>
            </a:endParaRPr>
          </a:p>
        </p:txBody>
      </p:sp>
      <p:sp>
        <p:nvSpPr>
          <p:cNvPr id="57" name="TextBox 56">
            <a:extLst>
              <a:ext uri="{FF2B5EF4-FFF2-40B4-BE49-F238E27FC236}">
                <a16:creationId xmlns:a16="http://schemas.microsoft.com/office/drawing/2014/main" id="{D20A9957-1A61-8B8B-D27A-504E2F4C2045}"/>
              </a:ext>
            </a:extLst>
          </p:cNvPr>
          <p:cNvSpPr txBox="1"/>
          <p:nvPr userDrawn="1"/>
        </p:nvSpPr>
        <p:spPr>
          <a:xfrm>
            <a:off x="9379563" y="2130552"/>
            <a:ext cx="294790" cy="146304"/>
          </a:xfrm>
          <a:prstGeom prst="rect">
            <a:avLst/>
          </a:prstGeom>
          <a:noFill/>
        </p:spPr>
        <p:txBody>
          <a:bodyPr wrap="square"/>
          <a:lstStyle/>
          <a:p>
            <a:pPr algn="ctr">
              <a:defRPr sz="600" b="1">
                <a:solidFill>
                  <a:srgbClr val="64748B"/>
                </a:solidFill>
                <a:latin typeface="Calibri"/>
              </a:defRPr>
            </a:pPr>
            <a:r>
              <a:rPr sz="500">
                <a:solidFill>
                  <a:schemeClr val="bg1">
                    <a:lumMod val="85000"/>
                  </a:schemeClr>
                </a:solidFill>
              </a:rPr>
              <a:t>Q4</a:t>
            </a:r>
          </a:p>
        </p:txBody>
      </p:sp>
      <p:sp>
        <p:nvSpPr>
          <p:cNvPr id="58" name="Rounded Rectangle 60">
            <a:extLst>
              <a:ext uri="{FF2B5EF4-FFF2-40B4-BE49-F238E27FC236}">
                <a16:creationId xmlns:a16="http://schemas.microsoft.com/office/drawing/2014/main" id="{F8F3E461-25AF-9353-5102-5E48F53D4061}"/>
              </a:ext>
            </a:extLst>
          </p:cNvPr>
          <p:cNvSpPr/>
          <p:nvPr userDrawn="1"/>
        </p:nvSpPr>
        <p:spPr>
          <a:xfrm>
            <a:off x="9608163" y="2121408"/>
            <a:ext cx="294790" cy="164592"/>
          </a:xfrm>
          <a:prstGeom prst="roundRect">
            <a:avLst/>
          </a:prstGeom>
          <a:solidFill>
            <a:srgbClr val="162032"/>
          </a:solidFill>
          <a:ln w="3810">
            <a:solidFill>
              <a:srgbClr val="303A4A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sz="500">
              <a:solidFill>
                <a:schemeClr val="bg1">
                  <a:lumMod val="85000"/>
                </a:schemeClr>
              </a:solidFill>
            </a:endParaRPr>
          </a:p>
        </p:txBody>
      </p:sp>
      <p:sp>
        <p:nvSpPr>
          <p:cNvPr id="59" name="TextBox 58">
            <a:extLst>
              <a:ext uri="{FF2B5EF4-FFF2-40B4-BE49-F238E27FC236}">
                <a16:creationId xmlns:a16="http://schemas.microsoft.com/office/drawing/2014/main" id="{778D1B5D-308E-5B92-46FE-5D9679F08532}"/>
              </a:ext>
            </a:extLst>
          </p:cNvPr>
          <p:cNvSpPr txBox="1"/>
          <p:nvPr userDrawn="1"/>
        </p:nvSpPr>
        <p:spPr>
          <a:xfrm>
            <a:off x="9608163" y="2130552"/>
            <a:ext cx="294790" cy="146304"/>
          </a:xfrm>
          <a:prstGeom prst="rect">
            <a:avLst/>
          </a:prstGeom>
          <a:noFill/>
        </p:spPr>
        <p:txBody>
          <a:bodyPr wrap="square"/>
          <a:lstStyle/>
          <a:p>
            <a:pPr algn="ctr">
              <a:defRPr sz="600" b="1">
                <a:solidFill>
                  <a:srgbClr val="64748B"/>
                </a:solidFill>
                <a:latin typeface="Calibri"/>
              </a:defRPr>
            </a:pPr>
            <a:r>
              <a:rPr sz="500">
                <a:solidFill>
                  <a:schemeClr val="bg1">
                    <a:lumMod val="85000"/>
                  </a:schemeClr>
                </a:solidFill>
              </a:rPr>
              <a:t>Q1</a:t>
            </a:r>
          </a:p>
        </p:txBody>
      </p:sp>
      <p:sp>
        <p:nvSpPr>
          <p:cNvPr id="60" name="Rounded Rectangle 62">
            <a:extLst>
              <a:ext uri="{FF2B5EF4-FFF2-40B4-BE49-F238E27FC236}">
                <a16:creationId xmlns:a16="http://schemas.microsoft.com/office/drawing/2014/main" id="{2442399C-6B50-1FD1-1CCA-3FC84A407890}"/>
              </a:ext>
            </a:extLst>
          </p:cNvPr>
          <p:cNvSpPr/>
          <p:nvPr userDrawn="1"/>
        </p:nvSpPr>
        <p:spPr>
          <a:xfrm>
            <a:off x="9836763" y="2121408"/>
            <a:ext cx="294790" cy="164592"/>
          </a:xfrm>
          <a:prstGeom prst="roundRect">
            <a:avLst/>
          </a:prstGeom>
          <a:solidFill>
            <a:srgbClr val="162032"/>
          </a:solidFill>
          <a:ln w="3810">
            <a:solidFill>
              <a:srgbClr val="303A4A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sz="500">
              <a:solidFill>
                <a:schemeClr val="bg1">
                  <a:lumMod val="85000"/>
                </a:schemeClr>
              </a:solidFill>
            </a:endParaRPr>
          </a:p>
        </p:txBody>
      </p:sp>
      <p:sp>
        <p:nvSpPr>
          <p:cNvPr id="61" name="TextBox 60">
            <a:extLst>
              <a:ext uri="{FF2B5EF4-FFF2-40B4-BE49-F238E27FC236}">
                <a16:creationId xmlns:a16="http://schemas.microsoft.com/office/drawing/2014/main" id="{6D21ECDC-9859-667B-A6EC-15B643B825A6}"/>
              </a:ext>
            </a:extLst>
          </p:cNvPr>
          <p:cNvSpPr txBox="1"/>
          <p:nvPr userDrawn="1"/>
        </p:nvSpPr>
        <p:spPr>
          <a:xfrm>
            <a:off x="9836763" y="2130552"/>
            <a:ext cx="294790" cy="146304"/>
          </a:xfrm>
          <a:prstGeom prst="rect">
            <a:avLst/>
          </a:prstGeom>
          <a:noFill/>
        </p:spPr>
        <p:txBody>
          <a:bodyPr wrap="square"/>
          <a:lstStyle/>
          <a:p>
            <a:pPr algn="ctr">
              <a:defRPr sz="600" b="1">
                <a:solidFill>
                  <a:srgbClr val="64748B"/>
                </a:solidFill>
                <a:latin typeface="Calibri"/>
              </a:defRPr>
            </a:pPr>
            <a:r>
              <a:rPr sz="500">
                <a:solidFill>
                  <a:schemeClr val="bg1">
                    <a:lumMod val="85000"/>
                  </a:schemeClr>
                </a:solidFill>
              </a:rPr>
              <a:t>Q2</a:t>
            </a:r>
          </a:p>
        </p:txBody>
      </p:sp>
      <p:sp>
        <p:nvSpPr>
          <p:cNvPr id="62" name="TextBox 61">
            <a:extLst>
              <a:ext uri="{FF2B5EF4-FFF2-40B4-BE49-F238E27FC236}">
                <a16:creationId xmlns:a16="http://schemas.microsoft.com/office/drawing/2014/main" id="{CE7E98A4-F073-11F6-2FFB-BD78A4D3D3BD}"/>
              </a:ext>
            </a:extLst>
          </p:cNvPr>
          <p:cNvSpPr txBox="1"/>
          <p:nvPr userDrawn="1"/>
        </p:nvSpPr>
        <p:spPr>
          <a:xfrm>
            <a:off x="8721707" y="2322576"/>
            <a:ext cx="2009933" cy="109728"/>
          </a:xfrm>
          <a:prstGeom prst="rect">
            <a:avLst/>
          </a:prstGeom>
          <a:noFill/>
        </p:spPr>
        <p:txBody>
          <a:bodyPr wrap="square"/>
          <a:lstStyle/>
          <a:p>
            <a:pPr>
              <a:defRPr sz="550" b="0">
                <a:solidFill>
                  <a:srgbClr val="64748B"/>
                </a:solidFill>
                <a:latin typeface="Calibri"/>
              </a:defRPr>
            </a:pPr>
            <a:r>
              <a:rPr sz="800">
                <a:solidFill>
                  <a:schemeClr val="bg1"/>
                </a:solidFill>
              </a:rPr>
              <a:t>2027 ——— 2028</a:t>
            </a:r>
          </a:p>
        </p:txBody>
      </p:sp>
      <p:sp>
        <p:nvSpPr>
          <p:cNvPr id="63" name="Rounded Rectangle 65">
            <a:extLst>
              <a:ext uri="{FF2B5EF4-FFF2-40B4-BE49-F238E27FC236}">
                <a16:creationId xmlns:a16="http://schemas.microsoft.com/office/drawing/2014/main" id="{5CDF2588-7F5E-1BB5-AE9F-3CEDFC78F155}"/>
              </a:ext>
            </a:extLst>
          </p:cNvPr>
          <p:cNvSpPr/>
          <p:nvPr userDrawn="1"/>
        </p:nvSpPr>
        <p:spPr>
          <a:xfrm>
            <a:off x="10341863" y="2121408"/>
            <a:ext cx="640080" cy="201168"/>
          </a:xfrm>
          <a:prstGeom prst="roundRect">
            <a:avLst/>
          </a:prstGeom>
          <a:noFill/>
          <a:ln w="3810">
            <a:solidFill>
              <a:srgbClr val="303A4A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64" name="TextBox 63">
            <a:extLst>
              <a:ext uri="{FF2B5EF4-FFF2-40B4-BE49-F238E27FC236}">
                <a16:creationId xmlns:a16="http://schemas.microsoft.com/office/drawing/2014/main" id="{C20F9980-38CA-D329-3220-C4D8AACCFDBA}"/>
              </a:ext>
            </a:extLst>
          </p:cNvPr>
          <p:cNvSpPr txBox="1"/>
          <p:nvPr userDrawn="1"/>
        </p:nvSpPr>
        <p:spPr>
          <a:xfrm>
            <a:off x="10360152" y="2139696"/>
            <a:ext cx="603504" cy="164592"/>
          </a:xfrm>
          <a:prstGeom prst="rect">
            <a:avLst/>
          </a:prstGeom>
          <a:noFill/>
        </p:spPr>
        <p:txBody>
          <a:bodyPr wrap="square"/>
          <a:lstStyle/>
          <a:p>
            <a:pPr algn="ctr">
              <a:defRPr sz="750" b="1">
                <a:solidFill>
                  <a:srgbClr val="94A3B8"/>
                </a:solidFill>
                <a:latin typeface="Calibri"/>
              </a:defRPr>
            </a:pPr>
            <a:r>
              <a:rPr>
                <a:solidFill>
                  <a:schemeClr val="bg1"/>
                </a:solidFill>
              </a:rPr>
              <a:t>{{tactic_2_priority}}</a:t>
            </a:r>
          </a:p>
        </p:txBody>
      </p:sp>
      <p:sp>
        <p:nvSpPr>
          <p:cNvPr id="65" name="Rectangle 64">
            <a:extLst>
              <a:ext uri="{FF2B5EF4-FFF2-40B4-BE49-F238E27FC236}">
                <a16:creationId xmlns:a16="http://schemas.microsoft.com/office/drawing/2014/main" id="{B9689D0E-6F3D-157F-D0A4-6FD70BF1BD98}"/>
              </a:ext>
            </a:extLst>
          </p:cNvPr>
          <p:cNvSpPr/>
          <p:nvPr userDrawn="1"/>
        </p:nvSpPr>
        <p:spPr>
          <a:xfrm>
            <a:off x="329184" y="2551176"/>
            <a:ext cx="11521440" cy="566928"/>
          </a:xfrm>
          <a:prstGeom prst="rect">
            <a:avLst/>
          </a:prstGeom>
          <a:solidFill>
            <a:schemeClr val="bg1">
              <a:lumMod val="95000"/>
            </a:schemeClr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66" name="Rectangle 65">
            <a:extLst>
              <a:ext uri="{FF2B5EF4-FFF2-40B4-BE49-F238E27FC236}">
                <a16:creationId xmlns:a16="http://schemas.microsoft.com/office/drawing/2014/main" id="{3482F676-D02A-369E-A9FD-102E1A7419CC}"/>
              </a:ext>
            </a:extLst>
          </p:cNvPr>
          <p:cNvSpPr/>
          <p:nvPr userDrawn="1"/>
        </p:nvSpPr>
        <p:spPr>
          <a:xfrm>
            <a:off x="329184" y="3113532"/>
            <a:ext cx="11521440" cy="4572"/>
          </a:xfrm>
          <a:prstGeom prst="rect">
            <a:avLst/>
          </a:prstGeom>
          <a:solidFill>
            <a:srgbClr val="303A4A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67" name="Rounded Rectangle 69">
            <a:extLst>
              <a:ext uri="{FF2B5EF4-FFF2-40B4-BE49-F238E27FC236}">
                <a16:creationId xmlns:a16="http://schemas.microsoft.com/office/drawing/2014/main" id="{4F13F011-42D9-B469-FE0D-2C0311A4AFCE}"/>
              </a:ext>
            </a:extLst>
          </p:cNvPr>
          <p:cNvSpPr/>
          <p:nvPr userDrawn="1"/>
        </p:nvSpPr>
        <p:spPr>
          <a:xfrm>
            <a:off x="402336" y="2688336"/>
            <a:ext cx="685800" cy="201168"/>
          </a:xfrm>
          <a:prstGeom prst="roundRect">
            <a:avLst/>
          </a:prstGeom>
          <a:noFill/>
          <a:ln w="5080">
            <a:solidFill>
              <a:srgbClr val="A78BFA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68" name="TextBox 67">
            <a:extLst>
              <a:ext uri="{FF2B5EF4-FFF2-40B4-BE49-F238E27FC236}">
                <a16:creationId xmlns:a16="http://schemas.microsoft.com/office/drawing/2014/main" id="{05F196E6-581D-81EB-824B-881CE8964A8F}"/>
              </a:ext>
            </a:extLst>
          </p:cNvPr>
          <p:cNvSpPr txBox="1"/>
          <p:nvPr userDrawn="1"/>
        </p:nvSpPr>
        <p:spPr>
          <a:xfrm>
            <a:off x="329184" y="2688336"/>
            <a:ext cx="731519" cy="182880"/>
          </a:xfrm>
          <a:prstGeom prst="rect">
            <a:avLst/>
          </a:prstGeom>
          <a:noFill/>
        </p:spPr>
        <p:txBody>
          <a:bodyPr wrap="square"/>
          <a:lstStyle/>
          <a:p>
            <a:pPr algn="ctr">
              <a:defRPr sz="750" b="1">
                <a:solidFill>
                  <a:srgbClr val="A78BFA"/>
                </a:solidFill>
                <a:latin typeface="Calibri"/>
              </a:defRPr>
            </a:pPr>
            <a:r>
              <a:rPr>
                <a:solidFill>
                  <a:schemeClr val="accent4">
                    <a:lumMod val="75000"/>
                  </a:schemeClr>
                </a:solidFill>
              </a:rPr>
              <a:t>{{tactic_3_type}}</a:t>
            </a:r>
          </a:p>
        </p:txBody>
      </p:sp>
      <p:sp>
        <p:nvSpPr>
          <p:cNvPr id="69" name="TextBox 68">
            <a:extLst>
              <a:ext uri="{FF2B5EF4-FFF2-40B4-BE49-F238E27FC236}">
                <a16:creationId xmlns:a16="http://schemas.microsoft.com/office/drawing/2014/main" id="{6FF8BD00-3394-ED42-1338-6C454C5E03F8}"/>
              </a:ext>
            </a:extLst>
          </p:cNvPr>
          <p:cNvSpPr txBox="1"/>
          <p:nvPr userDrawn="1"/>
        </p:nvSpPr>
        <p:spPr>
          <a:xfrm>
            <a:off x="1152144" y="2624328"/>
            <a:ext cx="1280160" cy="420623"/>
          </a:xfrm>
          <a:prstGeom prst="rect">
            <a:avLst/>
          </a:prstGeom>
          <a:noFill/>
        </p:spPr>
        <p:txBody>
          <a:bodyPr wrap="square"/>
          <a:lstStyle/>
          <a:p>
            <a:pPr>
              <a:defRPr sz="900" b="1">
                <a:solidFill>
                  <a:srgbClr val="F1F5F9"/>
                </a:solidFill>
                <a:latin typeface="Calibri"/>
              </a:defRPr>
            </a:pPr>
            <a:r>
              <a:rPr>
                <a:solidFill>
                  <a:schemeClr val="accent4">
                    <a:lumMod val="75000"/>
                  </a:schemeClr>
                </a:solidFill>
              </a:rPr>
              <a:t>{{tactic_3_name}}</a:t>
            </a:r>
          </a:p>
        </p:txBody>
      </p:sp>
      <p:sp>
        <p:nvSpPr>
          <p:cNvPr id="70" name="TextBox 69">
            <a:extLst>
              <a:ext uri="{FF2B5EF4-FFF2-40B4-BE49-F238E27FC236}">
                <a16:creationId xmlns:a16="http://schemas.microsoft.com/office/drawing/2014/main" id="{465DD772-95B7-608B-CCC6-8BAFC8DACF60}"/>
              </a:ext>
            </a:extLst>
          </p:cNvPr>
          <p:cNvSpPr txBox="1"/>
          <p:nvPr userDrawn="1"/>
        </p:nvSpPr>
        <p:spPr>
          <a:xfrm>
            <a:off x="2478024" y="2606040"/>
            <a:ext cx="3246120" cy="457200"/>
          </a:xfrm>
          <a:prstGeom prst="rect">
            <a:avLst/>
          </a:prstGeom>
          <a:noFill/>
        </p:spPr>
        <p:txBody>
          <a:bodyPr wrap="square"/>
          <a:lstStyle/>
          <a:p>
            <a:pPr>
              <a:defRPr sz="800" b="0">
                <a:solidFill>
                  <a:srgbClr val="CBD5E1"/>
                </a:solidFill>
                <a:latin typeface="Calibri"/>
              </a:defRPr>
            </a:pPr>
            <a:r>
              <a:rPr>
                <a:solidFill>
                  <a:schemeClr val="accent4">
                    <a:lumMod val="50000"/>
                  </a:schemeClr>
                </a:solidFill>
              </a:rPr>
              <a:t>{{tactic_3_desc}}</a:t>
            </a:r>
          </a:p>
        </p:txBody>
      </p:sp>
      <p:sp>
        <p:nvSpPr>
          <p:cNvPr id="71" name="TextBox 70">
            <a:extLst>
              <a:ext uri="{FF2B5EF4-FFF2-40B4-BE49-F238E27FC236}">
                <a16:creationId xmlns:a16="http://schemas.microsoft.com/office/drawing/2014/main" id="{86A00456-516F-A288-4915-80ABE80244C6}"/>
              </a:ext>
            </a:extLst>
          </p:cNvPr>
          <p:cNvSpPr txBox="1"/>
          <p:nvPr userDrawn="1"/>
        </p:nvSpPr>
        <p:spPr>
          <a:xfrm>
            <a:off x="5815584" y="2606040"/>
            <a:ext cx="2880360" cy="457200"/>
          </a:xfrm>
          <a:prstGeom prst="rect">
            <a:avLst/>
          </a:prstGeom>
          <a:noFill/>
        </p:spPr>
        <p:txBody>
          <a:bodyPr wrap="square"/>
          <a:lstStyle/>
          <a:p>
            <a:pPr>
              <a:defRPr sz="800" b="0">
                <a:solidFill>
                  <a:srgbClr val="CBD5E1"/>
                </a:solidFill>
                <a:latin typeface="Calibri"/>
              </a:defRPr>
            </a:pPr>
            <a:r>
              <a:rPr>
                <a:solidFill>
                  <a:schemeClr val="accent4">
                    <a:lumMod val="50000"/>
                  </a:schemeClr>
                </a:solidFill>
              </a:rPr>
              <a:t>{{tactic_3_kpi}}</a:t>
            </a:r>
          </a:p>
        </p:txBody>
      </p:sp>
      <p:sp>
        <p:nvSpPr>
          <p:cNvPr id="72" name="Rounded Rectangle 74">
            <a:extLst>
              <a:ext uri="{FF2B5EF4-FFF2-40B4-BE49-F238E27FC236}">
                <a16:creationId xmlns:a16="http://schemas.microsoft.com/office/drawing/2014/main" id="{1D7B0066-405E-AFCA-A06E-86E38D5F3623}"/>
              </a:ext>
            </a:extLst>
          </p:cNvPr>
          <p:cNvSpPr/>
          <p:nvPr userDrawn="1"/>
        </p:nvSpPr>
        <p:spPr>
          <a:xfrm>
            <a:off x="8693763" y="2688336"/>
            <a:ext cx="294790" cy="164592"/>
          </a:xfrm>
          <a:prstGeom prst="roundRect">
            <a:avLst/>
          </a:prstGeom>
          <a:solidFill>
            <a:srgbClr val="1E293B"/>
          </a:solidFill>
          <a:ln w="3810">
            <a:solidFill>
              <a:srgbClr val="303A4A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sz="500">
              <a:solidFill>
                <a:schemeClr val="bg1">
                  <a:lumMod val="85000"/>
                </a:schemeClr>
              </a:solidFill>
            </a:endParaRPr>
          </a:p>
        </p:txBody>
      </p:sp>
      <p:sp>
        <p:nvSpPr>
          <p:cNvPr id="73" name="TextBox 72">
            <a:extLst>
              <a:ext uri="{FF2B5EF4-FFF2-40B4-BE49-F238E27FC236}">
                <a16:creationId xmlns:a16="http://schemas.microsoft.com/office/drawing/2014/main" id="{0850D59B-A6EB-0533-F7B1-4FCDCAD55302}"/>
              </a:ext>
            </a:extLst>
          </p:cNvPr>
          <p:cNvSpPr txBox="1"/>
          <p:nvPr userDrawn="1"/>
        </p:nvSpPr>
        <p:spPr>
          <a:xfrm>
            <a:off x="8693763" y="2697480"/>
            <a:ext cx="294790" cy="146304"/>
          </a:xfrm>
          <a:prstGeom prst="rect">
            <a:avLst/>
          </a:prstGeom>
          <a:noFill/>
        </p:spPr>
        <p:txBody>
          <a:bodyPr wrap="square"/>
          <a:lstStyle/>
          <a:p>
            <a:pPr algn="ctr">
              <a:defRPr sz="600" b="1">
                <a:solidFill>
                  <a:srgbClr val="64748B"/>
                </a:solidFill>
                <a:latin typeface="Calibri"/>
              </a:defRPr>
            </a:pPr>
            <a:r>
              <a:rPr sz="500">
                <a:solidFill>
                  <a:schemeClr val="bg1">
                    <a:lumMod val="85000"/>
                  </a:schemeClr>
                </a:solidFill>
              </a:rPr>
              <a:t>Q1</a:t>
            </a:r>
          </a:p>
        </p:txBody>
      </p:sp>
      <p:sp>
        <p:nvSpPr>
          <p:cNvPr id="74" name="Rounded Rectangle 76">
            <a:extLst>
              <a:ext uri="{FF2B5EF4-FFF2-40B4-BE49-F238E27FC236}">
                <a16:creationId xmlns:a16="http://schemas.microsoft.com/office/drawing/2014/main" id="{6C291711-04DC-5AC1-BADE-444E787A188C}"/>
              </a:ext>
            </a:extLst>
          </p:cNvPr>
          <p:cNvSpPr/>
          <p:nvPr userDrawn="1"/>
        </p:nvSpPr>
        <p:spPr>
          <a:xfrm>
            <a:off x="8922363" y="2688336"/>
            <a:ext cx="294790" cy="164592"/>
          </a:xfrm>
          <a:prstGeom prst="roundRect">
            <a:avLst/>
          </a:prstGeom>
          <a:solidFill>
            <a:srgbClr val="1E293B"/>
          </a:solidFill>
          <a:ln w="3810">
            <a:solidFill>
              <a:srgbClr val="303A4A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sz="500">
              <a:solidFill>
                <a:schemeClr val="bg1">
                  <a:lumMod val="85000"/>
                </a:schemeClr>
              </a:solidFill>
            </a:endParaRPr>
          </a:p>
        </p:txBody>
      </p:sp>
      <p:sp>
        <p:nvSpPr>
          <p:cNvPr id="75" name="TextBox 74">
            <a:extLst>
              <a:ext uri="{FF2B5EF4-FFF2-40B4-BE49-F238E27FC236}">
                <a16:creationId xmlns:a16="http://schemas.microsoft.com/office/drawing/2014/main" id="{F6CB091F-D092-493E-D1FF-E0B83D4237F1}"/>
              </a:ext>
            </a:extLst>
          </p:cNvPr>
          <p:cNvSpPr txBox="1"/>
          <p:nvPr userDrawn="1"/>
        </p:nvSpPr>
        <p:spPr>
          <a:xfrm>
            <a:off x="8922363" y="2697480"/>
            <a:ext cx="294790" cy="146304"/>
          </a:xfrm>
          <a:prstGeom prst="rect">
            <a:avLst/>
          </a:prstGeom>
          <a:noFill/>
        </p:spPr>
        <p:txBody>
          <a:bodyPr wrap="square"/>
          <a:lstStyle/>
          <a:p>
            <a:pPr algn="ctr">
              <a:defRPr sz="600" b="1">
                <a:solidFill>
                  <a:srgbClr val="64748B"/>
                </a:solidFill>
                <a:latin typeface="Calibri"/>
              </a:defRPr>
            </a:pPr>
            <a:r>
              <a:rPr sz="500">
                <a:solidFill>
                  <a:schemeClr val="bg1">
                    <a:lumMod val="85000"/>
                  </a:schemeClr>
                </a:solidFill>
              </a:rPr>
              <a:t>Q2</a:t>
            </a:r>
          </a:p>
        </p:txBody>
      </p:sp>
      <p:sp>
        <p:nvSpPr>
          <p:cNvPr id="76" name="Rounded Rectangle 78">
            <a:extLst>
              <a:ext uri="{FF2B5EF4-FFF2-40B4-BE49-F238E27FC236}">
                <a16:creationId xmlns:a16="http://schemas.microsoft.com/office/drawing/2014/main" id="{B7BE2CF6-98A9-782F-929E-E733EB640125}"/>
              </a:ext>
            </a:extLst>
          </p:cNvPr>
          <p:cNvSpPr/>
          <p:nvPr userDrawn="1"/>
        </p:nvSpPr>
        <p:spPr>
          <a:xfrm>
            <a:off x="9150963" y="2688336"/>
            <a:ext cx="294790" cy="164592"/>
          </a:xfrm>
          <a:prstGeom prst="roundRect">
            <a:avLst/>
          </a:prstGeom>
          <a:solidFill>
            <a:srgbClr val="1E293B"/>
          </a:solidFill>
          <a:ln w="3810">
            <a:solidFill>
              <a:srgbClr val="303A4A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sz="500">
              <a:solidFill>
                <a:schemeClr val="bg1">
                  <a:lumMod val="85000"/>
                </a:schemeClr>
              </a:solidFill>
            </a:endParaRPr>
          </a:p>
        </p:txBody>
      </p:sp>
      <p:sp>
        <p:nvSpPr>
          <p:cNvPr id="77" name="TextBox 76">
            <a:extLst>
              <a:ext uri="{FF2B5EF4-FFF2-40B4-BE49-F238E27FC236}">
                <a16:creationId xmlns:a16="http://schemas.microsoft.com/office/drawing/2014/main" id="{4D37B605-06B3-5643-DE32-6FC1C3791DF9}"/>
              </a:ext>
            </a:extLst>
          </p:cNvPr>
          <p:cNvSpPr txBox="1"/>
          <p:nvPr userDrawn="1"/>
        </p:nvSpPr>
        <p:spPr>
          <a:xfrm>
            <a:off x="9150963" y="2697480"/>
            <a:ext cx="294790" cy="146304"/>
          </a:xfrm>
          <a:prstGeom prst="rect">
            <a:avLst/>
          </a:prstGeom>
          <a:noFill/>
        </p:spPr>
        <p:txBody>
          <a:bodyPr wrap="square"/>
          <a:lstStyle/>
          <a:p>
            <a:pPr algn="ctr">
              <a:defRPr sz="600" b="1">
                <a:solidFill>
                  <a:srgbClr val="64748B"/>
                </a:solidFill>
                <a:latin typeface="Calibri"/>
              </a:defRPr>
            </a:pPr>
            <a:r>
              <a:rPr sz="500">
                <a:solidFill>
                  <a:schemeClr val="bg1">
                    <a:lumMod val="85000"/>
                  </a:schemeClr>
                </a:solidFill>
              </a:rPr>
              <a:t>Q3</a:t>
            </a:r>
          </a:p>
        </p:txBody>
      </p:sp>
      <p:sp>
        <p:nvSpPr>
          <p:cNvPr id="78" name="Rounded Rectangle 80">
            <a:extLst>
              <a:ext uri="{FF2B5EF4-FFF2-40B4-BE49-F238E27FC236}">
                <a16:creationId xmlns:a16="http://schemas.microsoft.com/office/drawing/2014/main" id="{06FE3E88-747F-BA7F-0423-66C83945B572}"/>
              </a:ext>
            </a:extLst>
          </p:cNvPr>
          <p:cNvSpPr/>
          <p:nvPr userDrawn="1"/>
        </p:nvSpPr>
        <p:spPr>
          <a:xfrm>
            <a:off x="9379563" y="2688336"/>
            <a:ext cx="294790" cy="164592"/>
          </a:xfrm>
          <a:prstGeom prst="roundRect">
            <a:avLst/>
          </a:prstGeom>
          <a:solidFill>
            <a:srgbClr val="1E293B"/>
          </a:solidFill>
          <a:ln w="3810">
            <a:solidFill>
              <a:srgbClr val="303A4A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sz="500">
              <a:solidFill>
                <a:schemeClr val="bg1">
                  <a:lumMod val="85000"/>
                </a:schemeClr>
              </a:solidFill>
            </a:endParaRPr>
          </a:p>
        </p:txBody>
      </p:sp>
      <p:sp>
        <p:nvSpPr>
          <p:cNvPr id="79" name="TextBox 78">
            <a:extLst>
              <a:ext uri="{FF2B5EF4-FFF2-40B4-BE49-F238E27FC236}">
                <a16:creationId xmlns:a16="http://schemas.microsoft.com/office/drawing/2014/main" id="{7094795B-FF44-F3CC-8ADA-1829F8B47D82}"/>
              </a:ext>
            </a:extLst>
          </p:cNvPr>
          <p:cNvSpPr txBox="1"/>
          <p:nvPr userDrawn="1"/>
        </p:nvSpPr>
        <p:spPr>
          <a:xfrm>
            <a:off x="9379563" y="2697480"/>
            <a:ext cx="294790" cy="146304"/>
          </a:xfrm>
          <a:prstGeom prst="rect">
            <a:avLst/>
          </a:prstGeom>
          <a:noFill/>
        </p:spPr>
        <p:txBody>
          <a:bodyPr wrap="square"/>
          <a:lstStyle/>
          <a:p>
            <a:pPr algn="ctr">
              <a:defRPr sz="600" b="1">
                <a:solidFill>
                  <a:srgbClr val="64748B"/>
                </a:solidFill>
                <a:latin typeface="Calibri"/>
              </a:defRPr>
            </a:pPr>
            <a:r>
              <a:rPr sz="500">
                <a:solidFill>
                  <a:schemeClr val="bg1">
                    <a:lumMod val="85000"/>
                  </a:schemeClr>
                </a:solidFill>
              </a:rPr>
              <a:t>Q4</a:t>
            </a:r>
          </a:p>
        </p:txBody>
      </p:sp>
      <p:sp>
        <p:nvSpPr>
          <p:cNvPr id="80" name="Rounded Rectangle 82">
            <a:extLst>
              <a:ext uri="{FF2B5EF4-FFF2-40B4-BE49-F238E27FC236}">
                <a16:creationId xmlns:a16="http://schemas.microsoft.com/office/drawing/2014/main" id="{14E78BD4-12D7-400A-8BA8-94F7D04032FE}"/>
              </a:ext>
            </a:extLst>
          </p:cNvPr>
          <p:cNvSpPr/>
          <p:nvPr userDrawn="1"/>
        </p:nvSpPr>
        <p:spPr>
          <a:xfrm>
            <a:off x="9608163" y="2688336"/>
            <a:ext cx="294790" cy="164592"/>
          </a:xfrm>
          <a:prstGeom prst="roundRect">
            <a:avLst/>
          </a:prstGeom>
          <a:solidFill>
            <a:srgbClr val="162032"/>
          </a:solidFill>
          <a:ln w="3810">
            <a:solidFill>
              <a:srgbClr val="303A4A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sz="500">
              <a:solidFill>
                <a:schemeClr val="bg1">
                  <a:lumMod val="85000"/>
                </a:schemeClr>
              </a:solidFill>
            </a:endParaRPr>
          </a:p>
        </p:txBody>
      </p:sp>
      <p:sp>
        <p:nvSpPr>
          <p:cNvPr id="81" name="TextBox 80">
            <a:extLst>
              <a:ext uri="{FF2B5EF4-FFF2-40B4-BE49-F238E27FC236}">
                <a16:creationId xmlns:a16="http://schemas.microsoft.com/office/drawing/2014/main" id="{131C3E53-EA94-50B1-190C-EA373D4F3C03}"/>
              </a:ext>
            </a:extLst>
          </p:cNvPr>
          <p:cNvSpPr txBox="1"/>
          <p:nvPr userDrawn="1"/>
        </p:nvSpPr>
        <p:spPr>
          <a:xfrm>
            <a:off x="9608163" y="2697480"/>
            <a:ext cx="294790" cy="146304"/>
          </a:xfrm>
          <a:prstGeom prst="rect">
            <a:avLst/>
          </a:prstGeom>
          <a:noFill/>
        </p:spPr>
        <p:txBody>
          <a:bodyPr wrap="square"/>
          <a:lstStyle/>
          <a:p>
            <a:pPr algn="ctr">
              <a:defRPr sz="600" b="1">
                <a:solidFill>
                  <a:srgbClr val="64748B"/>
                </a:solidFill>
                <a:latin typeface="Calibri"/>
              </a:defRPr>
            </a:pPr>
            <a:r>
              <a:rPr sz="500">
                <a:solidFill>
                  <a:schemeClr val="bg1">
                    <a:lumMod val="85000"/>
                  </a:schemeClr>
                </a:solidFill>
              </a:rPr>
              <a:t>Q1</a:t>
            </a:r>
          </a:p>
        </p:txBody>
      </p:sp>
      <p:sp>
        <p:nvSpPr>
          <p:cNvPr id="82" name="Rounded Rectangle 84">
            <a:extLst>
              <a:ext uri="{FF2B5EF4-FFF2-40B4-BE49-F238E27FC236}">
                <a16:creationId xmlns:a16="http://schemas.microsoft.com/office/drawing/2014/main" id="{FB505EF4-9AEB-6CCB-D015-1DAC5CDA2B40}"/>
              </a:ext>
            </a:extLst>
          </p:cNvPr>
          <p:cNvSpPr/>
          <p:nvPr userDrawn="1"/>
        </p:nvSpPr>
        <p:spPr>
          <a:xfrm>
            <a:off x="9836763" y="2688336"/>
            <a:ext cx="294790" cy="164592"/>
          </a:xfrm>
          <a:prstGeom prst="roundRect">
            <a:avLst/>
          </a:prstGeom>
          <a:solidFill>
            <a:srgbClr val="162032"/>
          </a:solidFill>
          <a:ln w="3810">
            <a:solidFill>
              <a:srgbClr val="303A4A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sz="500">
              <a:solidFill>
                <a:schemeClr val="bg1">
                  <a:lumMod val="85000"/>
                </a:schemeClr>
              </a:solidFill>
            </a:endParaRPr>
          </a:p>
        </p:txBody>
      </p:sp>
      <p:sp>
        <p:nvSpPr>
          <p:cNvPr id="83" name="TextBox 82">
            <a:extLst>
              <a:ext uri="{FF2B5EF4-FFF2-40B4-BE49-F238E27FC236}">
                <a16:creationId xmlns:a16="http://schemas.microsoft.com/office/drawing/2014/main" id="{87B2637E-BA03-B2A2-5760-1CC67368D003}"/>
              </a:ext>
            </a:extLst>
          </p:cNvPr>
          <p:cNvSpPr txBox="1"/>
          <p:nvPr userDrawn="1"/>
        </p:nvSpPr>
        <p:spPr>
          <a:xfrm>
            <a:off x="9836763" y="2697480"/>
            <a:ext cx="294790" cy="146304"/>
          </a:xfrm>
          <a:prstGeom prst="rect">
            <a:avLst/>
          </a:prstGeom>
          <a:noFill/>
        </p:spPr>
        <p:txBody>
          <a:bodyPr wrap="square"/>
          <a:lstStyle/>
          <a:p>
            <a:pPr algn="ctr">
              <a:defRPr sz="600" b="1">
                <a:solidFill>
                  <a:srgbClr val="64748B"/>
                </a:solidFill>
                <a:latin typeface="Calibri"/>
              </a:defRPr>
            </a:pPr>
            <a:r>
              <a:rPr sz="500">
                <a:solidFill>
                  <a:schemeClr val="bg1">
                    <a:lumMod val="85000"/>
                  </a:schemeClr>
                </a:solidFill>
              </a:rPr>
              <a:t>Q2</a:t>
            </a:r>
          </a:p>
        </p:txBody>
      </p:sp>
      <p:sp>
        <p:nvSpPr>
          <p:cNvPr id="84" name="TextBox 83">
            <a:extLst>
              <a:ext uri="{FF2B5EF4-FFF2-40B4-BE49-F238E27FC236}">
                <a16:creationId xmlns:a16="http://schemas.microsoft.com/office/drawing/2014/main" id="{381BF47D-4E8B-7FE6-1370-CDFA854186E3}"/>
              </a:ext>
            </a:extLst>
          </p:cNvPr>
          <p:cNvSpPr txBox="1"/>
          <p:nvPr userDrawn="1"/>
        </p:nvSpPr>
        <p:spPr>
          <a:xfrm>
            <a:off x="8721707" y="2889504"/>
            <a:ext cx="2009933" cy="109728"/>
          </a:xfrm>
          <a:prstGeom prst="rect">
            <a:avLst/>
          </a:prstGeom>
          <a:noFill/>
        </p:spPr>
        <p:txBody>
          <a:bodyPr wrap="square"/>
          <a:lstStyle/>
          <a:p>
            <a:pPr>
              <a:defRPr sz="550" b="0">
                <a:solidFill>
                  <a:srgbClr val="64748B"/>
                </a:solidFill>
                <a:latin typeface="Calibri"/>
              </a:defRPr>
            </a:pPr>
            <a:r>
              <a:rPr sz="800">
                <a:solidFill>
                  <a:schemeClr val="accent4">
                    <a:lumMod val="50000"/>
                  </a:schemeClr>
                </a:solidFill>
              </a:rPr>
              <a:t>2027 ——— 2028</a:t>
            </a:r>
          </a:p>
        </p:txBody>
      </p:sp>
      <p:sp>
        <p:nvSpPr>
          <p:cNvPr id="85" name="Rounded Rectangle 87">
            <a:extLst>
              <a:ext uri="{FF2B5EF4-FFF2-40B4-BE49-F238E27FC236}">
                <a16:creationId xmlns:a16="http://schemas.microsoft.com/office/drawing/2014/main" id="{DEA8A773-A54F-470A-AE48-0546380E9E2A}"/>
              </a:ext>
            </a:extLst>
          </p:cNvPr>
          <p:cNvSpPr/>
          <p:nvPr userDrawn="1"/>
        </p:nvSpPr>
        <p:spPr>
          <a:xfrm>
            <a:off x="10341863" y="2688336"/>
            <a:ext cx="640080" cy="201168"/>
          </a:xfrm>
          <a:prstGeom prst="roundRect">
            <a:avLst/>
          </a:prstGeom>
          <a:noFill/>
          <a:ln w="3810">
            <a:solidFill>
              <a:srgbClr val="303A4A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86" name="TextBox 85">
            <a:extLst>
              <a:ext uri="{FF2B5EF4-FFF2-40B4-BE49-F238E27FC236}">
                <a16:creationId xmlns:a16="http://schemas.microsoft.com/office/drawing/2014/main" id="{9AF1D3D0-F6A8-E4F0-BC58-43057B140843}"/>
              </a:ext>
            </a:extLst>
          </p:cNvPr>
          <p:cNvSpPr txBox="1"/>
          <p:nvPr userDrawn="1"/>
        </p:nvSpPr>
        <p:spPr>
          <a:xfrm>
            <a:off x="10360152" y="2706624"/>
            <a:ext cx="603504" cy="164592"/>
          </a:xfrm>
          <a:prstGeom prst="rect">
            <a:avLst/>
          </a:prstGeom>
          <a:noFill/>
        </p:spPr>
        <p:txBody>
          <a:bodyPr wrap="square"/>
          <a:lstStyle/>
          <a:p>
            <a:pPr algn="ctr">
              <a:defRPr sz="750" b="1">
                <a:solidFill>
                  <a:srgbClr val="94A3B8"/>
                </a:solidFill>
                <a:latin typeface="Calibri"/>
              </a:defRPr>
            </a:pPr>
            <a:r>
              <a:rPr>
                <a:solidFill>
                  <a:schemeClr val="accent4">
                    <a:lumMod val="50000"/>
                  </a:schemeClr>
                </a:solidFill>
              </a:rPr>
              <a:t>{{tactic_3_priority}}</a:t>
            </a:r>
          </a:p>
        </p:txBody>
      </p:sp>
      <p:sp>
        <p:nvSpPr>
          <p:cNvPr id="87" name="Rectangle 86">
            <a:extLst>
              <a:ext uri="{FF2B5EF4-FFF2-40B4-BE49-F238E27FC236}">
                <a16:creationId xmlns:a16="http://schemas.microsoft.com/office/drawing/2014/main" id="{2A58E2F6-26D8-0BE4-B1A2-F598594BAD4E}"/>
              </a:ext>
            </a:extLst>
          </p:cNvPr>
          <p:cNvSpPr/>
          <p:nvPr userDrawn="1"/>
        </p:nvSpPr>
        <p:spPr>
          <a:xfrm>
            <a:off x="329184" y="3118103"/>
            <a:ext cx="11521440" cy="566928"/>
          </a:xfrm>
          <a:prstGeom prst="rect">
            <a:avLst/>
          </a:prstGeom>
          <a:solidFill>
            <a:srgbClr val="9F8AB8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88" name="Rectangle 87">
            <a:extLst>
              <a:ext uri="{FF2B5EF4-FFF2-40B4-BE49-F238E27FC236}">
                <a16:creationId xmlns:a16="http://schemas.microsoft.com/office/drawing/2014/main" id="{24E9BA1F-4EA0-7D1E-601A-6705BC625C11}"/>
              </a:ext>
            </a:extLst>
          </p:cNvPr>
          <p:cNvSpPr/>
          <p:nvPr userDrawn="1"/>
        </p:nvSpPr>
        <p:spPr>
          <a:xfrm>
            <a:off x="329184" y="3680459"/>
            <a:ext cx="11521440" cy="4572"/>
          </a:xfrm>
          <a:prstGeom prst="rect">
            <a:avLst/>
          </a:prstGeom>
          <a:solidFill>
            <a:srgbClr val="303A4A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89" name="Rounded Rectangle 91">
            <a:extLst>
              <a:ext uri="{FF2B5EF4-FFF2-40B4-BE49-F238E27FC236}">
                <a16:creationId xmlns:a16="http://schemas.microsoft.com/office/drawing/2014/main" id="{762F1AA2-1514-0FC6-EAD2-261548DED5C3}"/>
              </a:ext>
            </a:extLst>
          </p:cNvPr>
          <p:cNvSpPr/>
          <p:nvPr userDrawn="1"/>
        </p:nvSpPr>
        <p:spPr>
          <a:xfrm>
            <a:off x="402336" y="3255263"/>
            <a:ext cx="685800" cy="201168"/>
          </a:xfrm>
          <a:prstGeom prst="roundRect">
            <a:avLst/>
          </a:prstGeom>
          <a:noFill/>
          <a:ln w="5080">
            <a:solidFill>
              <a:srgbClr val="A78BFA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90" name="TextBox 89">
            <a:extLst>
              <a:ext uri="{FF2B5EF4-FFF2-40B4-BE49-F238E27FC236}">
                <a16:creationId xmlns:a16="http://schemas.microsoft.com/office/drawing/2014/main" id="{C674C9C3-2E6D-7EFE-EAA2-9214902F7F72}"/>
              </a:ext>
            </a:extLst>
          </p:cNvPr>
          <p:cNvSpPr txBox="1"/>
          <p:nvPr userDrawn="1"/>
        </p:nvSpPr>
        <p:spPr>
          <a:xfrm>
            <a:off x="329184" y="3255263"/>
            <a:ext cx="731519" cy="182880"/>
          </a:xfrm>
          <a:prstGeom prst="rect">
            <a:avLst/>
          </a:prstGeom>
          <a:noFill/>
        </p:spPr>
        <p:txBody>
          <a:bodyPr wrap="square"/>
          <a:lstStyle/>
          <a:p>
            <a:pPr algn="ctr">
              <a:defRPr sz="750" b="1">
                <a:solidFill>
                  <a:srgbClr val="A78BFA"/>
                </a:solidFill>
                <a:latin typeface="Calibri"/>
              </a:defRPr>
            </a:pPr>
            <a:r>
              <a:rPr>
                <a:solidFill>
                  <a:schemeClr val="bg1"/>
                </a:solidFill>
              </a:rPr>
              <a:t>{{tactic_4_type}}</a:t>
            </a:r>
          </a:p>
        </p:txBody>
      </p:sp>
      <p:sp>
        <p:nvSpPr>
          <p:cNvPr id="91" name="TextBox 90">
            <a:extLst>
              <a:ext uri="{FF2B5EF4-FFF2-40B4-BE49-F238E27FC236}">
                <a16:creationId xmlns:a16="http://schemas.microsoft.com/office/drawing/2014/main" id="{9FC68E23-2F50-C028-0FA8-EEDB1C125E76}"/>
              </a:ext>
            </a:extLst>
          </p:cNvPr>
          <p:cNvSpPr txBox="1"/>
          <p:nvPr userDrawn="1"/>
        </p:nvSpPr>
        <p:spPr>
          <a:xfrm>
            <a:off x="1152144" y="3191256"/>
            <a:ext cx="1280160" cy="420623"/>
          </a:xfrm>
          <a:prstGeom prst="rect">
            <a:avLst/>
          </a:prstGeom>
          <a:noFill/>
        </p:spPr>
        <p:txBody>
          <a:bodyPr wrap="square"/>
          <a:lstStyle/>
          <a:p>
            <a:pPr>
              <a:defRPr sz="900" b="1">
                <a:solidFill>
                  <a:srgbClr val="F1F5F9"/>
                </a:solidFill>
                <a:latin typeface="Calibri"/>
              </a:defRPr>
            </a:pPr>
            <a:r>
              <a:t>{{tactic_4_name}}</a:t>
            </a:r>
          </a:p>
        </p:txBody>
      </p:sp>
      <p:sp>
        <p:nvSpPr>
          <p:cNvPr id="92" name="TextBox 91">
            <a:extLst>
              <a:ext uri="{FF2B5EF4-FFF2-40B4-BE49-F238E27FC236}">
                <a16:creationId xmlns:a16="http://schemas.microsoft.com/office/drawing/2014/main" id="{45BF78A6-7C25-0238-499D-3E1C884B73DB}"/>
              </a:ext>
            </a:extLst>
          </p:cNvPr>
          <p:cNvSpPr txBox="1"/>
          <p:nvPr userDrawn="1"/>
        </p:nvSpPr>
        <p:spPr>
          <a:xfrm>
            <a:off x="2478024" y="3172968"/>
            <a:ext cx="3246120" cy="457200"/>
          </a:xfrm>
          <a:prstGeom prst="rect">
            <a:avLst/>
          </a:prstGeom>
          <a:noFill/>
        </p:spPr>
        <p:txBody>
          <a:bodyPr wrap="square"/>
          <a:lstStyle/>
          <a:p>
            <a:pPr>
              <a:defRPr sz="800" b="0">
                <a:solidFill>
                  <a:srgbClr val="CBD5E1"/>
                </a:solidFill>
                <a:latin typeface="Calibri"/>
              </a:defRPr>
            </a:pPr>
            <a:r>
              <a:rPr>
                <a:solidFill>
                  <a:schemeClr val="bg1"/>
                </a:solidFill>
              </a:rPr>
              <a:t>{{tactic_4_desc}}</a:t>
            </a:r>
          </a:p>
        </p:txBody>
      </p:sp>
      <p:sp>
        <p:nvSpPr>
          <p:cNvPr id="93" name="TextBox 92">
            <a:extLst>
              <a:ext uri="{FF2B5EF4-FFF2-40B4-BE49-F238E27FC236}">
                <a16:creationId xmlns:a16="http://schemas.microsoft.com/office/drawing/2014/main" id="{1472AB4D-8BE5-4D4C-CCED-1B30D774DC8B}"/>
              </a:ext>
            </a:extLst>
          </p:cNvPr>
          <p:cNvSpPr txBox="1"/>
          <p:nvPr userDrawn="1"/>
        </p:nvSpPr>
        <p:spPr>
          <a:xfrm>
            <a:off x="5815584" y="3172968"/>
            <a:ext cx="2880360" cy="457200"/>
          </a:xfrm>
          <a:prstGeom prst="rect">
            <a:avLst/>
          </a:prstGeom>
          <a:noFill/>
        </p:spPr>
        <p:txBody>
          <a:bodyPr wrap="square"/>
          <a:lstStyle/>
          <a:p>
            <a:pPr>
              <a:defRPr sz="800" b="0">
                <a:solidFill>
                  <a:srgbClr val="CBD5E1"/>
                </a:solidFill>
                <a:latin typeface="Calibri"/>
              </a:defRPr>
            </a:pPr>
            <a:r>
              <a:rPr>
                <a:solidFill>
                  <a:schemeClr val="bg1"/>
                </a:solidFill>
              </a:rPr>
              <a:t>{{tactic_4_kpi}}</a:t>
            </a:r>
          </a:p>
        </p:txBody>
      </p:sp>
      <p:sp>
        <p:nvSpPr>
          <p:cNvPr id="94" name="Rounded Rectangle 96">
            <a:extLst>
              <a:ext uri="{FF2B5EF4-FFF2-40B4-BE49-F238E27FC236}">
                <a16:creationId xmlns:a16="http://schemas.microsoft.com/office/drawing/2014/main" id="{A474EFE2-E4AB-C550-57D8-23744BCE0239}"/>
              </a:ext>
            </a:extLst>
          </p:cNvPr>
          <p:cNvSpPr/>
          <p:nvPr userDrawn="1"/>
        </p:nvSpPr>
        <p:spPr>
          <a:xfrm>
            <a:off x="8693763" y="3255263"/>
            <a:ext cx="294790" cy="164592"/>
          </a:xfrm>
          <a:prstGeom prst="roundRect">
            <a:avLst/>
          </a:prstGeom>
          <a:solidFill>
            <a:srgbClr val="1E293B"/>
          </a:solidFill>
          <a:ln w="3810">
            <a:solidFill>
              <a:srgbClr val="303A4A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sz="500">
              <a:solidFill>
                <a:schemeClr val="bg1">
                  <a:lumMod val="85000"/>
                </a:schemeClr>
              </a:solidFill>
            </a:endParaRPr>
          </a:p>
        </p:txBody>
      </p:sp>
      <p:sp>
        <p:nvSpPr>
          <p:cNvPr id="95" name="TextBox 94">
            <a:extLst>
              <a:ext uri="{FF2B5EF4-FFF2-40B4-BE49-F238E27FC236}">
                <a16:creationId xmlns:a16="http://schemas.microsoft.com/office/drawing/2014/main" id="{22FBDA6D-FCD2-FC84-3D07-6EE582C7D893}"/>
              </a:ext>
            </a:extLst>
          </p:cNvPr>
          <p:cNvSpPr txBox="1"/>
          <p:nvPr userDrawn="1"/>
        </p:nvSpPr>
        <p:spPr>
          <a:xfrm>
            <a:off x="8693763" y="3264408"/>
            <a:ext cx="294790" cy="146304"/>
          </a:xfrm>
          <a:prstGeom prst="rect">
            <a:avLst/>
          </a:prstGeom>
          <a:noFill/>
        </p:spPr>
        <p:txBody>
          <a:bodyPr wrap="square"/>
          <a:lstStyle/>
          <a:p>
            <a:pPr algn="ctr">
              <a:defRPr sz="600" b="1">
                <a:solidFill>
                  <a:srgbClr val="64748B"/>
                </a:solidFill>
                <a:latin typeface="Calibri"/>
              </a:defRPr>
            </a:pPr>
            <a:r>
              <a:rPr sz="500">
                <a:solidFill>
                  <a:schemeClr val="bg1">
                    <a:lumMod val="85000"/>
                  </a:schemeClr>
                </a:solidFill>
              </a:rPr>
              <a:t>Q1</a:t>
            </a:r>
          </a:p>
        </p:txBody>
      </p:sp>
      <p:sp>
        <p:nvSpPr>
          <p:cNvPr id="96" name="Rounded Rectangle 98">
            <a:extLst>
              <a:ext uri="{FF2B5EF4-FFF2-40B4-BE49-F238E27FC236}">
                <a16:creationId xmlns:a16="http://schemas.microsoft.com/office/drawing/2014/main" id="{799ADF24-09A2-B37A-7435-B539A598CB29}"/>
              </a:ext>
            </a:extLst>
          </p:cNvPr>
          <p:cNvSpPr/>
          <p:nvPr userDrawn="1"/>
        </p:nvSpPr>
        <p:spPr>
          <a:xfrm>
            <a:off x="8922363" y="3255263"/>
            <a:ext cx="294790" cy="164592"/>
          </a:xfrm>
          <a:prstGeom prst="roundRect">
            <a:avLst/>
          </a:prstGeom>
          <a:solidFill>
            <a:srgbClr val="1E293B"/>
          </a:solidFill>
          <a:ln w="3810">
            <a:solidFill>
              <a:srgbClr val="303A4A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sz="500">
              <a:solidFill>
                <a:schemeClr val="bg1">
                  <a:lumMod val="85000"/>
                </a:schemeClr>
              </a:solidFill>
            </a:endParaRPr>
          </a:p>
        </p:txBody>
      </p:sp>
      <p:sp>
        <p:nvSpPr>
          <p:cNvPr id="97" name="TextBox 96">
            <a:extLst>
              <a:ext uri="{FF2B5EF4-FFF2-40B4-BE49-F238E27FC236}">
                <a16:creationId xmlns:a16="http://schemas.microsoft.com/office/drawing/2014/main" id="{C30DE64A-D687-D51C-093E-56826543CF60}"/>
              </a:ext>
            </a:extLst>
          </p:cNvPr>
          <p:cNvSpPr txBox="1"/>
          <p:nvPr userDrawn="1"/>
        </p:nvSpPr>
        <p:spPr>
          <a:xfrm>
            <a:off x="8922363" y="3264408"/>
            <a:ext cx="294790" cy="146304"/>
          </a:xfrm>
          <a:prstGeom prst="rect">
            <a:avLst/>
          </a:prstGeom>
          <a:noFill/>
        </p:spPr>
        <p:txBody>
          <a:bodyPr wrap="square"/>
          <a:lstStyle/>
          <a:p>
            <a:pPr algn="ctr">
              <a:defRPr sz="600" b="1">
                <a:solidFill>
                  <a:srgbClr val="64748B"/>
                </a:solidFill>
                <a:latin typeface="Calibri"/>
              </a:defRPr>
            </a:pPr>
            <a:r>
              <a:rPr sz="500">
                <a:solidFill>
                  <a:schemeClr val="bg1">
                    <a:lumMod val="85000"/>
                  </a:schemeClr>
                </a:solidFill>
              </a:rPr>
              <a:t>Q2</a:t>
            </a:r>
          </a:p>
        </p:txBody>
      </p:sp>
      <p:sp>
        <p:nvSpPr>
          <p:cNvPr id="98" name="Rounded Rectangle 100">
            <a:extLst>
              <a:ext uri="{FF2B5EF4-FFF2-40B4-BE49-F238E27FC236}">
                <a16:creationId xmlns:a16="http://schemas.microsoft.com/office/drawing/2014/main" id="{BFF9C679-1B48-D394-7DE7-F5B86BA873FA}"/>
              </a:ext>
            </a:extLst>
          </p:cNvPr>
          <p:cNvSpPr/>
          <p:nvPr userDrawn="1"/>
        </p:nvSpPr>
        <p:spPr>
          <a:xfrm>
            <a:off x="9150963" y="3255263"/>
            <a:ext cx="294790" cy="164592"/>
          </a:xfrm>
          <a:prstGeom prst="roundRect">
            <a:avLst/>
          </a:prstGeom>
          <a:solidFill>
            <a:srgbClr val="1E293B"/>
          </a:solidFill>
          <a:ln w="3810">
            <a:solidFill>
              <a:srgbClr val="303A4A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sz="500">
              <a:solidFill>
                <a:schemeClr val="bg1">
                  <a:lumMod val="85000"/>
                </a:schemeClr>
              </a:solidFill>
            </a:endParaRPr>
          </a:p>
        </p:txBody>
      </p:sp>
      <p:sp>
        <p:nvSpPr>
          <p:cNvPr id="99" name="TextBox 98">
            <a:extLst>
              <a:ext uri="{FF2B5EF4-FFF2-40B4-BE49-F238E27FC236}">
                <a16:creationId xmlns:a16="http://schemas.microsoft.com/office/drawing/2014/main" id="{214CB509-2E2E-2F26-CCC8-6DCCD5B098F3}"/>
              </a:ext>
            </a:extLst>
          </p:cNvPr>
          <p:cNvSpPr txBox="1"/>
          <p:nvPr userDrawn="1"/>
        </p:nvSpPr>
        <p:spPr>
          <a:xfrm>
            <a:off x="9150963" y="3264408"/>
            <a:ext cx="294790" cy="146304"/>
          </a:xfrm>
          <a:prstGeom prst="rect">
            <a:avLst/>
          </a:prstGeom>
          <a:noFill/>
        </p:spPr>
        <p:txBody>
          <a:bodyPr wrap="square"/>
          <a:lstStyle/>
          <a:p>
            <a:pPr algn="ctr">
              <a:defRPr sz="600" b="1">
                <a:solidFill>
                  <a:srgbClr val="64748B"/>
                </a:solidFill>
                <a:latin typeface="Calibri"/>
              </a:defRPr>
            </a:pPr>
            <a:r>
              <a:rPr sz="500">
                <a:solidFill>
                  <a:schemeClr val="bg1">
                    <a:lumMod val="85000"/>
                  </a:schemeClr>
                </a:solidFill>
              </a:rPr>
              <a:t>Q3</a:t>
            </a:r>
          </a:p>
        </p:txBody>
      </p:sp>
      <p:sp>
        <p:nvSpPr>
          <p:cNvPr id="100" name="Rounded Rectangle 102">
            <a:extLst>
              <a:ext uri="{FF2B5EF4-FFF2-40B4-BE49-F238E27FC236}">
                <a16:creationId xmlns:a16="http://schemas.microsoft.com/office/drawing/2014/main" id="{26652DDE-04F3-71EB-5E6A-BC6E73D29E32}"/>
              </a:ext>
            </a:extLst>
          </p:cNvPr>
          <p:cNvSpPr/>
          <p:nvPr userDrawn="1"/>
        </p:nvSpPr>
        <p:spPr>
          <a:xfrm>
            <a:off x="9379563" y="3255263"/>
            <a:ext cx="294790" cy="164592"/>
          </a:xfrm>
          <a:prstGeom prst="roundRect">
            <a:avLst/>
          </a:prstGeom>
          <a:solidFill>
            <a:srgbClr val="1E293B"/>
          </a:solidFill>
          <a:ln w="3810">
            <a:solidFill>
              <a:srgbClr val="303A4A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sz="500">
              <a:solidFill>
                <a:schemeClr val="bg1">
                  <a:lumMod val="85000"/>
                </a:schemeClr>
              </a:solidFill>
            </a:endParaRPr>
          </a:p>
        </p:txBody>
      </p:sp>
      <p:sp>
        <p:nvSpPr>
          <p:cNvPr id="101" name="TextBox 100">
            <a:extLst>
              <a:ext uri="{FF2B5EF4-FFF2-40B4-BE49-F238E27FC236}">
                <a16:creationId xmlns:a16="http://schemas.microsoft.com/office/drawing/2014/main" id="{FC6AC65F-3F04-FF70-4BFE-9DCAAC760412}"/>
              </a:ext>
            </a:extLst>
          </p:cNvPr>
          <p:cNvSpPr txBox="1"/>
          <p:nvPr userDrawn="1"/>
        </p:nvSpPr>
        <p:spPr>
          <a:xfrm>
            <a:off x="9379563" y="3264408"/>
            <a:ext cx="294790" cy="146304"/>
          </a:xfrm>
          <a:prstGeom prst="rect">
            <a:avLst/>
          </a:prstGeom>
          <a:noFill/>
        </p:spPr>
        <p:txBody>
          <a:bodyPr wrap="square"/>
          <a:lstStyle/>
          <a:p>
            <a:pPr algn="ctr">
              <a:defRPr sz="600" b="1">
                <a:solidFill>
                  <a:srgbClr val="64748B"/>
                </a:solidFill>
                <a:latin typeface="Calibri"/>
              </a:defRPr>
            </a:pPr>
            <a:r>
              <a:rPr sz="500">
                <a:solidFill>
                  <a:schemeClr val="bg1">
                    <a:lumMod val="85000"/>
                  </a:schemeClr>
                </a:solidFill>
              </a:rPr>
              <a:t>Q4</a:t>
            </a:r>
          </a:p>
        </p:txBody>
      </p:sp>
      <p:sp>
        <p:nvSpPr>
          <p:cNvPr id="102" name="Rounded Rectangle 104">
            <a:extLst>
              <a:ext uri="{FF2B5EF4-FFF2-40B4-BE49-F238E27FC236}">
                <a16:creationId xmlns:a16="http://schemas.microsoft.com/office/drawing/2014/main" id="{7591725E-81F4-B157-EC4A-0ED7500B9E01}"/>
              </a:ext>
            </a:extLst>
          </p:cNvPr>
          <p:cNvSpPr/>
          <p:nvPr userDrawn="1"/>
        </p:nvSpPr>
        <p:spPr>
          <a:xfrm>
            <a:off x="9608163" y="3255263"/>
            <a:ext cx="294790" cy="164592"/>
          </a:xfrm>
          <a:prstGeom prst="roundRect">
            <a:avLst/>
          </a:prstGeom>
          <a:solidFill>
            <a:srgbClr val="162032"/>
          </a:solidFill>
          <a:ln w="3810">
            <a:solidFill>
              <a:srgbClr val="303A4A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sz="500">
              <a:solidFill>
                <a:schemeClr val="bg1">
                  <a:lumMod val="85000"/>
                </a:schemeClr>
              </a:solidFill>
            </a:endParaRPr>
          </a:p>
        </p:txBody>
      </p:sp>
      <p:sp>
        <p:nvSpPr>
          <p:cNvPr id="103" name="TextBox 102">
            <a:extLst>
              <a:ext uri="{FF2B5EF4-FFF2-40B4-BE49-F238E27FC236}">
                <a16:creationId xmlns:a16="http://schemas.microsoft.com/office/drawing/2014/main" id="{4475AA78-3716-73FD-B089-A6AD5300C7CB}"/>
              </a:ext>
            </a:extLst>
          </p:cNvPr>
          <p:cNvSpPr txBox="1"/>
          <p:nvPr userDrawn="1"/>
        </p:nvSpPr>
        <p:spPr>
          <a:xfrm>
            <a:off x="9608163" y="3264408"/>
            <a:ext cx="294790" cy="146304"/>
          </a:xfrm>
          <a:prstGeom prst="rect">
            <a:avLst/>
          </a:prstGeom>
          <a:noFill/>
        </p:spPr>
        <p:txBody>
          <a:bodyPr wrap="square"/>
          <a:lstStyle/>
          <a:p>
            <a:pPr algn="ctr">
              <a:defRPr sz="600" b="1">
                <a:solidFill>
                  <a:srgbClr val="64748B"/>
                </a:solidFill>
                <a:latin typeface="Calibri"/>
              </a:defRPr>
            </a:pPr>
            <a:r>
              <a:rPr sz="500">
                <a:solidFill>
                  <a:schemeClr val="bg1">
                    <a:lumMod val="85000"/>
                  </a:schemeClr>
                </a:solidFill>
              </a:rPr>
              <a:t>Q1</a:t>
            </a:r>
          </a:p>
        </p:txBody>
      </p:sp>
      <p:sp>
        <p:nvSpPr>
          <p:cNvPr id="104" name="Rounded Rectangle 106">
            <a:extLst>
              <a:ext uri="{FF2B5EF4-FFF2-40B4-BE49-F238E27FC236}">
                <a16:creationId xmlns:a16="http://schemas.microsoft.com/office/drawing/2014/main" id="{4F6216AD-C940-F0EA-34B2-30DFC0DE25AB}"/>
              </a:ext>
            </a:extLst>
          </p:cNvPr>
          <p:cNvSpPr/>
          <p:nvPr userDrawn="1"/>
        </p:nvSpPr>
        <p:spPr>
          <a:xfrm>
            <a:off x="9836763" y="3255263"/>
            <a:ext cx="294790" cy="164592"/>
          </a:xfrm>
          <a:prstGeom prst="roundRect">
            <a:avLst/>
          </a:prstGeom>
          <a:solidFill>
            <a:srgbClr val="162032"/>
          </a:solidFill>
          <a:ln w="3810">
            <a:solidFill>
              <a:srgbClr val="303A4A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sz="500">
              <a:solidFill>
                <a:schemeClr val="bg1">
                  <a:lumMod val="85000"/>
                </a:schemeClr>
              </a:solidFill>
            </a:endParaRPr>
          </a:p>
        </p:txBody>
      </p:sp>
      <p:sp>
        <p:nvSpPr>
          <p:cNvPr id="105" name="TextBox 104">
            <a:extLst>
              <a:ext uri="{FF2B5EF4-FFF2-40B4-BE49-F238E27FC236}">
                <a16:creationId xmlns:a16="http://schemas.microsoft.com/office/drawing/2014/main" id="{A7B3FF54-C321-35D6-079A-09A384A5FC1E}"/>
              </a:ext>
            </a:extLst>
          </p:cNvPr>
          <p:cNvSpPr txBox="1"/>
          <p:nvPr userDrawn="1"/>
        </p:nvSpPr>
        <p:spPr>
          <a:xfrm>
            <a:off x="9836763" y="3264408"/>
            <a:ext cx="294790" cy="146304"/>
          </a:xfrm>
          <a:prstGeom prst="rect">
            <a:avLst/>
          </a:prstGeom>
          <a:noFill/>
        </p:spPr>
        <p:txBody>
          <a:bodyPr wrap="square"/>
          <a:lstStyle/>
          <a:p>
            <a:pPr algn="ctr">
              <a:defRPr sz="600" b="1">
                <a:solidFill>
                  <a:srgbClr val="64748B"/>
                </a:solidFill>
                <a:latin typeface="Calibri"/>
              </a:defRPr>
            </a:pPr>
            <a:r>
              <a:rPr sz="500">
                <a:solidFill>
                  <a:schemeClr val="bg1">
                    <a:lumMod val="85000"/>
                  </a:schemeClr>
                </a:solidFill>
              </a:rPr>
              <a:t>Q2</a:t>
            </a:r>
          </a:p>
        </p:txBody>
      </p:sp>
      <p:sp>
        <p:nvSpPr>
          <p:cNvPr id="106" name="TextBox 105">
            <a:extLst>
              <a:ext uri="{FF2B5EF4-FFF2-40B4-BE49-F238E27FC236}">
                <a16:creationId xmlns:a16="http://schemas.microsoft.com/office/drawing/2014/main" id="{54BEFC36-D084-C939-4176-BEC43184BCC5}"/>
              </a:ext>
            </a:extLst>
          </p:cNvPr>
          <p:cNvSpPr txBox="1"/>
          <p:nvPr userDrawn="1"/>
        </p:nvSpPr>
        <p:spPr>
          <a:xfrm>
            <a:off x="8721707" y="3456432"/>
            <a:ext cx="2009933" cy="109728"/>
          </a:xfrm>
          <a:prstGeom prst="rect">
            <a:avLst/>
          </a:prstGeom>
          <a:noFill/>
        </p:spPr>
        <p:txBody>
          <a:bodyPr wrap="square"/>
          <a:lstStyle/>
          <a:p>
            <a:pPr>
              <a:defRPr sz="550" b="0">
                <a:solidFill>
                  <a:srgbClr val="64748B"/>
                </a:solidFill>
                <a:latin typeface="Calibri"/>
              </a:defRPr>
            </a:pPr>
            <a:r>
              <a:rPr sz="800">
                <a:solidFill>
                  <a:schemeClr val="bg1"/>
                </a:solidFill>
              </a:rPr>
              <a:t>2027 ——— 2028</a:t>
            </a:r>
          </a:p>
        </p:txBody>
      </p:sp>
      <p:sp>
        <p:nvSpPr>
          <p:cNvPr id="107" name="Rounded Rectangle 109">
            <a:extLst>
              <a:ext uri="{FF2B5EF4-FFF2-40B4-BE49-F238E27FC236}">
                <a16:creationId xmlns:a16="http://schemas.microsoft.com/office/drawing/2014/main" id="{9C7003DF-45D8-2C6F-2456-732D1351CE0E}"/>
              </a:ext>
            </a:extLst>
          </p:cNvPr>
          <p:cNvSpPr/>
          <p:nvPr userDrawn="1"/>
        </p:nvSpPr>
        <p:spPr>
          <a:xfrm>
            <a:off x="10341863" y="3255263"/>
            <a:ext cx="640080" cy="201168"/>
          </a:xfrm>
          <a:prstGeom prst="roundRect">
            <a:avLst/>
          </a:prstGeom>
          <a:noFill/>
          <a:ln w="3810">
            <a:solidFill>
              <a:srgbClr val="303A4A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108" name="TextBox 107">
            <a:extLst>
              <a:ext uri="{FF2B5EF4-FFF2-40B4-BE49-F238E27FC236}">
                <a16:creationId xmlns:a16="http://schemas.microsoft.com/office/drawing/2014/main" id="{694BE336-61F9-4491-A8E8-53EC4496A460}"/>
              </a:ext>
            </a:extLst>
          </p:cNvPr>
          <p:cNvSpPr txBox="1"/>
          <p:nvPr userDrawn="1"/>
        </p:nvSpPr>
        <p:spPr>
          <a:xfrm>
            <a:off x="10360152" y="3273551"/>
            <a:ext cx="603504" cy="164592"/>
          </a:xfrm>
          <a:prstGeom prst="rect">
            <a:avLst/>
          </a:prstGeom>
          <a:noFill/>
        </p:spPr>
        <p:txBody>
          <a:bodyPr wrap="square"/>
          <a:lstStyle/>
          <a:p>
            <a:pPr algn="ctr">
              <a:defRPr sz="750" b="1">
                <a:solidFill>
                  <a:srgbClr val="94A3B8"/>
                </a:solidFill>
                <a:latin typeface="Calibri"/>
              </a:defRPr>
            </a:pPr>
            <a:r>
              <a:rPr>
                <a:solidFill>
                  <a:schemeClr val="bg1"/>
                </a:solidFill>
              </a:rPr>
              <a:t>{{tactic_4_priority}}</a:t>
            </a:r>
          </a:p>
        </p:txBody>
      </p:sp>
      <p:sp>
        <p:nvSpPr>
          <p:cNvPr id="109" name="Rectangle 108">
            <a:extLst>
              <a:ext uri="{FF2B5EF4-FFF2-40B4-BE49-F238E27FC236}">
                <a16:creationId xmlns:a16="http://schemas.microsoft.com/office/drawing/2014/main" id="{86EF827D-27D5-6AAD-7F04-B0B56513C2C7}"/>
              </a:ext>
            </a:extLst>
          </p:cNvPr>
          <p:cNvSpPr/>
          <p:nvPr userDrawn="1"/>
        </p:nvSpPr>
        <p:spPr>
          <a:xfrm>
            <a:off x="329184" y="3685031"/>
            <a:ext cx="11521440" cy="566928"/>
          </a:xfrm>
          <a:prstGeom prst="rect">
            <a:avLst/>
          </a:prstGeom>
          <a:solidFill>
            <a:schemeClr val="bg1">
              <a:lumMod val="95000"/>
            </a:schemeClr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110" name="Rectangle 109">
            <a:extLst>
              <a:ext uri="{FF2B5EF4-FFF2-40B4-BE49-F238E27FC236}">
                <a16:creationId xmlns:a16="http://schemas.microsoft.com/office/drawing/2014/main" id="{7D274F46-55DA-98CC-A70D-D958A0941EBE}"/>
              </a:ext>
            </a:extLst>
          </p:cNvPr>
          <p:cNvSpPr/>
          <p:nvPr userDrawn="1"/>
        </p:nvSpPr>
        <p:spPr>
          <a:xfrm>
            <a:off x="329184" y="4247388"/>
            <a:ext cx="11521440" cy="4572"/>
          </a:xfrm>
          <a:prstGeom prst="rect">
            <a:avLst/>
          </a:prstGeom>
          <a:solidFill>
            <a:srgbClr val="303A4A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111" name="Rounded Rectangle 113">
            <a:extLst>
              <a:ext uri="{FF2B5EF4-FFF2-40B4-BE49-F238E27FC236}">
                <a16:creationId xmlns:a16="http://schemas.microsoft.com/office/drawing/2014/main" id="{259B49F4-F3BC-EEA0-8838-6268614A6F98}"/>
              </a:ext>
            </a:extLst>
          </p:cNvPr>
          <p:cNvSpPr/>
          <p:nvPr userDrawn="1"/>
        </p:nvSpPr>
        <p:spPr>
          <a:xfrm>
            <a:off x="402336" y="3822191"/>
            <a:ext cx="685800" cy="201168"/>
          </a:xfrm>
          <a:prstGeom prst="roundRect">
            <a:avLst/>
          </a:prstGeom>
          <a:noFill/>
          <a:ln w="5080">
            <a:solidFill>
              <a:srgbClr val="A78BFA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112" name="TextBox 111">
            <a:extLst>
              <a:ext uri="{FF2B5EF4-FFF2-40B4-BE49-F238E27FC236}">
                <a16:creationId xmlns:a16="http://schemas.microsoft.com/office/drawing/2014/main" id="{C382A6A6-B484-1D4C-8C64-FABBDA06D8AC}"/>
              </a:ext>
            </a:extLst>
          </p:cNvPr>
          <p:cNvSpPr txBox="1"/>
          <p:nvPr userDrawn="1"/>
        </p:nvSpPr>
        <p:spPr>
          <a:xfrm>
            <a:off x="329184" y="3822191"/>
            <a:ext cx="731519" cy="182880"/>
          </a:xfrm>
          <a:prstGeom prst="rect">
            <a:avLst/>
          </a:prstGeom>
          <a:noFill/>
        </p:spPr>
        <p:txBody>
          <a:bodyPr wrap="square"/>
          <a:lstStyle/>
          <a:p>
            <a:pPr algn="ctr">
              <a:defRPr sz="750" b="1">
                <a:solidFill>
                  <a:srgbClr val="A78BFA"/>
                </a:solidFill>
                <a:latin typeface="Calibri"/>
              </a:defRPr>
            </a:pPr>
            <a:r>
              <a:rPr>
                <a:solidFill>
                  <a:schemeClr val="accent4">
                    <a:lumMod val="75000"/>
                  </a:schemeClr>
                </a:solidFill>
              </a:rPr>
              <a:t>{{tactic_5_type}}</a:t>
            </a:r>
          </a:p>
        </p:txBody>
      </p:sp>
      <p:sp>
        <p:nvSpPr>
          <p:cNvPr id="113" name="TextBox 112">
            <a:extLst>
              <a:ext uri="{FF2B5EF4-FFF2-40B4-BE49-F238E27FC236}">
                <a16:creationId xmlns:a16="http://schemas.microsoft.com/office/drawing/2014/main" id="{B0871B99-B537-F033-1683-E52F009CB058}"/>
              </a:ext>
            </a:extLst>
          </p:cNvPr>
          <p:cNvSpPr txBox="1"/>
          <p:nvPr userDrawn="1"/>
        </p:nvSpPr>
        <p:spPr>
          <a:xfrm>
            <a:off x="1152144" y="3758183"/>
            <a:ext cx="1280160" cy="420623"/>
          </a:xfrm>
          <a:prstGeom prst="rect">
            <a:avLst/>
          </a:prstGeom>
          <a:noFill/>
        </p:spPr>
        <p:txBody>
          <a:bodyPr wrap="square"/>
          <a:lstStyle/>
          <a:p>
            <a:pPr>
              <a:defRPr sz="900" b="1">
                <a:solidFill>
                  <a:srgbClr val="F1F5F9"/>
                </a:solidFill>
                <a:latin typeface="Calibri"/>
              </a:defRPr>
            </a:pPr>
            <a:r>
              <a:rPr dirty="0">
                <a:solidFill>
                  <a:schemeClr val="accent4">
                    <a:lumMod val="75000"/>
                  </a:schemeClr>
                </a:solidFill>
              </a:rPr>
              <a:t>{{tactic_5_name}}</a:t>
            </a:r>
          </a:p>
        </p:txBody>
      </p:sp>
      <p:sp>
        <p:nvSpPr>
          <p:cNvPr id="114" name="TextBox 113">
            <a:extLst>
              <a:ext uri="{FF2B5EF4-FFF2-40B4-BE49-F238E27FC236}">
                <a16:creationId xmlns:a16="http://schemas.microsoft.com/office/drawing/2014/main" id="{57FDA947-CDD0-4930-074C-734E75F31A7E}"/>
              </a:ext>
            </a:extLst>
          </p:cNvPr>
          <p:cNvSpPr txBox="1"/>
          <p:nvPr userDrawn="1"/>
        </p:nvSpPr>
        <p:spPr>
          <a:xfrm>
            <a:off x="2478024" y="3739895"/>
            <a:ext cx="3246120" cy="457200"/>
          </a:xfrm>
          <a:prstGeom prst="rect">
            <a:avLst/>
          </a:prstGeom>
          <a:noFill/>
        </p:spPr>
        <p:txBody>
          <a:bodyPr wrap="square"/>
          <a:lstStyle/>
          <a:p>
            <a:pPr>
              <a:defRPr sz="800" b="0">
                <a:solidFill>
                  <a:srgbClr val="CBD5E1"/>
                </a:solidFill>
                <a:latin typeface="Calibri"/>
              </a:defRPr>
            </a:pPr>
            <a:r>
              <a:rPr>
                <a:solidFill>
                  <a:schemeClr val="accent4">
                    <a:lumMod val="50000"/>
                  </a:schemeClr>
                </a:solidFill>
              </a:rPr>
              <a:t>{{tactic_5_desc}}</a:t>
            </a:r>
          </a:p>
        </p:txBody>
      </p:sp>
      <p:sp>
        <p:nvSpPr>
          <p:cNvPr id="115" name="TextBox 114">
            <a:extLst>
              <a:ext uri="{FF2B5EF4-FFF2-40B4-BE49-F238E27FC236}">
                <a16:creationId xmlns:a16="http://schemas.microsoft.com/office/drawing/2014/main" id="{A4046312-F0A2-69F1-02A0-F80404141FA1}"/>
              </a:ext>
            </a:extLst>
          </p:cNvPr>
          <p:cNvSpPr txBox="1"/>
          <p:nvPr userDrawn="1"/>
        </p:nvSpPr>
        <p:spPr>
          <a:xfrm>
            <a:off x="5815584" y="3739895"/>
            <a:ext cx="2880360" cy="457200"/>
          </a:xfrm>
          <a:prstGeom prst="rect">
            <a:avLst/>
          </a:prstGeom>
          <a:noFill/>
        </p:spPr>
        <p:txBody>
          <a:bodyPr wrap="square"/>
          <a:lstStyle/>
          <a:p>
            <a:pPr>
              <a:defRPr sz="800" b="0">
                <a:solidFill>
                  <a:srgbClr val="CBD5E1"/>
                </a:solidFill>
                <a:latin typeface="Calibri"/>
              </a:defRPr>
            </a:pPr>
            <a:r>
              <a:rPr>
                <a:solidFill>
                  <a:schemeClr val="accent4">
                    <a:lumMod val="50000"/>
                  </a:schemeClr>
                </a:solidFill>
              </a:rPr>
              <a:t>{{tactic_5_kpi}}</a:t>
            </a:r>
          </a:p>
        </p:txBody>
      </p:sp>
      <p:sp>
        <p:nvSpPr>
          <p:cNvPr id="116" name="Rounded Rectangle 118">
            <a:extLst>
              <a:ext uri="{FF2B5EF4-FFF2-40B4-BE49-F238E27FC236}">
                <a16:creationId xmlns:a16="http://schemas.microsoft.com/office/drawing/2014/main" id="{03192AED-95B1-E2A9-11F1-72947C640050}"/>
              </a:ext>
            </a:extLst>
          </p:cNvPr>
          <p:cNvSpPr/>
          <p:nvPr userDrawn="1"/>
        </p:nvSpPr>
        <p:spPr>
          <a:xfrm>
            <a:off x="8693763" y="3822191"/>
            <a:ext cx="294790" cy="164592"/>
          </a:xfrm>
          <a:prstGeom prst="roundRect">
            <a:avLst/>
          </a:prstGeom>
          <a:solidFill>
            <a:srgbClr val="1E293B"/>
          </a:solidFill>
          <a:ln w="3810">
            <a:solidFill>
              <a:srgbClr val="303A4A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sz="500">
              <a:solidFill>
                <a:schemeClr val="bg1">
                  <a:lumMod val="85000"/>
                </a:schemeClr>
              </a:solidFill>
            </a:endParaRPr>
          </a:p>
        </p:txBody>
      </p:sp>
      <p:sp>
        <p:nvSpPr>
          <p:cNvPr id="117" name="TextBox 116">
            <a:extLst>
              <a:ext uri="{FF2B5EF4-FFF2-40B4-BE49-F238E27FC236}">
                <a16:creationId xmlns:a16="http://schemas.microsoft.com/office/drawing/2014/main" id="{D087B3B7-6D94-58AD-9DF6-6CDDC77FA99B}"/>
              </a:ext>
            </a:extLst>
          </p:cNvPr>
          <p:cNvSpPr txBox="1"/>
          <p:nvPr userDrawn="1"/>
        </p:nvSpPr>
        <p:spPr>
          <a:xfrm>
            <a:off x="8693763" y="3831335"/>
            <a:ext cx="294790" cy="146304"/>
          </a:xfrm>
          <a:prstGeom prst="rect">
            <a:avLst/>
          </a:prstGeom>
          <a:noFill/>
        </p:spPr>
        <p:txBody>
          <a:bodyPr wrap="square"/>
          <a:lstStyle/>
          <a:p>
            <a:pPr algn="ctr">
              <a:defRPr sz="600" b="1">
                <a:solidFill>
                  <a:srgbClr val="64748B"/>
                </a:solidFill>
                <a:latin typeface="Calibri"/>
              </a:defRPr>
            </a:pPr>
            <a:r>
              <a:rPr sz="500">
                <a:solidFill>
                  <a:schemeClr val="bg1">
                    <a:lumMod val="85000"/>
                  </a:schemeClr>
                </a:solidFill>
              </a:rPr>
              <a:t>Q1</a:t>
            </a:r>
          </a:p>
        </p:txBody>
      </p:sp>
      <p:sp>
        <p:nvSpPr>
          <p:cNvPr id="118" name="Rounded Rectangle 120">
            <a:extLst>
              <a:ext uri="{FF2B5EF4-FFF2-40B4-BE49-F238E27FC236}">
                <a16:creationId xmlns:a16="http://schemas.microsoft.com/office/drawing/2014/main" id="{A8E16FD0-3FDC-AE81-15CA-3F0E5EFF2365}"/>
              </a:ext>
            </a:extLst>
          </p:cNvPr>
          <p:cNvSpPr/>
          <p:nvPr userDrawn="1"/>
        </p:nvSpPr>
        <p:spPr>
          <a:xfrm>
            <a:off x="8922363" y="3822191"/>
            <a:ext cx="294790" cy="164592"/>
          </a:xfrm>
          <a:prstGeom prst="roundRect">
            <a:avLst/>
          </a:prstGeom>
          <a:solidFill>
            <a:srgbClr val="1E293B"/>
          </a:solidFill>
          <a:ln w="3810">
            <a:solidFill>
              <a:srgbClr val="303A4A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sz="500">
              <a:solidFill>
                <a:schemeClr val="bg1">
                  <a:lumMod val="85000"/>
                </a:schemeClr>
              </a:solidFill>
            </a:endParaRPr>
          </a:p>
        </p:txBody>
      </p:sp>
      <p:sp>
        <p:nvSpPr>
          <p:cNvPr id="119" name="TextBox 118">
            <a:extLst>
              <a:ext uri="{FF2B5EF4-FFF2-40B4-BE49-F238E27FC236}">
                <a16:creationId xmlns:a16="http://schemas.microsoft.com/office/drawing/2014/main" id="{7764A889-FB26-6C81-A70A-DA59279A7C55}"/>
              </a:ext>
            </a:extLst>
          </p:cNvPr>
          <p:cNvSpPr txBox="1"/>
          <p:nvPr userDrawn="1"/>
        </p:nvSpPr>
        <p:spPr>
          <a:xfrm>
            <a:off x="8922363" y="3831335"/>
            <a:ext cx="294790" cy="146304"/>
          </a:xfrm>
          <a:prstGeom prst="rect">
            <a:avLst/>
          </a:prstGeom>
          <a:noFill/>
        </p:spPr>
        <p:txBody>
          <a:bodyPr wrap="square"/>
          <a:lstStyle/>
          <a:p>
            <a:pPr algn="ctr">
              <a:defRPr sz="600" b="1">
                <a:solidFill>
                  <a:srgbClr val="64748B"/>
                </a:solidFill>
                <a:latin typeface="Calibri"/>
              </a:defRPr>
            </a:pPr>
            <a:r>
              <a:rPr sz="500">
                <a:solidFill>
                  <a:schemeClr val="bg1">
                    <a:lumMod val="85000"/>
                  </a:schemeClr>
                </a:solidFill>
              </a:rPr>
              <a:t>Q2</a:t>
            </a:r>
          </a:p>
        </p:txBody>
      </p:sp>
      <p:sp>
        <p:nvSpPr>
          <p:cNvPr id="120" name="Rounded Rectangle 122">
            <a:extLst>
              <a:ext uri="{FF2B5EF4-FFF2-40B4-BE49-F238E27FC236}">
                <a16:creationId xmlns:a16="http://schemas.microsoft.com/office/drawing/2014/main" id="{D6BF73EB-E10E-7047-FAAB-8F03213414B6}"/>
              </a:ext>
            </a:extLst>
          </p:cNvPr>
          <p:cNvSpPr/>
          <p:nvPr userDrawn="1"/>
        </p:nvSpPr>
        <p:spPr>
          <a:xfrm>
            <a:off x="9150963" y="3822191"/>
            <a:ext cx="294790" cy="164592"/>
          </a:xfrm>
          <a:prstGeom prst="roundRect">
            <a:avLst/>
          </a:prstGeom>
          <a:solidFill>
            <a:srgbClr val="1E293B"/>
          </a:solidFill>
          <a:ln w="3810">
            <a:solidFill>
              <a:srgbClr val="303A4A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sz="500">
              <a:solidFill>
                <a:schemeClr val="bg1">
                  <a:lumMod val="85000"/>
                </a:schemeClr>
              </a:solidFill>
            </a:endParaRPr>
          </a:p>
        </p:txBody>
      </p:sp>
      <p:sp>
        <p:nvSpPr>
          <p:cNvPr id="121" name="TextBox 120">
            <a:extLst>
              <a:ext uri="{FF2B5EF4-FFF2-40B4-BE49-F238E27FC236}">
                <a16:creationId xmlns:a16="http://schemas.microsoft.com/office/drawing/2014/main" id="{837D7018-8AF7-C530-BC05-294EAAB29CE3}"/>
              </a:ext>
            </a:extLst>
          </p:cNvPr>
          <p:cNvSpPr txBox="1"/>
          <p:nvPr userDrawn="1"/>
        </p:nvSpPr>
        <p:spPr>
          <a:xfrm>
            <a:off x="9150963" y="3831335"/>
            <a:ext cx="294790" cy="146304"/>
          </a:xfrm>
          <a:prstGeom prst="rect">
            <a:avLst/>
          </a:prstGeom>
          <a:noFill/>
        </p:spPr>
        <p:txBody>
          <a:bodyPr wrap="square"/>
          <a:lstStyle/>
          <a:p>
            <a:pPr algn="ctr">
              <a:defRPr sz="600" b="1">
                <a:solidFill>
                  <a:srgbClr val="64748B"/>
                </a:solidFill>
                <a:latin typeface="Calibri"/>
              </a:defRPr>
            </a:pPr>
            <a:r>
              <a:rPr sz="500">
                <a:solidFill>
                  <a:schemeClr val="bg1">
                    <a:lumMod val="85000"/>
                  </a:schemeClr>
                </a:solidFill>
              </a:rPr>
              <a:t>Q3</a:t>
            </a:r>
          </a:p>
        </p:txBody>
      </p:sp>
      <p:sp>
        <p:nvSpPr>
          <p:cNvPr id="122" name="Rounded Rectangle 124">
            <a:extLst>
              <a:ext uri="{FF2B5EF4-FFF2-40B4-BE49-F238E27FC236}">
                <a16:creationId xmlns:a16="http://schemas.microsoft.com/office/drawing/2014/main" id="{7159B8AE-93D4-9EB3-4A4A-7B89BDB0DE4C}"/>
              </a:ext>
            </a:extLst>
          </p:cNvPr>
          <p:cNvSpPr/>
          <p:nvPr userDrawn="1"/>
        </p:nvSpPr>
        <p:spPr>
          <a:xfrm>
            <a:off x="9379563" y="3822191"/>
            <a:ext cx="294790" cy="164592"/>
          </a:xfrm>
          <a:prstGeom prst="roundRect">
            <a:avLst/>
          </a:prstGeom>
          <a:solidFill>
            <a:srgbClr val="1E293B"/>
          </a:solidFill>
          <a:ln w="3810">
            <a:solidFill>
              <a:srgbClr val="303A4A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sz="500">
              <a:solidFill>
                <a:schemeClr val="bg1">
                  <a:lumMod val="85000"/>
                </a:schemeClr>
              </a:solidFill>
            </a:endParaRPr>
          </a:p>
        </p:txBody>
      </p:sp>
      <p:sp>
        <p:nvSpPr>
          <p:cNvPr id="123" name="TextBox 122">
            <a:extLst>
              <a:ext uri="{FF2B5EF4-FFF2-40B4-BE49-F238E27FC236}">
                <a16:creationId xmlns:a16="http://schemas.microsoft.com/office/drawing/2014/main" id="{DD5FEFA5-8CCC-DA96-B6AF-CFF54ED4F602}"/>
              </a:ext>
            </a:extLst>
          </p:cNvPr>
          <p:cNvSpPr txBox="1"/>
          <p:nvPr userDrawn="1"/>
        </p:nvSpPr>
        <p:spPr>
          <a:xfrm>
            <a:off x="9379563" y="3831335"/>
            <a:ext cx="294790" cy="146304"/>
          </a:xfrm>
          <a:prstGeom prst="rect">
            <a:avLst/>
          </a:prstGeom>
          <a:noFill/>
        </p:spPr>
        <p:txBody>
          <a:bodyPr wrap="square"/>
          <a:lstStyle/>
          <a:p>
            <a:pPr algn="ctr">
              <a:defRPr sz="600" b="1">
                <a:solidFill>
                  <a:srgbClr val="64748B"/>
                </a:solidFill>
                <a:latin typeface="Calibri"/>
              </a:defRPr>
            </a:pPr>
            <a:r>
              <a:rPr sz="500">
                <a:solidFill>
                  <a:schemeClr val="bg1">
                    <a:lumMod val="85000"/>
                  </a:schemeClr>
                </a:solidFill>
              </a:rPr>
              <a:t>Q4</a:t>
            </a:r>
          </a:p>
        </p:txBody>
      </p:sp>
      <p:sp>
        <p:nvSpPr>
          <p:cNvPr id="124" name="Rounded Rectangle 126">
            <a:extLst>
              <a:ext uri="{FF2B5EF4-FFF2-40B4-BE49-F238E27FC236}">
                <a16:creationId xmlns:a16="http://schemas.microsoft.com/office/drawing/2014/main" id="{EFA3F399-853A-10FA-5343-E37DE7720E08}"/>
              </a:ext>
            </a:extLst>
          </p:cNvPr>
          <p:cNvSpPr/>
          <p:nvPr userDrawn="1"/>
        </p:nvSpPr>
        <p:spPr>
          <a:xfrm>
            <a:off x="9608163" y="3822191"/>
            <a:ext cx="294790" cy="164592"/>
          </a:xfrm>
          <a:prstGeom prst="roundRect">
            <a:avLst/>
          </a:prstGeom>
          <a:solidFill>
            <a:srgbClr val="162032"/>
          </a:solidFill>
          <a:ln w="3810">
            <a:solidFill>
              <a:srgbClr val="303A4A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sz="500">
              <a:solidFill>
                <a:schemeClr val="bg1">
                  <a:lumMod val="85000"/>
                </a:schemeClr>
              </a:solidFill>
            </a:endParaRPr>
          </a:p>
        </p:txBody>
      </p:sp>
      <p:sp>
        <p:nvSpPr>
          <p:cNvPr id="125" name="TextBox 124">
            <a:extLst>
              <a:ext uri="{FF2B5EF4-FFF2-40B4-BE49-F238E27FC236}">
                <a16:creationId xmlns:a16="http://schemas.microsoft.com/office/drawing/2014/main" id="{A00D787E-ED61-986E-7DFC-EF690E4E94B6}"/>
              </a:ext>
            </a:extLst>
          </p:cNvPr>
          <p:cNvSpPr txBox="1"/>
          <p:nvPr userDrawn="1"/>
        </p:nvSpPr>
        <p:spPr>
          <a:xfrm>
            <a:off x="9608163" y="3831335"/>
            <a:ext cx="294790" cy="146304"/>
          </a:xfrm>
          <a:prstGeom prst="rect">
            <a:avLst/>
          </a:prstGeom>
          <a:noFill/>
        </p:spPr>
        <p:txBody>
          <a:bodyPr wrap="square"/>
          <a:lstStyle/>
          <a:p>
            <a:pPr algn="ctr">
              <a:defRPr sz="600" b="1">
                <a:solidFill>
                  <a:srgbClr val="64748B"/>
                </a:solidFill>
                <a:latin typeface="Calibri"/>
              </a:defRPr>
            </a:pPr>
            <a:r>
              <a:rPr sz="500">
                <a:solidFill>
                  <a:schemeClr val="bg1">
                    <a:lumMod val="85000"/>
                  </a:schemeClr>
                </a:solidFill>
              </a:rPr>
              <a:t>Q1</a:t>
            </a:r>
          </a:p>
        </p:txBody>
      </p:sp>
      <p:sp>
        <p:nvSpPr>
          <p:cNvPr id="126" name="Rounded Rectangle 128">
            <a:extLst>
              <a:ext uri="{FF2B5EF4-FFF2-40B4-BE49-F238E27FC236}">
                <a16:creationId xmlns:a16="http://schemas.microsoft.com/office/drawing/2014/main" id="{BA0C1F55-1C01-C8CE-57C1-0856517CE7F1}"/>
              </a:ext>
            </a:extLst>
          </p:cNvPr>
          <p:cNvSpPr/>
          <p:nvPr userDrawn="1"/>
        </p:nvSpPr>
        <p:spPr>
          <a:xfrm>
            <a:off x="9836763" y="3822191"/>
            <a:ext cx="294790" cy="164592"/>
          </a:xfrm>
          <a:prstGeom prst="roundRect">
            <a:avLst/>
          </a:prstGeom>
          <a:solidFill>
            <a:srgbClr val="162032"/>
          </a:solidFill>
          <a:ln w="3810">
            <a:solidFill>
              <a:srgbClr val="303A4A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sz="500">
              <a:solidFill>
                <a:schemeClr val="bg1">
                  <a:lumMod val="85000"/>
                </a:schemeClr>
              </a:solidFill>
            </a:endParaRPr>
          </a:p>
        </p:txBody>
      </p:sp>
      <p:sp>
        <p:nvSpPr>
          <p:cNvPr id="127" name="TextBox 126">
            <a:extLst>
              <a:ext uri="{FF2B5EF4-FFF2-40B4-BE49-F238E27FC236}">
                <a16:creationId xmlns:a16="http://schemas.microsoft.com/office/drawing/2014/main" id="{3BC9594B-4155-01C3-5A29-5AA5308275A4}"/>
              </a:ext>
            </a:extLst>
          </p:cNvPr>
          <p:cNvSpPr txBox="1"/>
          <p:nvPr userDrawn="1"/>
        </p:nvSpPr>
        <p:spPr>
          <a:xfrm>
            <a:off x="9836763" y="3831335"/>
            <a:ext cx="294790" cy="146304"/>
          </a:xfrm>
          <a:prstGeom prst="rect">
            <a:avLst/>
          </a:prstGeom>
          <a:noFill/>
        </p:spPr>
        <p:txBody>
          <a:bodyPr wrap="square"/>
          <a:lstStyle/>
          <a:p>
            <a:pPr algn="ctr">
              <a:defRPr sz="600" b="1">
                <a:solidFill>
                  <a:srgbClr val="64748B"/>
                </a:solidFill>
                <a:latin typeface="Calibri"/>
              </a:defRPr>
            </a:pPr>
            <a:r>
              <a:rPr sz="500">
                <a:solidFill>
                  <a:schemeClr val="bg1">
                    <a:lumMod val="85000"/>
                  </a:schemeClr>
                </a:solidFill>
              </a:rPr>
              <a:t>Q2</a:t>
            </a:r>
          </a:p>
        </p:txBody>
      </p:sp>
      <p:sp>
        <p:nvSpPr>
          <p:cNvPr id="128" name="TextBox 127">
            <a:extLst>
              <a:ext uri="{FF2B5EF4-FFF2-40B4-BE49-F238E27FC236}">
                <a16:creationId xmlns:a16="http://schemas.microsoft.com/office/drawing/2014/main" id="{1D1644FA-A6B6-5315-2998-E82D7B8720B2}"/>
              </a:ext>
            </a:extLst>
          </p:cNvPr>
          <p:cNvSpPr txBox="1"/>
          <p:nvPr userDrawn="1"/>
        </p:nvSpPr>
        <p:spPr>
          <a:xfrm>
            <a:off x="8721707" y="4023359"/>
            <a:ext cx="2009933" cy="109728"/>
          </a:xfrm>
          <a:prstGeom prst="rect">
            <a:avLst/>
          </a:prstGeom>
          <a:noFill/>
        </p:spPr>
        <p:txBody>
          <a:bodyPr wrap="square"/>
          <a:lstStyle/>
          <a:p>
            <a:pPr>
              <a:defRPr sz="550" b="0">
                <a:solidFill>
                  <a:srgbClr val="64748B"/>
                </a:solidFill>
                <a:latin typeface="Calibri"/>
              </a:defRPr>
            </a:pPr>
            <a:r>
              <a:rPr sz="800">
                <a:solidFill>
                  <a:schemeClr val="accent4">
                    <a:lumMod val="50000"/>
                  </a:schemeClr>
                </a:solidFill>
              </a:rPr>
              <a:t>2027 ——— 2028</a:t>
            </a:r>
          </a:p>
        </p:txBody>
      </p:sp>
      <p:sp>
        <p:nvSpPr>
          <p:cNvPr id="129" name="Rounded Rectangle 131">
            <a:extLst>
              <a:ext uri="{FF2B5EF4-FFF2-40B4-BE49-F238E27FC236}">
                <a16:creationId xmlns:a16="http://schemas.microsoft.com/office/drawing/2014/main" id="{F4D7D256-00C5-C008-7257-75BE88B7D6D6}"/>
              </a:ext>
            </a:extLst>
          </p:cNvPr>
          <p:cNvSpPr/>
          <p:nvPr userDrawn="1"/>
        </p:nvSpPr>
        <p:spPr>
          <a:xfrm>
            <a:off x="10341863" y="3822191"/>
            <a:ext cx="640080" cy="201168"/>
          </a:xfrm>
          <a:prstGeom prst="roundRect">
            <a:avLst/>
          </a:prstGeom>
          <a:noFill/>
          <a:ln w="3810">
            <a:solidFill>
              <a:srgbClr val="303A4A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130" name="TextBox 129">
            <a:extLst>
              <a:ext uri="{FF2B5EF4-FFF2-40B4-BE49-F238E27FC236}">
                <a16:creationId xmlns:a16="http://schemas.microsoft.com/office/drawing/2014/main" id="{66FEE827-11EF-4717-0F7A-935E73260E38}"/>
              </a:ext>
            </a:extLst>
          </p:cNvPr>
          <p:cNvSpPr txBox="1"/>
          <p:nvPr userDrawn="1"/>
        </p:nvSpPr>
        <p:spPr>
          <a:xfrm>
            <a:off x="10360152" y="3840479"/>
            <a:ext cx="603504" cy="164592"/>
          </a:xfrm>
          <a:prstGeom prst="rect">
            <a:avLst/>
          </a:prstGeom>
          <a:noFill/>
        </p:spPr>
        <p:txBody>
          <a:bodyPr wrap="square"/>
          <a:lstStyle/>
          <a:p>
            <a:pPr algn="ctr">
              <a:defRPr sz="750" b="1">
                <a:solidFill>
                  <a:srgbClr val="94A3B8"/>
                </a:solidFill>
                <a:latin typeface="Calibri"/>
              </a:defRPr>
            </a:pPr>
            <a:r>
              <a:rPr>
                <a:solidFill>
                  <a:schemeClr val="accent4">
                    <a:lumMod val="50000"/>
                  </a:schemeClr>
                </a:solidFill>
              </a:rPr>
              <a:t>{{tactic_5_priority}}</a:t>
            </a:r>
          </a:p>
        </p:txBody>
      </p:sp>
      <p:sp>
        <p:nvSpPr>
          <p:cNvPr id="131" name="Rectangle 130">
            <a:extLst>
              <a:ext uri="{FF2B5EF4-FFF2-40B4-BE49-F238E27FC236}">
                <a16:creationId xmlns:a16="http://schemas.microsoft.com/office/drawing/2014/main" id="{BAD42DE8-378C-FBD0-CC35-9047B60120DA}"/>
              </a:ext>
            </a:extLst>
          </p:cNvPr>
          <p:cNvSpPr/>
          <p:nvPr userDrawn="1"/>
        </p:nvSpPr>
        <p:spPr>
          <a:xfrm>
            <a:off x="329184" y="4251960"/>
            <a:ext cx="11521440" cy="566928"/>
          </a:xfrm>
          <a:prstGeom prst="rect">
            <a:avLst/>
          </a:prstGeom>
          <a:solidFill>
            <a:srgbClr val="9F8AB8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132" name="Rectangle 131">
            <a:extLst>
              <a:ext uri="{FF2B5EF4-FFF2-40B4-BE49-F238E27FC236}">
                <a16:creationId xmlns:a16="http://schemas.microsoft.com/office/drawing/2014/main" id="{3AE9B652-ACED-C93D-D17B-1AC838C37352}"/>
              </a:ext>
            </a:extLst>
          </p:cNvPr>
          <p:cNvSpPr/>
          <p:nvPr userDrawn="1"/>
        </p:nvSpPr>
        <p:spPr>
          <a:xfrm>
            <a:off x="329184" y="4814316"/>
            <a:ext cx="11521440" cy="4572"/>
          </a:xfrm>
          <a:prstGeom prst="rect">
            <a:avLst/>
          </a:prstGeom>
          <a:solidFill>
            <a:srgbClr val="303A4A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133" name="Rounded Rectangle 135">
            <a:extLst>
              <a:ext uri="{FF2B5EF4-FFF2-40B4-BE49-F238E27FC236}">
                <a16:creationId xmlns:a16="http://schemas.microsoft.com/office/drawing/2014/main" id="{0E74613B-66D4-E3E0-7141-FBD90496B68C}"/>
              </a:ext>
            </a:extLst>
          </p:cNvPr>
          <p:cNvSpPr/>
          <p:nvPr userDrawn="1"/>
        </p:nvSpPr>
        <p:spPr>
          <a:xfrm>
            <a:off x="402336" y="4389120"/>
            <a:ext cx="685800" cy="201168"/>
          </a:xfrm>
          <a:prstGeom prst="roundRect">
            <a:avLst/>
          </a:prstGeom>
          <a:noFill/>
          <a:ln w="5080">
            <a:solidFill>
              <a:srgbClr val="A78BFA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134" name="TextBox 133">
            <a:extLst>
              <a:ext uri="{FF2B5EF4-FFF2-40B4-BE49-F238E27FC236}">
                <a16:creationId xmlns:a16="http://schemas.microsoft.com/office/drawing/2014/main" id="{62119BD3-5224-783E-0FD8-D9516E288C76}"/>
              </a:ext>
            </a:extLst>
          </p:cNvPr>
          <p:cNvSpPr txBox="1"/>
          <p:nvPr userDrawn="1"/>
        </p:nvSpPr>
        <p:spPr>
          <a:xfrm>
            <a:off x="329184" y="4389120"/>
            <a:ext cx="731519" cy="182880"/>
          </a:xfrm>
          <a:prstGeom prst="rect">
            <a:avLst/>
          </a:prstGeom>
          <a:noFill/>
        </p:spPr>
        <p:txBody>
          <a:bodyPr wrap="square"/>
          <a:lstStyle/>
          <a:p>
            <a:pPr algn="ctr">
              <a:defRPr sz="750" b="1">
                <a:solidFill>
                  <a:srgbClr val="A78BFA"/>
                </a:solidFill>
                <a:latin typeface="Calibri"/>
              </a:defRPr>
            </a:pPr>
            <a:r>
              <a:rPr>
                <a:solidFill>
                  <a:schemeClr val="bg1"/>
                </a:solidFill>
              </a:rPr>
              <a:t>{{tactic_6_type}}</a:t>
            </a:r>
          </a:p>
        </p:txBody>
      </p:sp>
      <p:sp>
        <p:nvSpPr>
          <p:cNvPr id="135" name="TextBox 134">
            <a:extLst>
              <a:ext uri="{FF2B5EF4-FFF2-40B4-BE49-F238E27FC236}">
                <a16:creationId xmlns:a16="http://schemas.microsoft.com/office/drawing/2014/main" id="{BACFB190-2745-A3AA-0C1B-F21A78467C70}"/>
              </a:ext>
            </a:extLst>
          </p:cNvPr>
          <p:cNvSpPr txBox="1"/>
          <p:nvPr userDrawn="1"/>
        </p:nvSpPr>
        <p:spPr>
          <a:xfrm>
            <a:off x="1152144" y="4325112"/>
            <a:ext cx="1280160" cy="420623"/>
          </a:xfrm>
          <a:prstGeom prst="rect">
            <a:avLst/>
          </a:prstGeom>
          <a:noFill/>
        </p:spPr>
        <p:txBody>
          <a:bodyPr wrap="square"/>
          <a:lstStyle/>
          <a:p>
            <a:pPr>
              <a:defRPr sz="900" b="1">
                <a:solidFill>
                  <a:srgbClr val="F1F5F9"/>
                </a:solidFill>
                <a:latin typeface="Calibri"/>
              </a:defRPr>
            </a:pPr>
            <a:r>
              <a:t>{{tactic_6_name}}</a:t>
            </a:r>
          </a:p>
        </p:txBody>
      </p:sp>
      <p:sp>
        <p:nvSpPr>
          <p:cNvPr id="136" name="TextBox 135">
            <a:extLst>
              <a:ext uri="{FF2B5EF4-FFF2-40B4-BE49-F238E27FC236}">
                <a16:creationId xmlns:a16="http://schemas.microsoft.com/office/drawing/2014/main" id="{F9A27F30-7476-9F5B-0887-432504D5FE45}"/>
              </a:ext>
            </a:extLst>
          </p:cNvPr>
          <p:cNvSpPr txBox="1"/>
          <p:nvPr userDrawn="1"/>
        </p:nvSpPr>
        <p:spPr>
          <a:xfrm>
            <a:off x="2478024" y="4306824"/>
            <a:ext cx="3246120" cy="457200"/>
          </a:xfrm>
          <a:prstGeom prst="rect">
            <a:avLst/>
          </a:prstGeom>
          <a:noFill/>
        </p:spPr>
        <p:txBody>
          <a:bodyPr wrap="square"/>
          <a:lstStyle/>
          <a:p>
            <a:pPr>
              <a:defRPr sz="800" b="0">
                <a:solidFill>
                  <a:srgbClr val="CBD5E1"/>
                </a:solidFill>
                <a:latin typeface="Calibri"/>
              </a:defRPr>
            </a:pPr>
            <a:r>
              <a:rPr>
                <a:solidFill>
                  <a:schemeClr val="bg1"/>
                </a:solidFill>
              </a:rPr>
              <a:t>{{tactic_6_desc}}</a:t>
            </a:r>
          </a:p>
        </p:txBody>
      </p:sp>
      <p:sp>
        <p:nvSpPr>
          <p:cNvPr id="137" name="TextBox 136">
            <a:extLst>
              <a:ext uri="{FF2B5EF4-FFF2-40B4-BE49-F238E27FC236}">
                <a16:creationId xmlns:a16="http://schemas.microsoft.com/office/drawing/2014/main" id="{5810FC2C-43A0-0205-C65E-987B605DD4BE}"/>
              </a:ext>
            </a:extLst>
          </p:cNvPr>
          <p:cNvSpPr txBox="1"/>
          <p:nvPr userDrawn="1"/>
        </p:nvSpPr>
        <p:spPr>
          <a:xfrm>
            <a:off x="5815584" y="4306824"/>
            <a:ext cx="2880360" cy="457200"/>
          </a:xfrm>
          <a:prstGeom prst="rect">
            <a:avLst/>
          </a:prstGeom>
          <a:noFill/>
        </p:spPr>
        <p:txBody>
          <a:bodyPr wrap="square"/>
          <a:lstStyle/>
          <a:p>
            <a:pPr>
              <a:defRPr sz="800" b="0">
                <a:solidFill>
                  <a:srgbClr val="CBD5E1"/>
                </a:solidFill>
                <a:latin typeface="Calibri"/>
              </a:defRPr>
            </a:pPr>
            <a:r>
              <a:rPr>
                <a:solidFill>
                  <a:schemeClr val="bg1"/>
                </a:solidFill>
              </a:rPr>
              <a:t>{{tactic_6_kpi}}</a:t>
            </a:r>
          </a:p>
        </p:txBody>
      </p:sp>
      <p:sp>
        <p:nvSpPr>
          <p:cNvPr id="138" name="Rounded Rectangle 140">
            <a:extLst>
              <a:ext uri="{FF2B5EF4-FFF2-40B4-BE49-F238E27FC236}">
                <a16:creationId xmlns:a16="http://schemas.microsoft.com/office/drawing/2014/main" id="{22E45CA1-4F27-76BE-63E6-7AB4DB5F84F8}"/>
              </a:ext>
            </a:extLst>
          </p:cNvPr>
          <p:cNvSpPr/>
          <p:nvPr userDrawn="1"/>
        </p:nvSpPr>
        <p:spPr>
          <a:xfrm>
            <a:off x="8693763" y="4389120"/>
            <a:ext cx="294790" cy="164592"/>
          </a:xfrm>
          <a:prstGeom prst="roundRect">
            <a:avLst/>
          </a:prstGeom>
          <a:solidFill>
            <a:srgbClr val="1E293B"/>
          </a:solidFill>
          <a:ln w="3810">
            <a:solidFill>
              <a:srgbClr val="303A4A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sz="500">
              <a:solidFill>
                <a:schemeClr val="bg1">
                  <a:lumMod val="85000"/>
                </a:schemeClr>
              </a:solidFill>
            </a:endParaRPr>
          </a:p>
        </p:txBody>
      </p:sp>
      <p:sp>
        <p:nvSpPr>
          <p:cNvPr id="139" name="TextBox 138">
            <a:extLst>
              <a:ext uri="{FF2B5EF4-FFF2-40B4-BE49-F238E27FC236}">
                <a16:creationId xmlns:a16="http://schemas.microsoft.com/office/drawing/2014/main" id="{91985202-F40F-3203-B380-93C7B7266958}"/>
              </a:ext>
            </a:extLst>
          </p:cNvPr>
          <p:cNvSpPr txBox="1"/>
          <p:nvPr userDrawn="1"/>
        </p:nvSpPr>
        <p:spPr>
          <a:xfrm>
            <a:off x="8693763" y="4398264"/>
            <a:ext cx="294790" cy="146304"/>
          </a:xfrm>
          <a:prstGeom prst="rect">
            <a:avLst/>
          </a:prstGeom>
          <a:noFill/>
        </p:spPr>
        <p:txBody>
          <a:bodyPr wrap="square"/>
          <a:lstStyle/>
          <a:p>
            <a:pPr algn="ctr">
              <a:defRPr sz="600" b="1">
                <a:solidFill>
                  <a:srgbClr val="64748B"/>
                </a:solidFill>
                <a:latin typeface="Calibri"/>
              </a:defRPr>
            </a:pPr>
            <a:r>
              <a:rPr sz="500">
                <a:solidFill>
                  <a:schemeClr val="bg1">
                    <a:lumMod val="85000"/>
                  </a:schemeClr>
                </a:solidFill>
              </a:rPr>
              <a:t>Q1</a:t>
            </a:r>
          </a:p>
        </p:txBody>
      </p:sp>
      <p:sp>
        <p:nvSpPr>
          <p:cNvPr id="140" name="Rounded Rectangle 142">
            <a:extLst>
              <a:ext uri="{FF2B5EF4-FFF2-40B4-BE49-F238E27FC236}">
                <a16:creationId xmlns:a16="http://schemas.microsoft.com/office/drawing/2014/main" id="{50BA78C2-8DF3-6B0A-2B53-7D65998EDD78}"/>
              </a:ext>
            </a:extLst>
          </p:cNvPr>
          <p:cNvSpPr/>
          <p:nvPr userDrawn="1"/>
        </p:nvSpPr>
        <p:spPr>
          <a:xfrm>
            <a:off x="8922363" y="4389120"/>
            <a:ext cx="294790" cy="164592"/>
          </a:xfrm>
          <a:prstGeom prst="roundRect">
            <a:avLst/>
          </a:prstGeom>
          <a:solidFill>
            <a:srgbClr val="1E293B"/>
          </a:solidFill>
          <a:ln w="3810">
            <a:solidFill>
              <a:srgbClr val="303A4A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sz="500">
              <a:solidFill>
                <a:schemeClr val="bg1">
                  <a:lumMod val="85000"/>
                </a:schemeClr>
              </a:solidFill>
            </a:endParaRPr>
          </a:p>
        </p:txBody>
      </p:sp>
      <p:sp>
        <p:nvSpPr>
          <p:cNvPr id="141" name="TextBox 140">
            <a:extLst>
              <a:ext uri="{FF2B5EF4-FFF2-40B4-BE49-F238E27FC236}">
                <a16:creationId xmlns:a16="http://schemas.microsoft.com/office/drawing/2014/main" id="{FA681D71-05A1-2359-6765-2488C480D8F3}"/>
              </a:ext>
            </a:extLst>
          </p:cNvPr>
          <p:cNvSpPr txBox="1"/>
          <p:nvPr userDrawn="1"/>
        </p:nvSpPr>
        <p:spPr>
          <a:xfrm>
            <a:off x="8922363" y="4398264"/>
            <a:ext cx="294790" cy="146304"/>
          </a:xfrm>
          <a:prstGeom prst="rect">
            <a:avLst/>
          </a:prstGeom>
          <a:noFill/>
        </p:spPr>
        <p:txBody>
          <a:bodyPr wrap="square"/>
          <a:lstStyle/>
          <a:p>
            <a:pPr algn="ctr">
              <a:defRPr sz="600" b="1">
                <a:solidFill>
                  <a:srgbClr val="64748B"/>
                </a:solidFill>
                <a:latin typeface="Calibri"/>
              </a:defRPr>
            </a:pPr>
            <a:r>
              <a:rPr sz="500">
                <a:solidFill>
                  <a:schemeClr val="bg1">
                    <a:lumMod val="85000"/>
                  </a:schemeClr>
                </a:solidFill>
              </a:rPr>
              <a:t>Q2</a:t>
            </a:r>
          </a:p>
        </p:txBody>
      </p:sp>
      <p:sp>
        <p:nvSpPr>
          <p:cNvPr id="142" name="Rounded Rectangle 144">
            <a:extLst>
              <a:ext uri="{FF2B5EF4-FFF2-40B4-BE49-F238E27FC236}">
                <a16:creationId xmlns:a16="http://schemas.microsoft.com/office/drawing/2014/main" id="{0D3CBA1E-D31A-F3D9-865B-A42EB3B50DFF}"/>
              </a:ext>
            </a:extLst>
          </p:cNvPr>
          <p:cNvSpPr/>
          <p:nvPr userDrawn="1"/>
        </p:nvSpPr>
        <p:spPr>
          <a:xfrm>
            <a:off x="9150963" y="4389120"/>
            <a:ext cx="294790" cy="164592"/>
          </a:xfrm>
          <a:prstGeom prst="roundRect">
            <a:avLst/>
          </a:prstGeom>
          <a:solidFill>
            <a:srgbClr val="1E293B"/>
          </a:solidFill>
          <a:ln w="3810">
            <a:solidFill>
              <a:srgbClr val="303A4A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sz="500">
              <a:solidFill>
                <a:schemeClr val="bg1">
                  <a:lumMod val="85000"/>
                </a:schemeClr>
              </a:solidFill>
            </a:endParaRPr>
          </a:p>
        </p:txBody>
      </p:sp>
      <p:sp>
        <p:nvSpPr>
          <p:cNvPr id="143" name="TextBox 142">
            <a:extLst>
              <a:ext uri="{FF2B5EF4-FFF2-40B4-BE49-F238E27FC236}">
                <a16:creationId xmlns:a16="http://schemas.microsoft.com/office/drawing/2014/main" id="{EE7DD8DA-7BF9-9316-BDD9-698004A3A5F2}"/>
              </a:ext>
            </a:extLst>
          </p:cNvPr>
          <p:cNvSpPr txBox="1"/>
          <p:nvPr userDrawn="1"/>
        </p:nvSpPr>
        <p:spPr>
          <a:xfrm>
            <a:off x="9150963" y="4398264"/>
            <a:ext cx="294790" cy="146304"/>
          </a:xfrm>
          <a:prstGeom prst="rect">
            <a:avLst/>
          </a:prstGeom>
          <a:noFill/>
        </p:spPr>
        <p:txBody>
          <a:bodyPr wrap="square"/>
          <a:lstStyle/>
          <a:p>
            <a:pPr algn="ctr">
              <a:defRPr sz="600" b="1">
                <a:solidFill>
                  <a:srgbClr val="64748B"/>
                </a:solidFill>
                <a:latin typeface="Calibri"/>
              </a:defRPr>
            </a:pPr>
            <a:r>
              <a:rPr sz="500">
                <a:solidFill>
                  <a:schemeClr val="bg1">
                    <a:lumMod val="85000"/>
                  </a:schemeClr>
                </a:solidFill>
              </a:rPr>
              <a:t>Q3</a:t>
            </a:r>
          </a:p>
        </p:txBody>
      </p:sp>
      <p:sp>
        <p:nvSpPr>
          <p:cNvPr id="144" name="Rounded Rectangle 146">
            <a:extLst>
              <a:ext uri="{FF2B5EF4-FFF2-40B4-BE49-F238E27FC236}">
                <a16:creationId xmlns:a16="http://schemas.microsoft.com/office/drawing/2014/main" id="{478F3EAC-90FC-E94F-0BCB-18F76FEADB2A}"/>
              </a:ext>
            </a:extLst>
          </p:cNvPr>
          <p:cNvSpPr/>
          <p:nvPr userDrawn="1"/>
        </p:nvSpPr>
        <p:spPr>
          <a:xfrm>
            <a:off x="9379563" y="4389120"/>
            <a:ext cx="294790" cy="164592"/>
          </a:xfrm>
          <a:prstGeom prst="roundRect">
            <a:avLst/>
          </a:prstGeom>
          <a:solidFill>
            <a:srgbClr val="1E293B"/>
          </a:solidFill>
          <a:ln w="3810">
            <a:solidFill>
              <a:srgbClr val="303A4A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sz="500">
              <a:solidFill>
                <a:schemeClr val="bg1">
                  <a:lumMod val="85000"/>
                </a:schemeClr>
              </a:solidFill>
            </a:endParaRPr>
          </a:p>
        </p:txBody>
      </p:sp>
      <p:sp>
        <p:nvSpPr>
          <p:cNvPr id="145" name="TextBox 144">
            <a:extLst>
              <a:ext uri="{FF2B5EF4-FFF2-40B4-BE49-F238E27FC236}">
                <a16:creationId xmlns:a16="http://schemas.microsoft.com/office/drawing/2014/main" id="{F3A81B81-4842-42A5-B3C9-BF5017456074}"/>
              </a:ext>
            </a:extLst>
          </p:cNvPr>
          <p:cNvSpPr txBox="1"/>
          <p:nvPr userDrawn="1"/>
        </p:nvSpPr>
        <p:spPr>
          <a:xfrm>
            <a:off x="9379563" y="4398264"/>
            <a:ext cx="294790" cy="146304"/>
          </a:xfrm>
          <a:prstGeom prst="rect">
            <a:avLst/>
          </a:prstGeom>
          <a:noFill/>
        </p:spPr>
        <p:txBody>
          <a:bodyPr wrap="square"/>
          <a:lstStyle/>
          <a:p>
            <a:pPr algn="ctr">
              <a:defRPr sz="600" b="1">
                <a:solidFill>
                  <a:srgbClr val="64748B"/>
                </a:solidFill>
                <a:latin typeface="Calibri"/>
              </a:defRPr>
            </a:pPr>
            <a:r>
              <a:rPr sz="500">
                <a:solidFill>
                  <a:schemeClr val="bg1">
                    <a:lumMod val="85000"/>
                  </a:schemeClr>
                </a:solidFill>
              </a:rPr>
              <a:t>Q4</a:t>
            </a:r>
          </a:p>
        </p:txBody>
      </p:sp>
      <p:sp>
        <p:nvSpPr>
          <p:cNvPr id="146" name="Rounded Rectangle 148">
            <a:extLst>
              <a:ext uri="{FF2B5EF4-FFF2-40B4-BE49-F238E27FC236}">
                <a16:creationId xmlns:a16="http://schemas.microsoft.com/office/drawing/2014/main" id="{52908DDB-10AD-6228-A24E-6A84374518BF}"/>
              </a:ext>
            </a:extLst>
          </p:cNvPr>
          <p:cNvSpPr/>
          <p:nvPr userDrawn="1"/>
        </p:nvSpPr>
        <p:spPr>
          <a:xfrm>
            <a:off x="9608163" y="4389120"/>
            <a:ext cx="294790" cy="164592"/>
          </a:xfrm>
          <a:prstGeom prst="roundRect">
            <a:avLst/>
          </a:prstGeom>
          <a:solidFill>
            <a:srgbClr val="162032"/>
          </a:solidFill>
          <a:ln w="3810">
            <a:solidFill>
              <a:srgbClr val="303A4A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sz="500">
              <a:solidFill>
                <a:schemeClr val="bg1">
                  <a:lumMod val="85000"/>
                </a:schemeClr>
              </a:solidFill>
            </a:endParaRPr>
          </a:p>
        </p:txBody>
      </p:sp>
      <p:sp>
        <p:nvSpPr>
          <p:cNvPr id="147" name="TextBox 146">
            <a:extLst>
              <a:ext uri="{FF2B5EF4-FFF2-40B4-BE49-F238E27FC236}">
                <a16:creationId xmlns:a16="http://schemas.microsoft.com/office/drawing/2014/main" id="{A16D817B-0F6E-CFA4-782D-A91B1B5CD549}"/>
              </a:ext>
            </a:extLst>
          </p:cNvPr>
          <p:cNvSpPr txBox="1"/>
          <p:nvPr userDrawn="1"/>
        </p:nvSpPr>
        <p:spPr>
          <a:xfrm>
            <a:off x="9608163" y="4398264"/>
            <a:ext cx="294790" cy="146304"/>
          </a:xfrm>
          <a:prstGeom prst="rect">
            <a:avLst/>
          </a:prstGeom>
          <a:noFill/>
        </p:spPr>
        <p:txBody>
          <a:bodyPr wrap="square"/>
          <a:lstStyle/>
          <a:p>
            <a:pPr algn="ctr">
              <a:defRPr sz="600" b="1">
                <a:solidFill>
                  <a:srgbClr val="64748B"/>
                </a:solidFill>
                <a:latin typeface="Calibri"/>
              </a:defRPr>
            </a:pPr>
            <a:r>
              <a:rPr sz="500">
                <a:solidFill>
                  <a:schemeClr val="bg1">
                    <a:lumMod val="85000"/>
                  </a:schemeClr>
                </a:solidFill>
              </a:rPr>
              <a:t>Q1</a:t>
            </a:r>
          </a:p>
        </p:txBody>
      </p:sp>
      <p:sp>
        <p:nvSpPr>
          <p:cNvPr id="148" name="Rounded Rectangle 150">
            <a:extLst>
              <a:ext uri="{FF2B5EF4-FFF2-40B4-BE49-F238E27FC236}">
                <a16:creationId xmlns:a16="http://schemas.microsoft.com/office/drawing/2014/main" id="{87936644-5E59-9E9A-F3F5-2DC939C720C8}"/>
              </a:ext>
            </a:extLst>
          </p:cNvPr>
          <p:cNvSpPr/>
          <p:nvPr userDrawn="1"/>
        </p:nvSpPr>
        <p:spPr>
          <a:xfrm>
            <a:off x="9836763" y="4389120"/>
            <a:ext cx="294790" cy="164592"/>
          </a:xfrm>
          <a:prstGeom prst="roundRect">
            <a:avLst/>
          </a:prstGeom>
          <a:solidFill>
            <a:srgbClr val="162032"/>
          </a:solidFill>
          <a:ln w="3810">
            <a:solidFill>
              <a:srgbClr val="303A4A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sz="500">
              <a:solidFill>
                <a:schemeClr val="bg1">
                  <a:lumMod val="85000"/>
                </a:schemeClr>
              </a:solidFill>
            </a:endParaRPr>
          </a:p>
        </p:txBody>
      </p:sp>
      <p:sp>
        <p:nvSpPr>
          <p:cNvPr id="149" name="TextBox 148">
            <a:extLst>
              <a:ext uri="{FF2B5EF4-FFF2-40B4-BE49-F238E27FC236}">
                <a16:creationId xmlns:a16="http://schemas.microsoft.com/office/drawing/2014/main" id="{A2E6E111-CEE5-C0B1-5A32-9A7D3E333386}"/>
              </a:ext>
            </a:extLst>
          </p:cNvPr>
          <p:cNvSpPr txBox="1"/>
          <p:nvPr userDrawn="1"/>
        </p:nvSpPr>
        <p:spPr>
          <a:xfrm>
            <a:off x="9836763" y="4398264"/>
            <a:ext cx="294790" cy="146304"/>
          </a:xfrm>
          <a:prstGeom prst="rect">
            <a:avLst/>
          </a:prstGeom>
          <a:noFill/>
        </p:spPr>
        <p:txBody>
          <a:bodyPr wrap="square"/>
          <a:lstStyle/>
          <a:p>
            <a:pPr algn="ctr">
              <a:defRPr sz="600" b="1">
                <a:solidFill>
                  <a:srgbClr val="64748B"/>
                </a:solidFill>
                <a:latin typeface="Calibri"/>
              </a:defRPr>
            </a:pPr>
            <a:r>
              <a:rPr sz="500">
                <a:solidFill>
                  <a:schemeClr val="bg1">
                    <a:lumMod val="85000"/>
                  </a:schemeClr>
                </a:solidFill>
              </a:rPr>
              <a:t>Q2</a:t>
            </a:r>
          </a:p>
        </p:txBody>
      </p:sp>
      <p:sp>
        <p:nvSpPr>
          <p:cNvPr id="150" name="TextBox 149">
            <a:extLst>
              <a:ext uri="{FF2B5EF4-FFF2-40B4-BE49-F238E27FC236}">
                <a16:creationId xmlns:a16="http://schemas.microsoft.com/office/drawing/2014/main" id="{100904FF-BD81-CD40-3816-962C7FCD52CE}"/>
              </a:ext>
            </a:extLst>
          </p:cNvPr>
          <p:cNvSpPr txBox="1"/>
          <p:nvPr userDrawn="1"/>
        </p:nvSpPr>
        <p:spPr>
          <a:xfrm>
            <a:off x="8721707" y="4590288"/>
            <a:ext cx="2009933" cy="109728"/>
          </a:xfrm>
          <a:prstGeom prst="rect">
            <a:avLst/>
          </a:prstGeom>
          <a:noFill/>
        </p:spPr>
        <p:txBody>
          <a:bodyPr wrap="square"/>
          <a:lstStyle/>
          <a:p>
            <a:pPr>
              <a:defRPr sz="550" b="0">
                <a:solidFill>
                  <a:srgbClr val="64748B"/>
                </a:solidFill>
                <a:latin typeface="Calibri"/>
              </a:defRPr>
            </a:pPr>
            <a:r>
              <a:rPr sz="800">
                <a:solidFill>
                  <a:schemeClr val="bg1"/>
                </a:solidFill>
              </a:rPr>
              <a:t>2027 ——— 2028</a:t>
            </a:r>
          </a:p>
        </p:txBody>
      </p:sp>
      <p:sp>
        <p:nvSpPr>
          <p:cNvPr id="151" name="Rounded Rectangle 153">
            <a:extLst>
              <a:ext uri="{FF2B5EF4-FFF2-40B4-BE49-F238E27FC236}">
                <a16:creationId xmlns:a16="http://schemas.microsoft.com/office/drawing/2014/main" id="{09423677-934B-7D62-FC2F-739D917C1977}"/>
              </a:ext>
            </a:extLst>
          </p:cNvPr>
          <p:cNvSpPr/>
          <p:nvPr userDrawn="1"/>
        </p:nvSpPr>
        <p:spPr>
          <a:xfrm>
            <a:off x="10341863" y="4389120"/>
            <a:ext cx="640080" cy="201168"/>
          </a:xfrm>
          <a:prstGeom prst="roundRect">
            <a:avLst/>
          </a:prstGeom>
          <a:noFill/>
          <a:ln w="3810">
            <a:solidFill>
              <a:srgbClr val="303A4A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152" name="TextBox 151">
            <a:extLst>
              <a:ext uri="{FF2B5EF4-FFF2-40B4-BE49-F238E27FC236}">
                <a16:creationId xmlns:a16="http://schemas.microsoft.com/office/drawing/2014/main" id="{AED8D6E9-9254-1785-1A4A-B4A8DA016F3A}"/>
              </a:ext>
            </a:extLst>
          </p:cNvPr>
          <p:cNvSpPr txBox="1"/>
          <p:nvPr userDrawn="1"/>
        </p:nvSpPr>
        <p:spPr>
          <a:xfrm>
            <a:off x="10360152" y="4407408"/>
            <a:ext cx="603504" cy="164592"/>
          </a:xfrm>
          <a:prstGeom prst="rect">
            <a:avLst/>
          </a:prstGeom>
          <a:noFill/>
        </p:spPr>
        <p:txBody>
          <a:bodyPr wrap="square"/>
          <a:lstStyle/>
          <a:p>
            <a:pPr algn="ctr">
              <a:defRPr sz="750" b="1">
                <a:solidFill>
                  <a:srgbClr val="94A3B8"/>
                </a:solidFill>
                <a:latin typeface="Calibri"/>
              </a:defRPr>
            </a:pPr>
            <a:r>
              <a:rPr>
                <a:solidFill>
                  <a:schemeClr val="bg1"/>
                </a:solidFill>
              </a:rPr>
              <a:t>{{tactic_6_priority}}</a:t>
            </a:r>
          </a:p>
        </p:txBody>
      </p:sp>
      <p:sp>
        <p:nvSpPr>
          <p:cNvPr id="153" name="Rectangle 152">
            <a:extLst>
              <a:ext uri="{FF2B5EF4-FFF2-40B4-BE49-F238E27FC236}">
                <a16:creationId xmlns:a16="http://schemas.microsoft.com/office/drawing/2014/main" id="{0F41D775-D610-55EE-8402-AA72E41FFEED}"/>
              </a:ext>
            </a:extLst>
          </p:cNvPr>
          <p:cNvSpPr/>
          <p:nvPr userDrawn="1"/>
        </p:nvSpPr>
        <p:spPr>
          <a:xfrm>
            <a:off x="329184" y="4818888"/>
            <a:ext cx="11521440" cy="566928"/>
          </a:xfrm>
          <a:prstGeom prst="rect">
            <a:avLst/>
          </a:prstGeom>
          <a:solidFill>
            <a:schemeClr val="bg1">
              <a:lumMod val="95000"/>
            </a:schemeClr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154" name="Rectangle 153">
            <a:extLst>
              <a:ext uri="{FF2B5EF4-FFF2-40B4-BE49-F238E27FC236}">
                <a16:creationId xmlns:a16="http://schemas.microsoft.com/office/drawing/2014/main" id="{9EEF52BC-6FD3-6284-90E6-947D857D66AB}"/>
              </a:ext>
            </a:extLst>
          </p:cNvPr>
          <p:cNvSpPr/>
          <p:nvPr userDrawn="1"/>
        </p:nvSpPr>
        <p:spPr>
          <a:xfrm>
            <a:off x="329184" y="5381244"/>
            <a:ext cx="11521440" cy="4572"/>
          </a:xfrm>
          <a:prstGeom prst="rect">
            <a:avLst/>
          </a:prstGeom>
          <a:solidFill>
            <a:srgbClr val="303A4A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155" name="Rounded Rectangle 157">
            <a:extLst>
              <a:ext uri="{FF2B5EF4-FFF2-40B4-BE49-F238E27FC236}">
                <a16:creationId xmlns:a16="http://schemas.microsoft.com/office/drawing/2014/main" id="{B06D8F30-3B13-1B8B-A3A1-ECBE67D5A082}"/>
              </a:ext>
            </a:extLst>
          </p:cNvPr>
          <p:cNvSpPr/>
          <p:nvPr userDrawn="1"/>
        </p:nvSpPr>
        <p:spPr>
          <a:xfrm>
            <a:off x="402336" y="4956048"/>
            <a:ext cx="685800" cy="201168"/>
          </a:xfrm>
          <a:prstGeom prst="roundRect">
            <a:avLst/>
          </a:prstGeom>
          <a:noFill/>
          <a:ln w="5080">
            <a:solidFill>
              <a:srgbClr val="A78BFA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156" name="TextBox 155">
            <a:extLst>
              <a:ext uri="{FF2B5EF4-FFF2-40B4-BE49-F238E27FC236}">
                <a16:creationId xmlns:a16="http://schemas.microsoft.com/office/drawing/2014/main" id="{B68C4B47-0D8D-F0F8-B1CC-6BD0902A65B9}"/>
              </a:ext>
            </a:extLst>
          </p:cNvPr>
          <p:cNvSpPr txBox="1"/>
          <p:nvPr userDrawn="1"/>
        </p:nvSpPr>
        <p:spPr>
          <a:xfrm>
            <a:off x="329184" y="4956048"/>
            <a:ext cx="731519" cy="182880"/>
          </a:xfrm>
          <a:prstGeom prst="rect">
            <a:avLst/>
          </a:prstGeom>
          <a:noFill/>
        </p:spPr>
        <p:txBody>
          <a:bodyPr wrap="square"/>
          <a:lstStyle/>
          <a:p>
            <a:pPr algn="ctr">
              <a:defRPr sz="750" b="1">
                <a:solidFill>
                  <a:srgbClr val="A78BFA"/>
                </a:solidFill>
                <a:latin typeface="Calibri"/>
              </a:defRPr>
            </a:pPr>
            <a:r>
              <a:rPr>
                <a:solidFill>
                  <a:schemeClr val="accent4">
                    <a:lumMod val="75000"/>
                  </a:schemeClr>
                </a:solidFill>
              </a:rPr>
              <a:t>{{tactic_7_type}}</a:t>
            </a:r>
          </a:p>
        </p:txBody>
      </p:sp>
      <p:sp>
        <p:nvSpPr>
          <p:cNvPr id="157" name="TextBox 156">
            <a:extLst>
              <a:ext uri="{FF2B5EF4-FFF2-40B4-BE49-F238E27FC236}">
                <a16:creationId xmlns:a16="http://schemas.microsoft.com/office/drawing/2014/main" id="{877C5EF6-6528-D2FF-A1E0-2BF6F86504C3}"/>
              </a:ext>
            </a:extLst>
          </p:cNvPr>
          <p:cNvSpPr txBox="1"/>
          <p:nvPr userDrawn="1"/>
        </p:nvSpPr>
        <p:spPr>
          <a:xfrm>
            <a:off x="1152144" y="4892040"/>
            <a:ext cx="1280160" cy="420623"/>
          </a:xfrm>
          <a:prstGeom prst="rect">
            <a:avLst/>
          </a:prstGeom>
          <a:noFill/>
        </p:spPr>
        <p:txBody>
          <a:bodyPr wrap="square"/>
          <a:lstStyle/>
          <a:p>
            <a:pPr>
              <a:defRPr sz="900" b="1">
                <a:solidFill>
                  <a:srgbClr val="F1F5F9"/>
                </a:solidFill>
                <a:latin typeface="Calibri"/>
              </a:defRPr>
            </a:pPr>
            <a:r>
              <a:rPr>
                <a:solidFill>
                  <a:schemeClr val="accent4">
                    <a:lumMod val="75000"/>
                  </a:schemeClr>
                </a:solidFill>
              </a:rPr>
              <a:t>{{tactic_7_name}}</a:t>
            </a:r>
          </a:p>
        </p:txBody>
      </p:sp>
      <p:sp>
        <p:nvSpPr>
          <p:cNvPr id="158" name="TextBox 157">
            <a:extLst>
              <a:ext uri="{FF2B5EF4-FFF2-40B4-BE49-F238E27FC236}">
                <a16:creationId xmlns:a16="http://schemas.microsoft.com/office/drawing/2014/main" id="{D0E11E34-2D31-A7AB-35BD-DD4E458136A3}"/>
              </a:ext>
            </a:extLst>
          </p:cNvPr>
          <p:cNvSpPr txBox="1"/>
          <p:nvPr userDrawn="1"/>
        </p:nvSpPr>
        <p:spPr>
          <a:xfrm>
            <a:off x="2478024" y="4873751"/>
            <a:ext cx="3246120" cy="457200"/>
          </a:xfrm>
          <a:prstGeom prst="rect">
            <a:avLst/>
          </a:prstGeom>
          <a:noFill/>
        </p:spPr>
        <p:txBody>
          <a:bodyPr wrap="square"/>
          <a:lstStyle/>
          <a:p>
            <a:pPr>
              <a:defRPr sz="800" b="0">
                <a:solidFill>
                  <a:srgbClr val="CBD5E1"/>
                </a:solidFill>
                <a:latin typeface="Calibri"/>
              </a:defRPr>
            </a:pPr>
            <a:r>
              <a:rPr>
                <a:solidFill>
                  <a:schemeClr val="accent4">
                    <a:lumMod val="50000"/>
                  </a:schemeClr>
                </a:solidFill>
              </a:rPr>
              <a:t>{{tactic_7_desc}}</a:t>
            </a:r>
          </a:p>
        </p:txBody>
      </p:sp>
      <p:sp>
        <p:nvSpPr>
          <p:cNvPr id="159" name="TextBox 158">
            <a:extLst>
              <a:ext uri="{FF2B5EF4-FFF2-40B4-BE49-F238E27FC236}">
                <a16:creationId xmlns:a16="http://schemas.microsoft.com/office/drawing/2014/main" id="{6AA983E6-D5FC-DF00-F542-1DACC424C2D3}"/>
              </a:ext>
            </a:extLst>
          </p:cNvPr>
          <p:cNvSpPr txBox="1"/>
          <p:nvPr userDrawn="1"/>
        </p:nvSpPr>
        <p:spPr>
          <a:xfrm>
            <a:off x="5815584" y="4873751"/>
            <a:ext cx="2880360" cy="457200"/>
          </a:xfrm>
          <a:prstGeom prst="rect">
            <a:avLst/>
          </a:prstGeom>
          <a:noFill/>
        </p:spPr>
        <p:txBody>
          <a:bodyPr wrap="square"/>
          <a:lstStyle/>
          <a:p>
            <a:pPr>
              <a:defRPr sz="800" b="0">
                <a:solidFill>
                  <a:srgbClr val="CBD5E1"/>
                </a:solidFill>
                <a:latin typeface="Calibri"/>
              </a:defRPr>
            </a:pPr>
            <a:r>
              <a:rPr>
                <a:solidFill>
                  <a:schemeClr val="accent4">
                    <a:lumMod val="50000"/>
                  </a:schemeClr>
                </a:solidFill>
              </a:rPr>
              <a:t>{{tactic_7_kpi}}</a:t>
            </a:r>
          </a:p>
        </p:txBody>
      </p:sp>
      <p:sp>
        <p:nvSpPr>
          <p:cNvPr id="160" name="Rounded Rectangle 162">
            <a:extLst>
              <a:ext uri="{FF2B5EF4-FFF2-40B4-BE49-F238E27FC236}">
                <a16:creationId xmlns:a16="http://schemas.microsoft.com/office/drawing/2014/main" id="{31658558-158C-1A04-79BB-4237966EC105}"/>
              </a:ext>
            </a:extLst>
          </p:cNvPr>
          <p:cNvSpPr/>
          <p:nvPr userDrawn="1"/>
        </p:nvSpPr>
        <p:spPr>
          <a:xfrm>
            <a:off x="8693763" y="4956048"/>
            <a:ext cx="294790" cy="164592"/>
          </a:xfrm>
          <a:prstGeom prst="roundRect">
            <a:avLst/>
          </a:prstGeom>
          <a:solidFill>
            <a:srgbClr val="1E293B"/>
          </a:solidFill>
          <a:ln w="3810">
            <a:solidFill>
              <a:srgbClr val="303A4A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sz="500">
              <a:solidFill>
                <a:schemeClr val="bg1">
                  <a:lumMod val="85000"/>
                </a:schemeClr>
              </a:solidFill>
            </a:endParaRPr>
          </a:p>
        </p:txBody>
      </p:sp>
      <p:sp>
        <p:nvSpPr>
          <p:cNvPr id="161" name="TextBox 160">
            <a:extLst>
              <a:ext uri="{FF2B5EF4-FFF2-40B4-BE49-F238E27FC236}">
                <a16:creationId xmlns:a16="http://schemas.microsoft.com/office/drawing/2014/main" id="{16CB696F-2C1F-2A62-2778-DA3BF9D530F2}"/>
              </a:ext>
            </a:extLst>
          </p:cNvPr>
          <p:cNvSpPr txBox="1"/>
          <p:nvPr userDrawn="1"/>
        </p:nvSpPr>
        <p:spPr>
          <a:xfrm>
            <a:off x="8693763" y="4965192"/>
            <a:ext cx="294790" cy="146304"/>
          </a:xfrm>
          <a:prstGeom prst="rect">
            <a:avLst/>
          </a:prstGeom>
          <a:noFill/>
        </p:spPr>
        <p:txBody>
          <a:bodyPr wrap="square"/>
          <a:lstStyle/>
          <a:p>
            <a:pPr algn="ctr">
              <a:defRPr sz="600" b="1">
                <a:solidFill>
                  <a:srgbClr val="64748B"/>
                </a:solidFill>
                <a:latin typeface="Calibri"/>
              </a:defRPr>
            </a:pPr>
            <a:r>
              <a:rPr sz="500">
                <a:solidFill>
                  <a:schemeClr val="bg1">
                    <a:lumMod val="85000"/>
                  </a:schemeClr>
                </a:solidFill>
              </a:rPr>
              <a:t>Q1</a:t>
            </a:r>
          </a:p>
        </p:txBody>
      </p:sp>
      <p:sp>
        <p:nvSpPr>
          <p:cNvPr id="162" name="Rounded Rectangle 164">
            <a:extLst>
              <a:ext uri="{FF2B5EF4-FFF2-40B4-BE49-F238E27FC236}">
                <a16:creationId xmlns:a16="http://schemas.microsoft.com/office/drawing/2014/main" id="{87BBECA9-3816-B716-B657-9C46ED148F2A}"/>
              </a:ext>
            </a:extLst>
          </p:cNvPr>
          <p:cNvSpPr/>
          <p:nvPr userDrawn="1"/>
        </p:nvSpPr>
        <p:spPr>
          <a:xfrm>
            <a:off x="8922363" y="4956048"/>
            <a:ext cx="294790" cy="164592"/>
          </a:xfrm>
          <a:prstGeom prst="roundRect">
            <a:avLst/>
          </a:prstGeom>
          <a:solidFill>
            <a:srgbClr val="1E293B"/>
          </a:solidFill>
          <a:ln w="3810">
            <a:solidFill>
              <a:srgbClr val="303A4A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sz="500">
              <a:solidFill>
                <a:schemeClr val="bg1">
                  <a:lumMod val="85000"/>
                </a:schemeClr>
              </a:solidFill>
            </a:endParaRPr>
          </a:p>
        </p:txBody>
      </p:sp>
      <p:sp>
        <p:nvSpPr>
          <p:cNvPr id="163" name="TextBox 162">
            <a:extLst>
              <a:ext uri="{FF2B5EF4-FFF2-40B4-BE49-F238E27FC236}">
                <a16:creationId xmlns:a16="http://schemas.microsoft.com/office/drawing/2014/main" id="{A223294C-B0C9-BCF0-8A93-C94ADF816C54}"/>
              </a:ext>
            </a:extLst>
          </p:cNvPr>
          <p:cNvSpPr txBox="1"/>
          <p:nvPr userDrawn="1"/>
        </p:nvSpPr>
        <p:spPr>
          <a:xfrm>
            <a:off x="8922363" y="4965192"/>
            <a:ext cx="294790" cy="146304"/>
          </a:xfrm>
          <a:prstGeom prst="rect">
            <a:avLst/>
          </a:prstGeom>
          <a:noFill/>
        </p:spPr>
        <p:txBody>
          <a:bodyPr wrap="square"/>
          <a:lstStyle/>
          <a:p>
            <a:pPr algn="ctr">
              <a:defRPr sz="600" b="1">
                <a:solidFill>
                  <a:srgbClr val="64748B"/>
                </a:solidFill>
                <a:latin typeface="Calibri"/>
              </a:defRPr>
            </a:pPr>
            <a:r>
              <a:rPr sz="500">
                <a:solidFill>
                  <a:schemeClr val="bg1">
                    <a:lumMod val="85000"/>
                  </a:schemeClr>
                </a:solidFill>
              </a:rPr>
              <a:t>Q2</a:t>
            </a:r>
          </a:p>
        </p:txBody>
      </p:sp>
      <p:sp>
        <p:nvSpPr>
          <p:cNvPr id="164" name="Rounded Rectangle 166">
            <a:extLst>
              <a:ext uri="{FF2B5EF4-FFF2-40B4-BE49-F238E27FC236}">
                <a16:creationId xmlns:a16="http://schemas.microsoft.com/office/drawing/2014/main" id="{94E004A1-1E1C-D5B9-9C4B-BBE663B3A227}"/>
              </a:ext>
            </a:extLst>
          </p:cNvPr>
          <p:cNvSpPr/>
          <p:nvPr userDrawn="1"/>
        </p:nvSpPr>
        <p:spPr>
          <a:xfrm>
            <a:off x="9150963" y="4956048"/>
            <a:ext cx="294790" cy="164592"/>
          </a:xfrm>
          <a:prstGeom prst="roundRect">
            <a:avLst/>
          </a:prstGeom>
          <a:solidFill>
            <a:srgbClr val="1E293B"/>
          </a:solidFill>
          <a:ln w="3810">
            <a:solidFill>
              <a:srgbClr val="303A4A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sz="500">
              <a:solidFill>
                <a:schemeClr val="bg1">
                  <a:lumMod val="85000"/>
                </a:schemeClr>
              </a:solidFill>
            </a:endParaRPr>
          </a:p>
        </p:txBody>
      </p:sp>
      <p:sp>
        <p:nvSpPr>
          <p:cNvPr id="165" name="TextBox 164">
            <a:extLst>
              <a:ext uri="{FF2B5EF4-FFF2-40B4-BE49-F238E27FC236}">
                <a16:creationId xmlns:a16="http://schemas.microsoft.com/office/drawing/2014/main" id="{6E998A6B-F922-62B1-487C-BE1CB238D90D}"/>
              </a:ext>
            </a:extLst>
          </p:cNvPr>
          <p:cNvSpPr txBox="1"/>
          <p:nvPr userDrawn="1"/>
        </p:nvSpPr>
        <p:spPr>
          <a:xfrm>
            <a:off x="9150963" y="4965192"/>
            <a:ext cx="294790" cy="146304"/>
          </a:xfrm>
          <a:prstGeom prst="rect">
            <a:avLst/>
          </a:prstGeom>
          <a:noFill/>
        </p:spPr>
        <p:txBody>
          <a:bodyPr wrap="square"/>
          <a:lstStyle/>
          <a:p>
            <a:pPr algn="ctr">
              <a:defRPr sz="600" b="1">
                <a:solidFill>
                  <a:srgbClr val="64748B"/>
                </a:solidFill>
                <a:latin typeface="Calibri"/>
              </a:defRPr>
            </a:pPr>
            <a:r>
              <a:rPr sz="500">
                <a:solidFill>
                  <a:schemeClr val="bg1">
                    <a:lumMod val="85000"/>
                  </a:schemeClr>
                </a:solidFill>
              </a:rPr>
              <a:t>Q3</a:t>
            </a:r>
          </a:p>
        </p:txBody>
      </p:sp>
      <p:sp>
        <p:nvSpPr>
          <p:cNvPr id="166" name="Rounded Rectangle 168">
            <a:extLst>
              <a:ext uri="{FF2B5EF4-FFF2-40B4-BE49-F238E27FC236}">
                <a16:creationId xmlns:a16="http://schemas.microsoft.com/office/drawing/2014/main" id="{B5463371-24BB-54E5-46AA-0E1144D76CE9}"/>
              </a:ext>
            </a:extLst>
          </p:cNvPr>
          <p:cNvSpPr/>
          <p:nvPr userDrawn="1"/>
        </p:nvSpPr>
        <p:spPr>
          <a:xfrm>
            <a:off x="9379563" y="4956048"/>
            <a:ext cx="294790" cy="164592"/>
          </a:xfrm>
          <a:prstGeom prst="roundRect">
            <a:avLst/>
          </a:prstGeom>
          <a:solidFill>
            <a:srgbClr val="1E293B"/>
          </a:solidFill>
          <a:ln w="3810">
            <a:solidFill>
              <a:srgbClr val="303A4A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sz="500">
              <a:solidFill>
                <a:schemeClr val="bg1">
                  <a:lumMod val="85000"/>
                </a:schemeClr>
              </a:solidFill>
            </a:endParaRPr>
          </a:p>
        </p:txBody>
      </p:sp>
      <p:sp>
        <p:nvSpPr>
          <p:cNvPr id="167" name="TextBox 166">
            <a:extLst>
              <a:ext uri="{FF2B5EF4-FFF2-40B4-BE49-F238E27FC236}">
                <a16:creationId xmlns:a16="http://schemas.microsoft.com/office/drawing/2014/main" id="{81E4FF46-C248-55EC-33A3-225A976F3E0E}"/>
              </a:ext>
            </a:extLst>
          </p:cNvPr>
          <p:cNvSpPr txBox="1"/>
          <p:nvPr userDrawn="1"/>
        </p:nvSpPr>
        <p:spPr>
          <a:xfrm>
            <a:off x="9379563" y="4965192"/>
            <a:ext cx="294790" cy="146304"/>
          </a:xfrm>
          <a:prstGeom prst="rect">
            <a:avLst/>
          </a:prstGeom>
          <a:noFill/>
        </p:spPr>
        <p:txBody>
          <a:bodyPr wrap="square"/>
          <a:lstStyle/>
          <a:p>
            <a:pPr algn="ctr">
              <a:defRPr sz="600" b="1">
                <a:solidFill>
                  <a:srgbClr val="64748B"/>
                </a:solidFill>
                <a:latin typeface="Calibri"/>
              </a:defRPr>
            </a:pPr>
            <a:r>
              <a:rPr sz="500">
                <a:solidFill>
                  <a:schemeClr val="bg1">
                    <a:lumMod val="85000"/>
                  </a:schemeClr>
                </a:solidFill>
              </a:rPr>
              <a:t>Q4</a:t>
            </a:r>
          </a:p>
        </p:txBody>
      </p:sp>
      <p:sp>
        <p:nvSpPr>
          <p:cNvPr id="168" name="Rounded Rectangle 170">
            <a:extLst>
              <a:ext uri="{FF2B5EF4-FFF2-40B4-BE49-F238E27FC236}">
                <a16:creationId xmlns:a16="http://schemas.microsoft.com/office/drawing/2014/main" id="{B20E9C6B-7DF5-CE9E-0269-60233B2F6D8F}"/>
              </a:ext>
            </a:extLst>
          </p:cNvPr>
          <p:cNvSpPr/>
          <p:nvPr userDrawn="1"/>
        </p:nvSpPr>
        <p:spPr>
          <a:xfrm>
            <a:off x="9608163" y="4956048"/>
            <a:ext cx="294790" cy="164592"/>
          </a:xfrm>
          <a:prstGeom prst="roundRect">
            <a:avLst/>
          </a:prstGeom>
          <a:solidFill>
            <a:srgbClr val="162032"/>
          </a:solidFill>
          <a:ln w="3810">
            <a:solidFill>
              <a:srgbClr val="303A4A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sz="500">
              <a:solidFill>
                <a:schemeClr val="bg1">
                  <a:lumMod val="85000"/>
                </a:schemeClr>
              </a:solidFill>
            </a:endParaRPr>
          </a:p>
        </p:txBody>
      </p:sp>
      <p:sp>
        <p:nvSpPr>
          <p:cNvPr id="169" name="TextBox 168">
            <a:extLst>
              <a:ext uri="{FF2B5EF4-FFF2-40B4-BE49-F238E27FC236}">
                <a16:creationId xmlns:a16="http://schemas.microsoft.com/office/drawing/2014/main" id="{9066C4B3-57B9-9B76-2114-5239F4E78CB3}"/>
              </a:ext>
            </a:extLst>
          </p:cNvPr>
          <p:cNvSpPr txBox="1"/>
          <p:nvPr userDrawn="1"/>
        </p:nvSpPr>
        <p:spPr>
          <a:xfrm>
            <a:off x="9608163" y="4965192"/>
            <a:ext cx="294790" cy="146304"/>
          </a:xfrm>
          <a:prstGeom prst="rect">
            <a:avLst/>
          </a:prstGeom>
          <a:noFill/>
        </p:spPr>
        <p:txBody>
          <a:bodyPr wrap="square"/>
          <a:lstStyle/>
          <a:p>
            <a:pPr algn="ctr">
              <a:defRPr sz="600" b="1">
                <a:solidFill>
                  <a:srgbClr val="64748B"/>
                </a:solidFill>
                <a:latin typeface="Calibri"/>
              </a:defRPr>
            </a:pPr>
            <a:r>
              <a:rPr sz="500">
                <a:solidFill>
                  <a:schemeClr val="bg1">
                    <a:lumMod val="85000"/>
                  </a:schemeClr>
                </a:solidFill>
              </a:rPr>
              <a:t>Q1</a:t>
            </a:r>
          </a:p>
        </p:txBody>
      </p:sp>
      <p:sp>
        <p:nvSpPr>
          <p:cNvPr id="170" name="Rounded Rectangle 172">
            <a:extLst>
              <a:ext uri="{FF2B5EF4-FFF2-40B4-BE49-F238E27FC236}">
                <a16:creationId xmlns:a16="http://schemas.microsoft.com/office/drawing/2014/main" id="{FD67744A-9EB7-EF8B-ACF3-864EC5F2116F}"/>
              </a:ext>
            </a:extLst>
          </p:cNvPr>
          <p:cNvSpPr/>
          <p:nvPr userDrawn="1"/>
        </p:nvSpPr>
        <p:spPr>
          <a:xfrm>
            <a:off x="9836763" y="4956048"/>
            <a:ext cx="294790" cy="164592"/>
          </a:xfrm>
          <a:prstGeom prst="roundRect">
            <a:avLst/>
          </a:prstGeom>
          <a:solidFill>
            <a:srgbClr val="162032"/>
          </a:solidFill>
          <a:ln w="3810">
            <a:solidFill>
              <a:srgbClr val="303A4A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sz="500">
              <a:solidFill>
                <a:schemeClr val="bg1">
                  <a:lumMod val="85000"/>
                </a:schemeClr>
              </a:solidFill>
            </a:endParaRPr>
          </a:p>
        </p:txBody>
      </p:sp>
      <p:sp>
        <p:nvSpPr>
          <p:cNvPr id="171" name="TextBox 170">
            <a:extLst>
              <a:ext uri="{FF2B5EF4-FFF2-40B4-BE49-F238E27FC236}">
                <a16:creationId xmlns:a16="http://schemas.microsoft.com/office/drawing/2014/main" id="{80D96FE2-99D8-B80C-57C7-BA40BBC42758}"/>
              </a:ext>
            </a:extLst>
          </p:cNvPr>
          <p:cNvSpPr txBox="1"/>
          <p:nvPr userDrawn="1"/>
        </p:nvSpPr>
        <p:spPr>
          <a:xfrm>
            <a:off x="9836763" y="4965192"/>
            <a:ext cx="294790" cy="146304"/>
          </a:xfrm>
          <a:prstGeom prst="rect">
            <a:avLst/>
          </a:prstGeom>
          <a:noFill/>
        </p:spPr>
        <p:txBody>
          <a:bodyPr wrap="square"/>
          <a:lstStyle/>
          <a:p>
            <a:pPr algn="ctr">
              <a:defRPr sz="600" b="1">
                <a:solidFill>
                  <a:srgbClr val="64748B"/>
                </a:solidFill>
                <a:latin typeface="Calibri"/>
              </a:defRPr>
            </a:pPr>
            <a:r>
              <a:rPr sz="500">
                <a:solidFill>
                  <a:schemeClr val="bg1">
                    <a:lumMod val="85000"/>
                  </a:schemeClr>
                </a:solidFill>
              </a:rPr>
              <a:t>Q2</a:t>
            </a:r>
          </a:p>
        </p:txBody>
      </p:sp>
      <p:sp>
        <p:nvSpPr>
          <p:cNvPr id="172" name="TextBox 171">
            <a:extLst>
              <a:ext uri="{FF2B5EF4-FFF2-40B4-BE49-F238E27FC236}">
                <a16:creationId xmlns:a16="http://schemas.microsoft.com/office/drawing/2014/main" id="{D5F899B1-599D-0185-D48B-965D7DAD412A}"/>
              </a:ext>
            </a:extLst>
          </p:cNvPr>
          <p:cNvSpPr txBox="1"/>
          <p:nvPr userDrawn="1"/>
        </p:nvSpPr>
        <p:spPr>
          <a:xfrm>
            <a:off x="8721707" y="5157216"/>
            <a:ext cx="2009933" cy="109728"/>
          </a:xfrm>
          <a:prstGeom prst="rect">
            <a:avLst/>
          </a:prstGeom>
          <a:noFill/>
        </p:spPr>
        <p:txBody>
          <a:bodyPr wrap="square"/>
          <a:lstStyle/>
          <a:p>
            <a:pPr>
              <a:defRPr sz="550" b="0">
                <a:solidFill>
                  <a:srgbClr val="64748B"/>
                </a:solidFill>
                <a:latin typeface="Calibri"/>
              </a:defRPr>
            </a:pPr>
            <a:r>
              <a:rPr sz="800">
                <a:solidFill>
                  <a:schemeClr val="accent4">
                    <a:lumMod val="50000"/>
                  </a:schemeClr>
                </a:solidFill>
              </a:rPr>
              <a:t>2027 ——— 2028</a:t>
            </a:r>
          </a:p>
        </p:txBody>
      </p:sp>
      <p:sp>
        <p:nvSpPr>
          <p:cNvPr id="173" name="Rounded Rectangle 175">
            <a:extLst>
              <a:ext uri="{FF2B5EF4-FFF2-40B4-BE49-F238E27FC236}">
                <a16:creationId xmlns:a16="http://schemas.microsoft.com/office/drawing/2014/main" id="{72B7D919-1BF3-3FFA-8D01-106AC346C21C}"/>
              </a:ext>
            </a:extLst>
          </p:cNvPr>
          <p:cNvSpPr/>
          <p:nvPr userDrawn="1"/>
        </p:nvSpPr>
        <p:spPr>
          <a:xfrm>
            <a:off x="10341863" y="4956048"/>
            <a:ext cx="640080" cy="201168"/>
          </a:xfrm>
          <a:prstGeom prst="roundRect">
            <a:avLst/>
          </a:prstGeom>
          <a:noFill/>
          <a:ln w="3810">
            <a:solidFill>
              <a:srgbClr val="303A4A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174" name="TextBox 173">
            <a:extLst>
              <a:ext uri="{FF2B5EF4-FFF2-40B4-BE49-F238E27FC236}">
                <a16:creationId xmlns:a16="http://schemas.microsoft.com/office/drawing/2014/main" id="{EA7F6A9A-7FCA-E812-06DC-5588A864A431}"/>
              </a:ext>
            </a:extLst>
          </p:cNvPr>
          <p:cNvSpPr txBox="1"/>
          <p:nvPr userDrawn="1"/>
        </p:nvSpPr>
        <p:spPr>
          <a:xfrm>
            <a:off x="10360152" y="4974336"/>
            <a:ext cx="603504" cy="164592"/>
          </a:xfrm>
          <a:prstGeom prst="rect">
            <a:avLst/>
          </a:prstGeom>
          <a:noFill/>
        </p:spPr>
        <p:txBody>
          <a:bodyPr wrap="square"/>
          <a:lstStyle/>
          <a:p>
            <a:pPr algn="ctr">
              <a:defRPr sz="750" b="1">
                <a:solidFill>
                  <a:srgbClr val="94A3B8"/>
                </a:solidFill>
                <a:latin typeface="Calibri"/>
              </a:defRPr>
            </a:pPr>
            <a:r>
              <a:rPr>
                <a:solidFill>
                  <a:schemeClr val="accent4">
                    <a:lumMod val="50000"/>
                  </a:schemeClr>
                </a:solidFill>
              </a:rPr>
              <a:t>{{tactic_7_priority}}</a:t>
            </a:r>
          </a:p>
        </p:txBody>
      </p:sp>
      <p:sp>
        <p:nvSpPr>
          <p:cNvPr id="175" name="Rectangle 174">
            <a:extLst>
              <a:ext uri="{FF2B5EF4-FFF2-40B4-BE49-F238E27FC236}">
                <a16:creationId xmlns:a16="http://schemas.microsoft.com/office/drawing/2014/main" id="{2121149C-5C9C-F73C-276C-DE18682CE8CA}"/>
              </a:ext>
            </a:extLst>
          </p:cNvPr>
          <p:cNvSpPr/>
          <p:nvPr userDrawn="1"/>
        </p:nvSpPr>
        <p:spPr>
          <a:xfrm>
            <a:off x="329184" y="5385816"/>
            <a:ext cx="11521440" cy="566928"/>
          </a:xfrm>
          <a:prstGeom prst="rect">
            <a:avLst/>
          </a:prstGeom>
          <a:solidFill>
            <a:srgbClr val="9F8AB8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176" name="Rectangle 175">
            <a:extLst>
              <a:ext uri="{FF2B5EF4-FFF2-40B4-BE49-F238E27FC236}">
                <a16:creationId xmlns:a16="http://schemas.microsoft.com/office/drawing/2014/main" id="{A055A956-9781-1A92-CBBA-DEEC25162E46}"/>
              </a:ext>
            </a:extLst>
          </p:cNvPr>
          <p:cNvSpPr/>
          <p:nvPr userDrawn="1"/>
        </p:nvSpPr>
        <p:spPr>
          <a:xfrm>
            <a:off x="329184" y="5948172"/>
            <a:ext cx="11521440" cy="4572"/>
          </a:xfrm>
          <a:prstGeom prst="rect">
            <a:avLst/>
          </a:prstGeom>
          <a:solidFill>
            <a:srgbClr val="303A4A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177" name="Rounded Rectangle 179">
            <a:extLst>
              <a:ext uri="{FF2B5EF4-FFF2-40B4-BE49-F238E27FC236}">
                <a16:creationId xmlns:a16="http://schemas.microsoft.com/office/drawing/2014/main" id="{6E2C9F6E-A14C-88F6-C8E9-7552C74BECC3}"/>
              </a:ext>
            </a:extLst>
          </p:cNvPr>
          <p:cNvSpPr/>
          <p:nvPr userDrawn="1"/>
        </p:nvSpPr>
        <p:spPr>
          <a:xfrm>
            <a:off x="402336" y="5522976"/>
            <a:ext cx="685800" cy="201168"/>
          </a:xfrm>
          <a:prstGeom prst="roundRect">
            <a:avLst/>
          </a:prstGeom>
          <a:noFill/>
          <a:ln w="5080">
            <a:solidFill>
              <a:srgbClr val="A78BFA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178" name="TextBox 177">
            <a:extLst>
              <a:ext uri="{FF2B5EF4-FFF2-40B4-BE49-F238E27FC236}">
                <a16:creationId xmlns:a16="http://schemas.microsoft.com/office/drawing/2014/main" id="{728660B0-EC12-9345-45D9-C7E67B80C432}"/>
              </a:ext>
            </a:extLst>
          </p:cNvPr>
          <p:cNvSpPr txBox="1"/>
          <p:nvPr userDrawn="1"/>
        </p:nvSpPr>
        <p:spPr>
          <a:xfrm>
            <a:off x="329184" y="5522976"/>
            <a:ext cx="731519" cy="182880"/>
          </a:xfrm>
          <a:prstGeom prst="rect">
            <a:avLst/>
          </a:prstGeom>
          <a:noFill/>
        </p:spPr>
        <p:txBody>
          <a:bodyPr wrap="square"/>
          <a:lstStyle/>
          <a:p>
            <a:pPr algn="ctr">
              <a:defRPr sz="750" b="1">
                <a:solidFill>
                  <a:srgbClr val="A78BFA"/>
                </a:solidFill>
                <a:latin typeface="Calibri"/>
              </a:defRPr>
            </a:pPr>
            <a:r>
              <a:rPr>
                <a:solidFill>
                  <a:schemeClr val="bg1"/>
                </a:solidFill>
              </a:rPr>
              <a:t>{{tactic_8_type}}</a:t>
            </a:r>
          </a:p>
        </p:txBody>
      </p:sp>
      <p:sp>
        <p:nvSpPr>
          <p:cNvPr id="179" name="TextBox 178">
            <a:extLst>
              <a:ext uri="{FF2B5EF4-FFF2-40B4-BE49-F238E27FC236}">
                <a16:creationId xmlns:a16="http://schemas.microsoft.com/office/drawing/2014/main" id="{A5A8F2CB-E910-FCA0-A714-089077CAE88F}"/>
              </a:ext>
            </a:extLst>
          </p:cNvPr>
          <p:cNvSpPr txBox="1"/>
          <p:nvPr userDrawn="1"/>
        </p:nvSpPr>
        <p:spPr>
          <a:xfrm>
            <a:off x="1152144" y="5458968"/>
            <a:ext cx="1280160" cy="420623"/>
          </a:xfrm>
          <a:prstGeom prst="rect">
            <a:avLst/>
          </a:prstGeom>
          <a:noFill/>
        </p:spPr>
        <p:txBody>
          <a:bodyPr wrap="square"/>
          <a:lstStyle/>
          <a:p>
            <a:pPr>
              <a:defRPr sz="900" b="1">
                <a:solidFill>
                  <a:srgbClr val="F1F5F9"/>
                </a:solidFill>
                <a:latin typeface="Calibri"/>
              </a:defRPr>
            </a:pPr>
            <a:r>
              <a:t>{{tactic_8_name}}</a:t>
            </a:r>
          </a:p>
        </p:txBody>
      </p:sp>
      <p:sp>
        <p:nvSpPr>
          <p:cNvPr id="180" name="TextBox 179">
            <a:extLst>
              <a:ext uri="{FF2B5EF4-FFF2-40B4-BE49-F238E27FC236}">
                <a16:creationId xmlns:a16="http://schemas.microsoft.com/office/drawing/2014/main" id="{2A82C875-55B5-CC19-6112-4F0B4AB1F9FE}"/>
              </a:ext>
            </a:extLst>
          </p:cNvPr>
          <p:cNvSpPr txBox="1"/>
          <p:nvPr userDrawn="1"/>
        </p:nvSpPr>
        <p:spPr>
          <a:xfrm>
            <a:off x="2478024" y="5440679"/>
            <a:ext cx="3246120" cy="457200"/>
          </a:xfrm>
          <a:prstGeom prst="rect">
            <a:avLst/>
          </a:prstGeom>
          <a:noFill/>
        </p:spPr>
        <p:txBody>
          <a:bodyPr wrap="square"/>
          <a:lstStyle/>
          <a:p>
            <a:pPr>
              <a:defRPr sz="800" b="0">
                <a:solidFill>
                  <a:srgbClr val="CBD5E1"/>
                </a:solidFill>
                <a:latin typeface="Calibri"/>
              </a:defRPr>
            </a:pPr>
            <a:r>
              <a:rPr>
                <a:solidFill>
                  <a:schemeClr val="bg1"/>
                </a:solidFill>
              </a:rPr>
              <a:t>{{tactic_8_desc}}</a:t>
            </a:r>
          </a:p>
        </p:txBody>
      </p:sp>
      <p:sp>
        <p:nvSpPr>
          <p:cNvPr id="181" name="TextBox 180">
            <a:extLst>
              <a:ext uri="{FF2B5EF4-FFF2-40B4-BE49-F238E27FC236}">
                <a16:creationId xmlns:a16="http://schemas.microsoft.com/office/drawing/2014/main" id="{EE3E3986-A6D8-E120-9A6A-95589361F2F9}"/>
              </a:ext>
            </a:extLst>
          </p:cNvPr>
          <p:cNvSpPr txBox="1"/>
          <p:nvPr userDrawn="1"/>
        </p:nvSpPr>
        <p:spPr>
          <a:xfrm>
            <a:off x="5815584" y="5440679"/>
            <a:ext cx="2880360" cy="457200"/>
          </a:xfrm>
          <a:prstGeom prst="rect">
            <a:avLst/>
          </a:prstGeom>
          <a:noFill/>
        </p:spPr>
        <p:txBody>
          <a:bodyPr wrap="square"/>
          <a:lstStyle/>
          <a:p>
            <a:pPr>
              <a:defRPr sz="800" b="0">
                <a:solidFill>
                  <a:srgbClr val="CBD5E1"/>
                </a:solidFill>
                <a:latin typeface="Calibri"/>
              </a:defRPr>
            </a:pPr>
            <a:r>
              <a:rPr>
                <a:solidFill>
                  <a:schemeClr val="bg1"/>
                </a:solidFill>
              </a:rPr>
              <a:t>{{tactic_8_kpi}}</a:t>
            </a:r>
          </a:p>
        </p:txBody>
      </p:sp>
      <p:sp>
        <p:nvSpPr>
          <p:cNvPr id="182" name="Rounded Rectangle 184">
            <a:extLst>
              <a:ext uri="{FF2B5EF4-FFF2-40B4-BE49-F238E27FC236}">
                <a16:creationId xmlns:a16="http://schemas.microsoft.com/office/drawing/2014/main" id="{E193E305-8CA8-ACAA-BC8B-3351951340E6}"/>
              </a:ext>
            </a:extLst>
          </p:cNvPr>
          <p:cNvSpPr/>
          <p:nvPr userDrawn="1"/>
        </p:nvSpPr>
        <p:spPr>
          <a:xfrm>
            <a:off x="8693763" y="5522976"/>
            <a:ext cx="294790" cy="164592"/>
          </a:xfrm>
          <a:prstGeom prst="roundRect">
            <a:avLst/>
          </a:prstGeom>
          <a:solidFill>
            <a:srgbClr val="1E293B"/>
          </a:solidFill>
          <a:ln w="3810">
            <a:solidFill>
              <a:srgbClr val="303A4A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sz="500">
              <a:solidFill>
                <a:schemeClr val="bg1">
                  <a:lumMod val="85000"/>
                </a:schemeClr>
              </a:solidFill>
            </a:endParaRPr>
          </a:p>
        </p:txBody>
      </p:sp>
      <p:sp>
        <p:nvSpPr>
          <p:cNvPr id="183" name="TextBox 182">
            <a:extLst>
              <a:ext uri="{FF2B5EF4-FFF2-40B4-BE49-F238E27FC236}">
                <a16:creationId xmlns:a16="http://schemas.microsoft.com/office/drawing/2014/main" id="{BCFCBB60-81C4-9E30-51F2-DCB7BF1AFC13}"/>
              </a:ext>
            </a:extLst>
          </p:cNvPr>
          <p:cNvSpPr txBox="1"/>
          <p:nvPr userDrawn="1"/>
        </p:nvSpPr>
        <p:spPr>
          <a:xfrm>
            <a:off x="8693763" y="5532120"/>
            <a:ext cx="294790" cy="146304"/>
          </a:xfrm>
          <a:prstGeom prst="rect">
            <a:avLst/>
          </a:prstGeom>
          <a:noFill/>
        </p:spPr>
        <p:txBody>
          <a:bodyPr wrap="square"/>
          <a:lstStyle/>
          <a:p>
            <a:pPr algn="ctr">
              <a:defRPr sz="600" b="1">
                <a:solidFill>
                  <a:srgbClr val="64748B"/>
                </a:solidFill>
                <a:latin typeface="Calibri"/>
              </a:defRPr>
            </a:pPr>
            <a:r>
              <a:rPr sz="500">
                <a:solidFill>
                  <a:schemeClr val="bg1">
                    <a:lumMod val="85000"/>
                  </a:schemeClr>
                </a:solidFill>
              </a:rPr>
              <a:t>Q1</a:t>
            </a:r>
          </a:p>
        </p:txBody>
      </p:sp>
      <p:sp>
        <p:nvSpPr>
          <p:cNvPr id="184" name="Rounded Rectangle 186">
            <a:extLst>
              <a:ext uri="{FF2B5EF4-FFF2-40B4-BE49-F238E27FC236}">
                <a16:creationId xmlns:a16="http://schemas.microsoft.com/office/drawing/2014/main" id="{B408CEFC-5A47-D4FA-0745-A221BBEC7B74}"/>
              </a:ext>
            </a:extLst>
          </p:cNvPr>
          <p:cNvSpPr/>
          <p:nvPr userDrawn="1"/>
        </p:nvSpPr>
        <p:spPr>
          <a:xfrm>
            <a:off x="8922363" y="5522976"/>
            <a:ext cx="294790" cy="164592"/>
          </a:xfrm>
          <a:prstGeom prst="roundRect">
            <a:avLst/>
          </a:prstGeom>
          <a:solidFill>
            <a:srgbClr val="1E293B"/>
          </a:solidFill>
          <a:ln w="3810">
            <a:solidFill>
              <a:srgbClr val="303A4A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sz="500">
              <a:solidFill>
                <a:schemeClr val="bg1">
                  <a:lumMod val="85000"/>
                </a:schemeClr>
              </a:solidFill>
            </a:endParaRPr>
          </a:p>
        </p:txBody>
      </p:sp>
      <p:sp>
        <p:nvSpPr>
          <p:cNvPr id="185" name="TextBox 184">
            <a:extLst>
              <a:ext uri="{FF2B5EF4-FFF2-40B4-BE49-F238E27FC236}">
                <a16:creationId xmlns:a16="http://schemas.microsoft.com/office/drawing/2014/main" id="{053AA92D-C862-83E0-0E6F-45C427EBBC4F}"/>
              </a:ext>
            </a:extLst>
          </p:cNvPr>
          <p:cNvSpPr txBox="1"/>
          <p:nvPr userDrawn="1"/>
        </p:nvSpPr>
        <p:spPr>
          <a:xfrm>
            <a:off x="8922363" y="5532120"/>
            <a:ext cx="294790" cy="146304"/>
          </a:xfrm>
          <a:prstGeom prst="rect">
            <a:avLst/>
          </a:prstGeom>
          <a:noFill/>
        </p:spPr>
        <p:txBody>
          <a:bodyPr wrap="square"/>
          <a:lstStyle/>
          <a:p>
            <a:pPr algn="ctr">
              <a:defRPr sz="600" b="1">
                <a:solidFill>
                  <a:srgbClr val="64748B"/>
                </a:solidFill>
                <a:latin typeface="Calibri"/>
              </a:defRPr>
            </a:pPr>
            <a:r>
              <a:rPr sz="500">
                <a:solidFill>
                  <a:schemeClr val="bg1">
                    <a:lumMod val="85000"/>
                  </a:schemeClr>
                </a:solidFill>
              </a:rPr>
              <a:t>Q2</a:t>
            </a:r>
          </a:p>
        </p:txBody>
      </p:sp>
      <p:sp>
        <p:nvSpPr>
          <p:cNvPr id="186" name="Rounded Rectangle 188">
            <a:extLst>
              <a:ext uri="{FF2B5EF4-FFF2-40B4-BE49-F238E27FC236}">
                <a16:creationId xmlns:a16="http://schemas.microsoft.com/office/drawing/2014/main" id="{98D1FD3A-E3FF-D08A-37B1-BF260A7C038F}"/>
              </a:ext>
            </a:extLst>
          </p:cNvPr>
          <p:cNvSpPr/>
          <p:nvPr userDrawn="1"/>
        </p:nvSpPr>
        <p:spPr>
          <a:xfrm>
            <a:off x="9150963" y="5522976"/>
            <a:ext cx="294790" cy="164592"/>
          </a:xfrm>
          <a:prstGeom prst="roundRect">
            <a:avLst/>
          </a:prstGeom>
          <a:solidFill>
            <a:srgbClr val="1E293B"/>
          </a:solidFill>
          <a:ln w="3810">
            <a:solidFill>
              <a:srgbClr val="303A4A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sz="500">
              <a:solidFill>
                <a:schemeClr val="bg1">
                  <a:lumMod val="85000"/>
                </a:schemeClr>
              </a:solidFill>
            </a:endParaRPr>
          </a:p>
        </p:txBody>
      </p:sp>
      <p:sp>
        <p:nvSpPr>
          <p:cNvPr id="187" name="TextBox 186">
            <a:extLst>
              <a:ext uri="{FF2B5EF4-FFF2-40B4-BE49-F238E27FC236}">
                <a16:creationId xmlns:a16="http://schemas.microsoft.com/office/drawing/2014/main" id="{C0EE0574-64FB-7777-022D-EDEED0EBB610}"/>
              </a:ext>
            </a:extLst>
          </p:cNvPr>
          <p:cNvSpPr txBox="1"/>
          <p:nvPr userDrawn="1"/>
        </p:nvSpPr>
        <p:spPr>
          <a:xfrm>
            <a:off x="9150963" y="5532120"/>
            <a:ext cx="294790" cy="146304"/>
          </a:xfrm>
          <a:prstGeom prst="rect">
            <a:avLst/>
          </a:prstGeom>
          <a:noFill/>
        </p:spPr>
        <p:txBody>
          <a:bodyPr wrap="square"/>
          <a:lstStyle/>
          <a:p>
            <a:pPr algn="ctr">
              <a:defRPr sz="600" b="1">
                <a:solidFill>
                  <a:srgbClr val="64748B"/>
                </a:solidFill>
                <a:latin typeface="Calibri"/>
              </a:defRPr>
            </a:pPr>
            <a:r>
              <a:rPr sz="500">
                <a:solidFill>
                  <a:schemeClr val="bg1">
                    <a:lumMod val="85000"/>
                  </a:schemeClr>
                </a:solidFill>
              </a:rPr>
              <a:t>Q3</a:t>
            </a:r>
          </a:p>
        </p:txBody>
      </p:sp>
      <p:sp>
        <p:nvSpPr>
          <p:cNvPr id="188" name="Rounded Rectangle 190">
            <a:extLst>
              <a:ext uri="{FF2B5EF4-FFF2-40B4-BE49-F238E27FC236}">
                <a16:creationId xmlns:a16="http://schemas.microsoft.com/office/drawing/2014/main" id="{64AFD6E3-A928-A28B-0945-47A392EA62FF}"/>
              </a:ext>
            </a:extLst>
          </p:cNvPr>
          <p:cNvSpPr/>
          <p:nvPr userDrawn="1"/>
        </p:nvSpPr>
        <p:spPr>
          <a:xfrm>
            <a:off x="9379563" y="5522976"/>
            <a:ext cx="294790" cy="164592"/>
          </a:xfrm>
          <a:prstGeom prst="roundRect">
            <a:avLst/>
          </a:prstGeom>
          <a:solidFill>
            <a:srgbClr val="1E293B"/>
          </a:solidFill>
          <a:ln w="3810">
            <a:solidFill>
              <a:srgbClr val="303A4A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sz="500">
              <a:solidFill>
                <a:schemeClr val="bg1">
                  <a:lumMod val="85000"/>
                </a:schemeClr>
              </a:solidFill>
            </a:endParaRPr>
          </a:p>
        </p:txBody>
      </p:sp>
      <p:sp>
        <p:nvSpPr>
          <p:cNvPr id="189" name="TextBox 188">
            <a:extLst>
              <a:ext uri="{FF2B5EF4-FFF2-40B4-BE49-F238E27FC236}">
                <a16:creationId xmlns:a16="http://schemas.microsoft.com/office/drawing/2014/main" id="{3C26646A-F697-E382-8C54-D917306DF6CE}"/>
              </a:ext>
            </a:extLst>
          </p:cNvPr>
          <p:cNvSpPr txBox="1"/>
          <p:nvPr userDrawn="1"/>
        </p:nvSpPr>
        <p:spPr>
          <a:xfrm>
            <a:off x="9379563" y="5532120"/>
            <a:ext cx="294790" cy="146304"/>
          </a:xfrm>
          <a:prstGeom prst="rect">
            <a:avLst/>
          </a:prstGeom>
          <a:noFill/>
        </p:spPr>
        <p:txBody>
          <a:bodyPr wrap="square"/>
          <a:lstStyle/>
          <a:p>
            <a:pPr algn="ctr">
              <a:defRPr sz="600" b="1">
                <a:solidFill>
                  <a:srgbClr val="64748B"/>
                </a:solidFill>
                <a:latin typeface="Calibri"/>
              </a:defRPr>
            </a:pPr>
            <a:r>
              <a:rPr sz="500">
                <a:solidFill>
                  <a:schemeClr val="bg1">
                    <a:lumMod val="85000"/>
                  </a:schemeClr>
                </a:solidFill>
              </a:rPr>
              <a:t>Q4</a:t>
            </a:r>
          </a:p>
        </p:txBody>
      </p:sp>
      <p:sp>
        <p:nvSpPr>
          <p:cNvPr id="190" name="Rounded Rectangle 192">
            <a:extLst>
              <a:ext uri="{FF2B5EF4-FFF2-40B4-BE49-F238E27FC236}">
                <a16:creationId xmlns:a16="http://schemas.microsoft.com/office/drawing/2014/main" id="{B20654C1-5850-EBB3-7772-9C9735360ACE}"/>
              </a:ext>
            </a:extLst>
          </p:cNvPr>
          <p:cNvSpPr/>
          <p:nvPr userDrawn="1"/>
        </p:nvSpPr>
        <p:spPr>
          <a:xfrm>
            <a:off x="9608163" y="5522976"/>
            <a:ext cx="294790" cy="164592"/>
          </a:xfrm>
          <a:prstGeom prst="roundRect">
            <a:avLst/>
          </a:prstGeom>
          <a:solidFill>
            <a:srgbClr val="162032"/>
          </a:solidFill>
          <a:ln w="3810">
            <a:solidFill>
              <a:srgbClr val="303A4A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sz="500">
              <a:solidFill>
                <a:schemeClr val="bg1">
                  <a:lumMod val="85000"/>
                </a:schemeClr>
              </a:solidFill>
            </a:endParaRPr>
          </a:p>
        </p:txBody>
      </p:sp>
      <p:sp>
        <p:nvSpPr>
          <p:cNvPr id="191" name="TextBox 190">
            <a:extLst>
              <a:ext uri="{FF2B5EF4-FFF2-40B4-BE49-F238E27FC236}">
                <a16:creationId xmlns:a16="http://schemas.microsoft.com/office/drawing/2014/main" id="{370DE138-0047-A816-634A-2390F23A12DE}"/>
              </a:ext>
            </a:extLst>
          </p:cNvPr>
          <p:cNvSpPr txBox="1"/>
          <p:nvPr userDrawn="1"/>
        </p:nvSpPr>
        <p:spPr>
          <a:xfrm>
            <a:off x="9608163" y="5532120"/>
            <a:ext cx="294790" cy="146304"/>
          </a:xfrm>
          <a:prstGeom prst="rect">
            <a:avLst/>
          </a:prstGeom>
          <a:noFill/>
        </p:spPr>
        <p:txBody>
          <a:bodyPr wrap="square"/>
          <a:lstStyle/>
          <a:p>
            <a:pPr algn="ctr">
              <a:defRPr sz="600" b="1">
                <a:solidFill>
                  <a:srgbClr val="64748B"/>
                </a:solidFill>
                <a:latin typeface="Calibri"/>
              </a:defRPr>
            </a:pPr>
            <a:r>
              <a:rPr sz="500">
                <a:solidFill>
                  <a:schemeClr val="bg1">
                    <a:lumMod val="85000"/>
                  </a:schemeClr>
                </a:solidFill>
              </a:rPr>
              <a:t>Q1</a:t>
            </a:r>
          </a:p>
        </p:txBody>
      </p:sp>
      <p:sp>
        <p:nvSpPr>
          <p:cNvPr id="192" name="Rounded Rectangle 194">
            <a:extLst>
              <a:ext uri="{FF2B5EF4-FFF2-40B4-BE49-F238E27FC236}">
                <a16:creationId xmlns:a16="http://schemas.microsoft.com/office/drawing/2014/main" id="{4720875F-D784-5EF7-DBE1-EEE2C588BB34}"/>
              </a:ext>
            </a:extLst>
          </p:cNvPr>
          <p:cNvSpPr/>
          <p:nvPr userDrawn="1"/>
        </p:nvSpPr>
        <p:spPr>
          <a:xfrm>
            <a:off x="9836763" y="5522976"/>
            <a:ext cx="294790" cy="164592"/>
          </a:xfrm>
          <a:prstGeom prst="roundRect">
            <a:avLst/>
          </a:prstGeom>
          <a:solidFill>
            <a:srgbClr val="162032"/>
          </a:solidFill>
          <a:ln w="3810">
            <a:solidFill>
              <a:srgbClr val="303A4A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sz="500">
              <a:solidFill>
                <a:schemeClr val="bg1">
                  <a:lumMod val="85000"/>
                </a:schemeClr>
              </a:solidFill>
            </a:endParaRPr>
          </a:p>
        </p:txBody>
      </p:sp>
      <p:sp>
        <p:nvSpPr>
          <p:cNvPr id="193" name="TextBox 192">
            <a:extLst>
              <a:ext uri="{FF2B5EF4-FFF2-40B4-BE49-F238E27FC236}">
                <a16:creationId xmlns:a16="http://schemas.microsoft.com/office/drawing/2014/main" id="{DD7D2BAC-C213-E6F3-A827-AEFD0EF3665E}"/>
              </a:ext>
            </a:extLst>
          </p:cNvPr>
          <p:cNvSpPr txBox="1"/>
          <p:nvPr userDrawn="1"/>
        </p:nvSpPr>
        <p:spPr>
          <a:xfrm>
            <a:off x="9836763" y="5532120"/>
            <a:ext cx="294790" cy="146304"/>
          </a:xfrm>
          <a:prstGeom prst="rect">
            <a:avLst/>
          </a:prstGeom>
          <a:noFill/>
        </p:spPr>
        <p:txBody>
          <a:bodyPr wrap="square"/>
          <a:lstStyle/>
          <a:p>
            <a:pPr algn="ctr">
              <a:defRPr sz="600" b="1">
                <a:solidFill>
                  <a:srgbClr val="64748B"/>
                </a:solidFill>
                <a:latin typeface="Calibri"/>
              </a:defRPr>
            </a:pPr>
            <a:r>
              <a:rPr sz="500">
                <a:solidFill>
                  <a:schemeClr val="bg1">
                    <a:lumMod val="85000"/>
                  </a:schemeClr>
                </a:solidFill>
              </a:rPr>
              <a:t>Q2</a:t>
            </a:r>
          </a:p>
        </p:txBody>
      </p:sp>
      <p:sp>
        <p:nvSpPr>
          <p:cNvPr id="194" name="TextBox 193">
            <a:extLst>
              <a:ext uri="{FF2B5EF4-FFF2-40B4-BE49-F238E27FC236}">
                <a16:creationId xmlns:a16="http://schemas.microsoft.com/office/drawing/2014/main" id="{13D49242-6BD0-D135-5C69-7EF8646F5DE2}"/>
              </a:ext>
            </a:extLst>
          </p:cNvPr>
          <p:cNvSpPr txBox="1"/>
          <p:nvPr userDrawn="1"/>
        </p:nvSpPr>
        <p:spPr>
          <a:xfrm>
            <a:off x="8721707" y="5724144"/>
            <a:ext cx="2009933" cy="109728"/>
          </a:xfrm>
          <a:prstGeom prst="rect">
            <a:avLst/>
          </a:prstGeom>
          <a:noFill/>
        </p:spPr>
        <p:txBody>
          <a:bodyPr wrap="square"/>
          <a:lstStyle/>
          <a:p>
            <a:pPr>
              <a:defRPr sz="550" b="0">
                <a:solidFill>
                  <a:srgbClr val="64748B"/>
                </a:solidFill>
                <a:latin typeface="Calibri"/>
              </a:defRPr>
            </a:pPr>
            <a:r>
              <a:rPr sz="800">
                <a:solidFill>
                  <a:schemeClr val="bg1"/>
                </a:solidFill>
              </a:rPr>
              <a:t>2027 ——— 2028</a:t>
            </a:r>
          </a:p>
        </p:txBody>
      </p:sp>
      <p:sp>
        <p:nvSpPr>
          <p:cNvPr id="195" name="Rounded Rectangle 197">
            <a:extLst>
              <a:ext uri="{FF2B5EF4-FFF2-40B4-BE49-F238E27FC236}">
                <a16:creationId xmlns:a16="http://schemas.microsoft.com/office/drawing/2014/main" id="{37A79D13-55DE-724B-ADA4-EBF78514C3A6}"/>
              </a:ext>
            </a:extLst>
          </p:cNvPr>
          <p:cNvSpPr/>
          <p:nvPr userDrawn="1"/>
        </p:nvSpPr>
        <p:spPr>
          <a:xfrm>
            <a:off x="10341863" y="5522976"/>
            <a:ext cx="640080" cy="201168"/>
          </a:xfrm>
          <a:prstGeom prst="roundRect">
            <a:avLst/>
          </a:prstGeom>
          <a:noFill/>
          <a:ln w="3810">
            <a:solidFill>
              <a:srgbClr val="303A4A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196" name="TextBox 195">
            <a:extLst>
              <a:ext uri="{FF2B5EF4-FFF2-40B4-BE49-F238E27FC236}">
                <a16:creationId xmlns:a16="http://schemas.microsoft.com/office/drawing/2014/main" id="{73541BB0-E2EE-40A9-C525-6B5BA45E7594}"/>
              </a:ext>
            </a:extLst>
          </p:cNvPr>
          <p:cNvSpPr txBox="1"/>
          <p:nvPr userDrawn="1"/>
        </p:nvSpPr>
        <p:spPr>
          <a:xfrm>
            <a:off x="10360152" y="5541264"/>
            <a:ext cx="603504" cy="164592"/>
          </a:xfrm>
          <a:prstGeom prst="rect">
            <a:avLst/>
          </a:prstGeom>
          <a:noFill/>
        </p:spPr>
        <p:txBody>
          <a:bodyPr wrap="square"/>
          <a:lstStyle/>
          <a:p>
            <a:pPr algn="ctr">
              <a:defRPr sz="750" b="1">
                <a:solidFill>
                  <a:srgbClr val="94A3B8"/>
                </a:solidFill>
                <a:latin typeface="Calibri"/>
              </a:defRPr>
            </a:pPr>
            <a:r>
              <a:rPr>
                <a:solidFill>
                  <a:schemeClr val="bg1"/>
                </a:solidFill>
              </a:rPr>
              <a:t>{{tactic_8_priority}}</a:t>
            </a:r>
          </a:p>
        </p:txBody>
      </p:sp>
      <p:sp>
        <p:nvSpPr>
          <p:cNvPr id="198" name="TextBox 197">
            <a:extLst>
              <a:ext uri="{FF2B5EF4-FFF2-40B4-BE49-F238E27FC236}">
                <a16:creationId xmlns:a16="http://schemas.microsoft.com/office/drawing/2014/main" id="{E14D13C4-2B2B-A729-3B3E-F9B0482B2A8F}"/>
              </a:ext>
            </a:extLst>
          </p:cNvPr>
          <p:cNvSpPr txBox="1"/>
          <p:nvPr userDrawn="1"/>
        </p:nvSpPr>
        <p:spPr>
          <a:xfrm>
            <a:off x="3200400" y="109728"/>
            <a:ext cx="4572000" cy="26161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defRPr sz="1100" b="0" i="0">
                <a:solidFill>
                  <a:srgbClr val="C0C0D0"/>
                </a:solidFill>
                <a:latin typeface="Arial"/>
              </a:defRPr>
            </a:pPr>
            <a:r>
              <a:rPr dirty="0">
                <a:solidFill>
                  <a:schemeClr val="bg1">
                    <a:lumMod val="85000"/>
                  </a:schemeClr>
                </a:solidFill>
              </a:rPr>
              <a:t>{{</a:t>
            </a:r>
            <a:r>
              <a:rPr dirty="0" err="1">
                <a:solidFill>
                  <a:schemeClr val="bg1">
                    <a:lumMod val="85000"/>
                  </a:schemeClr>
                </a:solidFill>
              </a:rPr>
              <a:t>drug_label</a:t>
            </a:r>
            <a:r>
              <a:rPr dirty="0">
                <a:solidFill>
                  <a:schemeClr val="bg1">
                    <a:lumMod val="85000"/>
                  </a:schemeClr>
                </a:solidFill>
              </a:rPr>
              <a:t>}}</a:t>
            </a:r>
          </a:p>
        </p:txBody>
      </p:sp>
      <p:sp>
        <p:nvSpPr>
          <p:cNvPr id="199" name="TextBox 198">
            <a:extLst>
              <a:ext uri="{FF2B5EF4-FFF2-40B4-BE49-F238E27FC236}">
                <a16:creationId xmlns:a16="http://schemas.microsoft.com/office/drawing/2014/main" id="{FE442DB4-413A-C8FA-C8CD-21DADEBA5EBF}"/>
              </a:ext>
            </a:extLst>
          </p:cNvPr>
          <p:cNvSpPr txBox="1"/>
          <p:nvPr userDrawn="1"/>
        </p:nvSpPr>
        <p:spPr>
          <a:xfrm>
            <a:off x="1463040" y="145819"/>
            <a:ext cx="1554480" cy="253916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900" b="1" i="0">
                <a:solidFill>
                  <a:srgbClr val="C4B5FD"/>
                </a:solidFill>
                <a:latin typeface="Arial"/>
              </a:defRPr>
            </a:pPr>
            <a:r>
              <a:rPr lang="de-DE" sz="1050" dirty="0"/>
              <a:t>Tactical Plan</a:t>
            </a:r>
            <a:endParaRPr sz="1050" dirty="0"/>
          </a:p>
        </p:txBody>
      </p:sp>
    </p:spTree>
    <p:extLst>
      <p:ext uri="{BB962C8B-B14F-4D97-AF65-F5344CB8AC3E}">
        <p14:creationId xmlns:p14="http://schemas.microsoft.com/office/powerpoint/2010/main" val="153102810"/>
      </p:ext>
    </p:extLst>
  </p:cSld>
  <p:clrMapOvr>
    <a:masterClrMapping/>
  </p:clrMapOvr>
</p:sldLayout>
</file>

<file path=ppt/slideLayouts/slideLayout46.xml><?xml version="1.0" encoding="utf-8"?>
<p:sldLayout xmlns:a="http://schemas.openxmlformats.org/drawingml/2006/main" xmlns:r="http://schemas.openxmlformats.org/officeDocument/2006/relationships" xmlns:p="http://schemas.openxmlformats.org/presentationml/2006/main" preserve="1" userDrawn="1">
  <p:cSld name="PIVOTAL_STUDY_SLIDE_grey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6" name="Rectangle 5">
            <a:extLst>
              <a:ext uri="{FF2B5EF4-FFF2-40B4-BE49-F238E27FC236}">
                <a16:creationId xmlns:a16="http://schemas.microsoft.com/office/drawing/2014/main" id="{3BFA3541-56BD-9CBB-8ADF-64BD0BC80571}"/>
              </a:ext>
            </a:extLst>
          </p:cNvPr>
          <p:cNvSpPr/>
          <p:nvPr userDrawn="1"/>
        </p:nvSpPr>
        <p:spPr>
          <a:xfrm>
            <a:off x="166180" y="612648"/>
            <a:ext cx="2651760" cy="2926080"/>
          </a:xfrm>
          <a:prstGeom prst="rect">
            <a:avLst/>
          </a:prstGeom>
          <a:solidFill>
            <a:srgbClr val="FFFFFF"/>
          </a:solidFill>
          <a:ln w="12700">
            <a:solidFill>
              <a:srgbClr val="E5E7EB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7" name="Rectangle 6">
            <a:extLst>
              <a:ext uri="{FF2B5EF4-FFF2-40B4-BE49-F238E27FC236}">
                <a16:creationId xmlns:a16="http://schemas.microsoft.com/office/drawing/2014/main" id="{65757D2D-73D6-0A72-1ED8-2050C6C5C0EF}"/>
              </a:ext>
            </a:extLst>
          </p:cNvPr>
          <p:cNvSpPr/>
          <p:nvPr userDrawn="1"/>
        </p:nvSpPr>
        <p:spPr>
          <a:xfrm>
            <a:off x="166180" y="612648"/>
            <a:ext cx="2651760" cy="274320"/>
          </a:xfrm>
          <a:prstGeom prst="rect">
            <a:avLst/>
          </a:prstGeom>
          <a:solidFill>
            <a:srgbClr val="FAFBFF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8" name="Rectangle 7">
            <a:extLst>
              <a:ext uri="{FF2B5EF4-FFF2-40B4-BE49-F238E27FC236}">
                <a16:creationId xmlns:a16="http://schemas.microsoft.com/office/drawing/2014/main" id="{D620AA4E-CFDB-20D4-3759-5C95E54E5960}"/>
              </a:ext>
            </a:extLst>
          </p:cNvPr>
          <p:cNvSpPr/>
          <p:nvPr userDrawn="1"/>
        </p:nvSpPr>
        <p:spPr>
          <a:xfrm>
            <a:off x="166180" y="877824"/>
            <a:ext cx="2651760" cy="9144"/>
          </a:xfrm>
          <a:prstGeom prst="rect">
            <a:avLst/>
          </a:prstGeom>
          <a:solidFill>
            <a:srgbClr val="F1F5F9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9" name="Rectangle 8">
            <a:extLst>
              <a:ext uri="{FF2B5EF4-FFF2-40B4-BE49-F238E27FC236}">
                <a16:creationId xmlns:a16="http://schemas.microsoft.com/office/drawing/2014/main" id="{7E933CAF-EC33-0000-A5B2-A488D798E101}"/>
              </a:ext>
            </a:extLst>
          </p:cNvPr>
          <p:cNvSpPr/>
          <p:nvPr userDrawn="1"/>
        </p:nvSpPr>
        <p:spPr>
          <a:xfrm>
            <a:off x="294196" y="713232"/>
            <a:ext cx="64008" cy="64008"/>
          </a:xfrm>
          <a:prstGeom prst="rect">
            <a:avLst/>
          </a:prstGeom>
          <a:solidFill>
            <a:srgbClr val="8B5CF6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10" name="TextBox 9">
            <a:extLst>
              <a:ext uri="{FF2B5EF4-FFF2-40B4-BE49-F238E27FC236}">
                <a16:creationId xmlns:a16="http://schemas.microsoft.com/office/drawing/2014/main" id="{6D0CA90B-CD50-C59C-E0CD-E690B1DD6F88}"/>
              </a:ext>
            </a:extLst>
          </p:cNvPr>
          <p:cNvSpPr txBox="1"/>
          <p:nvPr userDrawn="1"/>
        </p:nvSpPr>
        <p:spPr>
          <a:xfrm>
            <a:off x="403924" y="630384"/>
            <a:ext cx="2194560" cy="215444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defRPr sz="800" b="1" i="0">
                <a:solidFill>
                  <a:srgbClr val="64748B"/>
                </a:solidFill>
                <a:latin typeface="Arial"/>
              </a:defRPr>
            </a:pPr>
            <a:r>
              <a:rPr sz="800" dirty="0"/>
              <a:t>{{</a:t>
            </a:r>
            <a:r>
              <a:rPr sz="800" dirty="0" err="1"/>
              <a:t>study_design_title</a:t>
            </a:r>
            <a:r>
              <a:rPr sz="800" dirty="0"/>
              <a:t>}}</a:t>
            </a:r>
          </a:p>
        </p:txBody>
      </p:sp>
      <p:sp>
        <p:nvSpPr>
          <p:cNvPr id="11" name="TextBox 10">
            <a:extLst>
              <a:ext uri="{FF2B5EF4-FFF2-40B4-BE49-F238E27FC236}">
                <a16:creationId xmlns:a16="http://schemas.microsoft.com/office/drawing/2014/main" id="{DA837ED1-5942-5870-FCBE-9F0175198D0F}"/>
              </a:ext>
            </a:extLst>
          </p:cNvPr>
          <p:cNvSpPr txBox="1"/>
          <p:nvPr userDrawn="1"/>
        </p:nvSpPr>
        <p:spPr>
          <a:xfrm>
            <a:off x="284364" y="898376"/>
            <a:ext cx="2395728" cy="461665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defRPr sz="3000" b="1" i="0">
                <a:solidFill>
                  <a:srgbClr val="0F172A"/>
                </a:solidFill>
                <a:latin typeface="Arial"/>
              </a:defRPr>
            </a:pPr>
            <a:r>
              <a:rPr sz="2400" dirty="0">
                <a:gradFill flip="none" rotWithShape="1">
                  <a:gsLst>
                    <a:gs pos="0">
                      <a:schemeClr val="accent4">
                        <a:lumMod val="50000"/>
                        <a:lumOff val="50000"/>
                      </a:schemeClr>
                    </a:gs>
                    <a:gs pos="46000">
                      <a:schemeClr val="accent4">
                        <a:lumMod val="95000"/>
                        <a:lumOff val="5000"/>
                      </a:schemeClr>
                    </a:gs>
                    <a:gs pos="100000">
                      <a:schemeClr val="accent4">
                        <a:lumMod val="60000"/>
                      </a:schemeClr>
                    </a:gs>
                  </a:gsLst>
                  <a:lin ang="2700000" scaled="1"/>
                  <a:tileRect/>
                </a:gradFill>
              </a:rPr>
              <a:t>{{trial_name}}</a:t>
            </a:r>
          </a:p>
        </p:txBody>
      </p:sp>
      <p:sp>
        <p:nvSpPr>
          <p:cNvPr id="12" name="TextBox 11">
            <a:extLst>
              <a:ext uri="{FF2B5EF4-FFF2-40B4-BE49-F238E27FC236}">
                <a16:creationId xmlns:a16="http://schemas.microsoft.com/office/drawing/2014/main" id="{EE9F46E6-60FC-0023-5B5B-981E7CD410B4}"/>
              </a:ext>
            </a:extLst>
          </p:cNvPr>
          <p:cNvSpPr txBox="1"/>
          <p:nvPr userDrawn="1"/>
        </p:nvSpPr>
        <p:spPr>
          <a:xfrm>
            <a:off x="284364" y="1321751"/>
            <a:ext cx="2395728" cy="36933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defRPr sz="900" b="0" i="0">
                <a:solidFill>
                  <a:srgbClr val="475569"/>
                </a:solidFill>
                <a:latin typeface="Arial"/>
              </a:defRPr>
            </a:pPr>
            <a:r>
              <a:rPr sz="900" dirty="0"/>
              <a:t>{{trial_design}}</a:t>
            </a:r>
          </a:p>
        </p:txBody>
      </p:sp>
      <p:sp>
        <p:nvSpPr>
          <p:cNvPr id="13" name="Rectangle 12">
            <a:extLst>
              <a:ext uri="{FF2B5EF4-FFF2-40B4-BE49-F238E27FC236}">
                <a16:creationId xmlns:a16="http://schemas.microsoft.com/office/drawing/2014/main" id="{9AC53B89-E8A5-E403-4087-0D4214C3A250}"/>
              </a:ext>
            </a:extLst>
          </p:cNvPr>
          <p:cNvSpPr/>
          <p:nvPr userDrawn="1"/>
        </p:nvSpPr>
        <p:spPr>
          <a:xfrm>
            <a:off x="294196" y="1691639"/>
            <a:ext cx="2395728" cy="237744"/>
          </a:xfrm>
          <a:prstGeom prst="rect">
            <a:avLst/>
          </a:prstGeom>
          <a:solidFill>
            <a:srgbClr val="F8FAFC"/>
          </a:solidFill>
          <a:ln w="12700">
            <a:solidFill>
              <a:srgbClr val="F1F5F9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14" name="TextBox 13">
            <a:extLst>
              <a:ext uri="{FF2B5EF4-FFF2-40B4-BE49-F238E27FC236}">
                <a16:creationId xmlns:a16="http://schemas.microsoft.com/office/drawing/2014/main" id="{AF580149-DDA0-0BA8-274A-F50D29EE0DF1}"/>
              </a:ext>
            </a:extLst>
          </p:cNvPr>
          <p:cNvSpPr txBox="1"/>
          <p:nvPr userDrawn="1"/>
        </p:nvSpPr>
        <p:spPr>
          <a:xfrm>
            <a:off x="240908" y="1728217"/>
            <a:ext cx="1005840" cy="207749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defRPr sz="750" b="0" i="0">
                <a:solidFill>
                  <a:srgbClr val="94A3B8"/>
                </a:solidFill>
                <a:latin typeface="Arial"/>
              </a:defRPr>
            </a:pPr>
            <a:r>
              <a:rPr sz="750">
                <a:solidFill>
                  <a:schemeClr val="bg1">
                    <a:lumMod val="50000"/>
                  </a:schemeClr>
                </a:solidFill>
              </a:rPr>
              <a:t>Experimental arm</a:t>
            </a:r>
          </a:p>
        </p:txBody>
      </p:sp>
      <p:sp>
        <p:nvSpPr>
          <p:cNvPr id="15" name="TextBox 14">
            <a:extLst>
              <a:ext uri="{FF2B5EF4-FFF2-40B4-BE49-F238E27FC236}">
                <a16:creationId xmlns:a16="http://schemas.microsoft.com/office/drawing/2014/main" id="{653DDF5E-7EE1-42B5-CB0B-6F2F43194DDC}"/>
              </a:ext>
            </a:extLst>
          </p:cNvPr>
          <p:cNvSpPr txBox="1"/>
          <p:nvPr userDrawn="1"/>
        </p:nvSpPr>
        <p:spPr>
          <a:xfrm>
            <a:off x="970852" y="1714761"/>
            <a:ext cx="1724576" cy="215444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800" b="1" i="0">
                <a:solidFill>
                  <a:srgbClr val="0F172A"/>
                </a:solidFill>
                <a:latin typeface="Arial"/>
              </a:defRPr>
            </a:pPr>
            <a:r>
              <a:rPr sz="800" dirty="0" err="1"/>
              <a:t>{{experimental_arm}}</a:t>
            </a:r>
          </a:p>
        </p:txBody>
      </p:sp>
      <p:sp>
        <p:nvSpPr>
          <p:cNvPr id="16" name="Rectangle 15">
            <a:extLst>
              <a:ext uri="{FF2B5EF4-FFF2-40B4-BE49-F238E27FC236}">
                <a16:creationId xmlns:a16="http://schemas.microsoft.com/office/drawing/2014/main" id="{B0B7FF14-DB69-AA08-BA1A-20F93F5121DE}"/>
              </a:ext>
            </a:extLst>
          </p:cNvPr>
          <p:cNvSpPr/>
          <p:nvPr userDrawn="1"/>
        </p:nvSpPr>
        <p:spPr>
          <a:xfrm>
            <a:off x="294196" y="1965960"/>
            <a:ext cx="2395728" cy="237744"/>
          </a:xfrm>
          <a:prstGeom prst="rect">
            <a:avLst/>
          </a:prstGeom>
          <a:solidFill>
            <a:srgbClr val="F8FAFC"/>
          </a:solidFill>
          <a:ln w="12700">
            <a:solidFill>
              <a:srgbClr val="F1F5F9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17" name="TextBox 16">
            <a:extLst>
              <a:ext uri="{FF2B5EF4-FFF2-40B4-BE49-F238E27FC236}">
                <a16:creationId xmlns:a16="http://schemas.microsoft.com/office/drawing/2014/main" id="{806ED4D1-E10C-2F64-A79E-ED69BE031086}"/>
              </a:ext>
            </a:extLst>
          </p:cNvPr>
          <p:cNvSpPr txBox="1"/>
          <p:nvPr userDrawn="1"/>
        </p:nvSpPr>
        <p:spPr>
          <a:xfrm>
            <a:off x="240908" y="2002537"/>
            <a:ext cx="1005840" cy="207749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defRPr sz="750" b="0" i="0">
                <a:solidFill>
                  <a:srgbClr val="94A3B8"/>
                </a:solidFill>
                <a:latin typeface="Arial"/>
              </a:defRPr>
            </a:pPr>
            <a:r>
              <a:rPr sz="750">
                <a:solidFill>
                  <a:schemeClr val="bg1">
                    <a:lumMod val="50000"/>
                  </a:schemeClr>
                </a:solidFill>
              </a:rPr>
              <a:t>Control arm</a:t>
            </a:r>
          </a:p>
        </p:txBody>
      </p:sp>
      <p:sp>
        <p:nvSpPr>
          <p:cNvPr id="18" name="TextBox 17">
            <a:extLst>
              <a:ext uri="{FF2B5EF4-FFF2-40B4-BE49-F238E27FC236}">
                <a16:creationId xmlns:a16="http://schemas.microsoft.com/office/drawing/2014/main" id="{C623F8EC-906A-B4DB-37ED-A853A8568499}"/>
              </a:ext>
            </a:extLst>
          </p:cNvPr>
          <p:cNvSpPr txBox="1"/>
          <p:nvPr userDrawn="1"/>
        </p:nvSpPr>
        <p:spPr>
          <a:xfrm>
            <a:off x="815404" y="2002536"/>
            <a:ext cx="1880025" cy="215444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800" b="1" i="0">
                <a:solidFill>
                  <a:srgbClr val="0F172A"/>
                </a:solidFill>
                <a:latin typeface="Arial"/>
              </a:defRPr>
            </a:pPr>
            <a:r>
              <a:rPr sz="800" dirty="0"/>
              <a:t>{{control_arm}}</a:t>
            </a:r>
          </a:p>
        </p:txBody>
      </p:sp>
      <p:sp>
        <p:nvSpPr>
          <p:cNvPr id="19" name="Rectangle 18">
            <a:extLst>
              <a:ext uri="{FF2B5EF4-FFF2-40B4-BE49-F238E27FC236}">
                <a16:creationId xmlns:a16="http://schemas.microsoft.com/office/drawing/2014/main" id="{9D9E1F30-B3B5-3BFD-92AF-31270AF48043}"/>
              </a:ext>
            </a:extLst>
          </p:cNvPr>
          <p:cNvSpPr/>
          <p:nvPr userDrawn="1"/>
        </p:nvSpPr>
        <p:spPr>
          <a:xfrm>
            <a:off x="294196" y="2240279"/>
            <a:ext cx="2395728" cy="237744"/>
          </a:xfrm>
          <a:prstGeom prst="rect">
            <a:avLst/>
          </a:prstGeom>
          <a:solidFill>
            <a:srgbClr val="F8FAFC"/>
          </a:solidFill>
          <a:ln w="12700">
            <a:solidFill>
              <a:srgbClr val="F1F5F9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20" name="TextBox 19">
            <a:extLst>
              <a:ext uri="{FF2B5EF4-FFF2-40B4-BE49-F238E27FC236}">
                <a16:creationId xmlns:a16="http://schemas.microsoft.com/office/drawing/2014/main" id="{5E25333D-B33C-0AA0-45B0-E6DE02B8E527}"/>
              </a:ext>
            </a:extLst>
          </p:cNvPr>
          <p:cNvSpPr txBox="1"/>
          <p:nvPr userDrawn="1"/>
        </p:nvSpPr>
        <p:spPr>
          <a:xfrm>
            <a:off x="240908" y="2276857"/>
            <a:ext cx="1005840" cy="207749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defRPr sz="750" b="0" i="0">
                <a:solidFill>
                  <a:srgbClr val="94A3B8"/>
                </a:solidFill>
                <a:latin typeface="Arial"/>
              </a:defRPr>
            </a:pPr>
            <a:r>
              <a:rPr sz="750">
                <a:solidFill>
                  <a:schemeClr val="bg1">
                    <a:lumMod val="50000"/>
                  </a:schemeClr>
                </a:solidFill>
              </a:rPr>
              <a:t>Primary endpoint</a:t>
            </a:r>
          </a:p>
        </p:txBody>
      </p:sp>
      <p:sp>
        <p:nvSpPr>
          <p:cNvPr id="21" name="TextBox 20">
            <a:extLst>
              <a:ext uri="{FF2B5EF4-FFF2-40B4-BE49-F238E27FC236}">
                <a16:creationId xmlns:a16="http://schemas.microsoft.com/office/drawing/2014/main" id="{5B7CE7F6-01C5-56B8-9AB3-4814823A107A}"/>
              </a:ext>
            </a:extLst>
          </p:cNvPr>
          <p:cNvSpPr txBox="1"/>
          <p:nvPr userDrawn="1"/>
        </p:nvSpPr>
        <p:spPr>
          <a:xfrm>
            <a:off x="970852" y="2276856"/>
            <a:ext cx="1724576" cy="223466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800" b="1" i="0">
                <a:solidFill>
                  <a:srgbClr val="0F172A"/>
                </a:solidFill>
                <a:latin typeface="Arial"/>
              </a:defRPr>
            </a:pPr>
            <a:r>
              <a:rPr sz="800" dirty="0"/>
              <a:t>{{primary_endpoint}}</a:t>
            </a:r>
          </a:p>
        </p:txBody>
      </p:sp>
      <p:sp>
        <p:nvSpPr>
          <p:cNvPr id="22" name="Rectangle 21">
            <a:extLst>
              <a:ext uri="{FF2B5EF4-FFF2-40B4-BE49-F238E27FC236}">
                <a16:creationId xmlns:a16="http://schemas.microsoft.com/office/drawing/2014/main" id="{BBD2A6E7-F961-62D8-A67F-B9C8BE9947B3}"/>
              </a:ext>
            </a:extLst>
          </p:cNvPr>
          <p:cNvSpPr/>
          <p:nvPr userDrawn="1"/>
        </p:nvSpPr>
        <p:spPr>
          <a:xfrm>
            <a:off x="294196" y="2514599"/>
            <a:ext cx="2395728" cy="237744"/>
          </a:xfrm>
          <a:prstGeom prst="rect">
            <a:avLst/>
          </a:prstGeom>
          <a:solidFill>
            <a:srgbClr val="F8FAFC"/>
          </a:solidFill>
          <a:ln w="12700">
            <a:solidFill>
              <a:srgbClr val="F1F5F9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23" name="TextBox 22">
            <a:extLst>
              <a:ext uri="{FF2B5EF4-FFF2-40B4-BE49-F238E27FC236}">
                <a16:creationId xmlns:a16="http://schemas.microsoft.com/office/drawing/2014/main" id="{AD72E0C4-704E-FB93-6E6E-A79FF22C5487}"/>
              </a:ext>
            </a:extLst>
          </p:cNvPr>
          <p:cNvSpPr txBox="1"/>
          <p:nvPr userDrawn="1"/>
        </p:nvSpPr>
        <p:spPr>
          <a:xfrm>
            <a:off x="240908" y="2551176"/>
            <a:ext cx="1005840" cy="207749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defRPr sz="750" b="0" i="0">
                <a:solidFill>
                  <a:srgbClr val="94A3B8"/>
                </a:solidFill>
                <a:latin typeface="Arial"/>
              </a:defRPr>
            </a:pPr>
            <a:r>
              <a:rPr sz="750" dirty="0">
                <a:solidFill>
                  <a:schemeClr val="bg1">
                    <a:lumMod val="50000"/>
                  </a:schemeClr>
                </a:solidFill>
              </a:rPr>
              <a:t>Key eligibility</a:t>
            </a:r>
          </a:p>
        </p:txBody>
      </p:sp>
      <p:sp>
        <p:nvSpPr>
          <p:cNvPr id="24" name="TextBox 23">
            <a:extLst>
              <a:ext uri="{FF2B5EF4-FFF2-40B4-BE49-F238E27FC236}">
                <a16:creationId xmlns:a16="http://schemas.microsoft.com/office/drawing/2014/main" id="{477FD3C9-797B-81FE-21B6-B4D1B1DDF7B4}"/>
              </a:ext>
            </a:extLst>
          </p:cNvPr>
          <p:cNvSpPr txBox="1"/>
          <p:nvPr userDrawn="1"/>
        </p:nvSpPr>
        <p:spPr>
          <a:xfrm>
            <a:off x="883904" y="2551174"/>
            <a:ext cx="1811524" cy="215444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800" b="1" i="0">
                <a:solidFill>
                  <a:srgbClr val="0F172A"/>
                </a:solidFill>
                <a:latin typeface="Arial"/>
              </a:defRPr>
            </a:pPr>
            <a:r>
              <a:rPr sz="800" dirty="0"/>
              <a:t>{{key_eligibility}}</a:t>
            </a:r>
          </a:p>
        </p:txBody>
      </p:sp>
      <p:sp>
        <p:nvSpPr>
          <p:cNvPr id="25" name="Rectangle 24">
            <a:extLst>
              <a:ext uri="{FF2B5EF4-FFF2-40B4-BE49-F238E27FC236}">
                <a16:creationId xmlns:a16="http://schemas.microsoft.com/office/drawing/2014/main" id="{84306A85-B88D-C4F5-6CDF-22514383B1B0}"/>
              </a:ext>
            </a:extLst>
          </p:cNvPr>
          <p:cNvSpPr/>
          <p:nvPr userDrawn="1"/>
        </p:nvSpPr>
        <p:spPr>
          <a:xfrm>
            <a:off x="294196" y="2788919"/>
            <a:ext cx="2395728" cy="237744"/>
          </a:xfrm>
          <a:prstGeom prst="rect">
            <a:avLst/>
          </a:prstGeom>
          <a:solidFill>
            <a:srgbClr val="F8FAFC"/>
          </a:solidFill>
          <a:ln w="12700">
            <a:solidFill>
              <a:srgbClr val="F1F5F9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26" name="TextBox 25">
            <a:extLst>
              <a:ext uri="{FF2B5EF4-FFF2-40B4-BE49-F238E27FC236}">
                <a16:creationId xmlns:a16="http://schemas.microsoft.com/office/drawing/2014/main" id="{6D712753-CDD4-C3D5-DCC9-8ECEB2243AA9}"/>
              </a:ext>
            </a:extLst>
          </p:cNvPr>
          <p:cNvSpPr txBox="1"/>
          <p:nvPr userDrawn="1"/>
        </p:nvSpPr>
        <p:spPr>
          <a:xfrm>
            <a:off x="240908" y="2825496"/>
            <a:ext cx="1005840" cy="207749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defRPr sz="750" b="0" i="0">
                <a:solidFill>
                  <a:srgbClr val="94A3B8"/>
                </a:solidFill>
                <a:latin typeface="Arial"/>
              </a:defRPr>
            </a:pPr>
            <a:r>
              <a:rPr sz="750" dirty="0" err="1">
                <a:solidFill>
                  <a:schemeClr val="bg1">
                    <a:lumMod val="50000"/>
                  </a:schemeClr>
                </a:solidFill>
              </a:rPr>
              <a:t>Randomisation</a:t>
            </a:r>
            <a:endParaRPr sz="750" dirty="0">
              <a:solidFill>
                <a:schemeClr val="bg1">
                  <a:lumMod val="50000"/>
                </a:schemeClr>
              </a:solidFill>
            </a:endParaRPr>
          </a:p>
        </p:txBody>
      </p:sp>
      <p:sp>
        <p:nvSpPr>
          <p:cNvPr id="27" name="TextBox 26">
            <a:extLst>
              <a:ext uri="{FF2B5EF4-FFF2-40B4-BE49-F238E27FC236}">
                <a16:creationId xmlns:a16="http://schemas.microsoft.com/office/drawing/2014/main" id="{383337DA-0F13-5EE9-92E4-5E405E6DA1E9}"/>
              </a:ext>
            </a:extLst>
          </p:cNvPr>
          <p:cNvSpPr txBox="1"/>
          <p:nvPr userDrawn="1"/>
        </p:nvSpPr>
        <p:spPr>
          <a:xfrm>
            <a:off x="883904" y="2825495"/>
            <a:ext cx="1811524" cy="215444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800" b="1" i="0">
                <a:solidFill>
                  <a:srgbClr val="0F172A"/>
                </a:solidFill>
                <a:latin typeface="Arial"/>
              </a:defRPr>
            </a:pPr>
            <a:r>
              <a:rPr sz="800" dirty="0"/>
              <a:t>{{randomisation}}</a:t>
            </a:r>
          </a:p>
        </p:txBody>
      </p:sp>
      <p:sp>
        <p:nvSpPr>
          <p:cNvPr id="28" name="Rectangle 27">
            <a:extLst>
              <a:ext uri="{FF2B5EF4-FFF2-40B4-BE49-F238E27FC236}">
                <a16:creationId xmlns:a16="http://schemas.microsoft.com/office/drawing/2014/main" id="{56808762-11B3-C128-4439-B67F2272276D}"/>
              </a:ext>
            </a:extLst>
          </p:cNvPr>
          <p:cNvSpPr/>
          <p:nvPr userDrawn="1"/>
        </p:nvSpPr>
        <p:spPr>
          <a:xfrm>
            <a:off x="294196" y="3063239"/>
            <a:ext cx="2395728" cy="237744"/>
          </a:xfrm>
          <a:prstGeom prst="rect">
            <a:avLst/>
          </a:prstGeom>
          <a:solidFill>
            <a:srgbClr val="F8FAFC"/>
          </a:solidFill>
          <a:ln w="12700">
            <a:solidFill>
              <a:srgbClr val="F1F5F9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29" name="TextBox 28">
            <a:extLst>
              <a:ext uri="{FF2B5EF4-FFF2-40B4-BE49-F238E27FC236}">
                <a16:creationId xmlns:a16="http://schemas.microsoft.com/office/drawing/2014/main" id="{5A2EE13D-895C-6AD3-1696-892D68A9F4FD}"/>
              </a:ext>
            </a:extLst>
          </p:cNvPr>
          <p:cNvSpPr txBox="1"/>
          <p:nvPr userDrawn="1"/>
        </p:nvSpPr>
        <p:spPr>
          <a:xfrm>
            <a:off x="240908" y="3099816"/>
            <a:ext cx="1005840" cy="207749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defRPr sz="750" b="0" i="0">
                <a:solidFill>
                  <a:srgbClr val="94A3B8"/>
                </a:solidFill>
                <a:latin typeface="Arial"/>
              </a:defRPr>
            </a:pPr>
            <a:r>
              <a:rPr sz="750" dirty="0">
                <a:solidFill>
                  <a:schemeClr val="bg1">
                    <a:lumMod val="50000"/>
                  </a:schemeClr>
                </a:solidFill>
              </a:rPr>
              <a:t>Data cut-off</a:t>
            </a:r>
          </a:p>
        </p:txBody>
      </p:sp>
      <p:sp>
        <p:nvSpPr>
          <p:cNvPr id="30" name="TextBox 29">
            <a:extLst>
              <a:ext uri="{FF2B5EF4-FFF2-40B4-BE49-F238E27FC236}">
                <a16:creationId xmlns:a16="http://schemas.microsoft.com/office/drawing/2014/main" id="{6665D31E-22E4-14FF-C608-645439F5AC37}"/>
              </a:ext>
            </a:extLst>
          </p:cNvPr>
          <p:cNvSpPr txBox="1"/>
          <p:nvPr userDrawn="1"/>
        </p:nvSpPr>
        <p:spPr>
          <a:xfrm>
            <a:off x="1433556" y="3099815"/>
            <a:ext cx="1261872" cy="215444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800" b="1" i="0">
                <a:solidFill>
                  <a:srgbClr val="0F172A"/>
                </a:solidFill>
                <a:latin typeface="Arial"/>
              </a:defRPr>
            </a:pPr>
            <a:r>
              <a:rPr sz="800" dirty="0"/>
              <a:t>{{data_cutoff}}</a:t>
            </a:r>
          </a:p>
        </p:txBody>
      </p:sp>
      <p:sp>
        <p:nvSpPr>
          <p:cNvPr id="31" name="Rectangle 30">
            <a:extLst>
              <a:ext uri="{FF2B5EF4-FFF2-40B4-BE49-F238E27FC236}">
                <a16:creationId xmlns:a16="http://schemas.microsoft.com/office/drawing/2014/main" id="{D1737CC1-D0E4-E1FE-A28B-768881F10541}"/>
              </a:ext>
            </a:extLst>
          </p:cNvPr>
          <p:cNvSpPr/>
          <p:nvPr userDrawn="1"/>
        </p:nvSpPr>
        <p:spPr>
          <a:xfrm>
            <a:off x="166180" y="3648457"/>
            <a:ext cx="2651760" cy="2798063"/>
          </a:xfrm>
          <a:prstGeom prst="rect">
            <a:avLst/>
          </a:prstGeom>
          <a:solidFill>
            <a:srgbClr val="FFFFFF"/>
          </a:solidFill>
          <a:ln w="12700">
            <a:solidFill>
              <a:srgbClr val="E5E7EB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32" name="Rectangle 31">
            <a:extLst>
              <a:ext uri="{FF2B5EF4-FFF2-40B4-BE49-F238E27FC236}">
                <a16:creationId xmlns:a16="http://schemas.microsoft.com/office/drawing/2014/main" id="{FA83F61E-A36C-3FFD-9C58-C73136D289D9}"/>
              </a:ext>
            </a:extLst>
          </p:cNvPr>
          <p:cNvSpPr/>
          <p:nvPr userDrawn="1"/>
        </p:nvSpPr>
        <p:spPr>
          <a:xfrm>
            <a:off x="166180" y="3648456"/>
            <a:ext cx="2651760" cy="274320"/>
          </a:xfrm>
          <a:prstGeom prst="rect">
            <a:avLst/>
          </a:prstGeom>
          <a:solidFill>
            <a:srgbClr val="FAFBFF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33" name="Rectangle 32">
            <a:extLst>
              <a:ext uri="{FF2B5EF4-FFF2-40B4-BE49-F238E27FC236}">
                <a16:creationId xmlns:a16="http://schemas.microsoft.com/office/drawing/2014/main" id="{56D03888-7768-B183-A69D-4D1E52E2E267}"/>
              </a:ext>
            </a:extLst>
          </p:cNvPr>
          <p:cNvSpPr/>
          <p:nvPr userDrawn="1"/>
        </p:nvSpPr>
        <p:spPr>
          <a:xfrm>
            <a:off x="166180" y="3913632"/>
            <a:ext cx="2651760" cy="9144"/>
          </a:xfrm>
          <a:prstGeom prst="rect">
            <a:avLst/>
          </a:prstGeom>
          <a:solidFill>
            <a:srgbClr val="F1F5F9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34" name="Rectangle 33">
            <a:extLst>
              <a:ext uri="{FF2B5EF4-FFF2-40B4-BE49-F238E27FC236}">
                <a16:creationId xmlns:a16="http://schemas.microsoft.com/office/drawing/2014/main" id="{8DC17E7F-AC91-A566-A685-64EB97F454A0}"/>
              </a:ext>
            </a:extLst>
          </p:cNvPr>
          <p:cNvSpPr/>
          <p:nvPr userDrawn="1"/>
        </p:nvSpPr>
        <p:spPr>
          <a:xfrm>
            <a:off x="294196" y="3749040"/>
            <a:ext cx="64008" cy="64008"/>
          </a:xfrm>
          <a:prstGeom prst="rect">
            <a:avLst/>
          </a:prstGeom>
          <a:solidFill>
            <a:srgbClr val="B91C1C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35" name="TextBox 34">
            <a:extLst>
              <a:ext uri="{FF2B5EF4-FFF2-40B4-BE49-F238E27FC236}">
                <a16:creationId xmlns:a16="http://schemas.microsoft.com/office/drawing/2014/main" id="{8736E629-987F-B151-A1D9-65E07A127E83}"/>
              </a:ext>
            </a:extLst>
          </p:cNvPr>
          <p:cNvSpPr txBox="1"/>
          <p:nvPr userDrawn="1"/>
        </p:nvSpPr>
        <p:spPr>
          <a:xfrm>
            <a:off x="403924" y="3666192"/>
            <a:ext cx="2194560" cy="215444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defRPr sz="800" b="1" i="0">
                <a:solidFill>
                  <a:srgbClr val="64748B"/>
                </a:solidFill>
                <a:latin typeface="Arial"/>
              </a:defRPr>
            </a:pPr>
            <a:r>
              <a:rPr sz="800"/>
              <a:t>{{safety_title}}</a:t>
            </a:r>
          </a:p>
        </p:txBody>
      </p:sp>
      <p:sp>
        <p:nvSpPr>
          <p:cNvPr id="36" name="TextBox 35">
            <a:extLst>
              <a:ext uri="{FF2B5EF4-FFF2-40B4-BE49-F238E27FC236}">
                <a16:creationId xmlns:a16="http://schemas.microsoft.com/office/drawing/2014/main" id="{1B5C2275-FA66-2022-2434-142701B52B5D}"/>
              </a:ext>
            </a:extLst>
          </p:cNvPr>
          <p:cNvSpPr txBox="1"/>
          <p:nvPr userDrawn="1"/>
        </p:nvSpPr>
        <p:spPr>
          <a:xfrm>
            <a:off x="294196" y="4050792"/>
            <a:ext cx="1097280" cy="200055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defRPr sz="700" b="1" i="0">
                <a:solidFill>
                  <a:srgbClr val="94A3B8"/>
                </a:solidFill>
                <a:latin typeface="Arial"/>
              </a:defRPr>
            </a:pPr>
            <a:r>
              <a:rPr sz="700"/>
              <a:t>GRADE ≥3</a:t>
            </a:r>
          </a:p>
        </p:txBody>
      </p:sp>
      <p:sp>
        <p:nvSpPr>
          <p:cNvPr id="37" name="TextBox 36">
            <a:extLst>
              <a:ext uri="{FF2B5EF4-FFF2-40B4-BE49-F238E27FC236}">
                <a16:creationId xmlns:a16="http://schemas.microsoft.com/office/drawing/2014/main" id="{EE9E2A78-02AC-12BE-7A0D-21DE2DCCCFDE}"/>
              </a:ext>
            </a:extLst>
          </p:cNvPr>
          <p:cNvSpPr txBox="1"/>
          <p:nvPr userDrawn="1"/>
        </p:nvSpPr>
        <p:spPr>
          <a:xfrm>
            <a:off x="294196" y="4215383"/>
            <a:ext cx="2395728" cy="22313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defRPr sz="850" b="0" i="0">
                <a:solidFill>
                  <a:srgbClr val="B91C1C"/>
                </a:solidFill>
                <a:latin typeface="Arial"/>
              </a:defRPr>
            </a:pPr>
            <a:r>
              <a:rPr sz="850" dirty="0"/>
              <a:t>{{safety_grade3_1}}</a:t>
            </a:r>
          </a:p>
        </p:txBody>
      </p:sp>
      <p:sp>
        <p:nvSpPr>
          <p:cNvPr id="38" name="TextBox 37">
            <a:extLst>
              <a:ext uri="{FF2B5EF4-FFF2-40B4-BE49-F238E27FC236}">
                <a16:creationId xmlns:a16="http://schemas.microsoft.com/office/drawing/2014/main" id="{B15138E5-2298-2B2A-B786-084C914465CC}"/>
              </a:ext>
            </a:extLst>
          </p:cNvPr>
          <p:cNvSpPr txBox="1"/>
          <p:nvPr userDrawn="1"/>
        </p:nvSpPr>
        <p:spPr>
          <a:xfrm>
            <a:off x="294196" y="4398264"/>
            <a:ext cx="2395728" cy="22313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defRPr sz="850" b="0" i="0">
                <a:solidFill>
                  <a:srgbClr val="B91C1C"/>
                </a:solidFill>
                <a:latin typeface="Arial"/>
              </a:defRPr>
            </a:pPr>
            <a:r>
              <a:rPr sz="850" dirty="0"/>
              <a:t>{{safety_grade3_2}}</a:t>
            </a:r>
          </a:p>
        </p:txBody>
      </p:sp>
      <p:sp>
        <p:nvSpPr>
          <p:cNvPr id="39" name="TextBox 38">
            <a:extLst>
              <a:ext uri="{FF2B5EF4-FFF2-40B4-BE49-F238E27FC236}">
                <a16:creationId xmlns:a16="http://schemas.microsoft.com/office/drawing/2014/main" id="{C907EE10-BD74-EB9E-A180-C993B47671F1}"/>
              </a:ext>
            </a:extLst>
          </p:cNvPr>
          <p:cNvSpPr txBox="1"/>
          <p:nvPr userDrawn="1"/>
        </p:nvSpPr>
        <p:spPr>
          <a:xfrm>
            <a:off x="294196" y="4581144"/>
            <a:ext cx="2395728" cy="22313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defRPr sz="850" b="0" i="0">
                <a:solidFill>
                  <a:srgbClr val="B91C1C"/>
                </a:solidFill>
                <a:latin typeface="Arial"/>
              </a:defRPr>
            </a:pPr>
            <a:r>
              <a:rPr sz="850" dirty="0" err="1"/>
              <a:t>{{safety_grade3_3}}</a:t>
            </a:r>
          </a:p>
        </p:txBody>
      </p:sp>
      <p:sp>
        <p:nvSpPr>
          <p:cNvPr id="40" name="TextBox 39">
            <a:extLst>
              <a:ext uri="{FF2B5EF4-FFF2-40B4-BE49-F238E27FC236}">
                <a16:creationId xmlns:a16="http://schemas.microsoft.com/office/drawing/2014/main" id="{46C7712A-083D-02EA-5863-D0D703AF7049}"/>
              </a:ext>
            </a:extLst>
          </p:cNvPr>
          <p:cNvSpPr txBox="1"/>
          <p:nvPr userDrawn="1"/>
        </p:nvSpPr>
        <p:spPr>
          <a:xfrm>
            <a:off x="294196" y="4764024"/>
            <a:ext cx="2395728" cy="22313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defRPr sz="850" b="0" i="0">
                <a:solidFill>
                  <a:srgbClr val="B91C1C"/>
                </a:solidFill>
                <a:latin typeface="Arial"/>
              </a:defRPr>
            </a:pPr>
            <a:r>
              <a:rPr sz="850" dirty="0"/>
              <a:t>{{safety_grade3_4}}</a:t>
            </a:r>
          </a:p>
        </p:txBody>
      </p:sp>
      <p:sp>
        <p:nvSpPr>
          <p:cNvPr id="41" name="TextBox 40">
            <a:extLst>
              <a:ext uri="{FF2B5EF4-FFF2-40B4-BE49-F238E27FC236}">
                <a16:creationId xmlns:a16="http://schemas.microsoft.com/office/drawing/2014/main" id="{602C9A98-4EAB-F7A7-6599-687E1F2EC2BA}"/>
              </a:ext>
            </a:extLst>
          </p:cNvPr>
          <p:cNvSpPr txBox="1"/>
          <p:nvPr userDrawn="1"/>
        </p:nvSpPr>
        <p:spPr>
          <a:xfrm>
            <a:off x="294196" y="5020057"/>
            <a:ext cx="1428037" cy="200055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defRPr sz="700" b="1" i="0">
                <a:solidFill>
                  <a:srgbClr val="94A3B8"/>
                </a:solidFill>
                <a:latin typeface="Arial"/>
              </a:defRPr>
            </a:pPr>
            <a:r>
              <a:rPr sz="700" dirty="0"/>
              <a:t>ANY GRADE — OCULAR</a:t>
            </a:r>
          </a:p>
        </p:txBody>
      </p:sp>
      <p:sp>
        <p:nvSpPr>
          <p:cNvPr id="42" name="TextBox 41">
            <a:extLst>
              <a:ext uri="{FF2B5EF4-FFF2-40B4-BE49-F238E27FC236}">
                <a16:creationId xmlns:a16="http://schemas.microsoft.com/office/drawing/2014/main" id="{EC5AC303-C4EA-FD2D-0CBA-9AD35407CDE6}"/>
              </a:ext>
            </a:extLst>
          </p:cNvPr>
          <p:cNvSpPr txBox="1"/>
          <p:nvPr userDrawn="1"/>
        </p:nvSpPr>
        <p:spPr>
          <a:xfrm>
            <a:off x="294196" y="5312467"/>
            <a:ext cx="2395728" cy="22313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defRPr sz="850" b="0" i="0">
                <a:solidFill>
                  <a:srgbClr val="C2410C"/>
                </a:solidFill>
                <a:latin typeface="Arial"/>
              </a:defRPr>
            </a:pPr>
            <a:r>
              <a:rPr sz="850" dirty="0"/>
              <a:t>{{safety_ocular_1}}</a:t>
            </a:r>
          </a:p>
        </p:txBody>
      </p:sp>
      <p:sp>
        <p:nvSpPr>
          <p:cNvPr id="43" name="TextBox 42">
            <a:extLst>
              <a:ext uri="{FF2B5EF4-FFF2-40B4-BE49-F238E27FC236}">
                <a16:creationId xmlns:a16="http://schemas.microsoft.com/office/drawing/2014/main" id="{7BF3496C-EF70-E30F-C008-A12BB984E9C5}"/>
              </a:ext>
            </a:extLst>
          </p:cNvPr>
          <p:cNvSpPr txBox="1"/>
          <p:nvPr userDrawn="1"/>
        </p:nvSpPr>
        <p:spPr>
          <a:xfrm>
            <a:off x="294196" y="5495347"/>
            <a:ext cx="2395728" cy="22313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defRPr sz="850" b="0" i="0">
                <a:solidFill>
                  <a:srgbClr val="C2410C"/>
                </a:solidFill>
                <a:latin typeface="Arial"/>
              </a:defRPr>
            </a:pPr>
            <a:r>
              <a:rPr sz="850" dirty="0"/>
              <a:t>{{safety_ocular_2}}</a:t>
            </a:r>
          </a:p>
        </p:txBody>
      </p:sp>
      <p:sp>
        <p:nvSpPr>
          <p:cNvPr id="44" name="TextBox 43">
            <a:extLst>
              <a:ext uri="{FF2B5EF4-FFF2-40B4-BE49-F238E27FC236}">
                <a16:creationId xmlns:a16="http://schemas.microsoft.com/office/drawing/2014/main" id="{23904141-CAB8-FDD1-8EB5-0D025D2E6B2F}"/>
              </a:ext>
            </a:extLst>
          </p:cNvPr>
          <p:cNvSpPr txBox="1"/>
          <p:nvPr userDrawn="1"/>
        </p:nvSpPr>
        <p:spPr>
          <a:xfrm>
            <a:off x="294196" y="5678227"/>
            <a:ext cx="2395728" cy="22313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defRPr sz="850" b="0" i="0">
                <a:solidFill>
                  <a:srgbClr val="C2410C"/>
                </a:solidFill>
                <a:latin typeface="Arial"/>
              </a:defRPr>
            </a:pPr>
            <a:r>
              <a:rPr sz="850" dirty="0"/>
              <a:t>{{safety_ocular_3}}</a:t>
            </a:r>
          </a:p>
        </p:txBody>
      </p:sp>
      <p:sp>
        <p:nvSpPr>
          <p:cNvPr id="45" name="Rectangle 44">
            <a:extLst>
              <a:ext uri="{FF2B5EF4-FFF2-40B4-BE49-F238E27FC236}">
                <a16:creationId xmlns:a16="http://schemas.microsoft.com/office/drawing/2014/main" id="{9402F940-0F52-C1F0-A5A5-B684A01A244D}"/>
              </a:ext>
            </a:extLst>
          </p:cNvPr>
          <p:cNvSpPr/>
          <p:nvPr userDrawn="1"/>
        </p:nvSpPr>
        <p:spPr>
          <a:xfrm>
            <a:off x="2927668" y="612648"/>
            <a:ext cx="4297680" cy="1828800"/>
          </a:xfrm>
          <a:prstGeom prst="rect">
            <a:avLst/>
          </a:prstGeom>
          <a:solidFill>
            <a:srgbClr val="FFFFFF"/>
          </a:solidFill>
          <a:ln w="12700">
            <a:solidFill>
              <a:srgbClr val="E5E7EB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46" name="Rectangle 45">
            <a:extLst>
              <a:ext uri="{FF2B5EF4-FFF2-40B4-BE49-F238E27FC236}">
                <a16:creationId xmlns:a16="http://schemas.microsoft.com/office/drawing/2014/main" id="{788D34B9-233B-9F79-A456-5C30EE97416C}"/>
              </a:ext>
            </a:extLst>
          </p:cNvPr>
          <p:cNvSpPr/>
          <p:nvPr userDrawn="1"/>
        </p:nvSpPr>
        <p:spPr>
          <a:xfrm>
            <a:off x="2927668" y="612648"/>
            <a:ext cx="4297680" cy="274320"/>
          </a:xfrm>
          <a:prstGeom prst="rect">
            <a:avLst/>
          </a:prstGeom>
          <a:solidFill>
            <a:srgbClr val="FAFBFF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47" name="Rectangle 46">
            <a:extLst>
              <a:ext uri="{FF2B5EF4-FFF2-40B4-BE49-F238E27FC236}">
                <a16:creationId xmlns:a16="http://schemas.microsoft.com/office/drawing/2014/main" id="{768E2050-FCBD-EB1B-1E95-DC9742559085}"/>
              </a:ext>
            </a:extLst>
          </p:cNvPr>
          <p:cNvSpPr/>
          <p:nvPr userDrawn="1"/>
        </p:nvSpPr>
        <p:spPr>
          <a:xfrm>
            <a:off x="2927668" y="877824"/>
            <a:ext cx="4297680" cy="9144"/>
          </a:xfrm>
          <a:prstGeom prst="rect">
            <a:avLst/>
          </a:prstGeom>
          <a:solidFill>
            <a:srgbClr val="F1F5F9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48" name="Rectangle 47">
            <a:extLst>
              <a:ext uri="{FF2B5EF4-FFF2-40B4-BE49-F238E27FC236}">
                <a16:creationId xmlns:a16="http://schemas.microsoft.com/office/drawing/2014/main" id="{0E7A8549-A087-702E-44E4-6C4DC0B3F0ED}"/>
              </a:ext>
            </a:extLst>
          </p:cNvPr>
          <p:cNvSpPr/>
          <p:nvPr userDrawn="1"/>
        </p:nvSpPr>
        <p:spPr>
          <a:xfrm>
            <a:off x="3055684" y="713232"/>
            <a:ext cx="64008" cy="64008"/>
          </a:xfrm>
          <a:prstGeom prst="rect">
            <a:avLst/>
          </a:prstGeom>
          <a:solidFill>
            <a:srgbClr val="6366F1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49" name="TextBox 48">
            <a:extLst>
              <a:ext uri="{FF2B5EF4-FFF2-40B4-BE49-F238E27FC236}">
                <a16:creationId xmlns:a16="http://schemas.microsoft.com/office/drawing/2014/main" id="{93FCE6B5-2DE6-303B-4CCA-556FA2D84FD5}"/>
              </a:ext>
            </a:extLst>
          </p:cNvPr>
          <p:cNvSpPr txBox="1"/>
          <p:nvPr userDrawn="1"/>
        </p:nvSpPr>
        <p:spPr>
          <a:xfrm>
            <a:off x="3165412" y="630384"/>
            <a:ext cx="3840480" cy="215444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defRPr sz="800" b="1" i="0">
                <a:solidFill>
                  <a:srgbClr val="64748B"/>
                </a:solidFill>
                <a:latin typeface="Arial"/>
              </a:defRPr>
            </a:pPr>
            <a:r>
              <a:rPr sz="800"/>
              <a:t>{{efficacy_title}}</a:t>
            </a:r>
          </a:p>
        </p:txBody>
      </p:sp>
      <p:sp>
        <p:nvSpPr>
          <p:cNvPr id="50" name="Rectangle 49">
            <a:extLst>
              <a:ext uri="{FF2B5EF4-FFF2-40B4-BE49-F238E27FC236}">
                <a16:creationId xmlns:a16="http://schemas.microsoft.com/office/drawing/2014/main" id="{E6B51556-FC3A-0FCF-AE90-FE49A1733043}"/>
              </a:ext>
            </a:extLst>
          </p:cNvPr>
          <p:cNvSpPr/>
          <p:nvPr userDrawn="1"/>
        </p:nvSpPr>
        <p:spPr>
          <a:xfrm>
            <a:off x="3055684" y="996695"/>
            <a:ext cx="1984248" cy="630936"/>
          </a:xfrm>
          <a:prstGeom prst="rect">
            <a:avLst/>
          </a:prstGeom>
          <a:solidFill>
            <a:srgbClr val="FAFBFF"/>
          </a:solidFill>
          <a:ln w="12700">
            <a:solidFill>
              <a:srgbClr val="F1F5F9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51" name="Rectangle 50">
            <a:extLst>
              <a:ext uri="{FF2B5EF4-FFF2-40B4-BE49-F238E27FC236}">
                <a16:creationId xmlns:a16="http://schemas.microsoft.com/office/drawing/2014/main" id="{F026197A-C2D4-365A-5389-FF9ED266A10E}"/>
              </a:ext>
            </a:extLst>
          </p:cNvPr>
          <p:cNvSpPr/>
          <p:nvPr userDrawn="1"/>
        </p:nvSpPr>
        <p:spPr>
          <a:xfrm>
            <a:off x="3055684" y="996695"/>
            <a:ext cx="27432" cy="630936"/>
          </a:xfrm>
          <a:prstGeom prst="rect">
            <a:avLst/>
          </a:prstGeom>
          <a:solidFill>
            <a:srgbClr val="8B5CF6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52" name="TextBox 51">
            <a:extLst>
              <a:ext uri="{FF2B5EF4-FFF2-40B4-BE49-F238E27FC236}">
                <a16:creationId xmlns:a16="http://schemas.microsoft.com/office/drawing/2014/main" id="{1C030F2D-D549-C63F-65F6-25B49435D586}"/>
              </a:ext>
            </a:extLst>
          </p:cNvPr>
          <p:cNvSpPr txBox="1"/>
          <p:nvPr userDrawn="1"/>
        </p:nvSpPr>
        <p:spPr>
          <a:xfrm>
            <a:off x="3147125" y="1051561"/>
            <a:ext cx="1837943" cy="200055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defRPr sz="700" b="1" i="0">
                <a:solidFill>
                  <a:srgbClr val="94A3B8"/>
                </a:solidFill>
                <a:latin typeface="Arial"/>
              </a:defRPr>
            </a:pPr>
            <a:r>
              <a:rPr sz="700">
                <a:solidFill>
                  <a:schemeClr val="tx1">
                    <a:lumMod val="50000"/>
                    <a:lumOff val="50000"/>
                  </a:schemeClr>
                </a:solidFill>
              </a:rPr>
              <a:t>{{mpfs_exp_label}}</a:t>
            </a:r>
          </a:p>
        </p:txBody>
      </p:sp>
      <p:sp>
        <p:nvSpPr>
          <p:cNvPr id="53" name="TextBox 52">
            <a:extLst>
              <a:ext uri="{FF2B5EF4-FFF2-40B4-BE49-F238E27FC236}">
                <a16:creationId xmlns:a16="http://schemas.microsoft.com/office/drawing/2014/main" id="{CB6BF22F-9859-D5E9-5233-6EE6C6563422}"/>
              </a:ext>
            </a:extLst>
          </p:cNvPr>
          <p:cNvSpPr txBox="1"/>
          <p:nvPr userDrawn="1"/>
        </p:nvSpPr>
        <p:spPr>
          <a:xfrm>
            <a:off x="3147124" y="1130416"/>
            <a:ext cx="992124" cy="830997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defRPr sz="2200" b="0" i="0">
                <a:solidFill>
                  <a:srgbClr val="0F172A"/>
                </a:solidFill>
                <a:latin typeface="Arial"/>
              </a:defRPr>
            </a:pPr>
            <a:r>
              <a:rPr sz="1600" dirty="0"/>
              <a:t>{{mpfs_exp_value}}</a:t>
            </a:r>
          </a:p>
        </p:txBody>
      </p:sp>
      <p:sp>
        <p:nvSpPr>
          <p:cNvPr id="55" name="TextBox 54">
            <a:extLst>
              <a:ext uri="{FF2B5EF4-FFF2-40B4-BE49-F238E27FC236}">
                <a16:creationId xmlns:a16="http://schemas.microsoft.com/office/drawing/2014/main" id="{725F20AF-CA8B-0BB4-06B4-3A53070AE6C3}"/>
              </a:ext>
            </a:extLst>
          </p:cNvPr>
          <p:cNvSpPr txBox="1"/>
          <p:nvPr userDrawn="1"/>
        </p:nvSpPr>
        <p:spPr>
          <a:xfrm>
            <a:off x="3147125" y="1463040"/>
            <a:ext cx="1837943" cy="200055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defRPr sz="700" b="0" i="0">
                <a:solidFill>
                  <a:srgbClr val="94A3B8"/>
                </a:solidFill>
                <a:latin typeface="Arial"/>
              </a:defRPr>
            </a:pPr>
            <a:r>
              <a:rPr sz="700">
                <a:solidFill>
                  <a:schemeClr val="tx1">
                    <a:lumMod val="50000"/>
                    <a:lumOff val="50000"/>
                  </a:schemeClr>
                </a:solidFill>
              </a:rPr>
              <a:t>{{mpfs_exp_ci}}</a:t>
            </a:r>
          </a:p>
        </p:txBody>
      </p:sp>
      <p:sp>
        <p:nvSpPr>
          <p:cNvPr id="56" name="Rectangle 55">
            <a:extLst>
              <a:ext uri="{FF2B5EF4-FFF2-40B4-BE49-F238E27FC236}">
                <a16:creationId xmlns:a16="http://schemas.microsoft.com/office/drawing/2014/main" id="{D2F7FDF1-733E-92D2-B9DD-EC54322B62E5}"/>
              </a:ext>
            </a:extLst>
          </p:cNvPr>
          <p:cNvSpPr/>
          <p:nvPr userDrawn="1"/>
        </p:nvSpPr>
        <p:spPr>
          <a:xfrm>
            <a:off x="5113084" y="996695"/>
            <a:ext cx="1984248" cy="630936"/>
          </a:xfrm>
          <a:prstGeom prst="rect">
            <a:avLst/>
          </a:prstGeom>
          <a:solidFill>
            <a:srgbClr val="FAFBFF"/>
          </a:solidFill>
          <a:ln w="12700">
            <a:solidFill>
              <a:srgbClr val="F1F5F9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57" name="Rectangle 56">
            <a:extLst>
              <a:ext uri="{FF2B5EF4-FFF2-40B4-BE49-F238E27FC236}">
                <a16:creationId xmlns:a16="http://schemas.microsoft.com/office/drawing/2014/main" id="{B32187B9-9246-BAB8-E14F-C1290E055C95}"/>
              </a:ext>
            </a:extLst>
          </p:cNvPr>
          <p:cNvSpPr/>
          <p:nvPr userDrawn="1"/>
        </p:nvSpPr>
        <p:spPr>
          <a:xfrm>
            <a:off x="5113084" y="996695"/>
            <a:ext cx="27432" cy="630936"/>
          </a:xfrm>
          <a:prstGeom prst="rect">
            <a:avLst/>
          </a:prstGeom>
          <a:solidFill>
            <a:srgbClr val="6366F1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58" name="TextBox 57">
            <a:extLst>
              <a:ext uri="{FF2B5EF4-FFF2-40B4-BE49-F238E27FC236}">
                <a16:creationId xmlns:a16="http://schemas.microsoft.com/office/drawing/2014/main" id="{5B524B86-86D9-9FD4-4A48-17BF4E8FC891}"/>
              </a:ext>
            </a:extLst>
          </p:cNvPr>
          <p:cNvSpPr txBox="1"/>
          <p:nvPr userDrawn="1"/>
        </p:nvSpPr>
        <p:spPr>
          <a:xfrm>
            <a:off x="5204525" y="1051561"/>
            <a:ext cx="1837943" cy="200055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defRPr sz="700" b="1" i="0">
                <a:solidFill>
                  <a:srgbClr val="94A3B8"/>
                </a:solidFill>
                <a:latin typeface="Arial"/>
              </a:defRPr>
            </a:pPr>
            <a:r>
              <a:rPr sz="700">
                <a:solidFill>
                  <a:schemeClr val="tx1">
                    <a:lumMod val="50000"/>
                    <a:lumOff val="50000"/>
                  </a:schemeClr>
                </a:solidFill>
              </a:rPr>
              <a:t>{{mpfs_ctrl_label}}</a:t>
            </a:r>
          </a:p>
        </p:txBody>
      </p:sp>
      <p:sp>
        <p:nvSpPr>
          <p:cNvPr id="59" name="TextBox 58">
            <a:extLst>
              <a:ext uri="{FF2B5EF4-FFF2-40B4-BE49-F238E27FC236}">
                <a16:creationId xmlns:a16="http://schemas.microsoft.com/office/drawing/2014/main" id="{A18F6AF6-C0DE-3B33-05DC-AF561B4475A8}"/>
              </a:ext>
            </a:extLst>
          </p:cNvPr>
          <p:cNvSpPr txBox="1"/>
          <p:nvPr userDrawn="1"/>
        </p:nvSpPr>
        <p:spPr>
          <a:xfrm>
            <a:off x="5204524" y="1130416"/>
            <a:ext cx="992124" cy="830997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defRPr sz="2200" b="0" i="0">
                <a:solidFill>
                  <a:srgbClr val="0F172A"/>
                </a:solidFill>
                <a:latin typeface="Arial"/>
              </a:defRPr>
            </a:pPr>
            <a:r>
              <a:rPr sz="1600"/>
              <a:t>{{mpfs_ctrl_value}}</a:t>
            </a:r>
          </a:p>
        </p:txBody>
      </p:sp>
      <p:sp>
        <p:nvSpPr>
          <p:cNvPr id="61" name="TextBox 60">
            <a:extLst>
              <a:ext uri="{FF2B5EF4-FFF2-40B4-BE49-F238E27FC236}">
                <a16:creationId xmlns:a16="http://schemas.microsoft.com/office/drawing/2014/main" id="{343E4A06-8923-DDFF-7DB9-5B75B263DD95}"/>
              </a:ext>
            </a:extLst>
          </p:cNvPr>
          <p:cNvSpPr txBox="1"/>
          <p:nvPr userDrawn="1"/>
        </p:nvSpPr>
        <p:spPr>
          <a:xfrm>
            <a:off x="5204525" y="1463040"/>
            <a:ext cx="1837943" cy="200055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defRPr sz="700" b="0" i="0">
                <a:solidFill>
                  <a:srgbClr val="94A3B8"/>
                </a:solidFill>
                <a:latin typeface="Arial"/>
              </a:defRPr>
            </a:pPr>
            <a:r>
              <a:rPr sz="700">
                <a:solidFill>
                  <a:schemeClr val="tx1">
                    <a:lumMod val="50000"/>
                    <a:lumOff val="50000"/>
                  </a:schemeClr>
                </a:solidFill>
              </a:rPr>
              <a:t>{{mpfs_ctrl_ci}}</a:t>
            </a:r>
          </a:p>
        </p:txBody>
      </p:sp>
      <p:sp>
        <p:nvSpPr>
          <p:cNvPr id="62" name="Rectangle 61">
            <a:extLst>
              <a:ext uri="{FF2B5EF4-FFF2-40B4-BE49-F238E27FC236}">
                <a16:creationId xmlns:a16="http://schemas.microsoft.com/office/drawing/2014/main" id="{E283C83D-1AB1-BC75-CA49-63786FFC94F7}"/>
              </a:ext>
            </a:extLst>
          </p:cNvPr>
          <p:cNvSpPr/>
          <p:nvPr userDrawn="1"/>
        </p:nvSpPr>
        <p:spPr>
          <a:xfrm>
            <a:off x="3055684" y="1700784"/>
            <a:ext cx="1984248" cy="630936"/>
          </a:xfrm>
          <a:prstGeom prst="rect">
            <a:avLst/>
          </a:prstGeom>
          <a:solidFill>
            <a:srgbClr val="FAFBFF"/>
          </a:solidFill>
          <a:ln w="12700">
            <a:solidFill>
              <a:srgbClr val="F1F5F9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63" name="Rectangle 62">
            <a:extLst>
              <a:ext uri="{FF2B5EF4-FFF2-40B4-BE49-F238E27FC236}">
                <a16:creationId xmlns:a16="http://schemas.microsoft.com/office/drawing/2014/main" id="{F2F3EE2D-E9D0-5F28-EF29-079AEA13678D}"/>
              </a:ext>
            </a:extLst>
          </p:cNvPr>
          <p:cNvSpPr/>
          <p:nvPr userDrawn="1"/>
        </p:nvSpPr>
        <p:spPr>
          <a:xfrm>
            <a:off x="3055684" y="1700784"/>
            <a:ext cx="27432" cy="630936"/>
          </a:xfrm>
          <a:prstGeom prst="rect">
            <a:avLst/>
          </a:prstGeom>
          <a:solidFill>
            <a:srgbClr val="3B82F6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64" name="TextBox 63">
            <a:extLst>
              <a:ext uri="{FF2B5EF4-FFF2-40B4-BE49-F238E27FC236}">
                <a16:creationId xmlns:a16="http://schemas.microsoft.com/office/drawing/2014/main" id="{27739D0D-3BEC-58DB-CF33-A910BCEB3593}"/>
              </a:ext>
            </a:extLst>
          </p:cNvPr>
          <p:cNvSpPr txBox="1"/>
          <p:nvPr userDrawn="1"/>
        </p:nvSpPr>
        <p:spPr>
          <a:xfrm>
            <a:off x="3147125" y="1755649"/>
            <a:ext cx="1837943" cy="200055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defRPr sz="700" b="1" i="0">
                <a:solidFill>
                  <a:srgbClr val="94A3B8"/>
                </a:solidFill>
                <a:latin typeface="Arial"/>
              </a:defRPr>
            </a:pPr>
            <a:r>
              <a:rPr sz="700">
                <a:solidFill>
                  <a:schemeClr val="tx1">
                    <a:lumMod val="50000"/>
                    <a:lumOff val="50000"/>
                  </a:schemeClr>
                </a:solidFill>
              </a:rPr>
              <a:t>{{orr_exp_label}}</a:t>
            </a:r>
          </a:p>
        </p:txBody>
      </p:sp>
      <p:sp>
        <p:nvSpPr>
          <p:cNvPr id="65" name="TextBox 64">
            <a:extLst>
              <a:ext uri="{FF2B5EF4-FFF2-40B4-BE49-F238E27FC236}">
                <a16:creationId xmlns:a16="http://schemas.microsoft.com/office/drawing/2014/main" id="{58F52156-9C89-6ECC-053A-A86DF4995D3E}"/>
              </a:ext>
            </a:extLst>
          </p:cNvPr>
          <p:cNvSpPr txBox="1"/>
          <p:nvPr userDrawn="1"/>
        </p:nvSpPr>
        <p:spPr>
          <a:xfrm>
            <a:off x="3196288" y="1834505"/>
            <a:ext cx="992124" cy="830997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defRPr sz="2200" b="0" i="0">
                <a:solidFill>
                  <a:srgbClr val="0F172A"/>
                </a:solidFill>
                <a:latin typeface="Arial"/>
              </a:defRPr>
            </a:pPr>
            <a:r>
              <a:rPr sz="1600" dirty="0"/>
              <a:t>{{orr_exp_value}}</a:t>
            </a:r>
          </a:p>
        </p:txBody>
      </p:sp>
      <p:sp>
        <p:nvSpPr>
          <p:cNvPr id="67" name="TextBox 66">
            <a:extLst>
              <a:ext uri="{FF2B5EF4-FFF2-40B4-BE49-F238E27FC236}">
                <a16:creationId xmlns:a16="http://schemas.microsoft.com/office/drawing/2014/main" id="{9824700C-F231-D17C-B9EB-7556C1959A3F}"/>
              </a:ext>
            </a:extLst>
          </p:cNvPr>
          <p:cNvSpPr txBox="1"/>
          <p:nvPr userDrawn="1"/>
        </p:nvSpPr>
        <p:spPr>
          <a:xfrm>
            <a:off x="3147125" y="2167128"/>
            <a:ext cx="1837943" cy="200055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defRPr sz="700" b="0" i="0">
                <a:solidFill>
                  <a:srgbClr val="94A3B8"/>
                </a:solidFill>
                <a:latin typeface="Arial"/>
              </a:defRPr>
            </a:pPr>
            <a:r>
              <a:rPr sz="700" dirty="0">
                <a:solidFill>
                  <a:schemeClr val="tx1">
                    <a:lumMod val="50000"/>
                    <a:lumOff val="50000"/>
                  </a:schemeClr>
                </a:solidFill>
              </a:rPr>
              <a:t>{{orr_exp_detail}}</a:t>
            </a:r>
          </a:p>
        </p:txBody>
      </p:sp>
      <p:sp>
        <p:nvSpPr>
          <p:cNvPr id="68" name="Rectangle 67">
            <a:extLst>
              <a:ext uri="{FF2B5EF4-FFF2-40B4-BE49-F238E27FC236}">
                <a16:creationId xmlns:a16="http://schemas.microsoft.com/office/drawing/2014/main" id="{8567240B-1EE4-59EC-DD9E-38325AE44663}"/>
              </a:ext>
            </a:extLst>
          </p:cNvPr>
          <p:cNvSpPr/>
          <p:nvPr userDrawn="1"/>
        </p:nvSpPr>
        <p:spPr>
          <a:xfrm>
            <a:off x="5113084" y="1700784"/>
            <a:ext cx="1984248" cy="630936"/>
          </a:xfrm>
          <a:prstGeom prst="rect">
            <a:avLst/>
          </a:prstGeom>
          <a:solidFill>
            <a:srgbClr val="FAFBFF"/>
          </a:solidFill>
          <a:ln w="12700">
            <a:solidFill>
              <a:srgbClr val="F1F5F9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69" name="Rectangle 68">
            <a:extLst>
              <a:ext uri="{FF2B5EF4-FFF2-40B4-BE49-F238E27FC236}">
                <a16:creationId xmlns:a16="http://schemas.microsoft.com/office/drawing/2014/main" id="{CB0EAB7A-AFE4-3CBD-C3E7-4CA94F34E50F}"/>
              </a:ext>
            </a:extLst>
          </p:cNvPr>
          <p:cNvSpPr/>
          <p:nvPr userDrawn="1"/>
        </p:nvSpPr>
        <p:spPr>
          <a:xfrm>
            <a:off x="5113084" y="1700784"/>
            <a:ext cx="27432" cy="630936"/>
          </a:xfrm>
          <a:prstGeom prst="rect">
            <a:avLst/>
          </a:prstGeom>
          <a:solidFill>
            <a:srgbClr val="F59E0B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70" name="TextBox 69">
            <a:extLst>
              <a:ext uri="{FF2B5EF4-FFF2-40B4-BE49-F238E27FC236}">
                <a16:creationId xmlns:a16="http://schemas.microsoft.com/office/drawing/2014/main" id="{93D05BC3-4969-5A8B-9732-40FE3FAC2293}"/>
              </a:ext>
            </a:extLst>
          </p:cNvPr>
          <p:cNvSpPr txBox="1"/>
          <p:nvPr userDrawn="1"/>
        </p:nvSpPr>
        <p:spPr>
          <a:xfrm>
            <a:off x="5204525" y="1755649"/>
            <a:ext cx="1837943" cy="200055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defRPr sz="700" b="1" i="0">
                <a:solidFill>
                  <a:srgbClr val="94A3B8"/>
                </a:solidFill>
                <a:latin typeface="Arial"/>
              </a:defRPr>
            </a:pPr>
            <a:r>
              <a:rPr sz="700">
                <a:solidFill>
                  <a:schemeClr val="tx1">
                    <a:lumMod val="50000"/>
                    <a:lumOff val="50000"/>
                  </a:schemeClr>
                </a:solidFill>
              </a:rPr>
              <a:t>{{orr_ctrl_label}}</a:t>
            </a:r>
          </a:p>
        </p:txBody>
      </p:sp>
      <p:sp>
        <p:nvSpPr>
          <p:cNvPr id="71" name="TextBox 70">
            <a:extLst>
              <a:ext uri="{FF2B5EF4-FFF2-40B4-BE49-F238E27FC236}">
                <a16:creationId xmlns:a16="http://schemas.microsoft.com/office/drawing/2014/main" id="{43F4A092-25F9-3FC3-73BA-8A6F77842EF8}"/>
              </a:ext>
            </a:extLst>
          </p:cNvPr>
          <p:cNvSpPr txBox="1"/>
          <p:nvPr userDrawn="1"/>
        </p:nvSpPr>
        <p:spPr>
          <a:xfrm>
            <a:off x="5263515" y="1834505"/>
            <a:ext cx="992124" cy="584775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defRPr sz="2200" b="0" i="0">
                <a:solidFill>
                  <a:srgbClr val="0F172A"/>
                </a:solidFill>
                <a:latin typeface="Arial"/>
              </a:defRPr>
            </a:pPr>
            <a:r>
              <a:rPr sz="1600" dirty="0"/>
              <a:t>{{orr_ctrl_value}}</a:t>
            </a:r>
          </a:p>
        </p:txBody>
      </p:sp>
      <p:sp>
        <p:nvSpPr>
          <p:cNvPr id="73" name="TextBox 72">
            <a:extLst>
              <a:ext uri="{FF2B5EF4-FFF2-40B4-BE49-F238E27FC236}">
                <a16:creationId xmlns:a16="http://schemas.microsoft.com/office/drawing/2014/main" id="{833510BE-CD5D-4E4E-CFD1-D240AB93302A}"/>
              </a:ext>
            </a:extLst>
          </p:cNvPr>
          <p:cNvSpPr txBox="1"/>
          <p:nvPr userDrawn="1"/>
        </p:nvSpPr>
        <p:spPr>
          <a:xfrm>
            <a:off x="5204525" y="2167128"/>
            <a:ext cx="1837943" cy="200055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defRPr sz="700" b="0" i="0">
                <a:solidFill>
                  <a:srgbClr val="94A3B8"/>
                </a:solidFill>
                <a:latin typeface="Arial"/>
              </a:defRPr>
            </a:pPr>
            <a:r>
              <a:rPr sz="700">
                <a:solidFill>
                  <a:schemeClr val="tx1">
                    <a:lumMod val="50000"/>
                    <a:lumOff val="50000"/>
                  </a:schemeClr>
                </a:solidFill>
              </a:rPr>
              <a:t>{{orr_ctrl_detail}}</a:t>
            </a:r>
          </a:p>
        </p:txBody>
      </p:sp>
      <p:sp>
        <p:nvSpPr>
          <p:cNvPr id="74" name="Rectangle 73">
            <a:extLst>
              <a:ext uri="{FF2B5EF4-FFF2-40B4-BE49-F238E27FC236}">
                <a16:creationId xmlns:a16="http://schemas.microsoft.com/office/drawing/2014/main" id="{6F556318-4367-0386-AE3E-647EB0B3CC72}"/>
              </a:ext>
            </a:extLst>
          </p:cNvPr>
          <p:cNvSpPr/>
          <p:nvPr userDrawn="1"/>
        </p:nvSpPr>
        <p:spPr>
          <a:xfrm>
            <a:off x="2927668" y="2551176"/>
            <a:ext cx="4297680" cy="2377440"/>
          </a:xfrm>
          <a:prstGeom prst="rect">
            <a:avLst/>
          </a:prstGeom>
          <a:solidFill>
            <a:srgbClr val="FFFFFF"/>
          </a:solidFill>
          <a:ln w="12700">
            <a:solidFill>
              <a:srgbClr val="E5E7EB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75" name="Rectangle 74">
            <a:extLst>
              <a:ext uri="{FF2B5EF4-FFF2-40B4-BE49-F238E27FC236}">
                <a16:creationId xmlns:a16="http://schemas.microsoft.com/office/drawing/2014/main" id="{2D5C1A4F-AF81-E7BF-3E3F-768ABC4A718E}"/>
              </a:ext>
            </a:extLst>
          </p:cNvPr>
          <p:cNvSpPr/>
          <p:nvPr userDrawn="1"/>
        </p:nvSpPr>
        <p:spPr>
          <a:xfrm>
            <a:off x="2927668" y="2551176"/>
            <a:ext cx="4297680" cy="27432"/>
          </a:xfrm>
          <a:prstGeom prst="rect">
            <a:avLst/>
          </a:prstGeom>
          <a:solidFill>
            <a:srgbClr val="F59E0B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76" name="TextBox 75">
            <a:extLst>
              <a:ext uri="{FF2B5EF4-FFF2-40B4-BE49-F238E27FC236}">
                <a16:creationId xmlns:a16="http://schemas.microsoft.com/office/drawing/2014/main" id="{FD74AF5B-758B-F893-4977-724AA9098414}"/>
              </a:ext>
            </a:extLst>
          </p:cNvPr>
          <p:cNvSpPr txBox="1"/>
          <p:nvPr userDrawn="1"/>
        </p:nvSpPr>
        <p:spPr>
          <a:xfrm>
            <a:off x="3055684" y="2642616"/>
            <a:ext cx="4041648" cy="215444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defRPr sz="800" b="1" i="0">
                <a:solidFill>
                  <a:srgbClr val="64748B"/>
                </a:solidFill>
                <a:latin typeface="Arial"/>
              </a:defRPr>
            </a:pPr>
            <a:r>
              <a:rPr sz="800"/>
              <a:t>HAZARD RATIO · PRIMARY ENDPOINT (PFS)</a:t>
            </a:r>
          </a:p>
        </p:txBody>
      </p:sp>
      <p:sp>
        <p:nvSpPr>
          <p:cNvPr id="77" name="TextBox 76">
            <a:extLst>
              <a:ext uri="{FF2B5EF4-FFF2-40B4-BE49-F238E27FC236}">
                <a16:creationId xmlns:a16="http://schemas.microsoft.com/office/drawing/2014/main" id="{183866EC-1630-20FF-BF53-79F7DCFA9FDD}"/>
              </a:ext>
            </a:extLst>
          </p:cNvPr>
          <p:cNvSpPr txBox="1"/>
          <p:nvPr userDrawn="1"/>
        </p:nvSpPr>
        <p:spPr>
          <a:xfrm>
            <a:off x="3055684" y="2744089"/>
            <a:ext cx="1933956" cy="954107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defRPr sz="3600" b="0" i="0">
                <a:solidFill>
                  <a:srgbClr val="0F172A"/>
                </a:solidFill>
                <a:latin typeface="Arial"/>
              </a:defRPr>
            </a:pPr>
            <a:r>
              <a:rPr sz="2800" dirty="0"/>
              <a:t>{{hr_value}}</a:t>
            </a:r>
          </a:p>
        </p:txBody>
      </p:sp>
      <p:sp>
        <p:nvSpPr>
          <p:cNvPr id="78" name="TextBox 77">
            <a:extLst>
              <a:ext uri="{FF2B5EF4-FFF2-40B4-BE49-F238E27FC236}">
                <a16:creationId xmlns:a16="http://schemas.microsoft.com/office/drawing/2014/main" id="{B2981F45-7109-DCDA-CD31-3B75289C60EA}"/>
              </a:ext>
            </a:extLst>
          </p:cNvPr>
          <p:cNvSpPr txBox="1"/>
          <p:nvPr userDrawn="1"/>
        </p:nvSpPr>
        <p:spPr>
          <a:xfrm>
            <a:off x="5076508" y="2916937"/>
            <a:ext cx="1719072" cy="246221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1000" b="1" i="0">
                <a:solidFill>
                  <a:srgbClr val="92400E"/>
                </a:solidFill>
                <a:latin typeface="Arial"/>
              </a:defRPr>
            </a:pPr>
            <a:r>
              <a:rPr sz="1000"/>
              <a:t>{{hr_conclusion}}</a:t>
            </a:r>
          </a:p>
        </p:txBody>
      </p:sp>
      <p:sp>
        <p:nvSpPr>
          <p:cNvPr id="79" name="TextBox 78">
            <a:extLst>
              <a:ext uri="{FF2B5EF4-FFF2-40B4-BE49-F238E27FC236}">
                <a16:creationId xmlns:a16="http://schemas.microsoft.com/office/drawing/2014/main" id="{6A8EDA78-B993-BF6D-A1B2-272C9D3379B7}"/>
              </a:ext>
            </a:extLst>
          </p:cNvPr>
          <p:cNvSpPr txBox="1"/>
          <p:nvPr userDrawn="1"/>
        </p:nvSpPr>
        <p:spPr>
          <a:xfrm>
            <a:off x="3055684" y="3300984"/>
            <a:ext cx="4041648" cy="23083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defRPr sz="900" b="0" i="0">
                <a:solidFill>
                  <a:srgbClr val="475569"/>
                </a:solidFill>
                <a:latin typeface="Arial"/>
              </a:defRPr>
            </a:pPr>
            <a:r>
              <a:rPr sz="900"/>
              <a:t>{{hr_ci_p}}</a:t>
            </a:r>
          </a:p>
        </p:txBody>
      </p:sp>
      <p:sp>
        <p:nvSpPr>
          <p:cNvPr id="80" name="Rectangle 79">
            <a:extLst>
              <a:ext uri="{FF2B5EF4-FFF2-40B4-BE49-F238E27FC236}">
                <a16:creationId xmlns:a16="http://schemas.microsoft.com/office/drawing/2014/main" id="{6D3438A3-C5E6-886F-7F21-38ED1FACB374}"/>
              </a:ext>
            </a:extLst>
          </p:cNvPr>
          <p:cNvSpPr/>
          <p:nvPr userDrawn="1"/>
        </p:nvSpPr>
        <p:spPr>
          <a:xfrm>
            <a:off x="3055684" y="3538728"/>
            <a:ext cx="4041648" cy="512063"/>
          </a:xfrm>
          <a:prstGeom prst="rect">
            <a:avLst/>
          </a:prstGeom>
          <a:solidFill>
            <a:srgbClr val="FFFBEB"/>
          </a:solidFill>
          <a:ln w="12700">
            <a:solidFill>
              <a:srgbClr val="FDE68A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81" name="TextBox 80">
            <a:extLst>
              <a:ext uri="{FF2B5EF4-FFF2-40B4-BE49-F238E27FC236}">
                <a16:creationId xmlns:a16="http://schemas.microsoft.com/office/drawing/2014/main" id="{98827C52-0830-CA69-4DC9-5962B90F644E}"/>
              </a:ext>
            </a:extLst>
          </p:cNvPr>
          <p:cNvSpPr txBox="1"/>
          <p:nvPr userDrawn="1"/>
        </p:nvSpPr>
        <p:spPr>
          <a:xfrm>
            <a:off x="3037395" y="3538728"/>
            <a:ext cx="4059937" cy="512063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defRPr sz="900" b="0" i="0">
                <a:solidFill>
                  <a:srgbClr val="475569"/>
                </a:solidFill>
                <a:latin typeface="Arial"/>
              </a:defRPr>
            </a:pPr>
            <a:r>
              <a:rPr sz="900" dirty="0"/>
              <a:t>{{hr_interpretation}}</a:t>
            </a:r>
          </a:p>
        </p:txBody>
      </p:sp>
      <p:sp>
        <p:nvSpPr>
          <p:cNvPr id="82" name="TextBox 81">
            <a:extLst>
              <a:ext uri="{FF2B5EF4-FFF2-40B4-BE49-F238E27FC236}">
                <a16:creationId xmlns:a16="http://schemas.microsoft.com/office/drawing/2014/main" id="{EB7D3513-C1E3-56A0-E436-845884EFA3F2}"/>
              </a:ext>
            </a:extLst>
          </p:cNvPr>
          <p:cNvSpPr txBox="1"/>
          <p:nvPr userDrawn="1"/>
        </p:nvSpPr>
        <p:spPr>
          <a:xfrm>
            <a:off x="3055684" y="4153961"/>
            <a:ext cx="4041648" cy="23083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defRPr sz="700" b="1" i="0">
                <a:solidFill>
                  <a:srgbClr val="94A3B8"/>
                </a:solidFill>
                <a:latin typeface="Arial"/>
              </a:defRPr>
            </a:pPr>
            <a:r>
              <a:rPr sz="900" dirty="0">
                <a:solidFill>
                  <a:schemeClr val="tx1">
                    <a:lumMod val="50000"/>
                    <a:lumOff val="50000"/>
                  </a:schemeClr>
                </a:solidFill>
              </a:rPr>
              <a:t>OVERALL SURVIVAL (SECONDARY)</a:t>
            </a:r>
          </a:p>
        </p:txBody>
      </p:sp>
      <p:sp>
        <p:nvSpPr>
          <p:cNvPr id="83" name="TextBox 82">
            <a:extLst>
              <a:ext uri="{FF2B5EF4-FFF2-40B4-BE49-F238E27FC236}">
                <a16:creationId xmlns:a16="http://schemas.microsoft.com/office/drawing/2014/main" id="{B2A0CD73-6790-8F54-4D0C-D222A9D7243C}"/>
              </a:ext>
            </a:extLst>
          </p:cNvPr>
          <p:cNvSpPr txBox="1"/>
          <p:nvPr userDrawn="1"/>
        </p:nvSpPr>
        <p:spPr>
          <a:xfrm>
            <a:off x="3055684" y="4331995"/>
            <a:ext cx="1292352" cy="200055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defRPr sz="700" b="0" i="0">
                <a:solidFill>
                  <a:srgbClr val="94A3B8"/>
                </a:solidFill>
                <a:latin typeface="Arial"/>
              </a:defRPr>
            </a:pPr>
            <a:r>
              <a:rPr sz="700" dirty="0" err="1"/>
              <a:t>{{os_exp_label}}</a:t>
            </a:r>
            <a:endParaRPr sz="700" dirty="0"/>
          </a:p>
        </p:txBody>
      </p:sp>
      <p:sp>
        <p:nvSpPr>
          <p:cNvPr id="84" name="TextBox 83">
            <a:extLst>
              <a:ext uri="{FF2B5EF4-FFF2-40B4-BE49-F238E27FC236}">
                <a16:creationId xmlns:a16="http://schemas.microsoft.com/office/drawing/2014/main" id="{88D9DC45-4FD0-B8E4-270B-6E0055B68E0C}"/>
              </a:ext>
            </a:extLst>
          </p:cNvPr>
          <p:cNvSpPr txBox="1"/>
          <p:nvPr userDrawn="1"/>
        </p:nvSpPr>
        <p:spPr>
          <a:xfrm>
            <a:off x="3055684" y="4479672"/>
            <a:ext cx="1292352" cy="338554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defRPr sz="1600" b="0" i="0">
                <a:solidFill>
                  <a:srgbClr val="475569"/>
                </a:solidFill>
                <a:latin typeface="Arial"/>
              </a:defRPr>
            </a:pPr>
            <a:r>
              <a:rPr sz="1600" dirty="0"/>
              <a:t>{{os_exp_value}}</a:t>
            </a:r>
          </a:p>
        </p:txBody>
      </p:sp>
      <p:sp>
        <p:nvSpPr>
          <p:cNvPr id="85" name="TextBox 84">
            <a:extLst>
              <a:ext uri="{FF2B5EF4-FFF2-40B4-BE49-F238E27FC236}">
                <a16:creationId xmlns:a16="http://schemas.microsoft.com/office/drawing/2014/main" id="{123FA29E-AB72-D583-F99D-9A88F42E2B55}"/>
              </a:ext>
            </a:extLst>
          </p:cNvPr>
          <p:cNvSpPr txBox="1"/>
          <p:nvPr userDrawn="1"/>
        </p:nvSpPr>
        <p:spPr>
          <a:xfrm>
            <a:off x="4402900" y="4331995"/>
            <a:ext cx="1292352" cy="200055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defRPr sz="700" b="0" i="0">
                <a:solidFill>
                  <a:srgbClr val="94A3B8"/>
                </a:solidFill>
                <a:latin typeface="Arial"/>
              </a:defRPr>
            </a:pPr>
            <a:r>
              <a:rPr sz="700" dirty="0"/>
              <a:t>{{</a:t>
            </a:r>
            <a:r>
              <a:rPr sz="700" dirty="0" err="1"/>
              <a:t>os_ctrl_label</a:t>
            </a:r>
            <a:r>
              <a:rPr sz="700" dirty="0"/>
              <a:t>}}</a:t>
            </a:r>
          </a:p>
        </p:txBody>
      </p:sp>
      <p:sp>
        <p:nvSpPr>
          <p:cNvPr id="86" name="TextBox 85">
            <a:extLst>
              <a:ext uri="{FF2B5EF4-FFF2-40B4-BE49-F238E27FC236}">
                <a16:creationId xmlns:a16="http://schemas.microsoft.com/office/drawing/2014/main" id="{DA816931-50AC-4F06-69DC-F10F8A276535}"/>
              </a:ext>
            </a:extLst>
          </p:cNvPr>
          <p:cNvSpPr txBox="1"/>
          <p:nvPr userDrawn="1"/>
        </p:nvSpPr>
        <p:spPr>
          <a:xfrm>
            <a:off x="4402900" y="4479672"/>
            <a:ext cx="1292352" cy="338554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defRPr sz="1600" b="0" i="0">
                <a:solidFill>
                  <a:srgbClr val="475569"/>
                </a:solidFill>
                <a:latin typeface="Arial"/>
              </a:defRPr>
            </a:pPr>
            <a:r>
              <a:rPr sz="1600" dirty="0"/>
              <a:t>{{os_ctrl_value}}</a:t>
            </a:r>
          </a:p>
        </p:txBody>
      </p:sp>
      <p:sp>
        <p:nvSpPr>
          <p:cNvPr id="88" name="TextBox 87">
            <a:extLst>
              <a:ext uri="{FF2B5EF4-FFF2-40B4-BE49-F238E27FC236}">
                <a16:creationId xmlns:a16="http://schemas.microsoft.com/office/drawing/2014/main" id="{8721818C-67B6-BBBA-C272-D637BF9455F6}"/>
              </a:ext>
            </a:extLst>
          </p:cNvPr>
          <p:cNvSpPr txBox="1"/>
          <p:nvPr userDrawn="1"/>
        </p:nvSpPr>
        <p:spPr>
          <a:xfrm>
            <a:off x="5750116" y="4479672"/>
            <a:ext cx="1292352" cy="338554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defRPr sz="1600" b="0" i="0">
                <a:solidFill>
                  <a:srgbClr val="475569"/>
                </a:solidFill>
                <a:latin typeface="Arial"/>
              </a:defRPr>
            </a:pPr>
            <a:r>
              <a:rPr sz="1600" dirty="0"/>
              <a:t>{{os_hr_value}}</a:t>
            </a:r>
          </a:p>
        </p:txBody>
      </p:sp>
      <p:sp>
        <p:nvSpPr>
          <p:cNvPr id="89" name="Rectangle 88">
            <a:extLst>
              <a:ext uri="{FF2B5EF4-FFF2-40B4-BE49-F238E27FC236}">
                <a16:creationId xmlns:a16="http://schemas.microsoft.com/office/drawing/2014/main" id="{8A796C18-458C-9677-440B-391E3C563923}"/>
              </a:ext>
            </a:extLst>
          </p:cNvPr>
          <p:cNvSpPr/>
          <p:nvPr userDrawn="1"/>
        </p:nvSpPr>
        <p:spPr>
          <a:xfrm>
            <a:off x="2927668" y="5038345"/>
            <a:ext cx="4297680" cy="1408175"/>
          </a:xfrm>
          <a:prstGeom prst="rect">
            <a:avLst/>
          </a:prstGeom>
          <a:solidFill>
            <a:srgbClr val="F8FAFC"/>
          </a:solidFill>
          <a:ln w="12700">
            <a:solidFill>
              <a:srgbClr val="E5E7EB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90" name="TextBox 89">
            <a:extLst>
              <a:ext uri="{FF2B5EF4-FFF2-40B4-BE49-F238E27FC236}">
                <a16:creationId xmlns:a16="http://schemas.microsoft.com/office/drawing/2014/main" id="{9797B217-7245-A685-B9C1-1237D433B6B9}"/>
              </a:ext>
            </a:extLst>
          </p:cNvPr>
          <p:cNvSpPr txBox="1"/>
          <p:nvPr userDrawn="1"/>
        </p:nvSpPr>
        <p:spPr>
          <a:xfrm>
            <a:off x="3055684" y="5129785"/>
            <a:ext cx="4041648" cy="23083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defRPr sz="700" b="1" i="0">
                <a:solidFill>
                  <a:srgbClr val="94A3B8"/>
                </a:solidFill>
                <a:latin typeface="Arial"/>
              </a:defRPr>
            </a:pPr>
            <a:r>
              <a:rPr sz="900">
                <a:solidFill>
                  <a:schemeClr val="tx1">
                    <a:lumMod val="50000"/>
                    <a:lumOff val="50000"/>
                  </a:schemeClr>
                </a:solidFill>
              </a:rPr>
              <a:t>ADDITIONAL ENDPOINTS</a:t>
            </a:r>
          </a:p>
        </p:txBody>
      </p:sp>
      <p:sp>
        <p:nvSpPr>
          <p:cNvPr id="91" name="TextBox 90">
            <a:extLst>
              <a:ext uri="{FF2B5EF4-FFF2-40B4-BE49-F238E27FC236}">
                <a16:creationId xmlns:a16="http://schemas.microsoft.com/office/drawing/2014/main" id="{54B05987-DCBF-AE40-1416-3F84B524F378}"/>
              </a:ext>
            </a:extLst>
          </p:cNvPr>
          <p:cNvSpPr txBox="1"/>
          <p:nvPr userDrawn="1"/>
        </p:nvSpPr>
        <p:spPr>
          <a:xfrm>
            <a:off x="3055684" y="5312665"/>
            <a:ext cx="1292352" cy="200055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defRPr sz="700" b="0" i="0">
                <a:solidFill>
                  <a:srgbClr val="94A3B8"/>
                </a:solidFill>
                <a:latin typeface="Arial"/>
              </a:defRPr>
            </a:pPr>
            <a:r>
              <a:rPr sz="700"/>
              <a:t>{{add_1_label}}</a:t>
            </a:r>
          </a:p>
        </p:txBody>
      </p:sp>
      <p:sp>
        <p:nvSpPr>
          <p:cNvPr id="92" name="TextBox 91">
            <a:extLst>
              <a:ext uri="{FF2B5EF4-FFF2-40B4-BE49-F238E27FC236}">
                <a16:creationId xmlns:a16="http://schemas.microsoft.com/office/drawing/2014/main" id="{43EED7B2-CAA7-19AB-527E-B0D3DFE84BA4}"/>
              </a:ext>
            </a:extLst>
          </p:cNvPr>
          <p:cNvSpPr txBox="1"/>
          <p:nvPr userDrawn="1"/>
        </p:nvSpPr>
        <p:spPr>
          <a:xfrm>
            <a:off x="3055684" y="5519336"/>
            <a:ext cx="1292352" cy="338554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defRPr sz="1600" b="0" i="0">
                <a:solidFill>
                  <a:srgbClr val="475569"/>
                </a:solidFill>
                <a:latin typeface="Arial"/>
              </a:defRPr>
            </a:pPr>
            <a:r>
              <a:rPr sz="1600" dirty="0"/>
              <a:t>{{add_1_value}}</a:t>
            </a:r>
          </a:p>
        </p:txBody>
      </p:sp>
      <p:sp>
        <p:nvSpPr>
          <p:cNvPr id="93" name="TextBox 92">
            <a:extLst>
              <a:ext uri="{FF2B5EF4-FFF2-40B4-BE49-F238E27FC236}">
                <a16:creationId xmlns:a16="http://schemas.microsoft.com/office/drawing/2014/main" id="{B21542E6-F297-0473-3D05-FA7A569AA2A4}"/>
              </a:ext>
            </a:extLst>
          </p:cNvPr>
          <p:cNvSpPr txBox="1"/>
          <p:nvPr userDrawn="1"/>
        </p:nvSpPr>
        <p:spPr>
          <a:xfrm>
            <a:off x="4402900" y="5312665"/>
            <a:ext cx="1292352" cy="200055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defRPr sz="700" b="0" i="0">
                <a:solidFill>
                  <a:srgbClr val="94A3B8"/>
                </a:solidFill>
                <a:latin typeface="Arial"/>
              </a:defRPr>
            </a:pPr>
            <a:r>
              <a:rPr sz="700"/>
              <a:t>{{add_2_label}}</a:t>
            </a:r>
          </a:p>
        </p:txBody>
      </p:sp>
      <p:sp>
        <p:nvSpPr>
          <p:cNvPr id="94" name="TextBox 93">
            <a:extLst>
              <a:ext uri="{FF2B5EF4-FFF2-40B4-BE49-F238E27FC236}">
                <a16:creationId xmlns:a16="http://schemas.microsoft.com/office/drawing/2014/main" id="{EBF36986-C1A2-3E1E-EF56-077CC69459E0}"/>
              </a:ext>
            </a:extLst>
          </p:cNvPr>
          <p:cNvSpPr txBox="1"/>
          <p:nvPr userDrawn="1"/>
        </p:nvSpPr>
        <p:spPr>
          <a:xfrm>
            <a:off x="4402900" y="5519336"/>
            <a:ext cx="1292352" cy="338554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defRPr sz="1600" b="0" i="0">
                <a:solidFill>
                  <a:srgbClr val="475569"/>
                </a:solidFill>
                <a:latin typeface="Arial"/>
              </a:defRPr>
            </a:pPr>
            <a:r>
              <a:rPr sz="1600" dirty="0"/>
              <a:t>{{add_2_value}}</a:t>
            </a:r>
          </a:p>
        </p:txBody>
      </p:sp>
      <p:sp>
        <p:nvSpPr>
          <p:cNvPr id="95" name="TextBox 94">
            <a:extLst>
              <a:ext uri="{FF2B5EF4-FFF2-40B4-BE49-F238E27FC236}">
                <a16:creationId xmlns:a16="http://schemas.microsoft.com/office/drawing/2014/main" id="{31B1206A-4337-AFBE-8ACE-5501C86B75A6}"/>
              </a:ext>
            </a:extLst>
          </p:cNvPr>
          <p:cNvSpPr txBox="1"/>
          <p:nvPr userDrawn="1"/>
        </p:nvSpPr>
        <p:spPr>
          <a:xfrm>
            <a:off x="5750116" y="5312665"/>
            <a:ext cx="1292352" cy="200055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defRPr sz="700" b="0" i="0">
                <a:solidFill>
                  <a:srgbClr val="94A3B8"/>
                </a:solidFill>
                <a:latin typeface="Arial"/>
              </a:defRPr>
            </a:pPr>
            <a:r>
              <a:rPr sz="700"/>
              <a:t>{{add_3_label}}</a:t>
            </a:r>
          </a:p>
        </p:txBody>
      </p:sp>
      <p:sp>
        <p:nvSpPr>
          <p:cNvPr id="96" name="TextBox 95">
            <a:extLst>
              <a:ext uri="{FF2B5EF4-FFF2-40B4-BE49-F238E27FC236}">
                <a16:creationId xmlns:a16="http://schemas.microsoft.com/office/drawing/2014/main" id="{104C74DB-48A8-EDD5-379E-A693092D7E1A}"/>
              </a:ext>
            </a:extLst>
          </p:cNvPr>
          <p:cNvSpPr txBox="1"/>
          <p:nvPr userDrawn="1"/>
        </p:nvSpPr>
        <p:spPr>
          <a:xfrm>
            <a:off x="5750116" y="5519336"/>
            <a:ext cx="1292352" cy="338554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defRPr sz="1600" b="0" i="0">
                <a:solidFill>
                  <a:srgbClr val="475569"/>
                </a:solidFill>
                <a:latin typeface="Arial"/>
              </a:defRPr>
            </a:pPr>
            <a:r>
              <a:rPr sz="1600"/>
              <a:t>{{add_3_value}}</a:t>
            </a:r>
          </a:p>
        </p:txBody>
      </p:sp>
      <p:sp>
        <p:nvSpPr>
          <p:cNvPr id="97" name="Rectangle 96" descr="CHART_AREA">
            <a:extLst>
              <a:ext uri="{FF2B5EF4-FFF2-40B4-BE49-F238E27FC236}">
                <a16:creationId xmlns:a16="http://schemas.microsoft.com/office/drawing/2014/main" id="{ABE746EC-B833-C1A1-B14C-B6F7C21995F8}"/>
              </a:ext>
            </a:extLst>
          </p:cNvPr>
          <p:cNvSpPr/>
          <p:nvPr userDrawn="1"/>
        </p:nvSpPr>
        <p:spPr>
          <a:xfrm>
            <a:off x="7335076" y="612648"/>
            <a:ext cx="4690872" cy="3474720"/>
          </a:xfrm>
          <a:prstGeom prst="rect">
            <a:avLst/>
          </a:prstGeom>
          <a:solidFill>
            <a:srgbClr val="FFFFFF"/>
          </a:solidFill>
          <a:ln w="12700">
            <a:solidFill>
              <a:srgbClr val="E5E7EB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98" name="Rectangle 97">
            <a:extLst>
              <a:ext uri="{FF2B5EF4-FFF2-40B4-BE49-F238E27FC236}">
                <a16:creationId xmlns:a16="http://schemas.microsoft.com/office/drawing/2014/main" id="{EA8A7AF3-BA3C-8B83-B3DA-7206AFE49938}"/>
              </a:ext>
            </a:extLst>
          </p:cNvPr>
          <p:cNvSpPr/>
          <p:nvPr userDrawn="1"/>
        </p:nvSpPr>
        <p:spPr>
          <a:xfrm>
            <a:off x="7335076" y="612648"/>
            <a:ext cx="4690872" cy="274320"/>
          </a:xfrm>
          <a:prstGeom prst="rect">
            <a:avLst/>
          </a:prstGeom>
          <a:solidFill>
            <a:srgbClr val="FAFBFF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99" name="Rectangle 98">
            <a:extLst>
              <a:ext uri="{FF2B5EF4-FFF2-40B4-BE49-F238E27FC236}">
                <a16:creationId xmlns:a16="http://schemas.microsoft.com/office/drawing/2014/main" id="{EC82A983-C928-C90D-7F6A-C4CAE1D2A4B0}"/>
              </a:ext>
            </a:extLst>
          </p:cNvPr>
          <p:cNvSpPr/>
          <p:nvPr userDrawn="1"/>
        </p:nvSpPr>
        <p:spPr>
          <a:xfrm>
            <a:off x="7335076" y="877824"/>
            <a:ext cx="4690872" cy="9144"/>
          </a:xfrm>
          <a:prstGeom prst="rect">
            <a:avLst/>
          </a:prstGeom>
          <a:solidFill>
            <a:srgbClr val="F1F5F9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100" name="Rectangle 99">
            <a:extLst>
              <a:ext uri="{FF2B5EF4-FFF2-40B4-BE49-F238E27FC236}">
                <a16:creationId xmlns:a16="http://schemas.microsoft.com/office/drawing/2014/main" id="{18707883-1946-5C87-5398-F7CF3A6222A6}"/>
              </a:ext>
            </a:extLst>
          </p:cNvPr>
          <p:cNvSpPr/>
          <p:nvPr userDrawn="1"/>
        </p:nvSpPr>
        <p:spPr>
          <a:xfrm>
            <a:off x="7463092" y="713232"/>
            <a:ext cx="64008" cy="64008"/>
          </a:xfrm>
          <a:prstGeom prst="rect">
            <a:avLst/>
          </a:prstGeom>
          <a:solidFill>
            <a:srgbClr val="3B82F6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101" name="TextBox 100">
            <a:extLst>
              <a:ext uri="{FF2B5EF4-FFF2-40B4-BE49-F238E27FC236}">
                <a16:creationId xmlns:a16="http://schemas.microsoft.com/office/drawing/2014/main" id="{53C188B4-49C3-FCDC-9705-1472740A0570}"/>
              </a:ext>
            </a:extLst>
          </p:cNvPr>
          <p:cNvSpPr txBox="1"/>
          <p:nvPr userDrawn="1"/>
        </p:nvSpPr>
        <p:spPr>
          <a:xfrm>
            <a:off x="7572819" y="630384"/>
            <a:ext cx="4233672" cy="215444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defRPr sz="800" b="1" i="0">
                <a:solidFill>
                  <a:srgbClr val="64748B"/>
                </a:solidFill>
                <a:latin typeface="Arial"/>
              </a:defRPr>
            </a:pPr>
            <a:r>
              <a:rPr sz="800"/>
              <a:t>{{chart_bar_title}}</a:t>
            </a:r>
          </a:p>
        </p:txBody>
      </p:sp>
      <p:sp>
        <p:nvSpPr>
          <p:cNvPr id="102" name="TextBox 101">
            <a:extLst>
              <a:ext uri="{FF2B5EF4-FFF2-40B4-BE49-F238E27FC236}">
                <a16:creationId xmlns:a16="http://schemas.microsoft.com/office/drawing/2014/main" id="{38DAB191-116C-8A36-77F1-CFDB96C2E839}"/>
              </a:ext>
            </a:extLst>
          </p:cNvPr>
          <p:cNvSpPr txBox="1"/>
          <p:nvPr userDrawn="1"/>
        </p:nvSpPr>
        <p:spPr>
          <a:xfrm>
            <a:off x="7426515" y="3575304"/>
            <a:ext cx="310896" cy="200055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700" b="0" i="0">
                <a:solidFill>
                  <a:srgbClr val="94A3B8"/>
                </a:solidFill>
                <a:latin typeface="Arial"/>
              </a:defRPr>
            </a:pPr>
            <a:r>
              <a:rPr sz="700"/>
              <a:t>0</a:t>
            </a:r>
          </a:p>
        </p:txBody>
      </p:sp>
      <p:sp>
        <p:nvSpPr>
          <p:cNvPr id="103" name="Rectangle 102">
            <a:extLst>
              <a:ext uri="{FF2B5EF4-FFF2-40B4-BE49-F238E27FC236}">
                <a16:creationId xmlns:a16="http://schemas.microsoft.com/office/drawing/2014/main" id="{379D7955-C27B-1C86-75DC-CA3CC8ABD5E5}"/>
              </a:ext>
            </a:extLst>
          </p:cNvPr>
          <p:cNvSpPr/>
          <p:nvPr userDrawn="1"/>
        </p:nvSpPr>
        <p:spPr>
          <a:xfrm>
            <a:off x="7792276" y="3630168"/>
            <a:ext cx="3959352" cy="4572"/>
          </a:xfrm>
          <a:prstGeom prst="rect">
            <a:avLst/>
          </a:prstGeom>
          <a:solidFill>
            <a:srgbClr val="F0F0F5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104" name="TextBox 103">
            <a:extLst>
              <a:ext uri="{FF2B5EF4-FFF2-40B4-BE49-F238E27FC236}">
                <a16:creationId xmlns:a16="http://schemas.microsoft.com/office/drawing/2014/main" id="{A9EDAB63-38E5-6511-CBCB-E05739632AB0}"/>
              </a:ext>
            </a:extLst>
          </p:cNvPr>
          <p:cNvSpPr txBox="1"/>
          <p:nvPr userDrawn="1"/>
        </p:nvSpPr>
        <p:spPr>
          <a:xfrm>
            <a:off x="7426515" y="2976590"/>
            <a:ext cx="310896" cy="200055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700" b="0" i="0">
                <a:solidFill>
                  <a:srgbClr val="94A3B8"/>
                </a:solidFill>
                <a:latin typeface="Arial"/>
              </a:defRPr>
            </a:pPr>
            <a:r>
              <a:rPr sz="700"/>
              <a:t>10</a:t>
            </a:r>
          </a:p>
        </p:txBody>
      </p:sp>
      <p:sp>
        <p:nvSpPr>
          <p:cNvPr id="105" name="Rectangle 104">
            <a:extLst>
              <a:ext uri="{FF2B5EF4-FFF2-40B4-BE49-F238E27FC236}">
                <a16:creationId xmlns:a16="http://schemas.microsoft.com/office/drawing/2014/main" id="{2C9D9EB6-13A5-7823-6BEE-8FD409F8CFEF}"/>
              </a:ext>
            </a:extLst>
          </p:cNvPr>
          <p:cNvSpPr/>
          <p:nvPr userDrawn="1"/>
        </p:nvSpPr>
        <p:spPr>
          <a:xfrm>
            <a:off x="7792276" y="3031453"/>
            <a:ext cx="3959352" cy="4572"/>
          </a:xfrm>
          <a:prstGeom prst="rect">
            <a:avLst/>
          </a:prstGeom>
          <a:solidFill>
            <a:srgbClr val="F0F0F5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106" name="TextBox 105">
            <a:extLst>
              <a:ext uri="{FF2B5EF4-FFF2-40B4-BE49-F238E27FC236}">
                <a16:creationId xmlns:a16="http://schemas.microsoft.com/office/drawing/2014/main" id="{C25DE519-EDE7-B7D1-1BB7-2695D6CA2807}"/>
              </a:ext>
            </a:extLst>
          </p:cNvPr>
          <p:cNvSpPr txBox="1"/>
          <p:nvPr userDrawn="1"/>
        </p:nvSpPr>
        <p:spPr>
          <a:xfrm>
            <a:off x="7426515" y="2377876"/>
            <a:ext cx="310896" cy="200055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700" b="0" i="0">
                <a:solidFill>
                  <a:srgbClr val="94A3B8"/>
                </a:solidFill>
                <a:latin typeface="Arial"/>
              </a:defRPr>
            </a:pPr>
            <a:r>
              <a:rPr sz="700"/>
              <a:t>20</a:t>
            </a:r>
          </a:p>
        </p:txBody>
      </p:sp>
      <p:sp>
        <p:nvSpPr>
          <p:cNvPr id="107" name="Rectangle 106">
            <a:extLst>
              <a:ext uri="{FF2B5EF4-FFF2-40B4-BE49-F238E27FC236}">
                <a16:creationId xmlns:a16="http://schemas.microsoft.com/office/drawing/2014/main" id="{DC70DE65-762E-61AB-CD90-9C433F088276}"/>
              </a:ext>
            </a:extLst>
          </p:cNvPr>
          <p:cNvSpPr/>
          <p:nvPr userDrawn="1"/>
        </p:nvSpPr>
        <p:spPr>
          <a:xfrm>
            <a:off x="7792276" y="2432739"/>
            <a:ext cx="3959352" cy="4572"/>
          </a:xfrm>
          <a:prstGeom prst="rect">
            <a:avLst/>
          </a:prstGeom>
          <a:solidFill>
            <a:srgbClr val="F0F0F5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108" name="TextBox 107">
            <a:extLst>
              <a:ext uri="{FF2B5EF4-FFF2-40B4-BE49-F238E27FC236}">
                <a16:creationId xmlns:a16="http://schemas.microsoft.com/office/drawing/2014/main" id="{77F5EFD4-1C2F-6983-6C52-5F63AD839241}"/>
              </a:ext>
            </a:extLst>
          </p:cNvPr>
          <p:cNvSpPr txBox="1"/>
          <p:nvPr userDrawn="1"/>
        </p:nvSpPr>
        <p:spPr>
          <a:xfrm>
            <a:off x="7426515" y="1779162"/>
            <a:ext cx="310896" cy="200055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700" b="0" i="0">
                <a:solidFill>
                  <a:srgbClr val="94A3B8"/>
                </a:solidFill>
                <a:latin typeface="Arial"/>
              </a:defRPr>
            </a:pPr>
            <a:r>
              <a:rPr sz="700"/>
              <a:t>30</a:t>
            </a:r>
          </a:p>
        </p:txBody>
      </p:sp>
      <p:sp>
        <p:nvSpPr>
          <p:cNvPr id="109" name="Rectangle 108">
            <a:extLst>
              <a:ext uri="{FF2B5EF4-FFF2-40B4-BE49-F238E27FC236}">
                <a16:creationId xmlns:a16="http://schemas.microsoft.com/office/drawing/2014/main" id="{AB3A0A4D-F011-4562-2345-B76AF2E3ADDF}"/>
              </a:ext>
            </a:extLst>
          </p:cNvPr>
          <p:cNvSpPr/>
          <p:nvPr userDrawn="1"/>
        </p:nvSpPr>
        <p:spPr>
          <a:xfrm>
            <a:off x="7792276" y="1834025"/>
            <a:ext cx="3959352" cy="4572"/>
          </a:xfrm>
          <a:prstGeom prst="rect">
            <a:avLst/>
          </a:prstGeom>
          <a:solidFill>
            <a:srgbClr val="F0F0F5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110" name="TextBox 109">
            <a:extLst>
              <a:ext uri="{FF2B5EF4-FFF2-40B4-BE49-F238E27FC236}">
                <a16:creationId xmlns:a16="http://schemas.microsoft.com/office/drawing/2014/main" id="{56D85ACA-B48E-D610-36AB-F0A210CEB066}"/>
              </a:ext>
            </a:extLst>
          </p:cNvPr>
          <p:cNvSpPr txBox="1"/>
          <p:nvPr userDrawn="1"/>
        </p:nvSpPr>
        <p:spPr>
          <a:xfrm>
            <a:off x="7426515" y="1180447"/>
            <a:ext cx="310896" cy="200055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700" b="0" i="0">
                <a:solidFill>
                  <a:srgbClr val="94A3B8"/>
                </a:solidFill>
                <a:latin typeface="Arial"/>
              </a:defRPr>
            </a:pPr>
            <a:r>
              <a:rPr sz="700"/>
              <a:t>40</a:t>
            </a:r>
          </a:p>
        </p:txBody>
      </p:sp>
      <p:sp>
        <p:nvSpPr>
          <p:cNvPr id="111" name="Rectangle 110">
            <a:extLst>
              <a:ext uri="{FF2B5EF4-FFF2-40B4-BE49-F238E27FC236}">
                <a16:creationId xmlns:a16="http://schemas.microsoft.com/office/drawing/2014/main" id="{E2BD1377-5558-297C-E380-9F7848F0F6A2}"/>
              </a:ext>
            </a:extLst>
          </p:cNvPr>
          <p:cNvSpPr/>
          <p:nvPr userDrawn="1"/>
        </p:nvSpPr>
        <p:spPr>
          <a:xfrm>
            <a:off x="7792276" y="1235310"/>
            <a:ext cx="3959352" cy="4572"/>
          </a:xfrm>
          <a:prstGeom prst="rect">
            <a:avLst/>
          </a:prstGeom>
          <a:solidFill>
            <a:srgbClr val="F0F0F5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112" name="Rectangle 111">
            <a:extLst>
              <a:ext uri="{FF2B5EF4-FFF2-40B4-BE49-F238E27FC236}">
                <a16:creationId xmlns:a16="http://schemas.microsoft.com/office/drawing/2014/main" id="{4925BC54-D83A-805A-A0A0-816B5D73E4FD}"/>
              </a:ext>
            </a:extLst>
          </p:cNvPr>
          <p:cNvSpPr/>
          <p:nvPr userDrawn="1"/>
        </p:nvSpPr>
        <p:spPr>
          <a:xfrm>
            <a:off x="7792276" y="3630168"/>
            <a:ext cx="3959352" cy="9144"/>
          </a:xfrm>
          <a:prstGeom prst="rect">
            <a:avLst/>
          </a:prstGeom>
          <a:solidFill>
            <a:srgbClr val="94A3B8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113" name="Rectangle 112">
            <a:extLst>
              <a:ext uri="{FF2B5EF4-FFF2-40B4-BE49-F238E27FC236}">
                <a16:creationId xmlns:a16="http://schemas.microsoft.com/office/drawing/2014/main" id="{BCCB2919-B846-A936-58B0-B803B71A2F51}"/>
              </a:ext>
            </a:extLst>
          </p:cNvPr>
          <p:cNvSpPr/>
          <p:nvPr userDrawn="1"/>
        </p:nvSpPr>
        <p:spPr>
          <a:xfrm>
            <a:off x="7792276" y="1115568"/>
            <a:ext cx="9144" cy="2514600"/>
          </a:xfrm>
          <a:prstGeom prst="rect">
            <a:avLst/>
          </a:prstGeom>
          <a:solidFill>
            <a:srgbClr val="94A3B8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114" name="TextBox 113">
            <a:extLst>
              <a:ext uri="{FF2B5EF4-FFF2-40B4-BE49-F238E27FC236}">
                <a16:creationId xmlns:a16="http://schemas.microsoft.com/office/drawing/2014/main" id="{618D6F9D-7027-AD86-531E-E3BBB4EB5AD9}"/>
              </a:ext>
            </a:extLst>
          </p:cNvPr>
          <p:cNvSpPr txBox="1"/>
          <p:nvPr userDrawn="1"/>
        </p:nvSpPr>
        <p:spPr>
          <a:xfrm>
            <a:off x="7289356" y="935590"/>
            <a:ext cx="845820" cy="307777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defRPr sz="700" b="0" i="0">
                <a:solidFill>
                  <a:srgbClr val="94A3B8"/>
                </a:solidFill>
                <a:latin typeface="Arial"/>
              </a:defRPr>
            </a:pPr>
            <a:r>
              <a:rPr lang="de-DE" sz="700"/>
              <a:t>{{chart_bar_y_label}}</a:t>
            </a:r>
            <a:endParaRPr sz="700" dirty="0"/>
          </a:p>
        </p:txBody>
      </p:sp>
      <p:sp>
        <p:nvSpPr>
          <p:cNvPr id="116" name="TextBox 115">
            <a:extLst>
              <a:ext uri="{FF2B5EF4-FFF2-40B4-BE49-F238E27FC236}">
                <a16:creationId xmlns:a16="http://schemas.microsoft.com/office/drawing/2014/main" id="{BECA5BED-7F12-431E-5036-8A5C8DA96ADE}"/>
              </a:ext>
            </a:extLst>
          </p:cNvPr>
          <p:cNvSpPr txBox="1"/>
          <p:nvPr userDrawn="1"/>
        </p:nvSpPr>
        <p:spPr>
          <a:xfrm>
            <a:off x="8126033" y="3685031"/>
            <a:ext cx="1463039" cy="23083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900" b="0" i="0">
                <a:solidFill>
                  <a:srgbClr val="475569"/>
                </a:solidFill>
                <a:latin typeface="Arial"/>
              </a:defRPr>
            </a:pPr>
            <a:r>
              <a:rPr sz="900"/>
              <a:t>{{chart_bar_exp_label}}</a:t>
            </a:r>
          </a:p>
        </p:txBody>
      </p:sp>
      <p:sp>
        <p:nvSpPr>
          <p:cNvPr id="118" name="TextBox 117">
            <a:extLst>
              <a:ext uri="{FF2B5EF4-FFF2-40B4-BE49-F238E27FC236}">
                <a16:creationId xmlns:a16="http://schemas.microsoft.com/office/drawing/2014/main" id="{E80F1BBB-02DA-320E-6ED9-2CC760D08B8B}"/>
              </a:ext>
            </a:extLst>
          </p:cNvPr>
          <p:cNvSpPr txBox="1"/>
          <p:nvPr userDrawn="1"/>
        </p:nvSpPr>
        <p:spPr>
          <a:xfrm>
            <a:off x="9954833" y="3685031"/>
            <a:ext cx="1463039" cy="23083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900" b="0" i="0">
                <a:solidFill>
                  <a:srgbClr val="475569"/>
                </a:solidFill>
                <a:latin typeface="Arial"/>
              </a:defRPr>
            </a:pPr>
            <a:r>
              <a:rPr sz="900"/>
              <a:t>{{chart_bar_ctrl_label}}</a:t>
            </a:r>
          </a:p>
        </p:txBody>
      </p:sp>
      <p:sp>
        <p:nvSpPr>
          <p:cNvPr id="119" name="TextBox 118">
            <a:extLst>
              <a:ext uri="{FF2B5EF4-FFF2-40B4-BE49-F238E27FC236}">
                <a16:creationId xmlns:a16="http://schemas.microsoft.com/office/drawing/2014/main" id="{99468840-41E9-32D1-3E79-2AF0497CA798}"/>
              </a:ext>
            </a:extLst>
          </p:cNvPr>
          <p:cNvSpPr txBox="1"/>
          <p:nvPr userDrawn="1"/>
        </p:nvSpPr>
        <p:spPr>
          <a:xfrm>
            <a:off x="7792276" y="3904488"/>
            <a:ext cx="3959352" cy="200055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defRPr sz="700" b="0" i="1">
                <a:solidFill>
                  <a:srgbClr val="94A3B8"/>
                </a:solidFill>
                <a:latin typeface="Arial"/>
              </a:defRPr>
            </a:pPr>
            <a:r>
              <a:rPr sz="700"/>
              <a:t>{{chart_bar_note}}</a:t>
            </a:r>
          </a:p>
        </p:txBody>
      </p:sp>
      <p:sp>
        <p:nvSpPr>
          <p:cNvPr id="120" name="Rectangle 119" descr="CHART_AREA">
            <a:extLst>
              <a:ext uri="{FF2B5EF4-FFF2-40B4-BE49-F238E27FC236}">
                <a16:creationId xmlns:a16="http://schemas.microsoft.com/office/drawing/2014/main" id="{527FCFC5-1DE7-476C-253D-939228FDFBCE}"/>
              </a:ext>
            </a:extLst>
          </p:cNvPr>
          <p:cNvSpPr/>
          <p:nvPr userDrawn="1"/>
        </p:nvSpPr>
        <p:spPr>
          <a:xfrm>
            <a:off x="7335076" y="4197096"/>
            <a:ext cx="4690872" cy="2249424"/>
          </a:xfrm>
          <a:prstGeom prst="rect">
            <a:avLst/>
          </a:prstGeom>
          <a:solidFill>
            <a:schemeClr val="bg1">
              <a:lumMod val="95000"/>
            </a:schemeClr>
          </a:solidFill>
          <a:ln w="12700">
            <a:solidFill>
              <a:srgbClr val="E5E7EB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121" name="Rectangle 120">
            <a:extLst>
              <a:ext uri="{FF2B5EF4-FFF2-40B4-BE49-F238E27FC236}">
                <a16:creationId xmlns:a16="http://schemas.microsoft.com/office/drawing/2014/main" id="{84077678-76A7-D2DD-7BAC-4E3FB238777B}"/>
              </a:ext>
            </a:extLst>
          </p:cNvPr>
          <p:cNvSpPr/>
          <p:nvPr userDrawn="1"/>
        </p:nvSpPr>
        <p:spPr>
          <a:xfrm>
            <a:off x="7335076" y="4197096"/>
            <a:ext cx="4690872" cy="274320"/>
          </a:xfrm>
          <a:prstGeom prst="rect">
            <a:avLst/>
          </a:prstGeom>
          <a:solidFill>
            <a:srgbClr val="FAFBFF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122" name="Rectangle 121">
            <a:extLst>
              <a:ext uri="{FF2B5EF4-FFF2-40B4-BE49-F238E27FC236}">
                <a16:creationId xmlns:a16="http://schemas.microsoft.com/office/drawing/2014/main" id="{F0D52CEF-4C6A-C059-7FDA-F43B642F2D33}"/>
              </a:ext>
            </a:extLst>
          </p:cNvPr>
          <p:cNvSpPr/>
          <p:nvPr userDrawn="1"/>
        </p:nvSpPr>
        <p:spPr>
          <a:xfrm>
            <a:off x="7335076" y="4462272"/>
            <a:ext cx="4690872" cy="9144"/>
          </a:xfrm>
          <a:prstGeom prst="rect">
            <a:avLst/>
          </a:prstGeom>
          <a:solidFill>
            <a:srgbClr val="F1F5F9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123" name="Rectangle 122">
            <a:extLst>
              <a:ext uri="{FF2B5EF4-FFF2-40B4-BE49-F238E27FC236}">
                <a16:creationId xmlns:a16="http://schemas.microsoft.com/office/drawing/2014/main" id="{FE5FEBAA-0E0D-538D-225D-39A6AE8FB1F2}"/>
              </a:ext>
            </a:extLst>
          </p:cNvPr>
          <p:cNvSpPr/>
          <p:nvPr userDrawn="1"/>
        </p:nvSpPr>
        <p:spPr>
          <a:xfrm>
            <a:off x="7463092" y="4297680"/>
            <a:ext cx="64008" cy="64008"/>
          </a:xfrm>
          <a:prstGeom prst="rect">
            <a:avLst/>
          </a:prstGeom>
          <a:solidFill>
            <a:srgbClr val="10B981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124" name="TextBox 123">
            <a:extLst>
              <a:ext uri="{FF2B5EF4-FFF2-40B4-BE49-F238E27FC236}">
                <a16:creationId xmlns:a16="http://schemas.microsoft.com/office/drawing/2014/main" id="{F4F5796B-3C2C-7C4E-803E-9087ADD9F86B}"/>
              </a:ext>
            </a:extLst>
          </p:cNvPr>
          <p:cNvSpPr txBox="1"/>
          <p:nvPr userDrawn="1"/>
        </p:nvSpPr>
        <p:spPr>
          <a:xfrm>
            <a:off x="7572819" y="4224068"/>
            <a:ext cx="4233672" cy="215444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defRPr sz="800" b="1" i="0">
                <a:solidFill>
                  <a:srgbClr val="64748B"/>
                </a:solidFill>
                <a:latin typeface="Arial"/>
              </a:defRPr>
            </a:pPr>
            <a:r>
              <a:rPr sz="800" dirty="0"/>
              <a:t>{{</a:t>
            </a:r>
            <a:r>
              <a:rPr sz="800" dirty="0" err="1"/>
              <a:t>chart_orr_title</a:t>
            </a:r>
            <a:r>
              <a:rPr sz="800" dirty="0"/>
              <a:t>}}</a:t>
            </a:r>
          </a:p>
        </p:txBody>
      </p:sp>
      <p:sp>
        <p:nvSpPr>
          <p:cNvPr id="125" name="TextBox 124">
            <a:extLst>
              <a:ext uri="{FF2B5EF4-FFF2-40B4-BE49-F238E27FC236}">
                <a16:creationId xmlns:a16="http://schemas.microsoft.com/office/drawing/2014/main" id="{B2AE354D-16A5-4BB5-9306-B43DD3B787BE}"/>
              </a:ext>
            </a:extLst>
          </p:cNvPr>
          <p:cNvSpPr txBox="1"/>
          <p:nvPr userDrawn="1"/>
        </p:nvSpPr>
        <p:spPr>
          <a:xfrm>
            <a:off x="7975155" y="4599432"/>
            <a:ext cx="1613916" cy="200055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700" b="1" i="0">
                <a:solidFill>
                  <a:srgbClr val="8B5CF6"/>
                </a:solidFill>
                <a:latin typeface="Arial"/>
              </a:defRPr>
            </a:pPr>
            <a:r>
              <a:rPr sz="700"/>
              <a:t>{{chart_orr_exp_label}}</a:t>
            </a:r>
          </a:p>
        </p:txBody>
      </p:sp>
      <p:sp>
        <p:nvSpPr>
          <p:cNvPr id="126" name="TextBox 125">
            <a:extLst>
              <a:ext uri="{FF2B5EF4-FFF2-40B4-BE49-F238E27FC236}">
                <a16:creationId xmlns:a16="http://schemas.microsoft.com/office/drawing/2014/main" id="{7788D3FC-FAD5-11EF-728F-F5846BF4A5B8}"/>
              </a:ext>
            </a:extLst>
          </p:cNvPr>
          <p:cNvSpPr txBox="1"/>
          <p:nvPr userDrawn="1"/>
        </p:nvSpPr>
        <p:spPr>
          <a:xfrm>
            <a:off x="9863392" y="4599432"/>
            <a:ext cx="1613916" cy="200055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700" b="1" i="0">
                <a:solidFill>
                  <a:srgbClr val="94A3B8"/>
                </a:solidFill>
                <a:latin typeface="Arial"/>
              </a:defRPr>
            </a:pPr>
            <a:r>
              <a:rPr sz="700"/>
              <a:t>{{chart_orr_ctrl_label}}</a:t>
            </a:r>
          </a:p>
        </p:txBody>
      </p:sp>
      <p:sp>
        <p:nvSpPr>
          <p:cNvPr id="127" name="TextBox 126">
            <a:extLst>
              <a:ext uri="{FF2B5EF4-FFF2-40B4-BE49-F238E27FC236}">
                <a16:creationId xmlns:a16="http://schemas.microsoft.com/office/drawing/2014/main" id="{48472DFB-7575-AE60-1D15-059BD8505C3A}"/>
              </a:ext>
            </a:extLst>
          </p:cNvPr>
          <p:cNvSpPr txBox="1"/>
          <p:nvPr userDrawn="1"/>
        </p:nvSpPr>
        <p:spPr>
          <a:xfrm>
            <a:off x="7335076" y="4800599"/>
            <a:ext cx="585216" cy="23083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defRPr sz="900" b="1" i="0">
                <a:solidFill>
                  <a:srgbClr val="475569"/>
                </a:solidFill>
                <a:latin typeface="Arial"/>
              </a:defRPr>
            </a:pPr>
            <a:r>
              <a:rPr sz="900" dirty="0"/>
              <a:t>CR</a:t>
            </a:r>
          </a:p>
        </p:txBody>
      </p:sp>
      <p:sp>
        <p:nvSpPr>
          <p:cNvPr id="128" name="TextBox 127">
            <a:extLst>
              <a:ext uri="{FF2B5EF4-FFF2-40B4-BE49-F238E27FC236}">
                <a16:creationId xmlns:a16="http://schemas.microsoft.com/office/drawing/2014/main" id="{00998276-3F0E-D57B-BB70-2A7DDAB1FAFB}"/>
              </a:ext>
            </a:extLst>
          </p:cNvPr>
          <p:cNvSpPr txBox="1"/>
          <p:nvPr userDrawn="1"/>
        </p:nvSpPr>
        <p:spPr>
          <a:xfrm>
            <a:off x="7335077" y="5111494"/>
            <a:ext cx="640078" cy="23083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defRPr sz="900" b="1" i="0">
                <a:solidFill>
                  <a:srgbClr val="475569"/>
                </a:solidFill>
                <a:latin typeface="Arial"/>
              </a:defRPr>
            </a:pPr>
            <a:r>
              <a:rPr sz="900" dirty="0"/>
              <a:t>VGPR</a:t>
            </a:r>
          </a:p>
        </p:txBody>
      </p:sp>
      <p:sp>
        <p:nvSpPr>
          <p:cNvPr id="129" name="TextBox 128">
            <a:extLst>
              <a:ext uri="{FF2B5EF4-FFF2-40B4-BE49-F238E27FC236}">
                <a16:creationId xmlns:a16="http://schemas.microsoft.com/office/drawing/2014/main" id="{D92DDF00-6B0A-23E2-BEEC-53B05CE479FB}"/>
              </a:ext>
            </a:extLst>
          </p:cNvPr>
          <p:cNvSpPr txBox="1"/>
          <p:nvPr userDrawn="1"/>
        </p:nvSpPr>
        <p:spPr>
          <a:xfrm>
            <a:off x="7335078" y="5422390"/>
            <a:ext cx="585215" cy="23083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defRPr sz="900" b="1" i="0">
                <a:solidFill>
                  <a:srgbClr val="475569"/>
                </a:solidFill>
                <a:latin typeface="Arial"/>
              </a:defRPr>
            </a:pPr>
            <a:r>
              <a:rPr sz="900"/>
              <a:t>PR</a:t>
            </a:r>
          </a:p>
        </p:txBody>
      </p:sp>
      <p:sp>
        <p:nvSpPr>
          <p:cNvPr id="130" name="TextBox 129">
            <a:extLst>
              <a:ext uri="{FF2B5EF4-FFF2-40B4-BE49-F238E27FC236}">
                <a16:creationId xmlns:a16="http://schemas.microsoft.com/office/drawing/2014/main" id="{DEA372A3-6397-91DF-816D-E09E8A5C843F}"/>
              </a:ext>
            </a:extLst>
          </p:cNvPr>
          <p:cNvSpPr txBox="1"/>
          <p:nvPr userDrawn="1"/>
        </p:nvSpPr>
        <p:spPr>
          <a:xfrm>
            <a:off x="7900615" y="4768298"/>
            <a:ext cx="771905" cy="246221"/>
          </a:xfrm>
          <a:prstGeom prst="rect">
            <a:avLst/>
          </a:prstGeom>
          <a:noFill/>
          <a:effectLst/>
        </p:spPr>
        <p:txBody>
          <a:bodyPr wrap="square">
            <a:spAutoFit/>
          </a:bodyPr>
          <a:lstStyle/>
          <a:p>
            <a:pPr>
              <a:defRPr sz="800" b="1" i="0">
                <a:solidFill>
                  <a:srgbClr val="8B5CF6"/>
                </a:solidFill>
                <a:latin typeface="Arial"/>
              </a:defRPr>
            </a:pPr>
            <a:r>
              <a:rPr sz="1000" dirty="0">
                <a:solidFill>
                  <a:schemeClr val="tx1">
                    <a:lumMod val="95000"/>
                    <a:lumOff val="5000"/>
                  </a:schemeClr>
                </a:solidFill>
              </a:rPr>
              <a:t>{{chart_orr_cr_exp}}</a:t>
            </a:r>
          </a:p>
        </p:txBody>
      </p:sp>
      <p:sp>
        <p:nvSpPr>
          <p:cNvPr id="131" name="TextBox 130">
            <a:extLst>
              <a:ext uri="{FF2B5EF4-FFF2-40B4-BE49-F238E27FC236}">
                <a16:creationId xmlns:a16="http://schemas.microsoft.com/office/drawing/2014/main" id="{081702E8-2B56-DB32-3957-07D28198D115}"/>
              </a:ext>
            </a:extLst>
          </p:cNvPr>
          <p:cNvSpPr txBox="1"/>
          <p:nvPr userDrawn="1"/>
        </p:nvSpPr>
        <p:spPr>
          <a:xfrm>
            <a:off x="7906200" y="5081200"/>
            <a:ext cx="649963" cy="246221"/>
          </a:xfrm>
          <a:prstGeom prst="rect">
            <a:avLst/>
          </a:prstGeom>
          <a:noFill/>
          <a:effectLst/>
        </p:spPr>
        <p:txBody>
          <a:bodyPr wrap="square">
            <a:spAutoFit/>
          </a:bodyPr>
          <a:lstStyle/>
          <a:p>
            <a:pPr>
              <a:defRPr sz="800" b="1" i="0">
                <a:solidFill>
                  <a:srgbClr val="8B5CF6"/>
                </a:solidFill>
                <a:latin typeface="Arial"/>
              </a:defRPr>
            </a:pPr>
            <a:r>
              <a:rPr sz="1000" dirty="0">
                <a:solidFill>
                  <a:schemeClr val="tx1">
                    <a:lumMod val="95000"/>
                    <a:lumOff val="5000"/>
                  </a:schemeClr>
                </a:solidFill>
              </a:rPr>
              <a:t>{{chart_orr_vgpr_exp}}</a:t>
            </a:r>
          </a:p>
        </p:txBody>
      </p:sp>
      <p:sp>
        <p:nvSpPr>
          <p:cNvPr id="132" name="TextBox 131">
            <a:extLst>
              <a:ext uri="{FF2B5EF4-FFF2-40B4-BE49-F238E27FC236}">
                <a16:creationId xmlns:a16="http://schemas.microsoft.com/office/drawing/2014/main" id="{30F74621-2276-4A24-68A0-C87367938D43}"/>
              </a:ext>
            </a:extLst>
          </p:cNvPr>
          <p:cNvSpPr txBox="1"/>
          <p:nvPr userDrawn="1"/>
        </p:nvSpPr>
        <p:spPr>
          <a:xfrm>
            <a:off x="7908123" y="5394790"/>
            <a:ext cx="648041" cy="246221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defRPr sz="800" b="1" i="0">
                <a:solidFill>
                  <a:srgbClr val="8B5CF6"/>
                </a:solidFill>
                <a:latin typeface="Arial"/>
              </a:defRPr>
            </a:pPr>
            <a:r>
              <a:rPr sz="1000" dirty="0">
                <a:solidFill>
                  <a:schemeClr val="tx1">
                    <a:lumMod val="95000"/>
                    <a:lumOff val="5000"/>
                  </a:schemeClr>
                </a:solidFill>
              </a:rPr>
              <a:t>{{chart_orr_pr_exp}}</a:t>
            </a:r>
          </a:p>
        </p:txBody>
      </p:sp>
      <p:sp>
        <p:nvSpPr>
          <p:cNvPr id="133" name="TextBox 132">
            <a:extLst>
              <a:ext uri="{FF2B5EF4-FFF2-40B4-BE49-F238E27FC236}">
                <a16:creationId xmlns:a16="http://schemas.microsoft.com/office/drawing/2014/main" id="{29892DEC-4399-2704-19F2-C28841EE91E1}"/>
              </a:ext>
            </a:extLst>
          </p:cNvPr>
          <p:cNvSpPr txBox="1"/>
          <p:nvPr userDrawn="1"/>
        </p:nvSpPr>
        <p:spPr>
          <a:xfrm>
            <a:off x="9767560" y="4773197"/>
            <a:ext cx="566143" cy="707886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defRPr sz="800" b="1" i="0">
                <a:solidFill>
                  <a:srgbClr val="94A3B8"/>
                </a:solidFill>
                <a:latin typeface="Arial"/>
              </a:defRPr>
            </a:pPr>
            <a:r>
              <a:rPr sz="1000" dirty="0">
                <a:solidFill>
                  <a:schemeClr val="tx1">
                    <a:lumMod val="95000"/>
                    <a:lumOff val="5000"/>
                  </a:schemeClr>
                </a:solidFill>
              </a:rPr>
              <a:t>{{chart_orr_cr_ctrl}}</a:t>
            </a:r>
          </a:p>
        </p:txBody>
      </p:sp>
      <p:sp>
        <p:nvSpPr>
          <p:cNvPr id="134" name="TextBox 133">
            <a:extLst>
              <a:ext uri="{FF2B5EF4-FFF2-40B4-BE49-F238E27FC236}">
                <a16:creationId xmlns:a16="http://schemas.microsoft.com/office/drawing/2014/main" id="{BB7C1D43-C3F9-3484-3E67-217EEDD3560B}"/>
              </a:ext>
            </a:extLst>
          </p:cNvPr>
          <p:cNvSpPr txBox="1"/>
          <p:nvPr userDrawn="1"/>
        </p:nvSpPr>
        <p:spPr>
          <a:xfrm>
            <a:off x="9788521" y="5084093"/>
            <a:ext cx="544776" cy="246221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defRPr sz="800" b="1" i="0">
                <a:solidFill>
                  <a:srgbClr val="94A3B8"/>
                </a:solidFill>
                <a:latin typeface="Arial"/>
              </a:defRPr>
            </a:pPr>
            <a:r>
              <a:rPr sz="1000" dirty="0">
                <a:solidFill>
                  <a:schemeClr val="tx1">
                    <a:lumMod val="95000"/>
                    <a:lumOff val="5000"/>
                  </a:schemeClr>
                </a:solidFill>
              </a:rPr>
              <a:t>{{chart_orr_vgpr_ctrl}}</a:t>
            </a:r>
          </a:p>
        </p:txBody>
      </p:sp>
      <p:sp>
        <p:nvSpPr>
          <p:cNvPr id="135" name="TextBox 134">
            <a:extLst>
              <a:ext uri="{FF2B5EF4-FFF2-40B4-BE49-F238E27FC236}">
                <a16:creationId xmlns:a16="http://schemas.microsoft.com/office/drawing/2014/main" id="{EC944887-33A6-FD6D-B77B-041E152850D6}"/>
              </a:ext>
            </a:extLst>
          </p:cNvPr>
          <p:cNvSpPr txBox="1"/>
          <p:nvPr userDrawn="1"/>
        </p:nvSpPr>
        <p:spPr>
          <a:xfrm>
            <a:off x="9799013" y="5405622"/>
            <a:ext cx="603516" cy="55399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defRPr sz="800" b="1" i="0">
                <a:solidFill>
                  <a:srgbClr val="94A3B8"/>
                </a:solidFill>
                <a:latin typeface="Arial"/>
              </a:defRPr>
            </a:pPr>
            <a:r>
              <a:rPr sz="1000" dirty="0">
                <a:solidFill>
                  <a:schemeClr val="tx1">
                    <a:lumMod val="95000"/>
                    <a:lumOff val="5000"/>
                  </a:schemeClr>
                </a:solidFill>
              </a:rPr>
              <a:t>{{chart_orr_pr_ctrl}}</a:t>
            </a:r>
          </a:p>
        </p:txBody>
      </p:sp>
      <p:sp>
        <p:nvSpPr>
          <p:cNvPr id="136" name="TextBox 135">
            <a:extLst>
              <a:ext uri="{FF2B5EF4-FFF2-40B4-BE49-F238E27FC236}">
                <a16:creationId xmlns:a16="http://schemas.microsoft.com/office/drawing/2014/main" id="{758440B0-4B09-D4CD-28A2-AE625C4BD8D8}"/>
              </a:ext>
            </a:extLst>
          </p:cNvPr>
          <p:cNvSpPr txBox="1"/>
          <p:nvPr userDrawn="1"/>
        </p:nvSpPr>
        <p:spPr>
          <a:xfrm>
            <a:off x="1464628" y="164960"/>
            <a:ext cx="1371600" cy="237744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900" b="1" i="0">
                <a:solidFill>
                  <a:srgbClr val="C4B5FD"/>
                </a:solidFill>
                <a:latin typeface="Arial"/>
              </a:defRPr>
            </a:pPr>
            <a:r>
              <a:rPr sz="900" dirty="0"/>
              <a:t>PIVOTAL STUDIES</a:t>
            </a:r>
          </a:p>
        </p:txBody>
      </p:sp>
      <p:sp>
        <p:nvSpPr>
          <p:cNvPr id="137" name="TextBox 136">
            <a:extLst>
              <a:ext uri="{FF2B5EF4-FFF2-40B4-BE49-F238E27FC236}">
                <a16:creationId xmlns:a16="http://schemas.microsoft.com/office/drawing/2014/main" id="{395FE688-29B9-CB0E-077D-E55DBEB8A694}"/>
              </a:ext>
            </a:extLst>
          </p:cNvPr>
          <p:cNvSpPr txBox="1"/>
          <p:nvPr userDrawn="1"/>
        </p:nvSpPr>
        <p:spPr>
          <a:xfrm>
            <a:off x="3019108" y="146672"/>
            <a:ext cx="5029200" cy="26161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defRPr sz="1100" b="0" i="0">
                <a:solidFill>
                  <a:srgbClr val="C0C0D0"/>
                </a:solidFill>
                <a:latin typeface="Arial"/>
              </a:defRPr>
            </a:pPr>
            <a:r>
              <a:rPr sz="1100"/>
              <a:t>{{drug_label_full}}</a:t>
            </a:r>
          </a:p>
        </p:txBody>
      </p:sp>
      <p:sp>
        <p:nvSpPr>
          <p:cNvPr id="139" name="TextBox 138">
            <a:extLst>
              <a:ext uri="{FF2B5EF4-FFF2-40B4-BE49-F238E27FC236}">
                <a16:creationId xmlns:a16="http://schemas.microsoft.com/office/drawing/2014/main" id="{B0E6586F-31E7-46B2-8E3C-138161296947}"/>
              </a:ext>
            </a:extLst>
          </p:cNvPr>
          <p:cNvSpPr txBox="1"/>
          <p:nvPr userDrawn="1"/>
        </p:nvSpPr>
        <p:spPr>
          <a:xfrm>
            <a:off x="8688388" y="164960"/>
            <a:ext cx="1097280" cy="215444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800" b="1" i="0">
                <a:solidFill>
                  <a:srgbClr val="C4B5FD"/>
                </a:solidFill>
                <a:latin typeface="Arial"/>
              </a:defRPr>
            </a:pPr>
            <a:r>
              <a:rPr sz="800" dirty="0"/>
              <a:t>{{</a:t>
            </a:r>
            <a:r>
              <a:rPr sz="800" dirty="0" err="1"/>
              <a:t>phase_badge</a:t>
            </a:r>
            <a:r>
              <a:rPr sz="800" dirty="0"/>
              <a:t>}}</a:t>
            </a:r>
          </a:p>
        </p:txBody>
      </p:sp>
      <p:sp>
        <p:nvSpPr>
          <p:cNvPr id="140" name="TextBox 139">
            <a:extLst>
              <a:ext uri="{FF2B5EF4-FFF2-40B4-BE49-F238E27FC236}">
                <a16:creationId xmlns:a16="http://schemas.microsoft.com/office/drawing/2014/main" id="{ACE104B9-E53A-803B-DBC8-9A7113E4510F}"/>
              </a:ext>
            </a:extLst>
          </p:cNvPr>
          <p:cNvSpPr txBox="1"/>
          <p:nvPr userDrawn="1"/>
        </p:nvSpPr>
        <p:spPr>
          <a:xfrm>
            <a:off x="5750116" y="4338493"/>
            <a:ext cx="1292352" cy="200055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defRPr sz="700" b="0" i="0">
                <a:solidFill>
                  <a:srgbClr val="94A3B8"/>
                </a:solidFill>
                <a:latin typeface="Arial"/>
              </a:defRPr>
            </a:pPr>
            <a:r>
              <a:rPr sz="700" dirty="0"/>
              <a:t>{{</a:t>
            </a:r>
            <a:r>
              <a:rPr sz="700" dirty="0" err="1"/>
              <a:t>os</a:t>
            </a:r>
            <a:r>
              <a:rPr sz="700" dirty="0"/>
              <a:t>_</a:t>
            </a:r>
            <a:r>
              <a:rPr lang="de-DE" sz="700" dirty="0"/>
              <a:t>hr</a:t>
            </a:r>
            <a:r>
              <a:rPr sz="700" dirty="0"/>
              <a:t>_label}}</a:t>
            </a:r>
          </a:p>
        </p:txBody>
      </p:sp>
      <p:graphicFrame>
        <p:nvGraphicFramePr>
          <p:cNvPr id="146" name="Chart 145" descr="CHART_MEDIAN_PFS">
            <a:extLst>
              <a:ext uri="{FF2B5EF4-FFF2-40B4-BE49-F238E27FC236}">
                <a16:creationId xmlns:a16="http://schemas.microsoft.com/office/drawing/2014/main" id="{99F1BBB1-9326-C9C0-CCA3-88C720C893A3}"/>
              </a:ext>
            </a:extLst>
          </p:cNvPr>
          <p:cNvGraphicFramePr/>
          <p:nvPr userDrawn="1">
            <p:extLst>
              <p:ext uri="{D42A27DB-BD31-4B8C-83A1-F6EECF244321}">
                <p14:modId xmlns:p14="http://schemas.microsoft.com/office/powerpoint/2010/main" val="3587421809"/>
              </p:ext>
            </p:extLst>
          </p:nvPr>
        </p:nvGraphicFramePr>
        <p:xfrm>
          <a:off x="7509786" y="529785"/>
          <a:ext cx="4168407" cy="3805908"/>
        </p:xfrm>
        <a:graphic>
          <a:graphicData uri="http://schemas.openxmlformats.org/drawingml/2006/chart">
            <c:chart xmlns:c="http://schemas.openxmlformats.org/drawingml/2006/chart" xmlns:r="http://schemas.openxmlformats.org/officeDocument/2006/relationships" r:id="rId2"/>
          </a:graphicData>
        </a:graphic>
      </p:graphicFrame>
      <p:sp>
        <p:nvSpPr>
          <p:cNvPr id="115" name="TextBox 114">
            <a:extLst>
              <a:ext uri="{FF2B5EF4-FFF2-40B4-BE49-F238E27FC236}">
                <a16:creationId xmlns:a16="http://schemas.microsoft.com/office/drawing/2014/main" id="{B7063B6A-0784-0956-D7EC-B4B88280A8C5}"/>
              </a:ext>
            </a:extLst>
          </p:cNvPr>
          <p:cNvSpPr txBox="1"/>
          <p:nvPr userDrawn="1"/>
        </p:nvSpPr>
        <p:spPr>
          <a:xfrm>
            <a:off x="8313039" y="3354977"/>
            <a:ext cx="1280160" cy="492443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1300" b="1" i="0">
                <a:solidFill>
                  <a:srgbClr val="8B5CF6"/>
                </a:solidFill>
                <a:latin typeface="Arial"/>
              </a:defRPr>
            </a:pPr>
            <a:r>
              <a:rPr sz="1300" dirty="0">
                <a:solidFill>
                  <a:schemeClr val="tx1"/>
                </a:solidFill>
              </a:rPr>
              <a:t>{{chart_bar_exp_value}}</a:t>
            </a:r>
          </a:p>
        </p:txBody>
      </p:sp>
      <p:sp>
        <p:nvSpPr>
          <p:cNvPr id="117" name="TextBox 116">
            <a:extLst>
              <a:ext uri="{FF2B5EF4-FFF2-40B4-BE49-F238E27FC236}">
                <a16:creationId xmlns:a16="http://schemas.microsoft.com/office/drawing/2014/main" id="{23B88301-3F5D-F895-0ED7-17D70D405A8D}"/>
              </a:ext>
            </a:extLst>
          </p:cNvPr>
          <p:cNvSpPr txBox="1"/>
          <p:nvPr userDrawn="1"/>
        </p:nvSpPr>
        <p:spPr>
          <a:xfrm>
            <a:off x="10125455" y="3368623"/>
            <a:ext cx="1280160" cy="492443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1300" b="1" i="0">
                <a:solidFill>
                  <a:srgbClr val="94A3B8"/>
                </a:solidFill>
                <a:latin typeface="Arial"/>
              </a:defRPr>
            </a:pPr>
            <a:r>
              <a:rPr sz="1300" dirty="0">
                <a:solidFill>
                  <a:schemeClr val="tx1"/>
                </a:solidFill>
              </a:rPr>
              <a:t>{{chart_bar_ctrl_value}}</a:t>
            </a:r>
          </a:p>
        </p:txBody>
      </p:sp>
      <p:graphicFrame>
        <p:nvGraphicFramePr>
          <p:cNvPr id="149" name="Chart 148" descr="CHART_ORR_RESPONSE_DRUG">
            <a:extLst>
              <a:ext uri="{FF2B5EF4-FFF2-40B4-BE49-F238E27FC236}">
                <a16:creationId xmlns:a16="http://schemas.microsoft.com/office/drawing/2014/main" id="{50836417-7C44-2B9B-60F6-B6C796CB1481}"/>
              </a:ext>
            </a:extLst>
          </p:cNvPr>
          <p:cNvGraphicFramePr/>
          <p:nvPr userDrawn="1">
            <p:extLst>
              <p:ext uri="{D42A27DB-BD31-4B8C-83A1-F6EECF244321}">
                <p14:modId xmlns:p14="http://schemas.microsoft.com/office/powerpoint/2010/main" val="2861153493"/>
              </p:ext>
            </p:extLst>
          </p:nvPr>
        </p:nvGraphicFramePr>
        <p:xfrm>
          <a:off x="7878553" y="4239571"/>
          <a:ext cx="1907115" cy="1795468"/>
        </p:xfrm>
        <a:graphic>
          <a:graphicData uri="http://schemas.openxmlformats.org/drawingml/2006/chart">
            <c:chart xmlns:c="http://schemas.openxmlformats.org/drawingml/2006/chart" xmlns:r="http://schemas.openxmlformats.org/officeDocument/2006/relationships" r:id="rId3"/>
          </a:graphicData>
        </a:graphic>
      </p:graphicFrame>
      <p:graphicFrame>
        <p:nvGraphicFramePr>
          <p:cNvPr id="153" name="Chart 152" descr="CHART_ORR_RESPONSE_CONTROL">
            <a:extLst>
              <a:ext uri="{FF2B5EF4-FFF2-40B4-BE49-F238E27FC236}">
                <a16:creationId xmlns:a16="http://schemas.microsoft.com/office/drawing/2014/main" id="{E5EA97B0-F30C-13BD-9D5C-AC53B81685E7}"/>
              </a:ext>
            </a:extLst>
          </p:cNvPr>
          <p:cNvGraphicFramePr/>
          <p:nvPr userDrawn="1">
            <p:extLst>
              <p:ext uri="{D42A27DB-BD31-4B8C-83A1-F6EECF244321}">
                <p14:modId xmlns:p14="http://schemas.microsoft.com/office/powerpoint/2010/main" val="3310115014"/>
              </p:ext>
            </p:extLst>
          </p:nvPr>
        </p:nvGraphicFramePr>
        <p:xfrm>
          <a:off x="9954833" y="4647530"/>
          <a:ext cx="1340863" cy="1152379"/>
        </p:xfrm>
        <a:graphic>
          <a:graphicData uri="http://schemas.openxmlformats.org/drawingml/2006/chart">
            <c:chart xmlns:c="http://schemas.openxmlformats.org/drawingml/2006/chart" xmlns:r="http://schemas.openxmlformats.org/officeDocument/2006/relationships" r:id="rId4"/>
          </a:graphicData>
        </a:graphic>
      </p:graphicFrame>
    </p:spTree>
    <p:extLst>
      <p:ext uri="{BB962C8B-B14F-4D97-AF65-F5344CB8AC3E}">
        <p14:creationId xmlns:p14="http://schemas.microsoft.com/office/powerpoint/2010/main" val="2922913466"/>
      </p:ext>
    </p:extLst>
  </p:cSld>
  <p:clrMapOvr>
    <a:masterClrMapping/>
  </p:clrMapOvr>
</p:sldLayout>
</file>

<file path=ppt/slideLayouts/slideLayout47.xml><?xml version="1.0" encoding="utf-8"?>
<p:sldLayout xmlns:a="http://schemas.openxmlformats.org/drawingml/2006/main" xmlns:r="http://schemas.openxmlformats.org/officeDocument/2006/relationships" xmlns:p="http://schemas.openxmlformats.org/presentationml/2006/main" type="blank" preserve="1">
  <p:cSld name="TACTICAL_GANTT_grey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5" name="Rounded Rectangle 9" descr="CHART_AREA">
            <a:extLst>
              <a:ext uri="{FF2B5EF4-FFF2-40B4-BE49-F238E27FC236}">
                <a16:creationId xmlns:a16="http://schemas.microsoft.com/office/drawing/2014/main" id="{ED0ED1F4-AC27-6799-692F-338C9B4C0141}"/>
              </a:ext>
            </a:extLst>
          </p:cNvPr>
          <p:cNvSpPr/>
          <p:nvPr userDrawn="1"/>
        </p:nvSpPr>
        <p:spPr>
          <a:xfrm>
            <a:off x="166180" y="658368"/>
            <a:ext cx="11859768" cy="4782312"/>
          </a:xfrm>
          <a:prstGeom prst="roundRect">
            <a:avLst/>
          </a:prstGeom>
          <a:solidFill>
            <a:srgbClr val="FFFFFF"/>
          </a:solidFill>
          <a:ln w="12700">
            <a:solidFill>
              <a:srgbClr val="E5E7EB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6" name="Rectangle 5">
            <a:extLst>
              <a:ext uri="{FF2B5EF4-FFF2-40B4-BE49-F238E27FC236}">
                <a16:creationId xmlns:a16="http://schemas.microsoft.com/office/drawing/2014/main" id="{5C1829CE-53CC-D5FA-BDF8-B2A57D9E4DAF}"/>
              </a:ext>
            </a:extLst>
          </p:cNvPr>
          <p:cNvSpPr/>
          <p:nvPr userDrawn="1"/>
        </p:nvSpPr>
        <p:spPr>
          <a:xfrm>
            <a:off x="2269300" y="658368"/>
            <a:ext cx="2439162" cy="365760"/>
          </a:xfrm>
          <a:prstGeom prst="rect">
            <a:avLst/>
          </a:prstGeom>
          <a:solidFill>
            <a:srgbClr val="8B5CF6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7" name="TextBox 6">
            <a:extLst>
              <a:ext uri="{FF2B5EF4-FFF2-40B4-BE49-F238E27FC236}">
                <a16:creationId xmlns:a16="http://schemas.microsoft.com/office/drawing/2014/main" id="{B32013F6-05E9-BE8A-902B-E98C23A1FB5E}"/>
              </a:ext>
            </a:extLst>
          </p:cNvPr>
          <p:cNvSpPr txBox="1"/>
          <p:nvPr userDrawn="1"/>
        </p:nvSpPr>
        <p:spPr>
          <a:xfrm>
            <a:off x="2269300" y="731519"/>
            <a:ext cx="2439162" cy="23083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900" b="1" i="0">
                <a:solidFill>
                  <a:srgbClr val="FFFFFF"/>
                </a:solidFill>
                <a:latin typeface="Arial"/>
              </a:defRPr>
            </a:pPr>
            <a:r>
              <a:rPr sz="900"/>
              <a:t>Q1 · Jan–Mar</a:t>
            </a:r>
          </a:p>
        </p:txBody>
      </p:sp>
      <p:sp>
        <p:nvSpPr>
          <p:cNvPr id="8" name="TextBox 7">
            <a:extLst>
              <a:ext uri="{FF2B5EF4-FFF2-40B4-BE49-F238E27FC236}">
                <a16:creationId xmlns:a16="http://schemas.microsoft.com/office/drawing/2014/main" id="{D7C8F776-1BD9-C8EC-4EA7-D3BDD907B360}"/>
              </a:ext>
            </a:extLst>
          </p:cNvPr>
          <p:cNvSpPr txBox="1"/>
          <p:nvPr userDrawn="1"/>
        </p:nvSpPr>
        <p:spPr>
          <a:xfrm>
            <a:off x="2269300" y="1042415"/>
            <a:ext cx="813054" cy="184666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600" b="0" i="0">
                <a:solidFill>
                  <a:srgbClr val="94A3B8"/>
                </a:solidFill>
                <a:latin typeface="Arial"/>
              </a:defRPr>
            </a:pPr>
            <a:r>
              <a:rPr sz="600"/>
              <a:t>Jan</a:t>
            </a:r>
          </a:p>
        </p:txBody>
      </p:sp>
      <p:sp>
        <p:nvSpPr>
          <p:cNvPr id="9" name="TextBox 8">
            <a:extLst>
              <a:ext uri="{FF2B5EF4-FFF2-40B4-BE49-F238E27FC236}">
                <a16:creationId xmlns:a16="http://schemas.microsoft.com/office/drawing/2014/main" id="{83178C4F-8ADF-1D1D-9269-68E61D0E0D78}"/>
              </a:ext>
            </a:extLst>
          </p:cNvPr>
          <p:cNvSpPr txBox="1"/>
          <p:nvPr userDrawn="1"/>
        </p:nvSpPr>
        <p:spPr>
          <a:xfrm>
            <a:off x="3082354" y="1042415"/>
            <a:ext cx="813054" cy="184666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600" b="0" i="0">
                <a:solidFill>
                  <a:srgbClr val="94A3B8"/>
                </a:solidFill>
                <a:latin typeface="Arial"/>
              </a:defRPr>
            </a:pPr>
            <a:r>
              <a:rPr sz="600"/>
              <a:t>Feb</a:t>
            </a:r>
          </a:p>
        </p:txBody>
      </p:sp>
      <p:sp>
        <p:nvSpPr>
          <p:cNvPr id="10" name="Rectangle 9">
            <a:extLst>
              <a:ext uri="{FF2B5EF4-FFF2-40B4-BE49-F238E27FC236}">
                <a16:creationId xmlns:a16="http://schemas.microsoft.com/office/drawing/2014/main" id="{8F78BA30-1ACC-35A7-81BB-81D815448F5B}"/>
              </a:ext>
            </a:extLst>
          </p:cNvPr>
          <p:cNvSpPr/>
          <p:nvPr userDrawn="1"/>
        </p:nvSpPr>
        <p:spPr>
          <a:xfrm>
            <a:off x="3082354" y="1024128"/>
            <a:ext cx="4572" cy="164592"/>
          </a:xfrm>
          <a:prstGeom prst="rect">
            <a:avLst/>
          </a:prstGeom>
          <a:solidFill>
            <a:srgbClr val="F1F5F9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11" name="TextBox 10">
            <a:extLst>
              <a:ext uri="{FF2B5EF4-FFF2-40B4-BE49-F238E27FC236}">
                <a16:creationId xmlns:a16="http://schemas.microsoft.com/office/drawing/2014/main" id="{78FFDDF8-8162-7E5A-5EA2-2A443A1C02BF}"/>
              </a:ext>
            </a:extLst>
          </p:cNvPr>
          <p:cNvSpPr txBox="1"/>
          <p:nvPr userDrawn="1"/>
        </p:nvSpPr>
        <p:spPr>
          <a:xfrm>
            <a:off x="3895408" y="1042415"/>
            <a:ext cx="813054" cy="184666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600" b="0" i="0">
                <a:solidFill>
                  <a:srgbClr val="94A3B8"/>
                </a:solidFill>
                <a:latin typeface="Arial"/>
              </a:defRPr>
            </a:pPr>
            <a:r>
              <a:rPr sz="600"/>
              <a:t>Mar</a:t>
            </a:r>
          </a:p>
        </p:txBody>
      </p:sp>
      <p:sp>
        <p:nvSpPr>
          <p:cNvPr id="12" name="Rectangle 11">
            <a:extLst>
              <a:ext uri="{FF2B5EF4-FFF2-40B4-BE49-F238E27FC236}">
                <a16:creationId xmlns:a16="http://schemas.microsoft.com/office/drawing/2014/main" id="{2317277D-7A41-44B3-0C75-75E2DA95B738}"/>
              </a:ext>
            </a:extLst>
          </p:cNvPr>
          <p:cNvSpPr/>
          <p:nvPr userDrawn="1"/>
        </p:nvSpPr>
        <p:spPr>
          <a:xfrm>
            <a:off x="3895408" y="1024128"/>
            <a:ext cx="4572" cy="164592"/>
          </a:xfrm>
          <a:prstGeom prst="rect">
            <a:avLst/>
          </a:prstGeom>
          <a:solidFill>
            <a:srgbClr val="F1F5F9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13" name="Rectangle 12">
            <a:extLst>
              <a:ext uri="{FF2B5EF4-FFF2-40B4-BE49-F238E27FC236}">
                <a16:creationId xmlns:a16="http://schemas.microsoft.com/office/drawing/2014/main" id="{2E4593B5-24F4-065C-D67B-338199BB8C80}"/>
              </a:ext>
            </a:extLst>
          </p:cNvPr>
          <p:cNvSpPr/>
          <p:nvPr userDrawn="1"/>
        </p:nvSpPr>
        <p:spPr>
          <a:xfrm>
            <a:off x="4708462" y="658368"/>
            <a:ext cx="2439162" cy="365760"/>
          </a:xfrm>
          <a:prstGeom prst="rect">
            <a:avLst/>
          </a:prstGeom>
          <a:solidFill>
            <a:srgbClr val="6366F1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14" name="TextBox 13">
            <a:extLst>
              <a:ext uri="{FF2B5EF4-FFF2-40B4-BE49-F238E27FC236}">
                <a16:creationId xmlns:a16="http://schemas.microsoft.com/office/drawing/2014/main" id="{CDD84BD1-2DC7-D9D4-E2B1-C9634AB4E7B4}"/>
              </a:ext>
            </a:extLst>
          </p:cNvPr>
          <p:cNvSpPr txBox="1"/>
          <p:nvPr userDrawn="1"/>
        </p:nvSpPr>
        <p:spPr>
          <a:xfrm>
            <a:off x="4708462" y="731519"/>
            <a:ext cx="2439162" cy="23083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900" b="1" i="0">
                <a:solidFill>
                  <a:srgbClr val="FFFFFF"/>
                </a:solidFill>
                <a:latin typeface="Arial"/>
              </a:defRPr>
            </a:pPr>
            <a:r>
              <a:rPr sz="900"/>
              <a:t>Q2 · Apr–Jun</a:t>
            </a:r>
          </a:p>
        </p:txBody>
      </p:sp>
      <p:sp>
        <p:nvSpPr>
          <p:cNvPr id="15" name="TextBox 14">
            <a:extLst>
              <a:ext uri="{FF2B5EF4-FFF2-40B4-BE49-F238E27FC236}">
                <a16:creationId xmlns:a16="http://schemas.microsoft.com/office/drawing/2014/main" id="{B8753BB8-6E8E-A6AF-C4C2-D44158A42B27}"/>
              </a:ext>
            </a:extLst>
          </p:cNvPr>
          <p:cNvSpPr txBox="1"/>
          <p:nvPr userDrawn="1"/>
        </p:nvSpPr>
        <p:spPr>
          <a:xfrm>
            <a:off x="4708462" y="1042415"/>
            <a:ext cx="813054" cy="184666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600" b="0" i="0">
                <a:solidFill>
                  <a:srgbClr val="94A3B8"/>
                </a:solidFill>
                <a:latin typeface="Arial"/>
              </a:defRPr>
            </a:pPr>
            <a:r>
              <a:rPr sz="600"/>
              <a:t>Apr</a:t>
            </a:r>
          </a:p>
        </p:txBody>
      </p:sp>
      <p:sp>
        <p:nvSpPr>
          <p:cNvPr id="16" name="TextBox 15">
            <a:extLst>
              <a:ext uri="{FF2B5EF4-FFF2-40B4-BE49-F238E27FC236}">
                <a16:creationId xmlns:a16="http://schemas.microsoft.com/office/drawing/2014/main" id="{B8BCDB4E-16C2-B3EA-CEF1-F5BDDFA76293}"/>
              </a:ext>
            </a:extLst>
          </p:cNvPr>
          <p:cNvSpPr txBox="1"/>
          <p:nvPr userDrawn="1"/>
        </p:nvSpPr>
        <p:spPr>
          <a:xfrm>
            <a:off x="5521516" y="1042415"/>
            <a:ext cx="813054" cy="184666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600" b="0" i="0">
                <a:solidFill>
                  <a:srgbClr val="94A3B8"/>
                </a:solidFill>
                <a:latin typeface="Arial"/>
              </a:defRPr>
            </a:pPr>
            <a:r>
              <a:rPr sz="600"/>
              <a:t>May</a:t>
            </a:r>
          </a:p>
        </p:txBody>
      </p:sp>
      <p:sp>
        <p:nvSpPr>
          <p:cNvPr id="17" name="Rectangle 16">
            <a:extLst>
              <a:ext uri="{FF2B5EF4-FFF2-40B4-BE49-F238E27FC236}">
                <a16:creationId xmlns:a16="http://schemas.microsoft.com/office/drawing/2014/main" id="{B6893B16-D570-D6A8-420A-9F8E26922BDB}"/>
              </a:ext>
            </a:extLst>
          </p:cNvPr>
          <p:cNvSpPr/>
          <p:nvPr userDrawn="1"/>
        </p:nvSpPr>
        <p:spPr>
          <a:xfrm>
            <a:off x="5521516" y="1024128"/>
            <a:ext cx="4572" cy="164592"/>
          </a:xfrm>
          <a:prstGeom prst="rect">
            <a:avLst/>
          </a:prstGeom>
          <a:solidFill>
            <a:srgbClr val="F1F5F9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18" name="TextBox 17">
            <a:extLst>
              <a:ext uri="{FF2B5EF4-FFF2-40B4-BE49-F238E27FC236}">
                <a16:creationId xmlns:a16="http://schemas.microsoft.com/office/drawing/2014/main" id="{5D1BCCC9-ED9A-29BB-90CF-5BFBBF4D8ACF}"/>
              </a:ext>
            </a:extLst>
          </p:cNvPr>
          <p:cNvSpPr txBox="1"/>
          <p:nvPr userDrawn="1"/>
        </p:nvSpPr>
        <p:spPr>
          <a:xfrm>
            <a:off x="6334570" y="1042415"/>
            <a:ext cx="813054" cy="184666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600" b="0" i="0">
                <a:solidFill>
                  <a:srgbClr val="94A3B8"/>
                </a:solidFill>
                <a:latin typeface="Arial"/>
              </a:defRPr>
            </a:pPr>
            <a:r>
              <a:rPr sz="600"/>
              <a:t>Jun</a:t>
            </a:r>
          </a:p>
        </p:txBody>
      </p:sp>
      <p:sp>
        <p:nvSpPr>
          <p:cNvPr id="19" name="Rectangle 18">
            <a:extLst>
              <a:ext uri="{FF2B5EF4-FFF2-40B4-BE49-F238E27FC236}">
                <a16:creationId xmlns:a16="http://schemas.microsoft.com/office/drawing/2014/main" id="{777975F5-2787-4CEB-BFD0-DA807CAA94C9}"/>
              </a:ext>
            </a:extLst>
          </p:cNvPr>
          <p:cNvSpPr/>
          <p:nvPr userDrawn="1"/>
        </p:nvSpPr>
        <p:spPr>
          <a:xfrm>
            <a:off x="6334570" y="1024128"/>
            <a:ext cx="4572" cy="164592"/>
          </a:xfrm>
          <a:prstGeom prst="rect">
            <a:avLst/>
          </a:prstGeom>
          <a:solidFill>
            <a:srgbClr val="F1F5F9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20" name="Rectangle 19">
            <a:extLst>
              <a:ext uri="{FF2B5EF4-FFF2-40B4-BE49-F238E27FC236}">
                <a16:creationId xmlns:a16="http://schemas.microsoft.com/office/drawing/2014/main" id="{C52B6BD4-BBE6-C4C6-DA09-93DCA83F2A7B}"/>
              </a:ext>
            </a:extLst>
          </p:cNvPr>
          <p:cNvSpPr/>
          <p:nvPr userDrawn="1"/>
        </p:nvSpPr>
        <p:spPr>
          <a:xfrm>
            <a:off x="7147624" y="658368"/>
            <a:ext cx="2439162" cy="365760"/>
          </a:xfrm>
          <a:prstGeom prst="rect">
            <a:avLst/>
          </a:prstGeom>
          <a:solidFill>
            <a:srgbClr val="3B82F6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21" name="TextBox 20">
            <a:extLst>
              <a:ext uri="{FF2B5EF4-FFF2-40B4-BE49-F238E27FC236}">
                <a16:creationId xmlns:a16="http://schemas.microsoft.com/office/drawing/2014/main" id="{C9DCCEDC-C06C-1B3C-F123-49A12E873A5D}"/>
              </a:ext>
            </a:extLst>
          </p:cNvPr>
          <p:cNvSpPr txBox="1"/>
          <p:nvPr userDrawn="1"/>
        </p:nvSpPr>
        <p:spPr>
          <a:xfrm>
            <a:off x="7147624" y="731519"/>
            <a:ext cx="2439162" cy="23083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900" b="1" i="0">
                <a:solidFill>
                  <a:srgbClr val="FFFFFF"/>
                </a:solidFill>
                <a:latin typeface="Arial"/>
              </a:defRPr>
            </a:pPr>
            <a:r>
              <a:rPr sz="900"/>
              <a:t>Q3 · Jul–Sep</a:t>
            </a:r>
          </a:p>
        </p:txBody>
      </p:sp>
      <p:sp>
        <p:nvSpPr>
          <p:cNvPr id="22" name="TextBox 21">
            <a:extLst>
              <a:ext uri="{FF2B5EF4-FFF2-40B4-BE49-F238E27FC236}">
                <a16:creationId xmlns:a16="http://schemas.microsoft.com/office/drawing/2014/main" id="{CE3D42AC-839E-F27D-868A-E6061F5EF57A}"/>
              </a:ext>
            </a:extLst>
          </p:cNvPr>
          <p:cNvSpPr txBox="1"/>
          <p:nvPr userDrawn="1"/>
        </p:nvSpPr>
        <p:spPr>
          <a:xfrm>
            <a:off x="7147624" y="1042415"/>
            <a:ext cx="813054" cy="184666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600" b="0" i="0">
                <a:solidFill>
                  <a:srgbClr val="94A3B8"/>
                </a:solidFill>
                <a:latin typeface="Arial"/>
              </a:defRPr>
            </a:pPr>
            <a:r>
              <a:rPr sz="600"/>
              <a:t>Jul</a:t>
            </a:r>
          </a:p>
        </p:txBody>
      </p:sp>
      <p:sp>
        <p:nvSpPr>
          <p:cNvPr id="23" name="TextBox 22">
            <a:extLst>
              <a:ext uri="{FF2B5EF4-FFF2-40B4-BE49-F238E27FC236}">
                <a16:creationId xmlns:a16="http://schemas.microsoft.com/office/drawing/2014/main" id="{BE5D2385-7D56-ED90-5837-3C11B07E5EB8}"/>
              </a:ext>
            </a:extLst>
          </p:cNvPr>
          <p:cNvSpPr txBox="1"/>
          <p:nvPr userDrawn="1"/>
        </p:nvSpPr>
        <p:spPr>
          <a:xfrm>
            <a:off x="7960678" y="1042415"/>
            <a:ext cx="813054" cy="184666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600" b="0" i="0">
                <a:solidFill>
                  <a:srgbClr val="94A3B8"/>
                </a:solidFill>
                <a:latin typeface="Arial"/>
              </a:defRPr>
            </a:pPr>
            <a:r>
              <a:rPr sz="600"/>
              <a:t>Aug</a:t>
            </a:r>
          </a:p>
        </p:txBody>
      </p:sp>
      <p:sp>
        <p:nvSpPr>
          <p:cNvPr id="24" name="Rectangle 23">
            <a:extLst>
              <a:ext uri="{FF2B5EF4-FFF2-40B4-BE49-F238E27FC236}">
                <a16:creationId xmlns:a16="http://schemas.microsoft.com/office/drawing/2014/main" id="{30430DD5-3A28-9A99-FD79-8F9641DBC56B}"/>
              </a:ext>
            </a:extLst>
          </p:cNvPr>
          <p:cNvSpPr/>
          <p:nvPr userDrawn="1"/>
        </p:nvSpPr>
        <p:spPr>
          <a:xfrm>
            <a:off x="7960678" y="1024128"/>
            <a:ext cx="4572" cy="164592"/>
          </a:xfrm>
          <a:prstGeom prst="rect">
            <a:avLst/>
          </a:prstGeom>
          <a:solidFill>
            <a:srgbClr val="F1F5F9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25" name="TextBox 24">
            <a:extLst>
              <a:ext uri="{FF2B5EF4-FFF2-40B4-BE49-F238E27FC236}">
                <a16:creationId xmlns:a16="http://schemas.microsoft.com/office/drawing/2014/main" id="{D3098995-10AA-6EA0-27D8-41D93F4AB27A}"/>
              </a:ext>
            </a:extLst>
          </p:cNvPr>
          <p:cNvSpPr txBox="1"/>
          <p:nvPr userDrawn="1"/>
        </p:nvSpPr>
        <p:spPr>
          <a:xfrm>
            <a:off x="8773732" y="1042415"/>
            <a:ext cx="813054" cy="184666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600" b="0" i="0">
                <a:solidFill>
                  <a:srgbClr val="94A3B8"/>
                </a:solidFill>
                <a:latin typeface="Arial"/>
              </a:defRPr>
            </a:pPr>
            <a:r>
              <a:rPr sz="600"/>
              <a:t>Sep</a:t>
            </a:r>
          </a:p>
        </p:txBody>
      </p:sp>
      <p:sp>
        <p:nvSpPr>
          <p:cNvPr id="26" name="Rectangle 25">
            <a:extLst>
              <a:ext uri="{FF2B5EF4-FFF2-40B4-BE49-F238E27FC236}">
                <a16:creationId xmlns:a16="http://schemas.microsoft.com/office/drawing/2014/main" id="{709ED3CA-AE97-BDCD-A02F-F1AAA3131AC4}"/>
              </a:ext>
            </a:extLst>
          </p:cNvPr>
          <p:cNvSpPr/>
          <p:nvPr userDrawn="1"/>
        </p:nvSpPr>
        <p:spPr>
          <a:xfrm>
            <a:off x="8773732" y="1024128"/>
            <a:ext cx="4572" cy="164592"/>
          </a:xfrm>
          <a:prstGeom prst="rect">
            <a:avLst/>
          </a:prstGeom>
          <a:solidFill>
            <a:srgbClr val="F1F5F9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27" name="Rectangle 26">
            <a:extLst>
              <a:ext uri="{FF2B5EF4-FFF2-40B4-BE49-F238E27FC236}">
                <a16:creationId xmlns:a16="http://schemas.microsoft.com/office/drawing/2014/main" id="{D29A5782-2338-3A6A-E89C-AE88925F77F4}"/>
              </a:ext>
            </a:extLst>
          </p:cNvPr>
          <p:cNvSpPr/>
          <p:nvPr userDrawn="1"/>
        </p:nvSpPr>
        <p:spPr>
          <a:xfrm>
            <a:off x="9586786" y="658368"/>
            <a:ext cx="2439162" cy="365760"/>
          </a:xfrm>
          <a:prstGeom prst="rect">
            <a:avLst/>
          </a:prstGeom>
          <a:solidFill>
            <a:srgbClr val="06B6D4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28" name="TextBox 27">
            <a:extLst>
              <a:ext uri="{FF2B5EF4-FFF2-40B4-BE49-F238E27FC236}">
                <a16:creationId xmlns:a16="http://schemas.microsoft.com/office/drawing/2014/main" id="{04D0457E-7A29-CB50-C355-A752D999BAC9}"/>
              </a:ext>
            </a:extLst>
          </p:cNvPr>
          <p:cNvSpPr txBox="1"/>
          <p:nvPr userDrawn="1"/>
        </p:nvSpPr>
        <p:spPr>
          <a:xfrm>
            <a:off x="9586786" y="731519"/>
            <a:ext cx="2439162" cy="23083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900" b="1" i="0">
                <a:solidFill>
                  <a:srgbClr val="FFFFFF"/>
                </a:solidFill>
                <a:latin typeface="Arial"/>
              </a:defRPr>
            </a:pPr>
            <a:r>
              <a:rPr sz="900"/>
              <a:t>Q4 · Oct–Dec</a:t>
            </a:r>
          </a:p>
        </p:txBody>
      </p:sp>
      <p:sp>
        <p:nvSpPr>
          <p:cNvPr id="29" name="TextBox 28">
            <a:extLst>
              <a:ext uri="{FF2B5EF4-FFF2-40B4-BE49-F238E27FC236}">
                <a16:creationId xmlns:a16="http://schemas.microsoft.com/office/drawing/2014/main" id="{284B27CB-A13B-230F-B700-F3CC9DDD341F}"/>
              </a:ext>
            </a:extLst>
          </p:cNvPr>
          <p:cNvSpPr txBox="1"/>
          <p:nvPr userDrawn="1"/>
        </p:nvSpPr>
        <p:spPr>
          <a:xfrm>
            <a:off x="9586786" y="1042415"/>
            <a:ext cx="813054" cy="184666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600" b="0" i="0">
                <a:solidFill>
                  <a:srgbClr val="94A3B8"/>
                </a:solidFill>
                <a:latin typeface="Arial"/>
              </a:defRPr>
            </a:pPr>
            <a:r>
              <a:rPr sz="600"/>
              <a:t>Oct</a:t>
            </a:r>
          </a:p>
        </p:txBody>
      </p:sp>
      <p:sp>
        <p:nvSpPr>
          <p:cNvPr id="30" name="TextBox 29">
            <a:extLst>
              <a:ext uri="{FF2B5EF4-FFF2-40B4-BE49-F238E27FC236}">
                <a16:creationId xmlns:a16="http://schemas.microsoft.com/office/drawing/2014/main" id="{69009AF0-1A86-FD81-B8BA-4BAEE8BA4540}"/>
              </a:ext>
            </a:extLst>
          </p:cNvPr>
          <p:cNvSpPr txBox="1"/>
          <p:nvPr userDrawn="1"/>
        </p:nvSpPr>
        <p:spPr>
          <a:xfrm>
            <a:off x="10399840" y="1042415"/>
            <a:ext cx="813054" cy="184666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600" b="0" i="0">
                <a:solidFill>
                  <a:srgbClr val="94A3B8"/>
                </a:solidFill>
                <a:latin typeface="Arial"/>
              </a:defRPr>
            </a:pPr>
            <a:r>
              <a:rPr sz="600"/>
              <a:t>Nov</a:t>
            </a:r>
          </a:p>
        </p:txBody>
      </p:sp>
      <p:sp>
        <p:nvSpPr>
          <p:cNvPr id="31" name="Rectangle 30">
            <a:extLst>
              <a:ext uri="{FF2B5EF4-FFF2-40B4-BE49-F238E27FC236}">
                <a16:creationId xmlns:a16="http://schemas.microsoft.com/office/drawing/2014/main" id="{5CA54194-93C3-055C-8532-2666B20134B7}"/>
              </a:ext>
            </a:extLst>
          </p:cNvPr>
          <p:cNvSpPr/>
          <p:nvPr userDrawn="1"/>
        </p:nvSpPr>
        <p:spPr>
          <a:xfrm>
            <a:off x="10399840" y="1024128"/>
            <a:ext cx="4572" cy="164592"/>
          </a:xfrm>
          <a:prstGeom prst="rect">
            <a:avLst/>
          </a:prstGeom>
          <a:solidFill>
            <a:srgbClr val="F1F5F9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32" name="TextBox 31">
            <a:extLst>
              <a:ext uri="{FF2B5EF4-FFF2-40B4-BE49-F238E27FC236}">
                <a16:creationId xmlns:a16="http://schemas.microsoft.com/office/drawing/2014/main" id="{856755A8-5A0F-F789-1997-8DAC82DB62E6}"/>
              </a:ext>
            </a:extLst>
          </p:cNvPr>
          <p:cNvSpPr txBox="1"/>
          <p:nvPr userDrawn="1"/>
        </p:nvSpPr>
        <p:spPr>
          <a:xfrm>
            <a:off x="11212894" y="1042415"/>
            <a:ext cx="813054" cy="184666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600" b="0" i="0">
                <a:solidFill>
                  <a:srgbClr val="94A3B8"/>
                </a:solidFill>
                <a:latin typeface="Arial"/>
              </a:defRPr>
            </a:pPr>
            <a:r>
              <a:rPr sz="600"/>
              <a:t>Dec</a:t>
            </a:r>
          </a:p>
        </p:txBody>
      </p:sp>
      <p:sp>
        <p:nvSpPr>
          <p:cNvPr id="33" name="Rectangle 32">
            <a:extLst>
              <a:ext uri="{FF2B5EF4-FFF2-40B4-BE49-F238E27FC236}">
                <a16:creationId xmlns:a16="http://schemas.microsoft.com/office/drawing/2014/main" id="{CD17A4B2-AEE9-183A-0F57-D2ADC8E1D5C7}"/>
              </a:ext>
            </a:extLst>
          </p:cNvPr>
          <p:cNvSpPr/>
          <p:nvPr userDrawn="1"/>
        </p:nvSpPr>
        <p:spPr>
          <a:xfrm>
            <a:off x="11212894" y="1024128"/>
            <a:ext cx="4572" cy="164592"/>
          </a:xfrm>
          <a:prstGeom prst="rect">
            <a:avLst/>
          </a:prstGeom>
          <a:solidFill>
            <a:srgbClr val="F1F5F9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34" name="Rectangle 33">
            <a:extLst>
              <a:ext uri="{FF2B5EF4-FFF2-40B4-BE49-F238E27FC236}">
                <a16:creationId xmlns:a16="http://schemas.microsoft.com/office/drawing/2014/main" id="{0E7278FE-8A18-25E7-8372-8B48CFF4CC7C}"/>
              </a:ext>
            </a:extLst>
          </p:cNvPr>
          <p:cNvSpPr/>
          <p:nvPr userDrawn="1"/>
        </p:nvSpPr>
        <p:spPr>
          <a:xfrm>
            <a:off x="2269300" y="1184148"/>
            <a:ext cx="9756648" cy="4572"/>
          </a:xfrm>
          <a:prstGeom prst="rect">
            <a:avLst/>
          </a:prstGeom>
          <a:solidFill>
            <a:srgbClr val="E5E7EB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35" name="TextBox 34">
            <a:extLst>
              <a:ext uri="{FF2B5EF4-FFF2-40B4-BE49-F238E27FC236}">
                <a16:creationId xmlns:a16="http://schemas.microsoft.com/office/drawing/2014/main" id="{9110FDEE-2703-E691-3EE8-F6E030111005}"/>
              </a:ext>
            </a:extLst>
          </p:cNvPr>
          <p:cNvSpPr txBox="1"/>
          <p:nvPr userDrawn="1"/>
        </p:nvSpPr>
        <p:spPr>
          <a:xfrm>
            <a:off x="340560" y="786384"/>
            <a:ext cx="1828800" cy="215444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defRPr sz="800" b="1" i="0">
                <a:solidFill>
                  <a:srgbClr val="64748B"/>
                </a:solidFill>
                <a:latin typeface="Arial"/>
              </a:defRPr>
            </a:pPr>
            <a:r>
              <a:rPr sz="800" dirty="0"/>
              <a:t>WORKSTREAM</a:t>
            </a:r>
          </a:p>
        </p:txBody>
      </p:sp>
      <p:sp>
        <p:nvSpPr>
          <p:cNvPr id="36" name="Rectangle 35">
            <a:extLst>
              <a:ext uri="{FF2B5EF4-FFF2-40B4-BE49-F238E27FC236}">
                <a16:creationId xmlns:a16="http://schemas.microsoft.com/office/drawing/2014/main" id="{68C72C5F-84EA-C0B1-041B-F864684BAF3A}"/>
              </a:ext>
            </a:extLst>
          </p:cNvPr>
          <p:cNvSpPr/>
          <p:nvPr userDrawn="1"/>
        </p:nvSpPr>
        <p:spPr>
          <a:xfrm>
            <a:off x="166180" y="1188719"/>
            <a:ext cx="11859768" cy="914400"/>
          </a:xfrm>
          <a:prstGeom prst="rect">
            <a:avLst/>
          </a:prstGeom>
          <a:solidFill>
            <a:srgbClr val="FAFBFF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37" name="Rectangle 36">
            <a:extLst>
              <a:ext uri="{FF2B5EF4-FFF2-40B4-BE49-F238E27FC236}">
                <a16:creationId xmlns:a16="http://schemas.microsoft.com/office/drawing/2014/main" id="{E7D3EBED-0944-E5EC-E24E-1E5504DA08F1}"/>
              </a:ext>
            </a:extLst>
          </p:cNvPr>
          <p:cNvSpPr/>
          <p:nvPr userDrawn="1"/>
        </p:nvSpPr>
        <p:spPr>
          <a:xfrm>
            <a:off x="166180" y="1188719"/>
            <a:ext cx="36576" cy="914400"/>
          </a:xfrm>
          <a:prstGeom prst="rect">
            <a:avLst/>
          </a:prstGeom>
          <a:solidFill>
            <a:srgbClr val="8B5CF6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38" name="TextBox 37">
            <a:extLst>
              <a:ext uri="{FF2B5EF4-FFF2-40B4-BE49-F238E27FC236}">
                <a16:creationId xmlns:a16="http://schemas.microsoft.com/office/drawing/2014/main" id="{5E942049-3362-6800-4E2D-A7C618139117}"/>
              </a:ext>
            </a:extLst>
          </p:cNvPr>
          <p:cNvSpPr txBox="1"/>
          <p:nvPr userDrawn="1"/>
        </p:nvSpPr>
        <p:spPr>
          <a:xfrm>
            <a:off x="275908" y="1243584"/>
            <a:ext cx="1828800" cy="182880"/>
          </a:xfrm>
          <a:prstGeom prst="rect">
            <a:avLst/>
          </a:prstGeom>
          <a:noFill/>
        </p:spPr>
        <p:txBody>
          <a:bodyPr wrap="square">
            <a:normAutofit fontScale="77500" lnSpcReduction="20000"/>
          </a:bodyPr>
          <a:lstStyle/>
          <a:p>
            <a:pPr>
              <a:defRPr sz="900" b="1" i="0">
                <a:solidFill>
                  <a:srgbClr val="0F172A"/>
                </a:solidFill>
                <a:latin typeface="Arial"/>
              </a:defRPr>
            </a:pPr>
            <a:r>
              <a:rPr sz="900"/>
              <a:t>{{ws_1_name}}</a:t>
            </a:r>
          </a:p>
        </p:txBody>
      </p:sp>
      <p:sp>
        <p:nvSpPr>
          <p:cNvPr id="39" name="Rectangle 38">
            <a:extLst>
              <a:ext uri="{FF2B5EF4-FFF2-40B4-BE49-F238E27FC236}">
                <a16:creationId xmlns:a16="http://schemas.microsoft.com/office/drawing/2014/main" id="{A4645A6D-FB5B-9C3B-EFCA-D41BD1A1AC4D}"/>
              </a:ext>
            </a:extLst>
          </p:cNvPr>
          <p:cNvSpPr/>
          <p:nvPr userDrawn="1"/>
        </p:nvSpPr>
        <p:spPr>
          <a:xfrm>
            <a:off x="275908" y="1463039"/>
            <a:ext cx="73152" cy="73152"/>
          </a:xfrm>
          <a:prstGeom prst="rect">
            <a:avLst/>
          </a:prstGeom>
          <a:solidFill>
            <a:srgbClr val="8B5CF6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40" name="TextBox 39">
            <a:extLst>
              <a:ext uri="{FF2B5EF4-FFF2-40B4-BE49-F238E27FC236}">
                <a16:creationId xmlns:a16="http://schemas.microsoft.com/office/drawing/2014/main" id="{BC8940B7-4E51-7A7D-7FBF-30DCF63D657A}"/>
              </a:ext>
            </a:extLst>
          </p:cNvPr>
          <p:cNvSpPr txBox="1"/>
          <p:nvPr userDrawn="1"/>
        </p:nvSpPr>
        <p:spPr>
          <a:xfrm>
            <a:off x="385636" y="1444752"/>
            <a:ext cx="1371600" cy="200055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defRPr sz="700" b="0" i="0">
                <a:solidFill>
                  <a:srgbClr val="94A3B8"/>
                </a:solidFill>
                <a:latin typeface="Arial"/>
              </a:defRPr>
            </a:pPr>
            <a:r>
              <a:rPr sz="700"/>
              <a:t>{{ws_1_count}}</a:t>
            </a:r>
          </a:p>
        </p:txBody>
      </p:sp>
      <p:sp>
        <p:nvSpPr>
          <p:cNvPr id="41" name="Rectangle 40">
            <a:extLst>
              <a:ext uri="{FF2B5EF4-FFF2-40B4-BE49-F238E27FC236}">
                <a16:creationId xmlns:a16="http://schemas.microsoft.com/office/drawing/2014/main" id="{F92CE277-C5EC-2A23-863B-EC6108263B6E}"/>
              </a:ext>
            </a:extLst>
          </p:cNvPr>
          <p:cNvSpPr/>
          <p:nvPr userDrawn="1"/>
        </p:nvSpPr>
        <p:spPr>
          <a:xfrm>
            <a:off x="4708462" y="1188719"/>
            <a:ext cx="4572" cy="914400"/>
          </a:xfrm>
          <a:prstGeom prst="rect">
            <a:avLst/>
          </a:prstGeom>
          <a:solidFill>
            <a:srgbClr val="E5E7EB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42" name="Rectangle 41">
            <a:extLst>
              <a:ext uri="{FF2B5EF4-FFF2-40B4-BE49-F238E27FC236}">
                <a16:creationId xmlns:a16="http://schemas.microsoft.com/office/drawing/2014/main" id="{F26DC101-6124-D4D1-ECAA-66B5F56FD901}"/>
              </a:ext>
            </a:extLst>
          </p:cNvPr>
          <p:cNvSpPr/>
          <p:nvPr userDrawn="1"/>
        </p:nvSpPr>
        <p:spPr>
          <a:xfrm>
            <a:off x="7147624" y="1188719"/>
            <a:ext cx="4572" cy="914400"/>
          </a:xfrm>
          <a:prstGeom prst="rect">
            <a:avLst/>
          </a:prstGeom>
          <a:solidFill>
            <a:srgbClr val="E5E7EB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43" name="Rectangle 42">
            <a:extLst>
              <a:ext uri="{FF2B5EF4-FFF2-40B4-BE49-F238E27FC236}">
                <a16:creationId xmlns:a16="http://schemas.microsoft.com/office/drawing/2014/main" id="{8CB84360-CAD3-DEF8-2734-EE53ACBD37C1}"/>
              </a:ext>
            </a:extLst>
          </p:cNvPr>
          <p:cNvSpPr/>
          <p:nvPr userDrawn="1"/>
        </p:nvSpPr>
        <p:spPr>
          <a:xfrm>
            <a:off x="9586786" y="1188719"/>
            <a:ext cx="4572" cy="914400"/>
          </a:xfrm>
          <a:prstGeom prst="rect">
            <a:avLst/>
          </a:prstGeom>
          <a:solidFill>
            <a:srgbClr val="E5E7EB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44" name="Rectangle 43">
            <a:extLst>
              <a:ext uri="{FF2B5EF4-FFF2-40B4-BE49-F238E27FC236}">
                <a16:creationId xmlns:a16="http://schemas.microsoft.com/office/drawing/2014/main" id="{96E5C371-D738-072B-0642-6DCA53F40AE8}"/>
              </a:ext>
            </a:extLst>
          </p:cNvPr>
          <p:cNvSpPr/>
          <p:nvPr userDrawn="1"/>
        </p:nvSpPr>
        <p:spPr>
          <a:xfrm>
            <a:off x="2269300" y="2098548"/>
            <a:ext cx="9756648" cy="4572"/>
          </a:xfrm>
          <a:prstGeom prst="rect">
            <a:avLst/>
          </a:prstGeom>
          <a:solidFill>
            <a:srgbClr val="F1F5F9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45" name="Rectangle 44">
            <a:extLst>
              <a:ext uri="{FF2B5EF4-FFF2-40B4-BE49-F238E27FC236}">
                <a16:creationId xmlns:a16="http://schemas.microsoft.com/office/drawing/2014/main" id="{D1E6BE81-221D-37A8-688D-DC2116814CE0}"/>
              </a:ext>
            </a:extLst>
          </p:cNvPr>
          <p:cNvSpPr/>
          <p:nvPr userDrawn="1"/>
        </p:nvSpPr>
        <p:spPr>
          <a:xfrm>
            <a:off x="166180" y="2103120"/>
            <a:ext cx="36576" cy="914400"/>
          </a:xfrm>
          <a:prstGeom prst="rect">
            <a:avLst/>
          </a:prstGeom>
          <a:solidFill>
            <a:srgbClr val="6366F1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46" name="TextBox 45">
            <a:extLst>
              <a:ext uri="{FF2B5EF4-FFF2-40B4-BE49-F238E27FC236}">
                <a16:creationId xmlns:a16="http://schemas.microsoft.com/office/drawing/2014/main" id="{BE981C7C-02FD-06F4-CB7B-4A6024148BF8}"/>
              </a:ext>
            </a:extLst>
          </p:cNvPr>
          <p:cNvSpPr txBox="1"/>
          <p:nvPr userDrawn="1"/>
        </p:nvSpPr>
        <p:spPr>
          <a:xfrm>
            <a:off x="275908" y="2157984"/>
            <a:ext cx="1828800" cy="182880"/>
          </a:xfrm>
          <a:prstGeom prst="rect">
            <a:avLst/>
          </a:prstGeom>
          <a:noFill/>
        </p:spPr>
        <p:txBody>
          <a:bodyPr wrap="square">
            <a:normAutofit fontScale="77500" lnSpcReduction="20000"/>
          </a:bodyPr>
          <a:lstStyle/>
          <a:p>
            <a:pPr>
              <a:defRPr sz="900" b="1" i="0">
                <a:solidFill>
                  <a:srgbClr val="0F172A"/>
                </a:solidFill>
                <a:latin typeface="Arial"/>
              </a:defRPr>
            </a:pPr>
            <a:r>
              <a:rPr sz="900"/>
              <a:t>{{ws_2_name}}</a:t>
            </a:r>
          </a:p>
        </p:txBody>
      </p:sp>
      <p:sp>
        <p:nvSpPr>
          <p:cNvPr id="47" name="Rectangle 46">
            <a:extLst>
              <a:ext uri="{FF2B5EF4-FFF2-40B4-BE49-F238E27FC236}">
                <a16:creationId xmlns:a16="http://schemas.microsoft.com/office/drawing/2014/main" id="{6B7E73A9-1580-C1FE-05DE-CFAD5BEE7FCF}"/>
              </a:ext>
            </a:extLst>
          </p:cNvPr>
          <p:cNvSpPr/>
          <p:nvPr userDrawn="1"/>
        </p:nvSpPr>
        <p:spPr>
          <a:xfrm>
            <a:off x="275908" y="2377439"/>
            <a:ext cx="73152" cy="73152"/>
          </a:xfrm>
          <a:prstGeom prst="rect">
            <a:avLst/>
          </a:prstGeom>
          <a:solidFill>
            <a:srgbClr val="6366F1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48" name="TextBox 47">
            <a:extLst>
              <a:ext uri="{FF2B5EF4-FFF2-40B4-BE49-F238E27FC236}">
                <a16:creationId xmlns:a16="http://schemas.microsoft.com/office/drawing/2014/main" id="{27338D98-DF3A-BB5A-85A0-C1C6E82961D2}"/>
              </a:ext>
            </a:extLst>
          </p:cNvPr>
          <p:cNvSpPr txBox="1"/>
          <p:nvPr userDrawn="1"/>
        </p:nvSpPr>
        <p:spPr>
          <a:xfrm>
            <a:off x="385636" y="2359153"/>
            <a:ext cx="1371600" cy="200055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defRPr sz="700" b="0" i="0">
                <a:solidFill>
                  <a:srgbClr val="94A3B8"/>
                </a:solidFill>
                <a:latin typeface="Arial"/>
              </a:defRPr>
            </a:pPr>
            <a:r>
              <a:rPr sz="700"/>
              <a:t>{{ws_2_count}}</a:t>
            </a:r>
          </a:p>
        </p:txBody>
      </p:sp>
      <p:sp>
        <p:nvSpPr>
          <p:cNvPr id="49" name="Rectangle 48">
            <a:extLst>
              <a:ext uri="{FF2B5EF4-FFF2-40B4-BE49-F238E27FC236}">
                <a16:creationId xmlns:a16="http://schemas.microsoft.com/office/drawing/2014/main" id="{E7280B4F-F3DA-F89A-CD08-2746CB397B35}"/>
              </a:ext>
            </a:extLst>
          </p:cNvPr>
          <p:cNvSpPr/>
          <p:nvPr userDrawn="1"/>
        </p:nvSpPr>
        <p:spPr>
          <a:xfrm>
            <a:off x="4708462" y="2103120"/>
            <a:ext cx="4572" cy="914400"/>
          </a:xfrm>
          <a:prstGeom prst="rect">
            <a:avLst/>
          </a:prstGeom>
          <a:solidFill>
            <a:srgbClr val="E5E7EB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50" name="Rectangle 49">
            <a:extLst>
              <a:ext uri="{FF2B5EF4-FFF2-40B4-BE49-F238E27FC236}">
                <a16:creationId xmlns:a16="http://schemas.microsoft.com/office/drawing/2014/main" id="{224E89D0-E5F5-0D16-148F-0721B09429C2}"/>
              </a:ext>
            </a:extLst>
          </p:cNvPr>
          <p:cNvSpPr/>
          <p:nvPr userDrawn="1"/>
        </p:nvSpPr>
        <p:spPr>
          <a:xfrm>
            <a:off x="7147624" y="2103120"/>
            <a:ext cx="4572" cy="914400"/>
          </a:xfrm>
          <a:prstGeom prst="rect">
            <a:avLst/>
          </a:prstGeom>
          <a:solidFill>
            <a:srgbClr val="E5E7EB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51" name="Rectangle 50">
            <a:extLst>
              <a:ext uri="{FF2B5EF4-FFF2-40B4-BE49-F238E27FC236}">
                <a16:creationId xmlns:a16="http://schemas.microsoft.com/office/drawing/2014/main" id="{F11F8635-7D7C-D2B3-C72C-06DC9B50F4BB}"/>
              </a:ext>
            </a:extLst>
          </p:cNvPr>
          <p:cNvSpPr/>
          <p:nvPr userDrawn="1"/>
        </p:nvSpPr>
        <p:spPr>
          <a:xfrm>
            <a:off x="9586786" y="2103120"/>
            <a:ext cx="4572" cy="914400"/>
          </a:xfrm>
          <a:prstGeom prst="rect">
            <a:avLst/>
          </a:prstGeom>
          <a:solidFill>
            <a:srgbClr val="E5E7EB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52" name="Rectangle 51">
            <a:extLst>
              <a:ext uri="{FF2B5EF4-FFF2-40B4-BE49-F238E27FC236}">
                <a16:creationId xmlns:a16="http://schemas.microsoft.com/office/drawing/2014/main" id="{39536C44-7544-227B-6F80-C389A36117CF}"/>
              </a:ext>
            </a:extLst>
          </p:cNvPr>
          <p:cNvSpPr/>
          <p:nvPr userDrawn="1"/>
        </p:nvSpPr>
        <p:spPr>
          <a:xfrm>
            <a:off x="2269300" y="3012948"/>
            <a:ext cx="9756648" cy="4572"/>
          </a:xfrm>
          <a:prstGeom prst="rect">
            <a:avLst/>
          </a:prstGeom>
          <a:solidFill>
            <a:srgbClr val="F1F5F9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53" name="Rectangle 52">
            <a:extLst>
              <a:ext uri="{FF2B5EF4-FFF2-40B4-BE49-F238E27FC236}">
                <a16:creationId xmlns:a16="http://schemas.microsoft.com/office/drawing/2014/main" id="{8F9095AA-6FFD-A9A2-6FF4-3E99E2D6E795}"/>
              </a:ext>
            </a:extLst>
          </p:cNvPr>
          <p:cNvSpPr/>
          <p:nvPr userDrawn="1"/>
        </p:nvSpPr>
        <p:spPr>
          <a:xfrm>
            <a:off x="166180" y="3017520"/>
            <a:ext cx="11859768" cy="914400"/>
          </a:xfrm>
          <a:prstGeom prst="rect">
            <a:avLst/>
          </a:prstGeom>
          <a:solidFill>
            <a:srgbClr val="FAFBFF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54" name="Rectangle 53">
            <a:extLst>
              <a:ext uri="{FF2B5EF4-FFF2-40B4-BE49-F238E27FC236}">
                <a16:creationId xmlns:a16="http://schemas.microsoft.com/office/drawing/2014/main" id="{0C7585F4-DC77-8DB8-AFFF-AA2F57E3C9D3}"/>
              </a:ext>
            </a:extLst>
          </p:cNvPr>
          <p:cNvSpPr/>
          <p:nvPr userDrawn="1"/>
        </p:nvSpPr>
        <p:spPr>
          <a:xfrm>
            <a:off x="166180" y="3017520"/>
            <a:ext cx="36576" cy="914400"/>
          </a:xfrm>
          <a:prstGeom prst="rect">
            <a:avLst/>
          </a:prstGeom>
          <a:solidFill>
            <a:srgbClr val="3B82F6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55" name="TextBox 54">
            <a:extLst>
              <a:ext uri="{FF2B5EF4-FFF2-40B4-BE49-F238E27FC236}">
                <a16:creationId xmlns:a16="http://schemas.microsoft.com/office/drawing/2014/main" id="{9C268BD9-1B2B-241F-B06B-CB3BCBB4AB44}"/>
              </a:ext>
            </a:extLst>
          </p:cNvPr>
          <p:cNvSpPr txBox="1"/>
          <p:nvPr userDrawn="1"/>
        </p:nvSpPr>
        <p:spPr>
          <a:xfrm>
            <a:off x="275908" y="3072384"/>
            <a:ext cx="1828800" cy="182880"/>
          </a:xfrm>
          <a:prstGeom prst="rect">
            <a:avLst/>
          </a:prstGeom>
          <a:noFill/>
        </p:spPr>
        <p:txBody>
          <a:bodyPr wrap="square">
            <a:normAutofit fontScale="77500" lnSpcReduction="20000"/>
          </a:bodyPr>
          <a:lstStyle/>
          <a:p>
            <a:pPr>
              <a:defRPr sz="900" b="1" i="0">
                <a:solidFill>
                  <a:srgbClr val="0F172A"/>
                </a:solidFill>
                <a:latin typeface="Arial"/>
              </a:defRPr>
            </a:pPr>
            <a:r>
              <a:rPr sz="900"/>
              <a:t>{{ws_3_name}}</a:t>
            </a:r>
          </a:p>
        </p:txBody>
      </p:sp>
      <p:sp>
        <p:nvSpPr>
          <p:cNvPr id="56" name="Rectangle 55">
            <a:extLst>
              <a:ext uri="{FF2B5EF4-FFF2-40B4-BE49-F238E27FC236}">
                <a16:creationId xmlns:a16="http://schemas.microsoft.com/office/drawing/2014/main" id="{004E76F8-4EAA-22BE-C177-FB0E78EAB83C}"/>
              </a:ext>
            </a:extLst>
          </p:cNvPr>
          <p:cNvSpPr/>
          <p:nvPr userDrawn="1"/>
        </p:nvSpPr>
        <p:spPr>
          <a:xfrm>
            <a:off x="275908" y="3291839"/>
            <a:ext cx="73152" cy="73152"/>
          </a:xfrm>
          <a:prstGeom prst="rect">
            <a:avLst/>
          </a:prstGeom>
          <a:solidFill>
            <a:srgbClr val="3B82F6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57" name="TextBox 56">
            <a:extLst>
              <a:ext uri="{FF2B5EF4-FFF2-40B4-BE49-F238E27FC236}">
                <a16:creationId xmlns:a16="http://schemas.microsoft.com/office/drawing/2014/main" id="{C437A288-9D84-9E85-B38B-ECBA3B7DB4CA}"/>
              </a:ext>
            </a:extLst>
          </p:cNvPr>
          <p:cNvSpPr txBox="1"/>
          <p:nvPr userDrawn="1"/>
        </p:nvSpPr>
        <p:spPr>
          <a:xfrm>
            <a:off x="385636" y="3273553"/>
            <a:ext cx="1371600" cy="200055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defRPr sz="700" b="0" i="0">
                <a:solidFill>
                  <a:srgbClr val="94A3B8"/>
                </a:solidFill>
                <a:latin typeface="Arial"/>
              </a:defRPr>
            </a:pPr>
            <a:r>
              <a:rPr sz="700"/>
              <a:t>{{ws_3_count}}</a:t>
            </a:r>
          </a:p>
        </p:txBody>
      </p:sp>
      <p:sp>
        <p:nvSpPr>
          <p:cNvPr id="58" name="Rectangle 57">
            <a:extLst>
              <a:ext uri="{FF2B5EF4-FFF2-40B4-BE49-F238E27FC236}">
                <a16:creationId xmlns:a16="http://schemas.microsoft.com/office/drawing/2014/main" id="{07682B97-1EDB-CFB9-16E5-3F793A7F9AB9}"/>
              </a:ext>
            </a:extLst>
          </p:cNvPr>
          <p:cNvSpPr/>
          <p:nvPr userDrawn="1"/>
        </p:nvSpPr>
        <p:spPr>
          <a:xfrm>
            <a:off x="4708462" y="3017520"/>
            <a:ext cx="4572" cy="914400"/>
          </a:xfrm>
          <a:prstGeom prst="rect">
            <a:avLst/>
          </a:prstGeom>
          <a:solidFill>
            <a:srgbClr val="E5E7EB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59" name="Rectangle 58">
            <a:extLst>
              <a:ext uri="{FF2B5EF4-FFF2-40B4-BE49-F238E27FC236}">
                <a16:creationId xmlns:a16="http://schemas.microsoft.com/office/drawing/2014/main" id="{C0504EC0-B8AB-869A-ECC6-C6B010AA1A71}"/>
              </a:ext>
            </a:extLst>
          </p:cNvPr>
          <p:cNvSpPr/>
          <p:nvPr userDrawn="1"/>
        </p:nvSpPr>
        <p:spPr>
          <a:xfrm>
            <a:off x="7147624" y="3017520"/>
            <a:ext cx="4572" cy="914400"/>
          </a:xfrm>
          <a:prstGeom prst="rect">
            <a:avLst/>
          </a:prstGeom>
          <a:solidFill>
            <a:srgbClr val="E5E7EB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60" name="Rectangle 59">
            <a:extLst>
              <a:ext uri="{FF2B5EF4-FFF2-40B4-BE49-F238E27FC236}">
                <a16:creationId xmlns:a16="http://schemas.microsoft.com/office/drawing/2014/main" id="{96BEED2C-7B6D-6B01-9F76-9FB5741FE3BA}"/>
              </a:ext>
            </a:extLst>
          </p:cNvPr>
          <p:cNvSpPr/>
          <p:nvPr userDrawn="1"/>
        </p:nvSpPr>
        <p:spPr>
          <a:xfrm>
            <a:off x="9586786" y="3017520"/>
            <a:ext cx="4572" cy="914400"/>
          </a:xfrm>
          <a:prstGeom prst="rect">
            <a:avLst/>
          </a:prstGeom>
          <a:solidFill>
            <a:srgbClr val="E5E7EB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61" name="Rectangle 60">
            <a:extLst>
              <a:ext uri="{FF2B5EF4-FFF2-40B4-BE49-F238E27FC236}">
                <a16:creationId xmlns:a16="http://schemas.microsoft.com/office/drawing/2014/main" id="{AE62F194-9B1D-75A5-0EB7-0BDB4A4380CD}"/>
              </a:ext>
            </a:extLst>
          </p:cNvPr>
          <p:cNvSpPr/>
          <p:nvPr userDrawn="1"/>
        </p:nvSpPr>
        <p:spPr>
          <a:xfrm>
            <a:off x="2269300" y="3927348"/>
            <a:ext cx="9756648" cy="4572"/>
          </a:xfrm>
          <a:prstGeom prst="rect">
            <a:avLst/>
          </a:prstGeom>
          <a:solidFill>
            <a:srgbClr val="F1F5F9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62" name="Rectangle 61">
            <a:extLst>
              <a:ext uri="{FF2B5EF4-FFF2-40B4-BE49-F238E27FC236}">
                <a16:creationId xmlns:a16="http://schemas.microsoft.com/office/drawing/2014/main" id="{24F931E4-55DD-9FDE-2D4A-7CA82160E705}"/>
              </a:ext>
            </a:extLst>
          </p:cNvPr>
          <p:cNvSpPr/>
          <p:nvPr userDrawn="1"/>
        </p:nvSpPr>
        <p:spPr>
          <a:xfrm>
            <a:off x="166180" y="3931920"/>
            <a:ext cx="36576" cy="914400"/>
          </a:xfrm>
          <a:prstGeom prst="rect">
            <a:avLst/>
          </a:prstGeom>
          <a:solidFill>
            <a:srgbClr val="06B6D4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63" name="TextBox 62">
            <a:extLst>
              <a:ext uri="{FF2B5EF4-FFF2-40B4-BE49-F238E27FC236}">
                <a16:creationId xmlns:a16="http://schemas.microsoft.com/office/drawing/2014/main" id="{2220BA1C-FA98-6751-762D-95DF42B881BA}"/>
              </a:ext>
            </a:extLst>
          </p:cNvPr>
          <p:cNvSpPr txBox="1"/>
          <p:nvPr userDrawn="1"/>
        </p:nvSpPr>
        <p:spPr>
          <a:xfrm>
            <a:off x="275908" y="3986783"/>
            <a:ext cx="1828800" cy="182880"/>
          </a:xfrm>
          <a:prstGeom prst="rect">
            <a:avLst/>
          </a:prstGeom>
          <a:noFill/>
        </p:spPr>
        <p:txBody>
          <a:bodyPr wrap="square">
            <a:normAutofit fontScale="77500" lnSpcReduction="20000"/>
          </a:bodyPr>
          <a:lstStyle/>
          <a:p>
            <a:pPr>
              <a:defRPr sz="900" b="1" i="0">
                <a:solidFill>
                  <a:srgbClr val="0F172A"/>
                </a:solidFill>
                <a:latin typeface="Arial"/>
              </a:defRPr>
            </a:pPr>
            <a:r>
              <a:rPr sz="900"/>
              <a:t>{{ws_4_name}}</a:t>
            </a:r>
          </a:p>
        </p:txBody>
      </p:sp>
      <p:sp>
        <p:nvSpPr>
          <p:cNvPr id="64" name="Rectangle 63">
            <a:extLst>
              <a:ext uri="{FF2B5EF4-FFF2-40B4-BE49-F238E27FC236}">
                <a16:creationId xmlns:a16="http://schemas.microsoft.com/office/drawing/2014/main" id="{A01A76A7-6277-E95C-30A8-5414E9916D72}"/>
              </a:ext>
            </a:extLst>
          </p:cNvPr>
          <p:cNvSpPr/>
          <p:nvPr userDrawn="1"/>
        </p:nvSpPr>
        <p:spPr>
          <a:xfrm>
            <a:off x="275908" y="4206240"/>
            <a:ext cx="73152" cy="73152"/>
          </a:xfrm>
          <a:prstGeom prst="rect">
            <a:avLst/>
          </a:prstGeom>
          <a:solidFill>
            <a:srgbClr val="06B6D4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65" name="TextBox 64">
            <a:extLst>
              <a:ext uri="{FF2B5EF4-FFF2-40B4-BE49-F238E27FC236}">
                <a16:creationId xmlns:a16="http://schemas.microsoft.com/office/drawing/2014/main" id="{08CC3961-EBA7-B193-90DF-81F5C8C1077A}"/>
              </a:ext>
            </a:extLst>
          </p:cNvPr>
          <p:cNvSpPr txBox="1"/>
          <p:nvPr userDrawn="1"/>
        </p:nvSpPr>
        <p:spPr>
          <a:xfrm>
            <a:off x="385636" y="4187953"/>
            <a:ext cx="1371600" cy="200055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defRPr sz="700" b="0" i="0">
                <a:solidFill>
                  <a:srgbClr val="94A3B8"/>
                </a:solidFill>
                <a:latin typeface="Arial"/>
              </a:defRPr>
            </a:pPr>
            <a:r>
              <a:rPr sz="700"/>
              <a:t>{{ws_4_count}}</a:t>
            </a:r>
          </a:p>
        </p:txBody>
      </p:sp>
      <p:sp>
        <p:nvSpPr>
          <p:cNvPr id="66" name="Rectangle 65">
            <a:extLst>
              <a:ext uri="{FF2B5EF4-FFF2-40B4-BE49-F238E27FC236}">
                <a16:creationId xmlns:a16="http://schemas.microsoft.com/office/drawing/2014/main" id="{4B995F11-0E27-5766-3173-9044E9EF510E}"/>
              </a:ext>
            </a:extLst>
          </p:cNvPr>
          <p:cNvSpPr/>
          <p:nvPr userDrawn="1"/>
        </p:nvSpPr>
        <p:spPr>
          <a:xfrm>
            <a:off x="4708462" y="3931920"/>
            <a:ext cx="4572" cy="914400"/>
          </a:xfrm>
          <a:prstGeom prst="rect">
            <a:avLst/>
          </a:prstGeom>
          <a:solidFill>
            <a:srgbClr val="E5E7EB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67" name="Rectangle 66">
            <a:extLst>
              <a:ext uri="{FF2B5EF4-FFF2-40B4-BE49-F238E27FC236}">
                <a16:creationId xmlns:a16="http://schemas.microsoft.com/office/drawing/2014/main" id="{9626DA06-CE7F-B39F-2FB9-63430B1CB0DD}"/>
              </a:ext>
            </a:extLst>
          </p:cNvPr>
          <p:cNvSpPr/>
          <p:nvPr userDrawn="1"/>
        </p:nvSpPr>
        <p:spPr>
          <a:xfrm>
            <a:off x="7147624" y="3931920"/>
            <a:ext cx="4572" cy="914400"/>
          </a:xfrm>
          <a:prstGeom prst="rect">
            <a:avLst/>
          </a:prstGeom>
          <a:solidFill>
            <a:srgbClr val="E5E7EB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68" name="Rectangle 67">
            <a:extLst>
              <a:ext uri="{FF2B5EF4-FFF2-40B4-BE49-F238E27FC236}">
                <a16:creationId xmlns:a16="http://schemas.microsoft.com/office/drawing/2014/main" id="{AD10215B-5238-9AA5-6129-101A021AD913}"/>
              </a:ext>
            </a:extLst>
          </p:cNvPr>
          <p:cNvSpPr/>
          <p:nvPr userDrawn="1"/>
        </p:nvSpPr>
        <p:spPr>
          <a:xfrm>
            <a:off x="9586786" y="3931920"/>
            <a:ext cx="4572" cy="914400"/>
          </a:xfrm>
          <a:prstGeom prst="rect">
            <a:avLst/>
          </a:prstGeom>
          <a:solidFill>
            <a:srgbClr val="E5E7EB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69" name="Rectangle 68">
            <a:extLst>
              <a:ext uri="{FF2B5EF4-FFF2-40B4-BE49-F238E27FC236}">
                <a16:creationId xmlns:a16="http://schemas.microsoft.com/office/drawing/2014/main" id="{036E60AF-EEA4-330A-DB78-AD11E947DC58}"/>
              </a:ext>
            </a:extLst>
          </p:cNvPr>
          <p:cNvSpPr/>
          <p:nvPr userDrawn="1"/>
        </p:nvSpPr>
        <p:spPr>
          <a:xfrm>
            <a:off x="2269300" y="4841748"/>
            <a:ext cx="9756648" cy="4572"/>
          </a:xfrm>
          <a:prstGeom prst="rect">
            <a:avLst/>
          </a:prstGeom>
          <a:solidFill>
            <a:srgbClr val="F1F5F9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70" name="TextBox 69">
            <a:extLst>
              <a:ext uri="{FF2B5EF4-FFF2-40B4-BE49-F238E27FC236}">
                <a16:creationId xmlns:a16="http://schemas.microsoft.com/office/drawing/2014/main" id="{3DFC559F-0B61-4C98-4D8A-2EEBA8F333FE}"/>
              </a:ext>
            </a:extLst>
          </p:cNvPr>
          <p:cNvSpPr txBox="1"/>
          <p:nvPr userDrawn="1"/>
        </p:nvSpPr>
        <p:spPr>
          <a:xfrm>
            <a:off x="275908" y="4901183"/>
            <a:ext cx="1828800" cy="215444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defRPr sz="800" b="1" i="0">
                <a:solidFill>
                  <a:srgbClr val="64748B"/>
                </a:solidFill>
                <a:latin typeface="Arial"/>
              </a:defRPr>
            </a:pPr>
            <a:r>
              <a:rPr sz="800"/>
              <a:t>KEY MILESTONES</a:t>
            </a:r>
          </a:p>
        </p:txBody>
      </p:sp>
      <p:sp>
        <p:nvSpPr>
          <p:cNvPr id="71" name="TextBox 70">
            <a:extLst>
              <a:ext uri="{FF2B5EF4-FFF2-40B4-BE49-F238E27FC236}">
                <a16:creationId xmlns:a16="http://schemas.microsoft.com/office/drawing/2014/main" id="{E97DD467-5F27-F860-D22B-B4348566C7D3}"/>
              </a:ext>
            </a:extLst>
          </p:cNvPr>
          <p:cNvSpPr txBox="1"/>
          <p:nvPr userDrawn="1"/>
        </p:nvSpPr>
        <p:spPr>
          <a:xfrm>
            <a:off x="1464628" y="128016"/>
            <a:ext cx="1554480" cy="237744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900" b="1" i="0">
                <a:solidFill>
                  <a:srgbClr val="C4B5FD"/>
                </a:solidFill>
                <a:latin typeface="Arial"/>
              </a:defRPr>
            </a:pPr>
            <a:r>
              <a:rPr sz="900" dirty="0">
                <a:solidFill>
                  <a:srgbClr val="C4B5FD"/>
                </a:solidFill>
              </a:rPr>
              <a:t>TACTICAL PLAN</a:t>
            </a:r>
          </a:p>
        </p:txBody>
      </p:sp>
      <p:sp>
        <p:nvSpPr>
          <p:cNvPr id="72" name="TextBox 71">
            <a:extLst>
              <a:ext uri="{FF2B5EF4-FFF2-40B4-BE49-F238E27FC236}">
                <a16:creationId xmlns:a16="http://schemas.microsoft.com/office/drawing/2014/main" id="{2C8CC6D2-F5DE-36DC-4EB8-23CF502730FA}"/>
              </a:ext>
            </a:extLst>
          </p:cNvPr>
          <p:cNvSpPr txBox="1"/>
          <p:nvPr userDrawn="1"/>
        </p:nvSpPr>
        <p:spPr>
          <a:xfrm>
            <a:off x="3201988" y="109728"/>
            <a:ext cx="4572000" cy="26161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defRPr sz="1100" b="0" i="0">
                <a:solidFill>
                  <a:srgbClr val="C0C0D0"/>
                </a:solidFill>
                <a:latin typeface="Arial"/>
              </a:defRPr>
            </a:pPr>
            <a:r>
              <a:rPr sz="1100" dirty="0"/>
              <a:t>{{</a:t>
            </a:r>
            <a:r>
              <a:rPr sz="1100" dirty="0" err="1"/>
              <a:t>drug_label_year</a:t>
            </a:r>
            <a:r>
              <a:rPr sz="1100" dirty="0"/>
              <a:t>}}</a:t>
            </a:r>
          </a:p>
        </p:txBody>
      </p:sp>
    </p:spTree>
    <p:extLst>
      <p:ext uri="{BB962C8B-B14F-4D97-AF65-F5344CB8AC3E}">
        <p14:creationId xmlns:p14="http://schemas.microsoft.com/office/powerpoint/2010/main" val="3800938451"/>
      </p:ext>
    </p:extLst>
  </p:cSld>
  <p:clrMapOvr>
    <a:masterClrMapping/>
  </p:clrMapOvr>
</p:sldLayout>
</file>

<file path=ppt/slideLayouts/slideLayout48.xml><?xml version="1.0" encoding="utf-8"?>
<p:sldLayout xmlns:a="http://schemas.openxmlformats.org/drawingml/2006/main" xmlns:r="http://schemas.openxmlformats.org/officeDocument/2006/relationships" xmlns:p="http://schemas.openxmlformats.org/presentationml/2006/main" preserve="1" userDrawn="1">
  <p:cSld name="SWOT_SQUARE1_grey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8" name="Rectangle 7">
            <a:extLst>
              <a:ext uri="{FF2B5EF4-FFF2-40B4-BE49-F238E27FC236}">
                <a16:creationId xmlns:a16="http://schemas.microsoft.com/office/drawing/2014/main" id="{5966D0B2-46A9-4C12-9401-CA41244DDE03}"/>
              </a:ext>
            </a:extLst>
          </p:cNvPr>
          <p:cNvSpPr/>
          <p:nvPr userDrawn="1"/>
        </p:nvSpPr>
        <p:spPr>
          <a:xfrm>
            <a:off x="0" y="566928"/>
            <a:ext cx="12188952" cy="502920"/>
          </a:xfrm>
          <a:prstGeom prst="rect">
            <a:avLst/>
          </a:prstGeom>
          <a:solidFill>
            <a:srgbClr val="F5F3FF"/>
          </a:solidFill>
          <a:ln w="6350">
            <a:solidFill>
              <a:srgbClr val="E5E7EB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9" name="TextBox 8">
            <a:extLst>
              <a:ext uri="{FF2B5EF4-FFF2-40B4-BE49-F238E27FC236}">
                <a16:creationId xmlns:a16="http://schemas.microsoft.com/office/drawing/2014/main" id="{BBE11067-87D6-7337-1154-BA433719B3E6}"/>
              </a:ext>
            </a:extLst>
          </p:cNvPr>
          <p:cNvSpPr txBox="1"/>
          <p:nvPr userDrawn="1"/>
        </p:nvSpPr>
        <p:spPr>
          <a:xfrm>
            <a:off x="475488" y="640080"/>
            <a:ext cx="4572000" cy="36576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defRPr sz="1300" b="1">
                <a:solidFill>
                  <a:srgbClr val="0F172A"/>
                </a:solidFill>
                <a:latin typeface="Calibri"/>
              </a:defRPr>
            </a:pPr>
            <a:r>
              <a:t>{{swot_title}}</a:t>
            </a:r>
          </a:p>
        </p:txBody>
      </p:sp>
      <p:sp>
        <p:nvSpPr>
          <p:cNvPr id="10" name="TextBox 9">
            <a:extLst>
              <a:ext uri="{FF2B5EF4-FFF2-40B4-BE49-F238E27FC236}">
                <a16:creationId xmlns:a16="http://schemas.microsoft.com/office/drawing/2014/main" id="{585CFFCF-2B82-4B31-BF16-FED298BB0B3A}"/>
              </a:ext>
            </a:extLst>
          </p:cNvPr>
          <p:cNvSpPr txBox="1"/>
          <p:nvPr userDrawn="1"/>
        </p:nvSpPr>
        <p:spPr>
          <a:xfrm>
            <a:off x="5486400" y="676656"/>
            <a:ext cx="4572000" cy="32004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defRPr sz="900" b="0">
                <a:solidFill>
                  <a:srgbClr val="475569"/>
                </a:solidFill>
                <a:latin typeface="Calibri"/>
              </a:defRPr>
            </a:pPr>
            <a:r>
              <a:t>{{swot_subtitle}}</a:t>
            </a:r>
          </a:p>
        </p:txBody>
      </p:sp>
      <p:sp>
        <p:nvSpPr>
          <p:cNvPr id="11" name="Rounded Rectangle 15">
            <a:extLst>
              <a:ext uri="{FF2B5EF4-FFF2-40B4-BE49-F238E27FC236}">
                <a16:creationId xmlns:a16="http://schemas.microsoft.com/office/drawing/2014/main" id="{1340C7DF-1CCA-3CED-FCBC-9150FED57368}"/>
              </a:ext>
            </a:extLst>
          </p:cNvPr>
          <p:cNvSpPr/>
          <p:nvPr userDrawn="1"/>
        </p:nvSpPr>
        <p:spPr>
          <a:xfrm>
            <a:off x="457200" y="1143000"/>
            <a:ext cx="4613148" cy="2450592"/>
          </a:xfrm>
          <a:prstGeom prst="roundRect">
            <a:avLst/>
          </a:prstGeom>
          <a:solidFill>
            <a:srgbClr val="F5F3FF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12" name="Oval 11">
            <a:extLst>
              <a:ext uri="{FF2B5EF4-FFF2-40B4-BE49-F238E27FC236}">
                <a16:creationId xmlns:a16="http://schemas.microsoft.com/office/drawing/2014/main" id="{8DCB8F52-ADD6-6CC2-50B6-635DAC1EB253}"/>
              </a:ext>
            </a:extLst>
          </p:cNvPr>
          <p:cNvSpPr/>
          <p:nvPr userDrawn="1"/>
        </p:nvSpPr>
        <p:spPr>
          <a:xfrm>
            <a:off x="603503" y="1307776"/>
            <a:ext cx="109728" cy="109728"/>
          </a:xfrm>
          <a:prstGeom prst="ellipse">
            <a:avLst/>
          </a:prstGeom>
          <a:solidFill>
            <a:srgbClr val="8B5CF6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13" name="TextBox 12">
            <a:extLst>
              <a:ext uri="{FF2B5EF4-FFF2-40B4-BE49-F238E27FC236}">
                <a16:creationId xmlns:a16="http://schemas.microsoft.com/office/drawing/2014/main" id="{F69EC48E-93AB-7E83-36B0-85571BA6058D}"/>
              </a:ext>
            </a:extLst>
          </p:cNvPr>
          <p:cNvSpPr txBox="1"/>
          <p:nvPr userDrawn="1"/>
        </p:nvSpPr>
        <p:spPr>
          <a:xfrm>
            <a:off x="804672" y="1252728"/>
            <a:ext cx="1828800" cy="2286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defRPr sz="900" b="1">
                <a:solidFill>
                  <a:srgbClr val="7C3AED"/>
                </a:solidFill>
                <a:latin typeface="Calibri"/>
              </a:defRPr>
            </a:pPr>
            <a:r>
              <a:t>STRENGTHS</a:t>
            </a:r>
          </a:p>
        </p:txBody>
      </p:sp>
      <p:sp>
        <p:nvSpPr>
          <p:cNvPr id="14" name="TextBox 13">
            <a:extLst>
              <a:ext uri="{FF2B5EF4-FFF2-40B4-BE49-F238E27FC236}">
                <a16:creationId xmlns:a16="http://schemas.microsoft.com/office/drawing/2014/main" id="{81FBA77D-73C5-A4FB-8E9F-3E2CBA161897}"/>
              </a:ext>
            </a:extLst>
          </p:cNvPr>
          <p:cNvSpPr txBox="1"/>
          <p:nvPr userDrawn="1"/>
        </p:nvSpPr>
        <p:spPr>
          <a:xfrm>
            <a:off x="685800" y="1600200"/>
            <a:ext cx="4201668" cy="36576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defRPr sz="1000" b="0">
                <a:solidFill>
                  <a:srgbClr val="0F172A"/>
                </a:solidFill>
                <a:latin typeface="Calibri"/>
              </a:defRPr>
            </a:pPr>
            <a:r>
              <a:t>{{strength_1}}</a:t>
            </a:r>
          </a:p>
        </p:txBody>
      </p:sp>
      <p:sp>
        <p:nvSpPr>
          <p:cNvPr id="15" name="TextBox 14">
            <a:extLst>
              <a:ext uri="{FF2B5EF4-FFF2-40B4-BE49-F238E27FC236}">
                <a16:creationId xmlns:a16="http://schemas.microsoft.com/office/drawing/2014/main" id="{EE5B0F53-4A6C-2717-02F8-65B3DD9C07B5}"/>
              </a:ext>
            </a:extLst>
          </p:cNvPr>
          <p:cNvSpPr txBox="1"/>
          <p:nvPr userDrawn="1"/>
        </p:nvSpPr>
        <p:spPr>
          <a:xfrm>
            <a:off x="685800" y="2011680"/>
            <a:ext cx="4201668" cy="36576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defRPr sz="1000" b="0">
                <a:solidFill>
                  <a:srgbClr val="0F172A"/>
                </a:solidFill>
                <a:latin typeface="Calibri"/>
              </a:defRPr>
            </a:pPr>
            <a:r>
              <a:t>{{strength_2}}</a:t>
            </a:r>
          </a:p>
        </p:txBody>
      </p:sp>
      <p:sp>
        <p:nvSpPr>
          <p:cNvPr id="16" name="TextBox 15">
            <a:extLst>
              <a:ext uri="{FF2B5EF4-FFF2-40B4-BE49-F238E27FC236}">
                <a16:creationId xmlns:a16="http://schemas.microsoft.com/office/drawing/2014/main" id="{1555B1C1-5F39-CD4B-80FC-63E37A266457}"/>
              </a:ext>
            </a:extLst>
          </p:cNvPr>
          <p:cNvSpPr txBox="1"/>
          <p:nvPr userDrawn="1"/>
        </p:nvSpPr>
        <p:spPr>
          <a:xfrm>
            <a:off x="685800" y="2423160"/>
            <a:ext cx="4201668" cy="36576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defRPr sz="1000" b="0">
                <a:solidFill>
                  <a:srgbClr val="0F172A"/>
                </a:solidFill>
                <a:latin typeface="Calibri"/>
              </a:defRPr>
            </a:pPr>
            <a:r>
              <a:t>{{strength_3}}</a:t>
            </a:r>
          </a:p>
        </p:txBody>
      </p:sp>
      <p:sp>
        <p:nvSpPr>
          <p:cNvPr id="17" name="TextBox 16">
            <a:extLst>
              <a:ext uri="{FF2B5EF4-FFF2-40B4-BE49-F238E27FC236}">
                <a16:creationId xmlns:a16="http://schemas.microsoft.com/office/drawing/2014/main" id="{413E7782-87E3-25BA-EC48-7019E83A3269}"/>
              </a:ext>
            </a:extLst>
          </p:cNvPr>
          <p:cNvSpPr txBox="1"/>
          <p:nvPr userDrawn="1"/>
        </p:nvSpPr>
        <p:spPr>
          <a:xfrm>
            <a:off x="685800" y="2834640"/>
            <a:ext cx="4201668" cy="36576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defRPr sz="1000" b="0">
                <a:solidFill>
                  <a:srgbClr val="0F172A"/>
                </a:solidFill>
                <a:latin typeface="Calibri"/>
              </a:defRPr>
            </a:pPr>
            <a:r>
              <a:t>{{strength_4}}</a:t>
            </a:r>
          </a:p>
        </p:txBody>
      </p:sp>
      <p:sp>
        <p:nvSpPr>
          <p:cNvPr id="18" name="TextBox 17">
            <a:extLst>
              <a:ext uri="{FF2B5EF4-FFF2-40B4-BE49-F238E27FC236}">
                <a16:creationId xmlns:a16="http://schemas.microsoft.com/office/drawing/2014/main" id="{5757451E-3DDA-694B-D06E-9FE1262824A8}"/>
              </a:ext>
            </a:extLst>
          </p:cNvPr>
          <p:cNvSpPr txBox="1"/>
          <p:nvPr userDrawn="1"/>
        </p:nvSpPr>
        <p:spPr>
          <a:xfrm>
            <a:off x="685800" y="3246120"/>
            <a:ext cx="4201668" cy="36576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defRPr sz="1000" b="0">
                <a:solidFill>
                  <a:srgbClr val="0F172A"/>
                </a:solidFill>
                <a:latin typeface="Calibri"/>
              </a:defRPr>
            </a:pPr>
            <a:r>
              <a:t>{{strength_5}}</a:t>
            </a:r>
          </a:p>
        </p:txBody>
      </p:sp>
      <p:sp>
        <p:nvSpPr>
          <p:cNvPr id="19" name="Rounded Rectangle 23">
            <a:extLst>
              <a:ext uri="{FF2B5EF4-FFF2-40B4-BE49-F238E27FC236}">
                <a16:creationId xmlns:a16="http://schemas.microsoft.com/office/drawing/2014/main" id="{06A63297-7DFB-057D-E424-9A5BF994B50C}"/>
              </a:ext>
            </a:extLst>
          </p:cNvPr>
          <p:cNvSpPr/>
          <p:nvPr userDrawn="1"/>
        </p:nvSpPr>
        <p:spPr>
          <a:xfrm>
            <a:off x="7155180" y="1143000"/>
            <a:ext cx="4613148" cy="2450592"/>
          </a:xfrm>
          <a:prstGeom prst="roundRect">
            <a:avLst/>
          </a:prstGeom>
          <a:solidFill>
            <a:srgbClr val="EFF6FF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20" name="Oval 19">
            <a:extLst>
              <a:ext uri="{FF2B5EF4-FFF2-40B4-BE49-F238E27FC236}">
                <a16:creationId xmlns:a16="http://schemas.microsoft.com/office/drawing/2014/main" id="{383794D2-F97E-8246-D96C-E21B84E50558}"/>
              </a:ext>
            </a:extLst>
          </p:cNvPr>
          <p:cNvSpPr/>
          <p:nvPr userDrawn="1"/>
        </p:nvSpPr>
        <p:spPr>
          <a:xfrm>
            <a:off x="7301484" y="1307776"/>
            <a:ext cx="109728" cy="109728"/>
          </a:xfrm>
          <a:prstGeom prst="ellipse">
            <a:avLst/>
          </a:prstGeom>
          <a:solidFill>
            <a:srgbClr val="3B82F6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21" name="TextBox 20">
            <a:extLst>
              <a:ext uri="{FF2B5EF4-FFF2-40B4-BE49-F238E27FC236}">
                <a16:creationId xmlns:a16="http://schemas.microsoft.com/office/drawing/2014/main" id="{865E49DF-F8A9-BF7D-A6CD-A0BCF248AEC9}"/>
              </a:ext>
            </a:extLst>
          </p:cNvPr>
          <p:cNvSpPr txBox="1"/>
          <p:nvPr userDrawn="1"/>
        </p:nvSpPr>
        <p:spPr>
          <a:xfrm>
            <a:off x="7502652" y="1252728"/>
            <a:ext cx="1828800" cy="2286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defRPr sz="900" b="1">
                <a:solidFill>
                  <a:srgbClr val="1D4ED8"/>
                </a:solidFill>
                <a:latin typeface="Calibri"/>
              </a:defRPr>
            </a:pPr>
            <a:r>
              <a:t>WEAKNESSES</a:t>
            </a:r>
          </a:p>
        </p:txBody>
      </p:sp>
      <p:sp>
        <p:nvSpPr>
          <p:cNvPr id="22" name="TextBox 21">
            <a:extLst>
              <a:ext uri="{FF2B5EF4-FFF2-40B4-BE49-F238E27FC236}">
                <a16:creationId xmlns:a16="http://schemas.microsoft.com/office/drawing/2014/main" id="{A7F8F229-9B84-E3BC-FF0E-05A9D243584E}"/>
              </a:ext>
            </a:extLst>
          </p:cNvPr>
          <p:cNvSpPr txBox="1"/>
          <p:nvPr userDrawn="1"/>
        </p:nvSpPr>
        <p:spPr>
          <a:xfrm>
            <a:off x="7383779" y="1600200"/>
            <a:ext cx="4201668" cy="36576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defRPr sz="1000" b="0">
                <a:solidFill>
                  <a:srgbClr val="0F172A"/>
                </a:solidFill>
                <a:latin typeface="Calibri"/>
              </a:defRPr>
            </a:pPr>
            <a:r>
              <a:t>{{weakness_1}}</a:t>
            </a:r>
          </a:p>
        </p:txBody>
      </p:sp>
      <p:sp>
        <p:nvSpPr>
          <p:cNvPr id="23" name="TextBox 22">
            <a:extLst>
              <a:ext uri="{FF2B5EF4-FFF2-40B4-BE49-F238E27FC236}">
                <a16:creationId xmlns:a16="http://schemas.microsoft.com/office/drawing/2014/main" id="{07040DB1-FE26-2A07-2D38-DEC4FA6C84C7}"/>
              </a:ext>
            </a:extLst>
          </p:cNvPr>
          <p:cNvSpPr txBox="1"/>
          <p:nvPr userDrawn="1"/>
        </p:nvSpPr>
        <p:spPr>
          <a:xfrm>
            <a:off x="7383779" y="2011680"/>
            <a:ext cx="4201668" cy="36576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defRPr sz="1000" b="0">
                <a:solidFill>
                  <a:srgbClr val="0F172A"/>
                </a:solidFill>
                <a:latin typeface="Calibri"/>
              </a:defRPr>
            </a:pPr>
            <a:r>
              <a:t>{{weakness_2}}</a:t>
            </a:r>
          </a:p>
        </p:txBody>
      </p:sp>
      <p:sp>
        <p:nvSpPr>
          <p:cNvPr id="24" name="TextBox 23">
            <a:extLst>
              <a:ext uri="{FF2B5EF4-FFF2-40B4-BE49-F238E27FC236}">
                <a16:creationId xmlns:a16="http://schemas.microsoft.com/office/drawing/2014/main" id="{B613AEFF-411E-3F19-B7CA-DCE10B34B8AA}"/>
              </a:ext>
            </a:extLst>
          </p:cNvPr>
          <p:cNvSpPr txBox="1"/>
          <p:nvPr userDrawn="1"/>
        </p:nvSpPr>
        <p:spPr>
          <a:xfrm>
            <a:off x="7383779" y="2423160"/>
            <a:ext cx="4201668" cy="36576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defRPr sz="1000" b="0">
                <a:solidFill>
                  <a:srgbClr val="0F172A"/>
                </a:solidFill>
                <a:latin typeface="Calibri"/>
              </a:defRPr>
            </a:pPr>
            <a:r>
              <a:t>{{weakness_3}}</a:t>
            </a:r>
          </a:p>
        </p:txBody>
      </p:sp>
      <p:sp>
        <p:nvSpPr>
          <p:cNvPr id="25" name="TextBox 24">
            <a:extLst>
              <a:ext uri="{FF2B5EF4-FFF2-40B4-BE49-F238E27FC236}">
                <a16:creationId xmlns:a16="http://schemas.microsoft.com/office/drawing/2014/main" id="{D7958D9D-DB96-4AEE-04B7-AD8FB9EFF8B6}"/>
              </a:ext>
            </a:extLst>
          </p:cNvPr>
          <p:cNvSpPr txBox="1"/>
          <p:nvPr userDrawn="1"/>
        </p:nvSpPr>
        <p:spPr>
          <a:xfrm>
            <a:off x="7383779" y="2834640"/>
            <a:ext cx="4201668" cy="36576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defRPr sz="1000" b="0">
                <a:solidFill>
                  <a:srgbClr val="0F172A"/>
                </a:solidFill>
                <a:latin typeface="Calibri"/>
              </a:defRPr>
            </a:pPr>
            <a:r>
              <a:t>{{weakness_4}}</a:t>
            </a:r>
          </a:p>
        </p:txBody>
      </p:sp>
      <p:sp>
        <p:nvSpPr>
          <p:cNvPr id="26" name="TextBox 25">
            <a:extLst>
              <a:ext uri="{FF2B5EF4-FFF2-40B4-BE49-F238E27FC236}">
                <a16:creationId xmlns:a16="http://schemas.microsoft.com/office/drawing/2014/main" id="{005C1780-2E66-A7CC-293F-3C39B003C97F}"/>
              </a:ext>
            </a:extLst>
          </p:cNvPr>
          <p:cNvSpPr txBox="1"/>
          <p:nvPr userDrawn="1"/>
        </p:nvSpPr>
        <p:spPr>
          <a:xfrm>
            <a:off x="7383779" y="3246120"/>
            <a:ext cx="4201668" cy="36576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defRPr sz="1000" b="0">
                <a:solidFill>
                  <a:srgbClr val="0F172A"/>
                </a:solidFill>
                <a:latin typeface="Calibri"/>
              </a:defRPr>
            </a:pPr>
            <a:r>
              <a:t>{{weakness_5}}</a:t>
            </a:r>
          </a:p>
        </p:txBody>
      </p:sp>
      <p:sp>
        <p:nvSpPr>
          <p:cNvPr id="27" name="Rounded Rectangle 31">
            <a:extLst>
              <a:ext uri="{FF2B5EF4-FFF2-40B4-BE49-F238E27FC236}">
                <a16:creationId xmlns:a16="http://schemas.microsoft.com/office/drawing/2014/main" id="{EEE920CA-D3AB-D72C-26F2-9E92BBB7B71A}"/>
              </a:ext>
            </a:extLst>
          </p:cNvPr>
          <p:cNvSpPr/>
          <p:nvPr userDrawn="1"/>
        </p:nvSpPr>
        <p:spPr>
          <a:xfrm>
            <a:off x="457200" y="3630168"/>
            <a:ext cx="4613148" cy="2450592"/>
          </a:xfrm>
          <a:prstGeom prst="roundRect">
            <a:avLst/>
          </a:prstGeom>
          <a:solidFill>
            <a:srgbClr val="F0FDF4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28" name="Oval 27">
            <a:extLst>
              <a:ext uri="{FF2B5EF4-FFF2-40B4-BE49-F238E27FC236}">
                <a16:creationId xmlns:a16="http://schemas.microsoft.com/office/drawing/2014/main" id="{7A7611C4-E18E-ABB8-395F-DE132667F9FD}"/>
              </a:ext>
            </a:extLst>
          </p:cNvPr>
          <p:cNvSpPr/>
          <p:nvPr userDrawn="1"/>
        </p:nvSpPr>
        <p:spPr>
          <a:xfrm>
            <a:off x="603503" y="3794944"/>
            <a:ext cx="109728" cy="109728"/>
          </a:xfrm>
          <a:prstGeom prst="ellipse">
            <a:avLst/>
          </a:prstGeom>
          <a:solidFill>
            <a:srgbClr val="16A34A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29" name="TextBox 28">
            <a:extLst>
              <a:ext uri="{FF2B5EF4-FFF2-40B4-BE49-F238E27FC236}">
                <a16:creationId xmlns:a16="http://schemas.microsoft.com/office/drawing/2014/main" id="{0C793E6A-FF37-13D4-579B-4559881A4662}"/>
              </a:ext>
            </a:extLst>
          </p:cNvPr>
          <p:cNvSpPr txBox="1"/>
          <p:nvPr userDrawn="1"/>
        </p:nvSpPr>
        <p:spPr>
          <a:xfrm>
            <a:off x="804672" y="3739896"/>
            <a:ext cx="1828800" cy="2286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defRPr sz="900" b="1">
                <a:solidFill>
                  <a:srgbClr val="15803D"/>
                </a:solidFill>
                <a:latin typeface="Calibri"/>
              </a:defRPr>
            </a:pPr>
            <a:r>
              <a:t>OPPORTUNITIES</a:t>
            </a:r>
          </a:p>
        </p:txBody>
      </p:sp>
      <p:sp>
        <p:nvSpPr>
          <p:cNvPr id="30" name="TextBox 29">
            <a:extLst>
              <a:ext uri="{FF2B5EF4-FFF2-40B4-BE49-F238E27FC236}">
                <a16:creationId xmlns:a16="http://schemas.microsoft.com/office/drawing/2014/main" id="{76DE8167-1031-17F9-ED11-442A5BF6AEA7}"/>
              </a:ext>
            </a:extLst>
          </p:cNvPr>
          <p:cNvSpPr txBox="1"/>
          <p:nvPr userDrawn="1"/>
        </p:nvSpPr>
        <p:spPr>
          <a:xfrm>
            <a:off x="685800" y="4087368"/>
            <a:ext cx="4201668" cy="36576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defRPr sz="1000" b="0">
                <a:solidFill>
                  <a:srgbClr val="0F172A"/>
                </a:solidFill>
                <a:latin typeface="Calibri"/>
              </a:defRPr>
            </a:pPr>
            <a:r>
              <a:t>{{opportunity_1}}</a:t>
            </a:r>
          </a:p>
        </p:txBody>
      </p:sp>
      <p:sp>
        <p:nvSpPr>
          <p:cNvPr id="31" name="TextBox 30">
            <a:extLst>
              <a:ext uri="{FF2B5EF4-FFF2-40B4-BE49-F238E27FC236}">
                <a16:creationId xmlns:a16="http://schemas.microsoft.com/office/drawing/2014/main" id="{F270E3D0-D5CE-E0E8-0B60-1F7DA79AF97E}"/>
              </a:ext>
            </a:extLst>
          </p:cNvPr>
          <p:cNvSpPr txBox="1"/>
          <p:nvPr userDrawn="1"/>
        </p:nvSpPr>
        <p:spPr>
          <a:xfrm>
            <a:off x="685800" y="4498848"/>
            <a:ext cx="4201668" cy="36576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defRPr sz="1000" b="0">
                <a:solidFill>
                  <a:srgbClr val="0F172A"/>
                </a:solidFill>
                <a:latin typeface="Calibri"/>
              </a:defRPr>
            </a:pPr>
            <a:r>
              <a:t>{{opportunity_2}}</a:t>
            </a:r>
          </a:p>
        </p:txBody>
      </p:sp>
      <p:sp>
        <p:nvSpPr>
          <p:cNvPr id="32" name="TextBox 31">
            <a:extLst>
              <a:ext uri="{FF2B5EF4-FFF2-40B4-BE49-F238E27FC236}">
                <a16:creationId xmlns:a16="http://schemas.microsoft.com/office/drawing/2014/main" id="{7F492550-6398-B7AA-2DF3-9271A1E4C27E}"/>
              </a:ext>
            </a:extLst>
          </p:cNvPr>
          <p:cNvSpPr txBox="1"/>
          <p:nvPr userDrawn="1"/>
        </p:nvSpPr>
        <p:spPr>
          <a:xfrm>
            <a:off x="685800" y="4910328"/>
            <a:ext cx="4201668" cy="36576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defRPr sz="1000" b="0">
                <a:solidFill>
                  <a:srgbClr val="0F172A"/>
                </a:solidFill>
                <a:latin typeface="Calibri"/>
              </a:defRPr>
            </a:pPr>
            <a:r>
              <a:t>{{opportunity_3}}</a:t>
            </a:r>
          </a:p>
        </p:txBody>
      </p:sp>
      <p:sp>
        <p:nvSpPr>
          <p:cNvPr id="33" name="TextBox 32">
            <a:extLst>
              <a:ext uri="{FF2B5EF4-FFF2-40B4-BE49-F238E27FC236}">
                <a16:creationId xmlns:a16="http://schemas.microsoft.com/office/drawing/2014/main" id="{31AE99EE-A99D-8803-5D62-BAADF789464E}"/>
              </a:ext>
            </a:extLst>
          </p:cNvPr>
          <p:cNvSpPr txBox="1"/>
          <p:nvPr userDrawn="1"/>
        </p:nvSpPr>
        <p:spPr>
          <a:xfrm>
            <a:off x="685800" y="5321808"/>
            <a:ext cx="4201668" cy="36576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defRPr sz="1000" b="0">
                <a:solidFill>
                  <a:srgbClr val="0F172A"/>
                </a:solidFill>
                <a:latin typeface="Calibri"/>
              </a:defRPr>
            </a:pPr>
            <a:r>
              <a:t>{{opportunity_4}}</a:t>
            </a:r>
          </a:p>
        </p:txBody>
      </p:sp>
      <p:sp>
        <p:nvSpPr>
          <p:cNvPr id="34" name="TextBox 33">
            <a:extLst>
              <a:ext uri="{FF2B5EF4-FFF2-40B4-BE49-F238E27FC236}">
                <a16:creationId xmlns:a16="http://schemas.microsoft.com/office/drawing/2014/main" id="{6CE873BA-B220-7321-34C1-3ABA48221F17}"/>
              </a:ext>
            </a:extLst>
          </p:cNvPr>
          <p:cNvSpPr txBox="1"/>
          <p:nvPr userDrawn="1"/>
        </p:nvSpPr>
        <p:spPr>
          <a:xfrm>
            <a:off x="685800" y="5733288"/>
            <a:ext cx="4201668" cy="36576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defRPr sz="1000" b="0">
                <a:solidFill>
                  <a:srgbClr val="0F172A"/>
                </a:solidFill>
                <a:latin typeface="Calibri"/>
              </a:defRPr>
            </a:pPr>
            <a:r>
              <a:t>{{opportunity_5}}</a:t>
            </a:r>
          </a:p>
        </p:txBody>
      </p:sp>
      <p:sp>
        <p:nvSpPr>
          <p:cNvPr id="35" name="Rounded Rectangle 39">
            <a:extLst>
              <a:ext uri="{FF2B5EF4-FFF2-40B4-BE49-F238E27FC236}">
                <a16:creationId xmlns:a16="http://schemas.microsoft.com/office/drawing/2014/main" id="{D00A5BF5-6ABA-16E3-9D68-F2BFBBF468F3}"/>
              </a:ext>
            </a:extLst>
          </p:cNvPr>
          <p:cNvSpPr/>
          <p:nvPr userDrawn="1"/>
        </p:nvSpPr>
        <p:spPr>
          <a:xfrm>
            <a:off x="7155180" y="3630168"/>
            <a:ext cx="4613148" cy="2450592"/>
          </a:xfrm>
          <a:prstGeom prst="roundRect">
            <a:avLst/>
          </a:prstGeom>
          <a:solidFill>
            <a:srgbClr val="FFF7ED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36" name="Oval 35">
            <a:extLst>
              <a:ext uri="{FF2B5EF4-FFF2-40B4-BE49-F238E27FC236}">
                <a16:creationId xmlns:a16="http://schemas.microsoft.com/office/drawing/2014/main" id="{2712B557-5DE5-FB8B-4DC4-B8CF7DD39728}"/>
              </a:ext>
            </a:extLst>
          </p:cNvPr>
          <p:cNvSpPr/>
          <p:nvPr userDrawn="1"/>
        </p:nvSpPr>
        <p:spPr>
          <a:xfrm>
            <a:off x="7301484" y="3794944"/>
            <a:ext cx="109728" cy="109728"/>
          </a:xfrm>
          <a:prstGeom prst="ellipse">
            <a:avLst/>
          </a:prstGeom>
          <a:solidFill>
            <a:srgbClr val="EA580C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37" name="TextBox 36">
            <a:extLst>
              <a:ext uri="{FF2B5EF4-FFF2-40B4-BE49-F238E27FC236}">
                <a16:creationId xmlns:a16="http://schemas.microsoft.com/office/drawing/2014/main" id="{C776E773-4B7E-D98F-00EF-E7672C6E5C15}"/>
              </a:ext>
            </a:extLst>
          </p:cNvPr>
          <p:cNvSpPr txBox="1"/>
          <p:nvPr userDrawn="1"/>
        </p:nvSpPr>
        <p:spPr>
          <a:xfrm>
            <a:off x="7502652" y="3739896"/>
            <a:ext cx="1828800" cy="2286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defRPr sz="900" b="1">
                <a:solidFill>
                  <a:srgbClr val="C2410C"/>
                </a:solidFill>
                <a:latin typeface="Calibri"/>
              </a:defRPr>
            </a:pPr>
            <a:r>
              <a:t>THREATS</a:t>
            </a:r>
          </a:p>
        </p:txBody>
      </p:sp>
      <p:sp>
        <p:nvSpPr>
          <p:cNvPr id="38" name="TextBox 37">
            <a:extLst>
              <a:ext uri="{FF2B5EF4-FFF2-40B4-BE49-F238E27FC236}">
                <a16:creationId xmlns:a16="http://schemas.microsoft.com/office/drawing/2014/main" id="{DA3C389F-A634-4AB0-857C-F6422249F663}"/>
              </a:ext>
            </a:extLst>
          </p:cNvPr>
          <p:cNvSpPr txBox="1"/>
          <p:nvPr userDrawn="1"/>
        </p:nvSpPr>
        <p:spPr>
          <a:xfrm>
            <a:off x="7383779" y="4087368"/>
            <a:ext cx="4201668" cy="36576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defRPr sz="1000" b="0">
                <a:solidFill>
                  <a:srgbClr val="0F172A"/>
                </a:solidFill>
                <a:latin typeface="Calibri"/>
              </a:defRPr>
            </a:pPr>
            <a:r>
              <a:t>{{threat_1}}</a:t>
            </a:r>
          </a:p>
        </p:txBody>
      </p:sp>
      <p:sp>
        <p:nvSpPr>
          <p:cNvPr id="39" name="TextBox 38">
            <a:extLst>
              <a:ext uri="{FF2B5EF4-FFF2-40B4-BE49-F238E27FC236}">
                <a16:creationId xmlns:a16="http://schemas.microsoft.com/office/drawing/2014/main" id="{60221D65-444F-E70A-7ABC-A3C08AD206B9}"/>
              </a:ext>
            </a:extLst>
          </p:cNvPr>
          <p:cNvSpPr txBox="1"/>
          <p:nvPr userDrawn="1"/>
        </p:nvSpPr>
        <p:spPr>
          <a:xfrm>
            <a:off x="7383779" y="4498848"/>
            <a:ext cx="4201668" cy="36576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defRPr sz="1000" b="0">
                <a:solidFill>
                  <a:srgbClr val="0F172A"/>
                </a:solidFill>
                <a:latin typeface="Calibri"/>
              </a:defRPr>
            </a:pPr>
            <a:r>
              <a:t>{{threat_2}}</a:t>
            </a:r>
          </a:p>
        </p:txBody>
      </p:sp>
      <p:sp>
        <p:nvSpPr>
          <p:cNvPr id="40" name="TextBox 39">
            <a:extLst>
              <a:ext uri="{FF2B5EF4-FFF2-40B4-BE49-F238E27FC236}">
                <a16:creationId xmlns:a16="http://schemas.microsoft.com/office/drawing/2014/main" id="{B8D85968-152C-BBC5-A4F2-4F3E7BCA3AE9}"/>
              </a:ext>
            </a:extLst>
          </p:cNvPr>
          <p:cNvSpPr txBox="1"/>
          <p:nvPr userDrawn="1"/>
        </p:nvSpPr>
        <p:spPr>
          <a:xfrm>
            <a:off x="7383779" y="4910328"/>
            <a:ext cx="4201668" cy="36576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defRPr sz="1000" b="0">
                <a:solidFill>
                  <a:srgbClr val="0F172A"/>
                </a:solidFill>
                <a:latin typeface="Calibri"/>
              </a:defRPr>
            </a:pPr>
            <a:r>
              <a:t>{{threat_3}}</a:t>
            </a:r>
          </a:p>
        </p:txBody>
      </p:sp>
      <p:sp>
        <p:nvSpPr>
          <p:cNvPr id="41" name="TextBox 40">
            <a:extLst>
              <a:ext uri="{FF2B5EF4-FFF2-40B4-BE49-F238E27FC236}">
                <a16:creationId xmlns:a16="http://schemas.microsoft.com/office/drawing/2014/main" id="{DF463614-CA87-D178-667C-4F45293DFCE9}"/>
              </a:ext>
            </a:extLst>
          </p:cNvPr>
          <p:cNvSpPr txBox="1"/>
          <p:nvPr userDrawn="1"/>
        </p:nvSpPr>
        <p:spPr>
          <a:xfrm>
            <a:off x="7383779" y="5321808"/>
            <a:ext cx="4201668" cy="36576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defRPr sz="1000" b="0">
                <a:solidFill>
                  <a:srgbClr val="0F172A"/>
                </a:solidFill>
                <a:latin typeface="Calibri"/>
              </a:defRPr>
            </a:pPr>
            <a:r>
              <a:t>{{threat_4}}</a:t>
            </a:r>
          </a:p>
        </p:txBody>
      </p:sp>
      <p:sp>
        <p:nvSpPr>
          <p:cNvPr id="42" name="TextBox 41">
            <a:extLst>
              <a:ext uri="{FF2B5EF4-FFF2-40B4-BE49-F238E27FC236}">
                <a16:creationId xmlns:a16="http://schemas.microsoft.com/office/drawing/2014/main" id="{EAA22421-F568-7E73-D908-A1E969354946}"/>
              </a:ext>
            </a:extLst>
          </p:cNvPr>
          <p:cNvSpPr txBox="1"/>
          <p:nvPr userDrawn="1"/>
        </p:nvSpPr>
        <p:spPr>
          <a:xfrm>
            <a:off x="7383779" y="5733288"/>
            <a:ext cx="4201668" cy="36576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defRPr sz="1000" b="0">
                <a:solidFill>
                  <a:srgbClr val="0F172A"/>
                </a:solidFill>
                <a:latin typeface="Calibri"/>
              </a:defRPr>
            </a:pPr>
            <a:r>
              <a:t>{{threat_5}}</a:t>
            </a:r>
          </a:p>
        </p:txBody>
      </p:sp>
      <p:sp>
        <p:nvSpPr>
          <p:cNvPr id="43" name="Diamond 42">
            <a:extLst>
              <a:ext uri="{FF2B5EF4-FFF2-40B4-BE49-F238E27FC236}">
                <a16:creationId xmlns:a16="http://schemas.microsoft.com/office/drawing/2014/main" id="{765DCABC-C804-D87D-EB9F-8C40C25BAD98}"/>
              </a:ext>
            </a:extLst>
          </p:cNvPr>
          <p:cNvSpPr/>
          <p:nvPr userDrawn="1"/>
        </p:nvSpPr>
        <p:spPr>
          <a:xfrm>
            <a:off x="5426964" y="2926080"/>
            <a:ext cx="685800" cy="685800"/>
          </a:xfrm>
          <a:prstGeom prst="diamond">
            <a:avLst/>
          </a:prstGeom>
          <a:solidFill>
            <a:srgbClr val="8B5CF6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44" name="TextBox 43">
            <a:extLst>
              <a:ext uri="{FF2B5EF4-FFF2-40B4-BE49-F238E27FC236}">
                <a16:creationId xmlns:a16="http://schemas.microsoft.com/office/drawing/2014/main" id="{68F7A9AA-1A57-A80B-1266-15C9328D92AE}"/>
              </a:ext>
            </a:extLst>
          </p:cNvPr>
          <p:cNvSpPr txBox="1"/>
          <p:nvPr userDrawn="1"/>
        </p:nvSpPr>
        <p:spPr>
          <a:xfrm>
            <a:off x="5500116" y="3035808"/>
            <a:ext cx="539496" cy="466344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2800" b="1">
                <a:solidFill>
                  <a:srgbClr val="FFFFFF"/>
                </a:solidFill>
                <a:latin typeface="Calibri"/>
              </a:defRPr>
            </a:pPr>
            <a:r>
              <a:t>S</a:t>
            </a:r>
          </a:p>
        </p:txBody>
      </p:sp>
      <p:sp>
        <p:nvSpPr>
          <p:cNvPr id="45" name="Diamond 44">
            <a:extLst>
              <a:ext uri="{FF2B5EF4-FFF2-40B4-BE49-F238E27FC236}">
                <a16:creationId xmlns:a16="http://schemas.microsoft.com/office/drawing/2014/main" id="{821FC996-07D5-794B-E062-7E53251A8479}"/>
              </a:ext>
            </a:extLst>
          </p:cNvPr>
          <p:cNvSpPr/>
          <p:nvPr userDrawn="1"/>
        </p:nvSpPr>
        <p:spPr>
          <a:xfrm>
            <a:off x="6112764" y="2926080"/>
            <a:ext cx="685800" cy="685800"/>
          </a:xfrm>
          <a:prstGeom prst="diamond">
            <a:avLst/>
          </a:prstGeom>
          <a:solidFill>
            <a:srgbClr val="3B82F6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46" name="TextBox 45">
            <a:extLst>
              <a:ext uri="{FF2B5EF4-FFF2-40B4-BE49-F238E27FC236}">
                <a16:creationId xmlns:a16="http://schemas.microsoft.com/office/drawing/2014/main" id="{1150429C-D140-4B26-9520-B67A42558A89}"/>
              </a:ext>
            </a:extLst>
          </p:cNvPr>
          <p:cNvSpPr txBox="1"/>
          <p:nvPr userDrawn="1"/>
        </p:nvSpPr>
        <p:spPr>
          <a:xfrm>
            <a:off x="6185916" y="3035808"/>
            <a:ext cx="539496" cy="466344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2800" b="1">
                <a:solidFill>
                  <a:srgbClr val="FFFFFF"/>
                </a:solidFill>
                <a:latin typeface="Calibri"/>
              </a:defRPr>
            </a:pPr>
            <a:r>
              <a:t>W</a:t>
            </a:r>
          </a:p>
        </p:txBody>
      </p:sp>
      <p:sp>
        <p:nvSpPr>
          <p:cNvPr id="47" name="Diamond 46">
            <a:extLst>
              <a:ext uri="{FF2B5EF4-FFF2-40B4-BE49-F238E27FC236}">
                <a16:creationId xmlns:a16="http://schemas.microsoft.com/office/drawing/2014/main" id="{E80BF908-DED5-1DC4-62A4-ED7C0653F6D3}"/>
              </a:ext>
            </a:extLst>
          </p:cNvPr>
          <p:cNvSpPr/>
          <p:nvPr userDrawn="1"/>
        </p:nvSpPr>
        <p:spPr>
          <a:xfrm>
            <a:off x="5426964" y="3611880"/>
            <a:ext cx="685800" cy="685800"/>
          </a:xfrm>
          <a:prstGeom prst="diamond">
            <a:avLst/>
          </a:prstGeom>
          <a:solidFill>
            <a:srgbClr val="16A34A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48" name="TextBox 47">
            <a:extLst>
              <a:ext uri="{FF2B5EF4-FFF2-40B4-BE49-F238E27FC236}">
                <a16:creationId xmlns:a16="http://schemas.microsoft.com/office/drawing/2014/main" id="{CBC57E3E-3D88-C633-FF5B-AA712716466A}"/>
              </a:ext>
            </a:extLst>
          </p:cNvPr>
          <p:cNvSpPr txBox="1"/>
          <p:nvPr userDrawn="1"/>
        </p:nvSpPr>
        <p:spPr>
          <a:xfrm>
            <a:off x="5500116" y="3721608"/>
            <a:ext cx="539496" cy="466344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2800" b="1">
                <a:solidFill>
                  <a:srgbClr val="FFFFFF"/>
                </a:solidFill>
                <a:latin typeface="Calibri"/>
              </a:defRPr>
            </a:pPr>
            <a:r>
              <a:t>O</a:t>
            </a:r>
          </a:p>
        </p:txBody>
      </p:sp>
      <p:sp>
        <p:nvSpPr>
          <p:cNvPr id="49" name="Diamond 48">
            <a:extLst>
              <a:ext uri="{FF2B5EF4-FFF2-40B4-BE49-F238E27FC236}">
                <a16:creationId xmlns:a16="http://schemas.microsoft.com/office/drawing/2014/main" id="{4C2F0276-CBD1-1CA5-3BDA-368772C0AFEB}"/>
              </a:ext>
            </a:extLst>
          </p:cNvPr>
          <p:cNvSpPr/>
          <p:nvPr userDrawn="1"/>
        </p:nvSpPr>
        <p:spPr>
          <a:xfrm>
            <a:off x="6112764" y="3611880"/>
            <a:ext cx="685800" cy="685800"/>
          </a:xfrm>
          <a:prstGeom prst="diamond">
            <a:avLst/>
          </a:prstGeom>
          <a:solidFill>
            <a:srgbClr val="EA580C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50" name="TextBox 49">
            <a:extLst>
              <a:ext uri="{FF2B5EF4-FFF2-40B4-BE49-F238E27FC236}">
                <a16:creationId xmlns:a16="http://schemas.microsoft.com/office/drawing/2014/main" id="{D9678C4E-939C-C072-A22B-8758BFEC2069}"/>
              </a:ext>
            </a:extLst>
          </p:cNvPr>
          <p:cNvSpPr txBox="1"/>
          <p:nvPr userDrawn="1"/>
        </p:nvSpPr>
        <p:spPr>
          <a:xfrm>
            <a:off x="6185916" y="3721608"/>
            <a:ext cx="539496" cy="466344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2800" b="1">
                <a:solidFill>
                  <a:srgbClr val="FFFFFF"/>
                </a:solidFill>
                <a:latin typeface="Calibri"/>
              </a:defRPr>
            </a:pPr>
            <a:r>
              <a:t>T</a:t>
            </a:r>
          </a:p>
        </p:txBody>
      </p:sp>
      <p:sp>
        <p:nvSpPr>
          <p:cNvPr id="51" name="Oval 50">
            <a:extLst>
              <a:ext uri="{FF2B5EF4-FFF2-40B4-BE49-F238E27FC236}">
                <a16:creationId xmlns:a16="http://schemas.microsoft.com/office/drawing/2014/main" id="{883382E2-AFAB-ABE7-2879-D52BDE4E12BE}"/>
              </a:ext>
            </a:extLst>
          </p:cNvPr>
          <p:cNvSpPr/>
          <p:nvPr userDrawn="1"/>
        </p:nvSpPr>
        <p:spPr>
          <a:xfrm>
            <a:off x="5792724" y="3291840"/>
            <a:ext cx="640080" cy="640080"/>
          </a:xfrm>
          <a:prstGeom prst="ellipse">
            <a:avLst/>
          </a:prstGeom>
          <a:solidFill>
            <a:srgbClr val="FFFFF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52" name="TextBox 51">
            <a:extLst>
              <a:ext uri="{FF2B5EF4-FFF2-40B4-BE49-F238E27FC236}">
                <a16:creationId xmlns:a16="http://schemas.microsoft.com/office/drawing/2014/main" id="{D9CAC15A-36BA-2FA5-C044-AB7E5A5D5833}"/>
              </a:ext>
            </a:extLst>
          </p:cNvPr>
          <p:cNvSpPr txBox="1"/>
          <p:nvPr userDrawn="1"/>
        </p:nvSpPr>
        <p:spPr>
          <a:xfrm>
            <a:off x="5701284" y="3502152"/>
            <a:ext cx="822960" cy="219456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700" b="1">
                <a:solidFill>
                  <a:srgbClr val="0F172A"/>
                </a:solidFill>
                <a:latin typeface="Calibri"/>
              </a:defRPr>
            </a:pPr>
            <a:r>
              <a:t>{{drug_short}}</a:t>
            </a:r>
          </a:p>
        </p:txBody>
      </p:sp>
      <p:sp>
        <p:nvSpPr>
          <p:cNvPr id="53" name="TextBox 52">
            <a:extLst>
              <a:ext uri="{FF2B5EF4-FFF2-40B4-BE49-F238E27FC236}">
                <a16:creationId xmlns:a16="http://schemas.microsoft.com/office/drawing/2014/main" id="{B89FF20E-F137-D5EF-20DE-7179AD9CCE75}"/>
              </a:ext>
            </a:extLst>
          </p:cNvPr>
          <p:cNvSpPr txBox="1"/>
          <p:nvPr userDrawn="1"/>
        </p:nvSpPr>
        <p:spPr>
          <a:xfrm>
            <a:off x="1600200" y="146396"/>
            <a:ext cx="1371600" cy="23083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900" b="1">
                <a:solidFill>
                  <a:srgbClr val="FFFFFF"/>
                </a:solidFill>
                <a:latin typeface="Calibri"/>
              </a:defRPr>
            </a:pPr>
            <a:r>
              <a:rPr dirty="0">
                <a:solidFill>
                  <a:srgbClr val="C4B5FD"/>
                </a:solidFill>
                <a:latin typeface="Arial" panose="020B0604020202020204" pitchFamily="34" charset="0"/>
                <a:cs typeface="Arial" panose="020B0604020202020204" pitchFamily="34" charset="0"/>
              </a:rPr>
              <a:t>SWOT ANALYSIS</a:t>
            </a:r>
          </a:p>
        </p:txBody>
      </p:sp>
      <p:sp>
        <p:nvSpPr>
          <p:cNvPr id="54" name="TextBox 53">
            <a:extLst>
              <a:ext uri="{FF2B5EF4-FFF2-40B4-BE49-F238E27FC236}">
                <a16:creationId xmlns:a16="http://schemas.microsoft.com/office/drawing/2014/main" id="{7E204D80-BBAE-B4F6-4DBD-27A5698DB0A5}"/>
              </a:ext>
            </a:extLst>
          </p:cNvPr>
          <p:cNvSpPr txBox="1"/>
          <p:nvPr userDrawn="1"/>
        </p:nvSpPr>
        <p:spPr>
          <a:xfrm>
            <a:off x="3200400" y="118964"/>
            <a:ext cx="4572000" cy="34747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defRPr sz="1200" b="0">
                <a:solidFill>
                  <a:srgbClr val="CBD5E1"/>
                </a:solidFill>
                <a:latin typeface="Calibri"/>
              </a:defRPr>
            </a:pPr>
            <a:r>
              <a:t>{{drug_label}}</a:t>
            </a:r>
          </a:p>
        </p:txBody>
      </p:sp>
    </p:spTree>
    <p:extLst>
      <p:ext uri="{BB962C8B-B14F-4D97-AF65-F5344CB8AC3E}">
        <p14:creationId xmlns:p14="http://schemas.microsoft.com/office/powerpoint/2010/main" val="3755817266"/>
      </p:ext>
    </p:extLst>
  </p:cSld>
  <p:clrMapOvr>
    <a:masterClrMapping/>
  </p:clrMapOvr>
</p:sldLayout>
</file>

<file path=ppt/slideLayouts/slideLayout49.xml><?xml version="1.0" encoding="utf-8"?>
<p:sldLayout xmlns:a="http://schemas.openxmlformats.org/drawingml/2006/main" xmlns:r="http://schemas.openxmlformats.org/officeDocument/2006/relationships" xmlns:p="http://schemas.openxmlformats.org/presentationml/2006/main" preserve="1" userDrawn="1">
  <p:cSld name="KM_grey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8" name="Rectangle 7">
            <a:extLst>
              <a:ext uri="{FF2B5EF4-FFF2-40B4-BE49-F238E27FC236}">
                <a16:creationId xmlns:a16="http://schemas.microsoft.com/office/drawing/2014/main" id="{BAF0B43C-559B-4A51-5A4B-699509B0EF84}"/>
              </a:ext>
            </a:extLst>
          </p:cNvPr>
          <p:cNvSpPr/>
          <p:nvPr userDrawn="1"/>
        </p:nvSpPr>
        <p:spPr>
          <a:xfrm>
            <a:off x="0" y="566928"/>
            <a:ext cx="12188952" cy="502920"/>
          </a:xfrm>
          <a:prstGeom prst="rect">
            <a:avLst/>
          </a:prstGeom>
          <a:solidFill>
            <a:srgbClr val="F5F3FF"/>
          </a:solidFill>
          <a:ln w="6350">
            <a:solidFill>
              <a:srgbClr val="E5E7EB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9" name="TextBox 8">
            <a:extLst>
              <a:ext uri="{FF2B5EF4-FFF2-40B4-BE49-F238E27FC236}">
                <a16:creationId xmlns:a16="http://schemas.microsoft.com/office/drawing/2014/main" id="{8E42C9BC-6BB1-DA87-3078-8A46D917176A}"/>
              </a:ext>
            </a:extLst>
          </p:cNvPr>
          <p:cNvSpPr txBox="1"/>
          <p:nvPr userDrawn="1"/>
        </p:nvSpPr>
        <p:spPr>
          <a:xfrm>
            <a:off x="475488" y="640080"/>
            <a:ext cx="5486400" cy="36576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defRPr sz="1300" b="1">
                <a:solidFill>
                  <a:srgbClr val="0F172A"/>
                </a:solidFill>
                <a:latin typeface="Calibri"/>
              </a:defRPr>
            </a:pPr>
            <a:r>
              <a:t>{{km_title}}</a:t>
            </a:r>
          </a:p>
        </p:txBody>
      </p:sp>
      <p:sp>
        <p:nvSpPr>
          <p:cNvPr id="10" name="TextBox 9">
            <a:extLst>
              <a:ext uri="{FF2B5EF4-FFF2-40B4-BE49-F238E27FC236}">
                <a16:creationId xmlns:a16="http://schemas.microsoft.com/office/drawing/2014/main" id="{42718B7B-8D32-8B6B-D73C-176DAB693C2B}"/>
              </a:ext>
            </a:extLst>
          </p:cNvPr>
          <p:cNvSpPr txBox="1"/>
          <p:nvPr userDrawn="1"/>
        </p:nvSpPr>
        <p:spPr>
          <a:xfrm>
            <a:off x="6400800" y="676656"/>
            <a:ext cx="5029200" cy="32004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defRPr sz="900" b="0">
                <a:solidFill>
                  <a:srgbClr val="475569"/>
                </a:solidFill>
                <a:latin typeface="Calibri"/>
              </a:defRPr>
            </a:pPr>
            <a:r>
              <a:t>{{km_subtitle}}</a:t>
            </a:r>
          </a:p>
        </p:txBody>
      </p:sp>
      <p:sp>
        <p:nvSpPr>
          <p:cNvPr id="11" name="Rounded Rectangle 15">
            <a:extLst>
              <a:ext uri="{FF2B5EF4-FFF2-40B4-BE49-F238E27FC236}">
                <a16:creationId xmlns:a16="http://schemas.microsoft.com/office/drawing/2014/main" id="{4EC4E375-3DC7-4D2B-5F02-A0138B0402F4}"/>
              </a:ext>
            </a:extLst>
          </p:cNvPr>
          <p:cNvSpPr/>
          <p:nvPr userDrawn="1"/>
        </p:nvSpPr>
        <p:spPr>
          <a:xfrm>
            <a:off x="457200" y="1143000"/>
            <a:ext cx="2736342" cy="777240"/>
          </a:xfrm>
          <a:prstGeom prst="roundRect">
            <a:avLst/>
          </a:prstGeom>
          <a:solidFill>
            <a:srgbClr val="FFFFFF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12" name="Rectangle 11">
            <a:extLst>
              <a:ext uri="{FF2B5EF4-FFF2-40B4-BE49-F238E27FC236}">
                <a16:creationId xmlns:a16="http://schemas.microsoft.com/office/drawing/2014/main" id="{45714286-56BD-CD7D-B8B1-38DAAEA88EF1}"/>
              </a:ext>
            </a:extLst>
          </p:cNvPr>
          <p:cNvSpPr/>
          <p:nvPr userDrawn="1"/>
        </p:nvSpPr>
        <p:spPr>
          <a:xfrm>
            <a:off x="457200" y="1143000"/>
            <a:ext cx="2736342" cy="36576"/>
          </a:xfrm>
          <a:prstGeom prst="rect">
            <a:avLst/>
          </a:prstGeom>
          <a:solidFill>
            <a:srgbClr val="10B981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13" name="TextBox 12">
            <a:extLst>
              <a:ext uri="{FF2B5EF4-FFF2-40B4-BE49-F238E27FC236}">
                <a16:creationId xmlns:a16="http://schemas.microsoft.com/office/drawing/2014/main" id="{94037E4F-3F89-D8AA-43BF-DB193AD27756}"/>
              </a:ext>
            </a:extLst>
          </p:cNvPr>
          <p:cNvSpPr txBox="1"/>
          <p:nvPr userDrawn="1"/>
        </p:nvSpPr>
        <p:spPr>
          <a:xfrm>
            <a:off x="566928" y="1234440"/>
            <a:ext cx="2516886" cy="1828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defRPr sz="800" b="0">
                <a:solidFill>
                  <a:srgbClr val="94A3B8"/>
                </a:solidFill>
                <a:latin typeface="Calibri"/>
              </a:defRPr>
            </a:pPr>
            <a:r>
              <a:t>{{km_kpi_1_label}}</a:t>
            </a:r>
          </a:p>
        </p:txBody>
      </p:sp>
      <p:sp>
        <p:nvSpPr>
          <p:cNvPr id="14" name="TextBox 13">
            <a:extLst>
              <a:ext uri="{FF2B5EF4-FFF2-40B4-BE49-F238E27FC236}">
                <a16:creationId xmlns:a16="http://schemas.microsoft.com/office/drawing/2014/main" id="{999AEF49-6112-C3EB-A249-312FB15E1974}"/>
              </a:ext>
            </a:extLst>
          </p:cNvPr>
          <p:cNvSpPr txBox="1"/>
          <p:nvPr userDrawn="1"/>
        </p:nvSpPr>
        <p:spPr>
          <a:xfrm>
            <a:off x="566928" y="1417320"/>
            <a:ext cx="2516886" cy="36576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1800" b="1">
                <a:solidFill>
                  <a:srgbClr val="10B981"/>
                </a:solidFill>
                <a:latin typeface="Calibri"/>
              </a:defRPr>
            </a:pPr>
            <a:r>
              <a:t>{{km_kpi_1_value}}</a:t>
            </a:r>
          </a:p>
        </p:txBody>
      </p:sp>
      <p:sp>
        <p:nvSpPr>
          <p:cNvPr id="15" name="Rounded Rectangle 19">
            <a:extLst>
              <a:ext uri="{FF2B5EF4-FFF2-40B4-BE49-F238E27FC236}">
                <a16:creationId xmlns:a16="http://schemas.microsoft.com/office/drawing/2014/main" id="{99522371-BEED-A3A6-C0C6-BA9463F9E2B2}"/>
              </a:ext>
            </a:extLst>
          </p:cNvPr>
          <p:cNvSpPr/>
          <p:nvPr userDrawn="1"/>
        </p:nvSpPr>
        <p:spPr>
          <a:xfrm>
            <a:off x="3303270" y="1143000"/>
            <a:ext cx="2736342" cy="777240"/>
          </a:xfrm>
          <a:prstGeom prst="roundRect">
            <a:avLst/>
          </a:prstGeom>
          <a:solidFill>
            <a:srgbClr val="FFFFFF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16" name="Rectangle 15">
            <a:extLst>
              <a:ext uri="{FF2B5EF4-FFF2-40B4-BE49-F238E27FC236}">
                <a16:creationId xmlns:a16="http://schemas.microsoft.com/office/drawing/2014/main" id="{C10B1239-3E38-ED17-32F6-CE2371F32064}"/>
              </a:ext>
            </a:extLst>
          </p:cNvPr>
          <p:cNvSpPr/>
          <p:nvPr userDrawn="1"/>
        </p:nvSpPr>
        <p:spPr>
          <a:xfrm>
            <a:off x="3303270" y="1143000"/>
            <a:ext cx="2736342" cy="36576"/>
          </a:xfrm>
          <a:prstGeom prst="rect">
            <a:avLst/>
          </a:prstGeom>
          <a:solidFill>
            <a:srgbClr val="6366F1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17" name="TextBox 16">
            <a:extLst>
              <a:ext uri="{FF2B5EF4-FFF2-40B4-BE49-F238E27FC236}">
                <a16:creationId xmlns:a16="http://schemas.microsoft.com/office/drawing/2014/main" id="{0EF839B7-7823-3408-7E8F-DB5665B99EA8}"/>
              </a:ext>
            </a:extLst>
          </p:cNvPr>
          <p:cNvSpPr txBox="1"/>
          <p:nvPr userDrawn="1"/>
        </p:nvSpPr>
        <p:spPr>
          <a:xfrm>
            <a:off x="3412998" y="1234440"/>
            <a:ext cx="2516886" cy="1828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defRPr sz="800" b="0">
                <a:solidFill>
                  <a:srgbClr val="94A3B8"/>
                </a:solidFill>
                <a:latin typeface="Calibri"/>
              </a:defRPr>
            </a:pPr>
            <a:r>
              <a:t>{{km_kpi_2_label}}</a:t>
            </a:r>
          </a:p>
        </p:txBody>
      </p:sp>
      <p:sp>
        <p:nvSpPr>
          <p:cNvPr id="18" name="TextBox 17">
            <a:extLst>
              <a:ext uri="{FF2B5EF4-FFF2-40B4-BE49-F238E27FC236}">
                <a16:creationId xmlns:a16="http://schemas.microsoft.com/office/drawing/2014/main" id="{D7E7FAA2-DC29-0569-27F3-4535D352C590}"/>
              </a:ext>
            </a:extLst>
          </p:cNvPr>
          <p:cNvSpPr txBox="1"/>
          <p:nvPr userDrawn="1"/>
        </p:nvSpPr>
        <p:spPr>
          <a:xfrm>
            <a:off x="3412998" y="1417320"/>
            <a:ext cx="2516886" cy="36576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1800" b="1">
                <a:solidFill>
                  <a:srgbClr val="6366F1"/>
                </a:solidFill>
                <a:latin typeface="Calibri"/>
              </a:defRPr>
            </a:pPr>
            <a:r>
              <a:t>{{km_kpi_2_value}}</a:t>
            </a:r>
          </a:p>
        </p:txBody>
      </p:sp>
      <p:sp>
        <p:nvSpPr>
          <p:cNvPr id="19" name="Rounded Rectangle 23">
            <a:extLst>
              <a:ext uri="{FF2B5EF4-FFF2-40B4-BE49-F238E27FC236}">
                <a16:creationId xmlns:a16="http://schemas.microsoft.com/office/drawing/2014/main" id="{B9966078-BCBF-1DB5-6AC5-623F79944D20}"/>
              </a:ext>
            </a:extLst>
          </p:cNvPr>
          <p:cNvSpPr/>
          <p:nvPr userDrawn="1"/>
        </p:nvSpPr>
        <p:spPr>
          <a:xfrm>
            <a:off x="6149340" y="1143000"/>
            <a:ext cx="2736342" cy="777240"/>
          </a:xfrm>
          <a:prstGeom prst="roundRect">
            <a:avLst/>
          </a:prstGeom>
          <a:solidFill>
            <a:srgbClr val="FFFFFF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20" name="Rectangle 19">
            <a:extLst>
              <a:ext uri="{FF2B5EF4-FFF2-40B4-BE49-F238E27FC236}">
                <a16:creationId xmlns:a16="http://schemas.microsoft.com/office/drawing/2014/main" id="{99D27D29-873A-B704-FA51-C9C2B2B6632B}"/>
              </a:ext>
            </a:extLst>
          </p:cNvPr>
          <p:cNvSpPr/>
          <p:nvPr userDrawn="1"/>
        </p:nvSpPr>
        <p:spPr>
          <a:xfrm>
            <a:off x="6149340" y="1143000"/>
            <a:ext cx="2736342" cy="36576"/>
          </a:xfrm>
          <a:prstGeom prst="rect">
            <a:avLst/>
          </a:prstGeom>
          <a:solidFill>
            <a:srgbClr val="8B5CF6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21" name="TextBox 20">
            <a:extLst>
              <a:ext uri="{FF2B5EF4-FFF2-40B4-BE49-F238E27FC236}">
                <a16:creationId xmlns:a16="http://schemas.microsoft.com/office/drawing/2014/main" id="{CF531344-BE68-AA82-7BFF-CA458D68CC0B}"/>
              </a:ext>
            </a:extLst>
          </p:cNvPr>
          <p:cNvSpPr txBox="1"/>
          <p:nvPr userDrawn="1"/>
        </p:nvSpPr>
        <p:spPr>
          <a:xfrm>
            <a:off x="6259068" y="1234440"/>
            <a:ext cx="2516886" cy="1828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defRPr sz="800" b="0">
                <a:solidFill>
                  <a:srgbClr val="94A3B8"/>
                </a:solidFill>
                <a:latin typeface="Calibri"/>
              </a:defRPr>
            </a:pPr>
            <a:r>
              <a:t>{{km_kpi_3_label}}</a:t>
            </a:r>
          </a:p>
        </p:txBody>
      </p:sp>
      <p:sp>
        <p:nvSpPr>
          <p:cNvPr id="22" name="TextBox 21">
            <a:extLst>
              <a:ext uri="{FF2B5EF4-FFF2-40B4-BE49-F238E27FC236}">
                <a16:creationId xmlns:a16="http://schemas.microsoft.com/office/drawing/2014/main" id="{315E6FAB-7019-54DB-C52A-D50255EA6F34}"/>
              </a:ext>
            </a:extLst>
          </p:cNvPr>
          <p:cNvSpPr txBox="1"/>
          <p:nvPr userDrawn="1"/>
        </p:nvSpPr>
        <p:spPr>
          <a:xfrm>
            <a:off x="6259068" y="1417320"/>
            <a:ext cx="2516886" cy="36576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1800" b="1">
                <a:solidFill>
                  <a:srgbClr val="8B5CF6"/>
                </a:solidFill>
                <a:latin typeface="Calibri"/>
              </a:defRPr>
            </a:pPr>
            <a:r>
              <a:t>{{km_kpi_3_value}}</a:t>
            </a:r>
          </a:p>
        </p:txBody>
      </p:sp>
      <p:sp>
        <p:nvSpPr>
          <p:cNvPr id="23" name="Rounded Rectangle 27">
            <a:extLst>
              <a:ext uri="{FF2B5EF4-FFF2-40B4-BE49-F238E27FC236}">
                <a16:creationId xmlns:a16="http://schemas.microsoft.com/office/drawing/2014/main" id="{5112CE02-E98D-A30F-91A7-0AD290062F16}"/>
              </a:ext>
            </a:extLst>
          </p:cNvPr>
          <p:cNvSpPr/>
          <p:nvPr userDrawn="1"/>
        </p:nvSpPr>
        <p:spPr>
          <a:xfrm>
            <a:off x="8995410" y="1143000"/>
            <a:ext cx="2736342" cy="777240"/>
          </a:xfrm>
          <a:prstGeom prst="roundRect">
            <a:avLst/>
          </a:prstGeom>
          <a:solidFill>
            <a:srgbClr val="FFFFFF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24" name="Rectangle 23">
            <a:extLst>
              <a:ext uri="{FF2B5EF4-FFF2-40B4-BE49-F238E27FC236}">
                <a16:creationId xmlns:a16="http://schemas.microsoft.com/office/drawing/2014/main" id="{931BFBC4-A90D-B426-C95E-79608CCD5BEB}"/>
              </a:ext>
            </a:extLst>
          </p:cNvPr>
          <p:cNvSpPr/>
          <p:nvPr userDrawn="1"/>
        </p:nvSpPr>
        <p:spPr>
          <a:xfrm>
            <a:off x="8995410" y="1143000"/>
            <a:ext cx="2736342" cy="36576"/>
          </a:xfrm>
          <a:prstGeom prst="rect">
            <a:avLst/>
          </a:prstGeom>
          <a:solidFill>
            <a:srgbClr val="D97706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25" name="TextBox 24">
            <a:extLst>
              <a:ext uri="{FF2B5EF4-FFF2-40B4-BE49-F238E27FC236}">
                <a16:creationId xmlns:a16="http://schemas.microsoft.com/office/drawing/2014/main" id="{9E92597A-3922-68B4-F287-236DD3D41E2D}"/>
              </a:ext>
            </a:extLst>
          </p:cNvPr>
          <p:cNvSpPr txBox="1"/>
          <p:nvPr userDrawn="1"/>
        </p:nvSpPr>
        <p:spPr>
          <a:xfrm>
            <a:off x="9105138" y="1234440"/>
            <a:ext cx="2516886" cy="1828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defRPr sz="800" b="0">
                <a:solidFill>
                  <a:srgbClr val="94A3B8"/>
                </a:solidFill>
                <a:latin typeface="Calibri"/>
              </a:defRPr>
            </a:pPr>
            <a:r>
              <a:t>{{km_kpi_4_label}}</a:t>
            </a:r>
          </a:p>
        </p:txBody>
      </p:sp>
      <p:sp>
        <p:nvSpPr>
          <p:cNvPr id="26" name="TextBox 25">
            <a:extLst>
              <a:ext uri="{FF2B5EF4-FFF2-40B4-BE49-F238E27FC236}">
                <a16:creationId xmlns:a16="http://schemas.microsoft.com/office/drawing/2014/main" id="{48CC0B2B-FD4A-D675-9EFD-98F6FED601FF}"/>
              </a:ext>
            </a:extLst>
          </p:cNvPr>
          <p:cNvSpPr txBox="1"/>
          <p:nvPr userDrawn="1"/>
        </p:nvSpPr>
        <p:spPr>
          <a:xfrm>
            <a:off x="9105138" y="1417320"/>
            <a:ext cx="2516886" cy="36576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1800" b="1">
                <a:solidFill>
                  <a:srgbClr val="D97706"/>
                </a:solidFill>
                <a:latin typeface="Calibri"/>
              </a:defRPr>
            </a:pPr>
            <a:r>
              <a:t>{{km_kpi_4_value}}</a:t>
            </a:r>
          </a:p>
        </p:txBody>
      </p:sp>
      <p:sp>
        <p:nvSpPr>
          <p:cNvPr id="27" name="Rounded Rectangle 31" descr="CHART_AREA">
            <a:extLst>
              <a:ext uri="{FF2B5EF4-FFF2-40B4-BE49-F238E27FC236}">
                <a16:creationId xmlns:a16="http://schemas.microsoft.com/office/drawing/2014/main" id="{C63E1236-270A-BE7E-FEC3-C6F4A14BF0CD}"/>
              </a:ext>
            </a:extLst>
          </p:cNvPr>
          <p:cNvSpPr/>
          <p:nvPr userDrawn="1"/>
        </p:nvSpPr>
        <p:spPr>
          <a:xfrm>
            <a:off x="457200" y="2057400"/>
            <a:ext cx="11274552" cy="3840480"/>
          </a:xfrm>
          <a:prstGeom prst="roundRect">
            <a:avLst/>
          </a:prstGeom>
          <a:solidFill>
            <a:srgbClr val="FFFFFF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28" name="TextBox 27">
            <a:extLst>
              <a:ext uri="{FF2B5EF4-FFF2-40B4-BE49-F238E27FC236}">
                <a16:creationId xmlns:a16="http://schemas.microsoft.com/office/drawing/2014/main" id="{5B42E532-E1F6-C562-6B48-929EEA54C02F}"/>
              </a:ext>
            </a:extLst>
          </p:cNvPr>
          <p:cNvSpPr txBox="1"/>
          <p:nvPr userDrawn="1"/>
        </p:nvSpPr>
        <p:spPr>
          <a:xfrm>
            <a:off x="4114800" y="3429000"/>
            <a:ext cx="4114800" cy="36576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1100" b="0">
                <a:solidFill>
                  <a:srgbClr val="94A3B8"/>
                </a:solidFill>
                <a:latin typeface="Calibri"/>
              </a:defRPr>
            </a:pPr>
            <a:r>
              <a:t>{{km_chart_area}}</a:t>
            </a:r>
          </a:p>
        </p:txBody>
      </p:sp>
      <p:sp>
        <p:nvSpPr>
          <p:cNvPr id="29" name="TextBox 28">
            <a:extLst>
              <a:ext uri="{FF2B5EF4-FFF2-40B4-BE49-F238E27FC236}">
                <a16:creationId xmlns:a16="http://schemas.microsoft.com/office/drawing/2014/main" id="{B8846A70-302A-A985-EAFC-2CD118AF445C}"/>
              </a:ext>
            </a:extLst>
          </p:cNvPr>
          <p:cNvSpPr txBox="1"/>
          <p:nvPr userDrawn="1"/>
        </p:nvSpPr>
        <p:spPr>
          <a:xfrm>
            <a:off x="3200400" y="3886200"/>
            <a:ext cx="5943600" cy="2743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800" b="0">
                <a:solidFill>
                  <a:srgbClr val="94A3B8"/>
                </a:solidFill>
                <a:latin typeface="Calibri"/>
              </a:defRPr>
            </a:pPr>
            <a:r>
              <a:t>KM curve rendered by Chart Service</a:t>
            </a:r>
          </a:p>
        </p:txBody>
      </p:sp>
      <p:sp>
        <p:nvSpPr>
          <p:cNvPr id="30" name="TextBox 29">
            <a:extLst>
              <a:ext uri="{FF2B5EF4-FFF2-40B4-BE49-F238E27FC236}">
                <a16:creationId xmlns:a16="http://schemas.microsoft.com/office/drawing/2014/main" id="{58F00C8F-C1D7-D3DC-B2D5-6A066DFD95E0}"/>
              </a:ext>
            </a:extLst>
          </p:cNvPr>
          <p:cNvSpPr txBox="1"/>
          <p:nvPr userDrawn="1"/>
        </p:nvSpPr>
        <p:spPr>
          <a:xfrm>
            <a:off x="457200" y="5989320"/>
            <a:ext cx="2743200" cy="2286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defRPr sz="800" b="1">
                <a:solidFill>
                  <a:srgbClr val="475569"/>
                </a:solidFill>
                <a:latin typeface="Calibri"/>
              </a:defRPr>
            </a:pPr>
            <a:r>
              <a:t>{{km_at_risk_label}}</a:t>
            </a:r>
          </a:p>
        </p:txBody>
      </p:sp>
      <p:sp>
        <p:nvSpPr>
          <p:cNvPr id="31" name="TextBox 30">
            <a:extLst>
              <a:ext uri="{FF2B5EF4-FFF2-40B4-BE49-F238E27FC236}">
                <a16:creationId xmlns:a16="http://schemas.microsoft.com/office/drawing/2014/main" id="{67ADF438-E191-E957-E0E7-B92C3AD6308C}"/>
              </a:ext>
            </a:extLst>
          </p:cNvPr>
          <p:cNvSpPr txBox="1"/>
          <p:nvPr userDrawn="1"/>
        </p:nvSpPr>
        <p:spPr>
          <a:xfrm>
            <a:off x="1600200" y="147588"/>
            <a:ext cx="1737360" cy="23083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900" b="1">
                <a:solidFill>
                  <a:srgbClr val="FFFFFF"/>
                </a:solidFill>
                <a:latin typeface="Calibri"/>
              </a:defRPr>
            </a:pPr>
            <a:r>
              <a:rPr dirty="0">
                <a:solidFill>
                  <a:srgbClr val="C4B5FD"/>
                </a:solidFill>
                <a:latin typeface="Arial" panose="020B0604020202020204" pitchFamily="34" charset="0"/>
                <a:cs typeface="Arial" panose="020B0604020202020204" pitchFamily="34" charset="0"/>
              </a:rPr>
              <a:t>KAPLAN-MEIER</a:t>
            </a:r>
          </a:p>
        </p:txBody>
      </p:sp>
      <p:sp>
        <p:nvSpPr>
          <p:cNvPr id="32" name="TextBox 31">
            <a:extLst>
              <a:ext uri="{FF2B5EF4-FFF2-40B4-BE49-F238E27FC236}">
                <a16:creationId xmlns:a16="http://schemas.microsoft.com/office/drawing/2014/main" id="{0923FA61-29FB-1635-C73F-2A628D48AEF6}"/>
              </a:ext>
            </a:extLst>
          </p:cNvPr>
          <p:cNvSpPr txBox="1"/>
          <p:nvPr userDrawn="1"/>
        </p:nvSpPr>
        <p:spPr>
          <a:xfrm>
            <a:off x="3566160" y="118964"/>
            <a:ext cx="4572000" cy="34747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defRPr sz="1200" b="0">
                <a:solidFill>
                  <a:srgbClr val="CBD5E1"/>
                </a:solidFill>
                <a:latin typeface="Calibri"/>
              </a:defRPr>
            </a:pPr>
            <a:r>
              <a:rPr dirty="0"/>
              <a:t>{{</a:t>
            </a:r>
            <a:r>
              <a:rPr dirty="0" err="1"/>
              <a:t>drug_label</a:t>
            </a:r>
            <a:r>
              <a:rPr dirty="0"/>
              <a:t>}}</a:t>
            </a:r>
          </a:p>
        </p:txBody>
      </p:sp>
    </p:spTree>
    <p:extLst>
      <p:ext uri="{BB962C8B-B14F-4D97-AF65-F5344CB8AC3E}">
        <p14:creationId xmlns:p14="http://schemas.microsoft.com/office/powerpoint/2010/main" val="1559824264"/>
      </p:ext>
    </p:extLst>
  </p:cSld>
  <p:clrMapOvr>
    <a:masterClrMapping/>
  </p:clrMapOvr>
</p:sldLayout>
</file>

<file path=ppt/slideLayouts/slideLayout50.xml><?xml version="1.0" encoding="utf-8"?>
<p:sldLayout xmlns:a="http://schemas.openxmlformats.org/drawingml/2006/main" xmlns:r="http://schemas.openxmlformats.org/officeDocument/2006/relationships" xmlns:p="http://schemas.openxmlformats.org/presentationml/2006/main" preserve="1" userDrawn="1">
  <p:cSld name="EPIDEMIOLOGY_grey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7" name="Rectangle 6">
            <a:extLst>
              <a:ext uri="{FF2B5EF4-FFF2-40B4-BE49-F238E27FC236}">
                <a16:creationId xmlns:a16="http://schemas.microsoft.com/office/drawing/2014/main" id="{247FF796-1CC4-4F5C-DD74-4A88F9DDD6DE}"/>
              </a:ext>
            </a:extLst>
          </p:cNvPr>
          <p:cNvSpPr/>
          <p:nvPr userDrawn="1"/>
        </p:nvSpPr>
        <p:spPr>
          <a:xfrm>
            <a:off x="0" y="566928"/>
            <a:ext cx="12188952" cy="502920"/>
          </a:xfrm>
          <a:prstGeom prst="rect">
            <a:avLst/>
          </a:prstGeom>
          <a:solidFill>
            <a:srgbClr val="F5F3FF"/>
          </a:solidFill>
          <a:ln w="6350">
            <a:solidFill>
              <a:srgbClr val="E5E7EB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8" name="TextBox 7">
            <a:extLst>
              <a:ext uri="{FF2B5EF4-FFF2-40B4-BE49-F238E27FC236}">
                <a16:creationId xmlns:a16="http://schemas.microsoft.com/office/drawing/2014/main" id="{94852883-B992-4C7C-2F7C-399E8C488B81}"/>
              </a:ext>
            </a:extLst>
          </p:cNvPr>
          <p:cNvSpPr txBox="1"/>
          <p:nvPr userDrawn="1"/>
        </p:nvSpPr>
        <p:spPr>
          <a:xfrm>
            <a:off x="475488" y="640080"/>
            <a:ext cx="4572000" cy="36576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defRPr sz="1300" b="1">
                <a:solidFill>
                  <a:srgbClr val="0F172A"/>
                </a:solidFill>
                <a:latin typeface="Calibri"/>
              </a:defRPr>
            </a:pPr>
            <a:r>
              <a:t>{{prevalence_title}}</a:t>
            </a:r>
          </a:p>
        </p:txBody>
      </p:sp>
      <p:sp>
        <p:nvSpPr>
          <p:cNvPr id="9" name="TextBox 8">
            <a:extLst>
              <a:ext uri="{FF2B5EF4-FFF2-40B4-BE49-F238E27FC236}">
                <a16:creationId xmlns:a16="http://schemas.microsoft.com/office/drawing/2014/main" id="{DD9B25A9-A08F-F2BB-418B-CED7E5290740}"/>
              </a:ext>
            </a:extLst>
          </p:cNvPr>
          <p:cNvSpPr txBox="1"/>
          <p:nvPr userDrawn="1"/>
        </p:nvSpPr>
        <p:spPr>
          <a:xfrm>
            <a:off x="5486400" y="676656"/>
            <a:ext cx="4572000" cy="32004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defRPr sz="900" b="0">
                <a:solidFill>
                  <a:srgbClr val="475569"/>
                </a:solidFill>
                <a:latin typeface="Calibri"/>
              </a:defRPr>
            </a:pPr>
            <a:r>
              <a:t>{{prevalence_subtitle}}</a:t>
            </a:r>
          </a:p>
        </p:txBody>
      </p:sp>
      <p:sp>
        <p:nvSpPr>
          <p:cNvPr id="10" name="Rounded Rectangle 18">
            <a:extLst>
              <a:ext uri="{FF2B5EF4-FFF2-40B4-BE49-F238E27FC236}">
                <a16:creationId xmlns:a16="http://schemas.microsoft.com/office/drawing/2014/main" id="{70272913-CF21-883A-BDE6-9CE4F2BB31CC}"/>
              </a:ext>
            </a:extLst>
          </p:cNvPr>
          <p:cNvSpPr/>
          <p:nvPr userDrawn="1"/>
        </p:nvSpPr>
        <p:spPr>
          <a:xfrm>
            <a:off x="457200" y="1234440"/>
            <a:ext cx="2715768" cy="1463040"/>
          </a:xfrm>
          <a:prstGeom prst="roundRect">
            <a:avLst/>
          </a:prstGeom>
          <a:solidFill>
            <a:srgbClr val="FFFFFF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11" name="Rectangle 10">
            <a:extLst>
              <a:ext uri="{FF2B5EF4-FFF2-40B4-BE49-F238E27FC236}">
                <a16:creationId xmlns:a16="http://schemas.microsoft.com/office/drawing/2014/main" id="{C39E2004-B2D3-7DF4-615A-180EC13FAC33}"/>
              </a:ext>
            </a:extLst>
          </p:cNvPr>
          <p:cNvSpPr/>
          <p:nvPr userDrawn="1"/>
        </p:nvSpPr>
        <p:spPr>
          <a:xfrm>
            <a:off x="457200" y="1234440"/>
            <a:ext cx="2715768" cy="36576"/>
          </a:xfrm>
          <a:prstGeom prst="rect">
            <a:avLst/>
          </a:prstGeom>
          <a:noFill/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>
              <a:solidFill>
                <a:schemeClr val="accent4"/>
              </a:solidFill>
            </a:endParaRPr>
          </a:p>
        </p:txBody>
      </p:sp>
      <p:sp>
        <p:nvSpPr>
          <p:cNvPr id="12" name="TextBox 11">
            <a:extLst>
              <a:ext uri="{FF2B5EF4-FFF2-40B4-BE49-F238E27FC236}">
                <a16:creationId xmlns:a16="http://schemas.microsoft.com/office/drawing/2014/main" id="{FE0A3E71-B754-C7DC-770A-0472CC4A107F}"/>
              </a:ext>
            </a:extLst>
          </p:cNvPr>
          <p:cNvSpPr txBox="1"/>
          <p:nvPr userDrawn="1"/>
        </p:nvSpPr>
        <p:spPr>
          <a:xfrm>
            <a:off x="594360" y="1417320"/>
            <a:ext cx="2441448" cy="1828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defRPr sz="900" b="0">
                <a:solidFill>
                  <a:srgbClr val="94A3B8"/>
                </a:solidFill>
                <a:latin typeface="Calibri"/>
              </a:defRPr>
            </a:pPr>
            <a:r>
              <a:t>{{kpi_1_label}}</a:t>
            </a:r>
          </a:p>
        </p:txBody>
      </p:sp>
      <p:sp>
        <p:nvSpPr>
          <p:cNvPr id="13" name="TextBox 12">
            <a:extLst>
              <a:ext uri="{FF2B5EF4-FFF2-40B4-BE49-F238E27FC236}">
                <a16:creationId xmlns:a16="http://schemas.microsoft.com/office/drawing/2014/main" id="{AEBE5EA1-B8AD-3E31-D8CC-142A5606FA93}"/>
              </a:ext>
            </a:extLst>
          </p:cNvPr>
          <p:cNvSpPr txBox="1"/>
          <p:nvPr userDrawn="1"/>
        </p:nvSpPr>
        <p:spPr>
          <a:xfrm>
            <a:off x="594360" y="1645920"/>
            <a:ext cx="2441448" cy="954107"/>
          </a:xfrm>
          <a:prstGeom prst="rect">
            <a:avLst/>
          </a:prstGeom>
          <a:noFill/>
          <a:ln>
            <a:noFill/>
          </a:ln>
        </p:spPr>
        <p:txBody>
          <a:bodyPr wrap="square">
            <a:spAutoFit/>
          </a:bodyPr>
          <a:lstStyle/>
          <a:p>
            <a:pPr algn="ctr">
              <a:defRPr sz="2800" b="1">
                <a:solidFill>
                  <a:srgbClr val="10B981"/>
                </a:solidFill>
                <a:latin typeface="Calibri"/>
              </a:defRPr>
            </a:pPr>
            <a:r>
              <a:rPr>
                <a:solidFill>
                  <a:schemeClr val="accent4"/>
                </a:solidFill>
              </a:rPr>
              <a:t>{{kpi_1_value}}</a:t>
            </a:r>
          </a:p>
        </p:txBody>
      </p:sp>
      <p:sp>
        <p:nvSpPr>
          <p:cNvPr id="14" name="TextBox 13">
            <a:extLst>
              <a:ext uri="{FF2B5EF4-FFF2-40B4-BE49-F238E27FC236}">
                <a16:creationId xmlns:a16="http://schemas.microsoft.com/office/drawing/2014/main" id="{8F95D551-9D2F-284D-AF63-1FD0F8E1ACB0}"/>
              </a:ext>
            </a:extLst>
          </p:cNvPr>
          <p:cNvSpPr txBox="1"/>
          <p:nvPr userDrawn="1"/>
        </p:nvSpPr>
        <p:spPr>
          <a:xfrm>
            <a:off x="594360" y="2286000"/>
            <a:ext cx="2441448" cy="2743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800" b="0">
                <a:solidFill>
                  <a:srgbClr val="94A3B8"/>
                </a:solidFill>
                <a:latin typeface="Calibri"/>
              </a:defRPr>
            </a:pPr>
            <a:r>
              <a:t>{{kpi_1_source}}</a:t>
            </a:r>
          </a:p>
        </p:txBody>
      </p:sp>
      <p:sp>
        <p:nvSpPr>
          <p:cNvPr id="15" name="Rounded Rectangle 23">
            <a:extLst>
              <a:ext uri="{FF2B5EF4-FFF2-40B4-BE49-F238E27FC236}">
                <a16:creationId xmlns:a16="http://schemas.microsoft.com/office/drawing/2014/main" id="{A60244F1-F80D-93EF-51AA-534F1B019112}"/>
              </a:ext>
            </a:extLst>
          </p:cNvPr>
          <p:cNvSpPr/>
          <p:nvPr userDrawn="1"/>
        </p:nvSpPr>
        <p:spPr>
          <a:xfrm>
            <a:off x="3310128" y="1234440"/>
            <a:ext cx="2715768" cy="1463040"/>
          </a:xfrm>
          <a:prstGeom prst="roundRect">
            <a:avLst/>
          </a:prstGeom>
          <a:solidFill>
            <a:srgbClr val="FFFFFF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16" name="Rectangle 15">
            <a:extLst>
              <a:ext uri="{FF2B5EF4-FFF2-40B4-BE49-F238E27FC236}">
                <a16:creationId xmlns:a16="http://schemas.microsoft.com/office/drawing/2014/main" id="{540BB11A-FB33-0EA7-04C4-831061C58F75}"/>
              </a:ext>
            </a:extLst>
          </p:cNvPr>
          <p:cNvSpPr/>
          <p:nvPr userDrawn="1"/>
        </p:nvSpPr>
        <p:spPr>
          <a:xfrm>
            <a:off x="3310128" y="1234440"/>
            <a:ext cx="2715768" cy="36576"/>
          </a:xfrm>
          <a:prstGeom prst="rect">
            <a:avLst/>
          </a:prstGeom>
          <a:noFill/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>
              <a:solidFill>
                <a:schemeClr val="accent4"/>
              </a:solidFill>
            </a:endParaRPr>
          </a:p>
        </p:txBody>
      </p:sp>
      <p:sp>
        <p:nvSpPr>
          <p:cNvPr id="17" name="TextBox 16">
            <a:extLst>
              <a:ext uri="{FF2B5EF4-FFF2-40B4-BE49-F238E27FC236}">
                <a16:creationId xmlns:a16="http://schemas.microsoft.com/office/drawing/2014/main" id="{217DF350-F647-AFF1-88E3-600D7E2CA272}"/>
              </a:ext>
            </a:extLst>
          </p:cNvPr>
          <p:cNvSpPr txBox="1"/>
          <p:nvPr userDrawn="1"/>
        </p:nvSpPr>
        <p:spPr>
          <a:xfrm>
            <a:off x="3447288" y="1417320"/>
            <a:ext cx="2441448" cy="1828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defRPr sz="900" b="0">
                <a:solidFill>
                  <a:srgbClr val="94A3B8"/>
                </a:solidFill>
                <a:latin typeface="Calibri"/>
              </a:defRPr>
            </a:pPr>
            <a:r>
              <a:t>{{kpi_2_label}}</a:t>
            </a:r>
          </a:p>
        </p:txBody>
      </p:sp>
      <p:sp>
        <p:nvSpPr>
          <p:cNvPr id="18" name="TextBox 17">
            <a:extLst>
              <a:ext uri="{FF2B5EF4-FFF2-40B4-BE49-F238E27FC236}">
                <a16:creationId xmlns:a16="http://schemas.microsoft.com/office/drawing/2014/main" id="{479C076D-CC24-E1CE-0AA9-3FC7BA42CCC5}"/>
              </a:ext>
            </a:extLst>
          </p:cNvPr>
          <p:cNvSpPr txBox="1"/>
          <p:nvPr userDrawn="1"/>
        </p:nvSpPr>
        <p:spPr>
          <a:xfrm>
            <a:off x="3447288" y="1645920"/>
            <a:ext cx="2441448" cy="954107"/>
          </a:xfrm>
          <a:prstGeom prst="rect">
            <a:avLst/>
          </a:prstGeom>
          <a:noFill/>
          <a:ln>
            <a:noFill/>
          </a:ln>
        </p:spPr>
        <p:txBody>
          <a:bodyPr wrap="square">
            <a:spAutoFit/>
          </a:bodyPr>
          <a:lstStyle/>
          <a:p>
            <a:pPr algn="ctr">
              <a:defRPr sz="2800" b="1">
                <a:solidFill>
                  <a:srgbClr val="10B981"/>
                </a:solidFill>
                <a:latin typeface="Calibri"/>
              </a:defRPr>
            </a:pPr>
            <a:r>
              <a:rPr>
                <a:solidFill>
                  <a:schemeClr val="accent4"/>
                </a:solidFill>
              </a:rPr>
              <a:t>{{kpi_2_value}}</a:t>
            </a:r>
          </a:p>
        </p:txBody>
      </p:sp>
      <p:sp>
        <p:nvSpPr>
          <p:cNvPr id="19" name="TextBox 18">
            <a:extLst>
              <a:ext uri="{FF2B5EF4-FFF2-40B4-BE49-F238E27FC236}">
                <a16:creationId xmlns:a16="http://schemas.microsoft.com/office/drawing/2014/main" id="{DECA52C1-A682-FC79-6295-1736F6E2CCE7}"/>
              </a:ext>
            </a:extLst>
          </p:cNvPr>
          <p:cNvSpPr txBox="1"/>
          <p:nvPr userDrawn="1"/>
        </p:nvSpPr>
        <p:spPr>
          <a:xfrm>
            <a:off x="3447288" y="2286000"/>
            <a:ext cx="2441448" cy="2743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800" b="0">
                <a:solidFill>
                  <a:srgbClr val="94A3B8"/>
                </a:solidFill>
                <a:latin typeface="Calibri"/>
              </a:defRPr>
            </a:pPr>
            <a:r>
              <a:t>{{kpi_2_source}}</a:t>
            </a:r>
          </a:p>
        </p:txBody>
      </p:sp>
      <p:sp>
        <p:nvSpPr>
          <p:cNvPr id="20" name="Rounded Rectangle 28">
            <a:extLst>
              <a:ext uri="{FF2B5EF4-FFF2-40B4-BE49-F238E27FC236}">
                <a16:creationId xmlns:a16="http://schemas.microsoft.com/office/drawing/2014/main" id="{5E8F3997-A0DD-CF59-99E0-9B6A7EAC459A}"/>
              </a:ext>
            </a:extLst>
          </p:cNvPr>
          <p:cNvSpPr/>
          <p:nvPr userDrawn="1"/>
        </p:nvSpPr>
        <p:spPr>
          <a:xfrm>
            <a:off x="6163056" y="1234440"/>
            <a:ext cx="2715768" cy="1463040"/>
          </a:xfrm>
          <a:prstGeom prst="roundRect">
            <a:avLst/>
          </a:prstGeom>
          <a:solidFill>
            <a:srgbClr val="FFFFFF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21" name="Rectangle 20">
            <a:extLst>
              <a:ext uri="{FF2B5EF4-FFF2-40B4-BE49-F238E27FC236}">
                <a16:creationId xmlns:a16="http://schemas.microsoft.com/office/drawing/2014/main" id="{0F2C73DE-B93A-E04A-F8AC-4A431CB0AF9D}"/>
              </a:ext>
            </a:extLst>
          </p:cNvPr>
          <p:cNvSpPr/>
          <p:nvPr userDrawn="1"/>
        </p:nvSpPr>
        <p:spPr>
          <a:xfrm>
            <a:off x="6163056" y="1234440"/>
            <a:ext cx="2715768" cy="36576"/>
          </a:xfrm>
          <a:prstGeom prst="rect">
            <a:avLst/>
          </a:prstGeom>
          <a:noFill/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>
              <a:solidFill>
                <a:schemeClr val="accent4"/>
              </a:solidFill>
            </a:endParaRPr>
          </a:p>
        </p:txBody>
      </p:sp>
      <p:sp>
        <p:nvSpPr>
          <p:cNvPr id="22" name="TextBox 21">
            <a:extLst>
              <a:ext uri="{FF2B5EF4-FFF2-40B4-BE49-F238E27FC236}">
                <a16:creationId xmlns:a16="http://schemas.microsoft.com/office/drawing/2014/main" id="{C26EF6BA-919B-26E9-F844-2A53AD388745}"/>
              </a:ext>
            </a:extLst>
          </p:cNvPr>
          <p:cNvSpPr txBox="1"/>
          <p:nvPr userDrawn="1"/>
        </p:nvSpPr>
        <p:spPr>
          <a:xfrm>
            <a:off x="6300216" y="1417320"/>
            <a:ext cx="2441448" cy="1828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defRPr sz="900" b="0">
                <a:solidFill>
                  <a:srgbClr val="94A3B8"/>
                </a:solidFill>
                <a:latin typeface="Calibri"/>
              </a:defRPr>
            </a:pPr>
            <a:r>
              <a:t>{{kpi_3_label}}</a:t>
            </a:r>
          </a:p>
        </p:txBody>
      </p:sp>
      <p:sp>
        <p:nvSpPr>
          <p:cNvPr id="23" name="TextBox 22">
            <a:extLst>
              <a:ext uri="{FF2B5EF4-FFF2-40B4-BE49-F238E27FC236}">
                <a16:creationId xmlns:a16="http://schemas.microsoft.com/office/drawing/2014/main" id="{A1511D85-7ADD-3D27-5D40-259C9CC6110D}"/>
              </a:ext>
            </a:extLst>
          </p:cNvPr>
          <p:cNvSpPr txBox="1"/>
          <p:nvPr userDrawn="1"/>
        </p:nvSpPr>
        <p:spPr>
          <a:xfrm>
            <a:off x="6300216" y="1645920"/>
            <a:ext cx="2441448" cy="954107"/>
          </a:xfrm>
          <a:prstGeom prst="rect">
            <a:avLst/>
          </a:prstGeom>
          <a:noFill/>
          <a:ln>
            <a:noFill/>
          </a:ln>
        </p:spPr>
        <p:txBody>
          <a:bodyPr wrap="square">
            <a:spAutoFit/>
          </a:bodyPr>
          <a:lstStyle/>
          <a:p>
            <a:pPr algn="ctr">
              <a:defRPr sz="2800" b="1">
                <a:solidFill>
                  <a:srgbClr val="10B981"/>
                </a:solidFill>
                <a:latin typeface="Calibri"/>
              </a:defRPr>
            </a:pPr>
            <a:r>
              <a:rPr>
                <a:solidFill>
                  <a:schemeClr val="accent4"/>
                </a:solidFill>
              </a:rPr>
              <a:t>{{kpi_3_value}}</a:t>
            </a:r>
          </a:p>
        </p:txBody>
      </p:sp>
      <p:sp>
        <p:nvSpPr>
          <p:cNvPr id="24" name="TextBox 23">
            <a:extLst>
              <a:ext uri="{FF2B5EF4-FFF2-40B4-BE49-F238E27FC236}">
                <a16:creationId xmlns:a16="http://schemas.microsoft.com/office/drawing/2014/main" id="{53AD6BE7-4427-57B4-5CB6-8715496A9200}"/>
              </a:ext>
            </a:extLst>
          </p:cNvPr>
          <p:cNvSpPr txBox="1"/>
          <p:nvPr userDrawn="1"/>
        </p:nvSpPr>
        <p:spPr>
          <a:xfrm>
            <a:off x="6300216" y="2286000"/>
            <a:ext cx="2441448" cy="2743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800" b="0">
                <a:solidFill>
                  <a:srgbClr val="94A3B8"/>
                </a:solidFill>
                <a:latin typeface="Calibri"/>
              </a:defRPr>
            </a:pPr>
            <a:r>
              <a:t>{{kpi_3_source}}</a:t>
            </a:r>
          </a:p>
        </p:txBody>
      </p:sp>
      <p:sp>
        <p:nvSpPr>
          <p:cNvPr id="25" name="Rounded Rectangle 33">
            <a:extLst>
              <a:ext uri="{FF2B5EF4-FFF2-40B4-BE49-F238E27FC236}">
                <a16:creationId xmlns:a16="http://schemas.microsoft.com/office/drawing/2014/main" id="{8E5FC0AA-C794-EC89-CD22-3663DABAEC96}"/>
              </a:ext>
            </a:extLst>
          </p:cNvPr>
          <p:cNvSpPr/>
          <p:nvPr userDrawn="1"/>
        </p:nvSpPr>
        <p:spPr>
          <a:xfrm>
            <a:off x="9015984" y="1234440"/>
            <a:ext cx="2715768" cy="1463040"/>
          </a:xfrm>
          <a:prstGeom prst="roundRect">
            <a:avLst/>
          </a:prstGeom>
          <a:solidFill>
            <a:srgbClr val="FFFFFF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26" name="Rectangle 25">
            <a:extLst>
              <a:ext uri="{FF2B5EF4-FFF2-40B4-BE49-F238E27FC236}">
                <a16:creationId xmlns:a16="http://schemas.microsoft.com/office/drawing/2014/main" id="{B976D96C-CCC2-CE2A-56A2-C64D0D7FC958}"/>
              </a:ext>
            </a:extLst>
          </p:cNvPr>
          <p:cNvSpPr/>
          <p:nvPr userDrawn="1"/>
        </p:nvSpPr>
        <p:spPr>
          <a:xfrm>
            <a:off x="9015984" y="1234440"/>
            <a:ext cx="2715768" cy="36576"/>
          </a:xfrm>
          <a:prstGeom prst="rect">
            <a:avLst/>
          </a:prstGeom>
          <a:noFill/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>
              <a:solidFill>
                <a:schemeClr val="accent4"/>
              </a:solidFill>
            </a:endParaRPr>
          </a:p>
        </p:txBody>
      </p:sp>
      <p:sp>
        <p:nvSpPr>
          <p:cNvPr id="27" name="TextBox 26">
            <a:extLst>
              <a:ext uri="{FF2B5EF4-FFF2-40B4-BE49-F238E27FC236}">
                <a16:creationId xmlns:a16="http://schemas.microsoft.com/office/drawing/2014/main" id="{FE9B3132-3965-EA92-BB85-F61CBD321F8E}"/>
              </a:ext>
            </a:extLst>
          </p:cNvPr>
          <p:cNvSpPr txBox="1"/>
          <p:nvPr userDrawn="1"/>
        </p:nvSpPr>
        <p:spPr>
          <a:xfrm>
            <a:off x="9153144" y="1417320"/>
            <a:ext cx="2441448" cy="1828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defRPr sz="900" b="0">
                <a:solidFill>
                  <a:srgbClr val="94A3B8"/>
                </a:solidFill>
                <a:latin typeface="Calibri"/>
              </a:defRPr>
            </a:pPr>
            <a:r>
              <a:t>{{kpi_4_label}}</a:t>
            </a:r>
          </a:p>
        </p:txBody>
      </p:sp>
      <p:sp>
        <p:nvSpPr>
          <p:cNvPr id="28" name="TextBox 27">
            <a:extLst>
              <a:ext uri="{FF2B5EF4-FFF2-40B4-BE49-F238E27FC236}">
                <a16:creationId xmlns:a16="http://schemas.microsoft.com/office/drawing/2014/main" id="{AD9E80CF-ED26-9BCC-2989-1292A2B307DD}"/>
              </a:ext>
            </a:extLst>
          </p:cNvPr>
          <p:cNvSpPr txBox="1"/>
          <p:nvPr userDrawn="1"/>
        </p:nvSpPr>
        <p:spPr>
          <a:xfrm>
            <a:off x="9153144" y="1645920"/>
            <a:ext cx="2441448" cy="954107"/>
          </a:xfrm>
          <a:prstGeom prst="rect">
            <a:avLst/>
          </a:prstGeom>
          <a:noFill/>
          <a:ln>
            <a:noFill/>
          </a:ln>
        </p:spPr>
        <p:txBody>
          <a:bodyPr wrap="square">
            <a:spAutoFit/>
          </a:bodyPr>
          <a:lstStyle/>
          <a:p>
            <a:pPr algn="ctr">
              <a:defRPr sz="2800" b="1">
                <a:solidFill>
                  <a:srgbClr val="10B981"/>
                </a:solidFill>
                <a:latin typeface="Calibri"/>
              </a:defRPr>
            </a:pPr>
            <a:r>
              <a:rPr>
                <a:solidFill>
                  <a:schemeClr val="accent4"/>
                </a:solidFill>
              </a:rPr>
              <a:t>{{kpi_4_value}}</a:t>
            </a:r>
          </a:p>
        </p:txBody>
      </p:sp>
      <p:sp>
        <p:nvSpPr>
          <p:cNvPr id="29" name="TextBox 28">
            <a:extLst>
              <a:ext uri="{FF2B5EF4-FFF2-40B4-BE49-F238E27FC236}">
                <a16:creationId xmlns:a16="http://schemas.microsoft.com/office/drawing/2014/main" id="{D74E063B-6543-B07A-B93B-BE75CCE388FD}"/>
              </a:ext>
            </a:extLst>
          </p:cNvPr>
          <p:cNvSpPr txBox="1"/>
          <p:nvPr userDrawn="1"/>
        </p:nvSpPr>
        <p:spPr>
          <a:xfrm>
            <a:off x="9153144" y="2286000"/>
            <a:ext cx="2441448" cy="2743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800" b="0">
                <a:solidFill>
                  <a:srgbClr val="94A3B8"/>
                </a:solidFill>
                <a:latin typeface="Calibri"/>
              </a:defRPr>
            </a:pPr>
            <a:r>
              <a:t>{{kpi_4_source}}</a:t>
            </a:r>
          </a:p>
        </p:txBody>
      </p:sp>
      <p:sp>
        <p:nvSpPr>
          <p:cNvPr id="30" name="Rounded Rectangle 38">
            <a:extLst>
              <a:ext uri="{FF2B5EF4-FFF2-40B4-BE49-F238E27FC236}">
                <a16:creationId xmlns:a16="http://schemas.microsoft.com/office/drawing/2014/main" id="{BB1BBD39-2EAC-1864-CFD4-7DD98EAE6BDD}"/>
              </a:ext>
            </a:extLst>
          </p:cNvPr>
          <p:cNvSpPr/>
          <p:nvPr userDrawn="1"/>
        </p:nvSpPr>
        <p:spPr>
          <a:xfrm>
            <a:off x="457200" y="2880360"/>
            <a:ext cx="11274552" cy="3200400"/>
          </a:xfrm>
          <a:prstGeom prst="roundRect">
            <a:avLst/>
          </a:prstGeom>
          <a:solidFill>
            <a:srgbClr val="FFFFFF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31" name="TextBox 30">
            <a:extLst>
              <a:ext uri="{FF2B5EF4-FFF2-40B4-BE49-F238E27FC236}">
                <a16:creationId xmlns:a16="http://schemas.microsoft.com/office/drawing/2014/main" id="{9E6E27A5-D9F5-EDC3-2F47-A8513827AE85}"/>
              </a:ext>
            </a:extLst>
          </p:cNvPr>
          <p:cNvSpPr txBox="1"/>
          <p:nvPr userDrawn="1"/>
        </p:nvSpPr>
        <p:spPr>
          <a:xfrm>
            <a:off x="640080" y="2990088"/>
            <a:ext cx="3657600" cy="2286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defRPr sz="900" b="1">
                <a:solidFill>
                  <a:srgbClr val="8B5CF6"/>
                </a:solidFill>
                <a:latin typeface="Calibri"/>
              </a:defRPr>
            </a:pPr>
            <a:r>
              <a:rPr dirty="0">
                <a:solidFill>
                  <a:schemeClr val="accent4"/>
                </a:solidFill>
              </a:rPr>
              <a:t>EPIDEMIOLOGY CONTEXT</a:t>
            </a:r>
          </a:p>
        </p:txBody>
      </p:sp>
      <p:sp>
        <p:nvSpPr>
          <p:cNvPr id="32" name="TextBox 31">
            <a:extLst>
              <a:ext uri="{FF2B5EF4-FFF2-40B4-BE49-F238E27FC236}">
                <a16:creationId xmlns:a16="http://schemas.microsoft.com/office/drawing/2014/main" id="{C8F9D67E-8A5D-2F87-7FC5-1F7AD1A130EF}"/>
              </a:ext>
            </a:extLst>
          </p:cNvPr>
          <p:cNvSpPr txBox="1"/>
          <p:nvPr userDrawn="1"/>
        </p:nvSpPr>
        <p:spPr>
          <a:xfrm>
            <a:off x="640080" y="3337560"/>
            <a:ext cx="3657600" cy="32004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defRPr sz="1000" b="0">
                <a:solidFill>
                  <a:srgbClr val="0F172A"/>
                </a:solidFill>
                <a:latin typeface="Calibri"/>
              </a:defRPr>
            </a:pPr>
            <a:r>
              <a:t>{{ctx_metric_1}}</a:t>
            </a:r>
          </a:p>
        </p:txBody>
      </p:sp>
      <p:sp>
        <p:nvSpPr>
          <p:cNvPr id="33" name="TextBox 32">
            <a:extLst>
              <a:ext uri="{FF2B5EF4-FFF2-40B4-BE49-F238E27FC236}">
                <a16:creationId xmlns:a16="http://schemas.microsoft.com/office/drawing/2014/main" id="{7F1E3A88-675D-DDF5-6B3A-EF89EA0B3367}"/>
              </a:ext>
            </a:extLst>
          </p:cNvPr>
          <p:cNvSpPr txBox="1"/>
          <p:nvPr userDrawn="1"/>
        </p:nvSpPr>
        <p:spPr>
          <a:xfrm>
            <a:off x="5029200" y="3337560"/>
            <a:ext cx="2286000" cy="32004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1000" b="1">
                <a:solidFill>
                  <a:srgbClr val="0F172A"/>
                </a:solidFill>
                <a:latin typeface="Calibri"/>
              </a:defRPr>
            </a:pPr>
            <a:r>
              <a:t>{{ctx_value_1}}</a:t>
            </a:r>
          </a:p>
        </p:txBody>
      </p:sp>
      <p:sp>
        <p:nvSpPr>
          <p:cNvPr id="34" name="TextBox 33">
            <a:extLst>
              <a:ext uri="{FF2B5EF4-FFF2-40B4-BE49-F238E27FC236}">
                <a16:creationId xmlns:a16="http://schemas.microsoft.com/office/drawing/2014/main" id="{D5D4055E-85F0-7DDC-DA5D-09220F226AC1}"/>
              </a:ext>
            </a:extLst>
          </p:cNvPr>
          <p:cNvSpPr txBox="1"/>
          <p:nvPr userDrawn="1"/>
        </p:nvSpPr>
        <p:spPr>
          <a:xfrm>
            <a:off x="7498079" y="3337560"/>
            <a:ext cx="3657600" cy="32004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defRPr sz="800" b="0">
                <a:solidFill>
                  <a:srgbClr val="94A3B8"/>
                </a:solidFill>
                <a:latin typeface="Calibri"/>
              </a:defRPr>
            </a:pPr>
            <a:r>
              <a:t>{{ctx_source_1}}</a:t>
            </a:r>
          </a:p>
        </p:txBody>
      </p:sp>
      <p:sp>
        <p:nvSpPr>
          <p:cNvPr id="35" name="TextBox 34">
            <a:extLst>
              <a:ext uri="{FF2B5EF4-FFF2-40B4-BE49-F238E27FC236}">
                <a16:creationId xmlns:a16="http://schemas.microsoft.com/office/drawing/2014/main" id="{7835E29F-2181-DB5E-744F-459ECD55D26C}"/>
              </a:ext>
            </a:extLst>
          </p:cNvPr>
          <p:cNvSpPr txBox="1"/>
          <p:nvPr userDrawn="1"/>
        </p:nvSpPr>
        <p:spPr>
          <a:xfrm>
            <a:off x="640080" y="3749039"/>
            <a:ext cx="3657600" cy="32004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defRPr sz="1000" b="0">
                <a:solidFill>
                  <a:srgbClr val="0F172A"/>
                </a:solidFill>
                <a:latin typeface="Calibri"/>
              </a:defRPr>
            </a:pPr>
            <a:r>
              <a:t>{{ctx_metric_2}}</a:t>
            </a:r>
          </a:p>
        </p:txBody>
      </p:sp>
      <p:sp>
        <p:nvSpPr>
          <p:cNvPr id="36" name="TextBox 35">
            <a:extLst>
              <a:ext uri="{FF2B5EF4-FFF2-40B4-BE49-F238E27FC236}">
                <a16:creationId xmlns:a16="http://schemas.microsoft.com/office/drawing/2014/main" id="{25AEBF6D-EC73-ECE4-2048-07549AA352C1}"/>
              </a:ext>
            </a:extLst>
          </p:cNvPr>
          <p:cNvSpPr txBox="1"/>
          <p:nvPr userDrawn="1"/>
        </p:nvSpPr>
        <p:spPr>
          <a:xfrm>
            <a:off x="5029200" y="3749039"/>
            <a:ext cx="2286000" cy="32004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1000" b="1">
                <a:solidFill>
                  <a:srgbClr val="0F172A"/>
                </a:solidFill>
                <a:latin typeface="Calibri"/>
              </a:defRPr>
            </a:pPr>
            <a:r>
              <a:t>{{ctx_value_2}}</a:t>
            </a:r>
          </a:p>
        </p:txBody>
      </p:sp>
      <p:sp>
        <p:nvSpPr>
          <p:cNvPr id="37" name="TextBox 36">
            <a:extLst>
              <a:ext uri="{FF2B5EF4-FFF2-40B4-BE49-F238E27FC236}">
                <a16:creationId xmlns:a16="http://schemas.microsoft.com/office/drawing/2014/main" id="{457FF60A-2508-A9E6-DF3B-FC60D734CA7C}"/>
              </a:ext>
            </a:extLst>
          </p:cNvPr>
          <p:cNvSpPr txBox="1"/>
          <p:nvPr userDrawn="1"/>
        </p:nvSpPr>
        <p:spPr>
          <a:xfrm>
            <a:off x="7498079" y="3749039"/>
            <a:ext cx="3657600" cy="32004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defRPr sz="800" b="0">
                <a:solidFill>
                  <a:srgbClr val="94A3B8"/>
                </a:solidFill>
                <a:latin typeface="Calibri"/>
              </a:defRPr>
            </a:pPr>
            <a:r>
              <a:t>{{ctx_source_2}}</a:t>
            </a:r>
          </a:p>
        </p:txBody>
      </p:sp>
      <p:sp>
        <p:nvSpPr>
          <p:cNvPr id="38" name="TextBox 37">
            <a:extLst>
              <a:ext uri="{FF2B5EF4-FFF2-40B4-BE49-F238E27FC236}">
                <a16:creationId xmlns:a16="http://schemas.microsoft.com/office/drawing/2014/main" id="{36C0077A-378B-0ACB-1AD4-941950F5D4F1}"/>
              </a:ext>
            </a:extLst>
          </p:cNvPr>
          <p:cNvSpPr txBox="1"/>
          <p:nvPr userDrawn="1"/>
        </p:nvSpPr>
        <p:spPr>
          <a:xfrm>
            <a:off x="640080" y="4160520"/>
            <a:ext cx="3657600" cy="32004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defRPr sz="1000" b="0">
                <a:solidFill>
                  <a:srgbClr val="0F172A"/>
                </a:solidFill>
                <a:latin typeface="Calibri"/>
              </a:defRPr>
            </a:pPr>
            <a:r>
              <a:t>{{ctx_metric_3}}</a:t>
            </a:r>
          </a:p>
        </p:txBody>
      </p:sp>
      <p:sp>
        <p:nvSpPr>
          <p:cNvPr id="39" name="TextBox 38">
            <a:extLst>
              <a:ext uri="{FF2B5EF4-FFF2-40B4-BE49-F238E27FC236}">
                <a16:creationId xmlns:a16="http://schemas.microsoft.com/office/drawing/2014/main" id="{BB26B44E-3F9F-1E64-E0C7-D9433A0CFD16}"/>
              </a:ext>
            </a:extLst>
          </p:cNvPr>
          <p:cNvSpPr txBox="1"/>
          <p:nvPr userDrawn="1"/>
        </p:nvSpPr>
        <p:spPr>
          <a:xfrm>
            <a:off x="5029200" y="4160520"/>
            <a:ext cx="2286000" cy="32004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1000" b="1">
                <a:solidFill>
                  <a:srgbClr val="0F172A"/>
                </a:solidFill>
                <a:latin typeface="Calibri"/>
              </a:defRPr>
            </a:pPr>
            <a:r>
              <a:t>{{ctx_value_3}}</a:t>
            </a:r>
          </a:p>
        </p:txBody>
      </p:sp>
      <p:sp>
        <p:nvSpPr>
          <p:cNvPr id="40" name="TextBox 39">
            <a:extLst>
              <a:ext uri="{FF2B5EF4-FFF2-40B4-BE49-F238E27FC236}">
                <a16:creationId xmlns:a16="http://schemas.microsoft.com/office/drawing/2014/main" id="{2424E226-43B6-F856-46C5-BE8758AAF3DC}"/>
              </a:ext>
            </a:extLst>
          </p:cNvPr>
          <p:cNvSpPr txBox="1"/>
          <p:nvPr userDrawn="1"/>
        </p:nvSpPr>
        <p:spPr>
          <a:xfrm>
            <a:off x="7498079" y="4160520"/>
            <a:ext cx="3657600" cy="32004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defRPr sz="800" b="0">
                <a:solidFill>
                  <a:srgbClr val="94A3B8"/>
                </a:solidFill>
                <a:latin typeface="Calibri"/>
              </a:defRPr>
            </a:pPr>
            <a:r>
              <a:t>{{ctx_source_3}}</a:t>
            </a:r>
          </a:p>
        </p:txBody>
      </p:sp>
      <p:sp>
        <p:nvSpPr>
          <p:cNvPr id="41" name="TextBox 40">
            <a:extLst>
              <a:ext uri="{FF2B5EF4-FFF2-40B4-BE49-F238E27FC236}">
                <a16:creationId xmlns:a16="http://schemas.microsoft.com/office/drawing/2014/main" id="{7394F18D-4F03-FB49-83C2-E49543C88877}"/>
              </a:ext>
            </a:extLst>
          </p:cNvPr>
          <p:cNvSpPr txBox="1"/>
          <p:nvPr userDrawn="1"/>
        </p:nvSpPr>
        <p:spPr>
          <a:xfrm>
            <a:off x="640080" y="4572000"/>
            <a:ext cx="3657600" cy="32004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defRPr sz="1000" b="0">
                <a:solidFill>
                  <a:srgbClr val="0F172A"/>
                </a:solidFill>
                <a:latin typeface="Calibri"/>
              </a:defRPr>
            </a:pPr>
            <a:r>
              <a:t>{{ctx_metric_4}}</a:t>
            </a:r>
          </a:p>
        </p:txBody>
      </p:sp>
      <p:sp>
        <p:nvSpPr>
          <p:cNvPr id="42" name="TextBox 41">
            <a:extLst>
              <a:ext uri="{FF2B5EF4-FFF2-40B4-BE49-F238E27FC236}">
                <a16:creationId xmlns:a16="http://schemas.microsoft.com/office/drawing/2014/main" id="{7D478CC2-79F2-953F-F5A1-99BF67B2D86C}"/>
              </a:ext>
            </a:extLst>
          </p:cNvPr>
          <p:cNvSpPr txBox="1"/>
          <p:nvPr userDrawn="1"/>
        </p:nvSpPr>
        <p:spPr>
          <a:xfrm>
            <a:off x="5029200" y="4572000"/>
            <a:ext cx="2286000" cy="32004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1000" b="1">
                <a:solidFill>
                  <a:srgbClr val="0F172A"/>
                </a:solidFill>
                <a:latin typeface="Calibri"/>
              </a:defRPr>
            </a:pPr>
            <a:r>
              <a:t>{{ctx_value_4}}</a:t>
            </a:r>
          </a:p>
        </p:txBody>
      </p:sp>
      <p:sp>
        <p:nvSpPr>
          <p:cNvPr id="43" name="TextBox 42">
            <a:extLst>
              <a:ext uri="{FF2B5EF4-FFF2-40B4-BE49-F238E27FC236}">
                <a16:creationId xmlns:a16="http://schemas.microsoft.com/office/drawing/2014/main" id="{148768DE-70D0-7F41-1E95-A02D278BDCD5}"/>
              </a:ext>
            </a:extLst>
          </p:cNvPr>
          <p:cNvSpPr txBox="1"/>
          <p:nvPr userDrawn="1"/>
        </p:nvSpPr>
        <p:spPr>
          <a:xfrm>
            <a:off x="7498079" y="4572000"/>
            <a:ext cx="3657600" cy="32004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defRPr sz="800" b="0">
                <a:solidFill>
                  <a:srgbClr val="94A3B8"/>
                </a:solidFill>
                <a:latin typeface="Calibri"/>
              </a:defRPr>
            </a:pPr>
            <a:r>
              <a:t>{{ctx_source_4}}</a:t>
            </a:r>
          </a:p>
        </p:txBody>
      </p:sp>
      <p:sp>
        <p:nvSpPr>
          <p:cNvPr id="44" name="TextBox 43">
            <a:extLst>
              <a:ext uri="{FF2B5EF4-FFF2-40B4-BE49-F238E27FC236}">
                <a16:creationId xmlns:a16="http://schemas.microsoft.com/office/drawing/2014/main" id="{65FF2A71-CF8F-8789-6685-C69A91EAAF1F}"/>
              </a:ext>
            </a:extLst>
          </p:cNvPr>
          <p:cNvSpPr txBox="1"/>
          <p:nvPr userDrawn="1"/>
        </p:nvSpPr>
        <p:spPr>
          <a:xfrm>
            <a:off x="640080" y="4983480"/>
            <a:ext cx="3657600" cy="32004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defRPr sz="1000" b="0">
                <a:solidFill>
                  <a:srgbClr val="0F172A"/>
                </a:solidFill>
                <a:latin typeface="Calibri"/>
              </a:defRPr>
            </a:pPr>
            <a:r>
              <a:t>{{ctx_metric_5}}</a:t>
            </a:r>
          </a:p>
        </p:txBody>
      </p:sp>
      <p:sp>
        <p:nvSpPr>
          <p:cNvPr id="45" name="TextBox 44">
            <a:extLst>
              <a:ext uri="{FF2B5EF4-FFF2-40B4-BE49-F238E27FC236}">
                <a16:creationId xmlns:a16="http://schemas.microsoft.com/office/drawing/2014/main" id="{F8F4F53E-4FE0-C034-1ADE-09824C7EC948}"/>
              </a:ext>
            </a:extLst>
          </p:cNvPr>
          <p:cNvSpPr txBox="1"/>
          <p:nvPr userDrawn="1"/>
        </p:nvSpPr>
        <p:spPr>
          <a:xfrm>
            <a:off x="5029200" y="4983480"/>
            <a:ext cx="2286000" cy="32004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1000" b="1">
                <a:solidFill>
                  <a:srgbClr val="0F172A"/>
                </a:solidFill>
                <a:latin typeface="Calibri"/>
              </a:defRPr>
            </a:pPr>
            <a:r>
              <a:t>{{ctx_value_5}}</a:t>
            </a:r>
          </a:p>
        </p:txBody>
      </p:sp>
      <p:sp>
        <p:nvSpPr>
          <p:cNvPr id="46" name="TextBox 45">
            <a:extLst>
              <a:ext uri="{FF2B5EF4-FFF2-40B4-BE49-F238E27FC236}">
                <a16:creationId xmlns:a16="http://schemas.microsoft.com/office/drawing/2014/main" id="{FCBAF7C9-2844-8010-C025-B4D9636F039D}"/>
              </a:ext>
            </a:extLst>
          </p:cNvPr>
          <p:cNvSpPr txBox="1"/>
          <p:nvPr userDrawn="1"/>
        </p:nvSpPr>
        <p:spPr>
          <a:xfrm>
            <a:off x="7498079" y="4983480"/>
            <a:ext cx="3657600" cy="32004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defRPr sz="800" b="0">
                <a:solidFill>
                  <a:srgbClr val="94A3B8"/>
                </a:solidFill>
                <a:latin typeface="Calibri"/>
              </a:defRPr>
            </a:pPr>
            <a:r>
              <a:t>{{ctx_source_5}}</a:t>
            </a:r>
          </a:p>
        </p:txBody>
      </p:sp>
      <p:sp>
        <p:nvSpPr>
          <p:cNvPr id="47" name="TextBox 46">
            <a:extLst>
              <a:ext uri="{FF2B5EF4-FFF2-40B4-BE49-F238E27FC236}">
                <a16:creationId xmlns:a16="http://schemas.microsoft.com/office/drawing/2014/main" id="{975D95F5-92F3-148F-AE7E-C67D40835A26}"/>
              </a:ext>
            </a:extLst>
          </p:cNvPr>
          <p:cNvSpPr txBox="1"/>
          <p:nvPr userDrawn="1"/>
        </p:nvSpPr>
        <p:spPr>
          <a:xfrm>
            <a:off x="640080" y="5394960"/>
            <a:ext cx="3657600" cy="32004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defRPr sz="1000" b="0">
                <a:solidFill>
                  <a:srgbClr val="0F172A"/>
                </a:solidFill>
                <a:latin typeface="Calibri"/>
              </a:defRPr>
            </a:pPr>
            <a:r>
              <a:t>{{ctx_metric_6}}</a:t>
            </a:r>
          </a:p>
        </p:txBody>
      </p:sp>
      <p:sp>
        <p:nvSpPr>
          <p:cNvPr id="48" name="TextBox 47">
            <a:extLst>
              <a:ext uri="{FF2B5EF4-FFF2-40B4-BE49-F238E27FC236}">
                <a16:creationId xmlns:a16="http://schemas.microsoft.com/office/drawing/2014/main" id="{C51742C6-6531-843F-2846-5DFD556E3B43}"/>
              </a:ext>
            </a:extLst>
          </p:cNvPr>
          <p:cNvSpPr txBox="1"/>
          <p:nvPr userDrawn="1"/>
        </p:nvSpPr>
        <p:spPr>
          <a:xfrm>
            <a:off x="5029200" y="5394960"/>
            <a:ext cx="2286000" cy="32004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1000" b="1">
                <a:solidFill>
                  <a:srgbClr val="0F172A"/>
                </a:solidFill>
                <a:latin typeface="Calibri"/>
              </a:defRPr>
            </a:pPr>
            <a:r>
              <a:t>{{ctx_value_6}}</a:t>
            </a:r>
          </a:p>
        </p:txBody>
      </p:sp>
      <p:sp>
        <p:nvSpPr>
          <p:cNvPr id="49" name="TextBox 48">
            <a:extLst>
              <a:ext uri="{FF2B5EF4-FFF2-40B4-BE49-F238E27FC236}">
                <a16:creationId xmlns:a16="http://schemas.microsoft.com/office/drawing/2014/main" id="{A927332F-07AD-E92A-90DE-B6D54EE6A806}"/>
              </a:ext>
            </a:extLst>
          </p:cNvPr>
          <p:cNvSpPr txBox="1"/>
          <p:nvPr userDrawn="1"/>
        </p:nvSpPr>
        <p:spPr>
          <a:xfrm>
            <a:off x="7498079" y="5394960"/>
            <a:ext cx="3657600" cy="32004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defRPr sz="800" b="0">
                <a:solidFill>
                  <a:srgbClr val="94A3B8"/>
                </a:solidFill>
                <a:latin typeface="Calibri"/>
              </a:defRPr>
            </a:pPr>
            <a:r>
              <a:t>{{ctx_source_6}}</a:t>
            </a:r>
          </a:p>
        </p:txBody>
      </p:sp>
      <p:sp>
        <p:nvSpPr>
          <p:cNvPr id="50" name="TextBox 49">
            <a:extLst>
              <a:ext uri="{FF2B5EF4-FFF2-40B4-BE49-F238E27FC236}">
                <a16:creationId xmlns:a16="http://schemas.microsoft.com/office/drawing/2014/main" id="{A6C30E17-1B84-FB22-95DD-3383E99912E4}"/>
              </a:ext>
            </a:extLst>
          </p:cNvPr>
          <p:cNvSpPr txBox="1"/>
          <p:nvPr userDrawn="1"/>
        </p:nvSpPr>
        <p:spPr>
          <a:xfrm>
            <a:off x="1572768" y="89654"/>
            <a:ext cx="1737360" cy="36933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900" b="1">
                <a:solidFill>
                  <a:srgbClr val="FFFFFF"/>
                </a:solidFill>
                <a:latin typeface="Calibri"/>
              </a:defRPr>
            </a:pPr>
            <a:r>
              <a:rPr dirty="0">
                <a:solidFill>
                  <a:srgbClr val="C4B5FD"/>
                </a:solidFill>
                <a:latin typeface="Arial" panose="020B0604020202020204" pitchFamily="34" charset="0"/>
                <a:cs typeface="Arial" panose="020B0604020202020204" pitchFamily="34" charset="0"/>
              </a:rPr>
              <a:t>PREVALENCE &amp; EPIDEMIOLOGY</a:t>
            </a:r>
          </a:p>
        </p:txBody>
      </p:sp>
      <p:sp>
        <p:nvSpPr>
          <p:cNvPr id="51" name="TextBox 50">
            <a:extLst>
              <a:ext uri="{FF2B5EF4-FFF2-40B4-BE49-F238E27FC236}">
                <a16:creationId xmlns:a16="http://schemas.microsoft.com/office/drawing/2014/main" id="{939E00D5-73D9-B2BA-7D68-781EE762497D}"/>
              </a:ext>
            </a:extLst>
          </p:cNvPr>
          <p:cNvSpPr txBox="1"/>
          <p:nvPr userDrawn="1"/>
        </p:nvSpPr>
        <p:spPr>
          <a:xfrm>
            <a:off x="3566160" y="128390"/>
            <a:ext cx="4572000" cy="34747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defRPr sz="1200" b="0">
                <a:solidFill>
                  <a:srgbClr val="CBD5E1"/>
                </a:solidFill>
                <a:latin typeface="Calibri"/>
              </a:defRPr>
            </a:pPr>
            <a:r>
              <a:t>{{drug_label}}</a:t>
            </a:r>
          </a:p>
        </p:txBody>
      </p:sp>
    </p:spTree>
    <p:extLst>
      <p:ext uri="{BB962C8B-B14F-4D97-AF65-F5344CB8AC3E}">
        <p14:creationId xmlns:p14="http://schemas.microsoft.com/office/powerpoint/2010/main" val="4147779912"/>
      </p:ext>
    </p:extLst>
  </p:cSld>
  <p:clrMapOvr>
    <a:masterClrMapping/>
  </p:clrMapOvr>
</p:sldLayout>
</file>

<file path=ppt/slideLayouts/slideLayout51.xml><?xml version="1.0" encoding="utf-8"?>
<p:sldLayout xmlns:a="http://schemas.openxmlformats.org/drawingml/2006/main" xmlns:r="http://schemas.openxmlformats.org/officeDocument/2006/relationships" xmlns:p="http://schemas.openxmlformats.org/presentationml/2006/main" preserve="1" userDrawn="1">
  <p:cSld name="FORESTPLOT_grey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7" name="Rounded Rectangle 9" descr="CHART_AREA">
            <a:extLst>
              <a:ext uri="{FF2B5EF4-FFF2-40B4-BE49-F238E27FC236}">
                <a16:creationId xmlns:a16="http://schemas.microsoft.com/office/drawing/2014/main" id="{14F771B1-9F53-87B6-B769-811FF6E7FB02}"/>
              </a:ext>
            </a:extLst>
          </p:cNvPr>
          <p:cNvSpPr/>
          <p:nvPr userDrawn="1"/>
        </p:nvSpPr>
        <p:spPr>
          <a:xfrm>
            <a:off x="4847909" y="822960"/>
            <a:ext cx="6400800" cy="5615216"/>
          </a:xfrm>
          <a:prstGeom prst="roundRect">
            <a:avLst/>
          </a:prstGeom>
          <a:solidFill>
            <a:srgbClr val="FFFFFF"/>
          </a:solidFill>
          <a:ln w="12700">
            <a:solidFill>
              <a:srgbClr val="E5E7EB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8" name="Rectangle 7">
            <a:extLst>
              <a:ext uri="{FF2B5EF4-FFF2-40B4-BE49-F238E27FC236}">
                <a16:creationId xmlns:a16="http://schemas.microsoft.com/office/drawing/2014/main" id="{F7AB946A-1346-E902-8B23-0778DEDAF545}"/>
              </a:ext>
            </a:extLst>
          </p:cNvPr>
          <p:cNvSpPr/>
          <p:nvPr userDrawn="1"/>
        </p:nvSpPr>
        <p:spPr>
          <a:xfrm>
            <a:off x="166180" y="658368"/>
            <a:ext cx="11859768" cy="329184"/>
          </a:xfrm>
          <a:prstGeom prst="rect">
            <a:avLst/>
          </a:prstGeom>
          <a:solidFill>
            <a:srgbClr val="FAFBFF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9" name="Rectangle 8">
            <a:extLst>
              <a:ext uri="{FF2B5EF4-FFF2-40B4-BE49-F238E27FC236}">
                <a16:creationId xmlns:a16="http://schemas.microsoft.com/office/drawing/2014/main" id="{17313F02-0759-A7ED-A26C-C2E08A33BF9C}"/>
              </a:ext>
            </a:extLst>
          </p:cNvPr>
          <p:cNvSpPr/>
          <p:nvPr userDrawn="1"/>
        </p:nvSpPr>
        <p:spPr>
          <a:xfrm>
            <a:off x="166180" y="987552"/>
            <a:ext cx="11859768" cy="9144"/>
          </a:xfrm>
          <a:prstGeom prst="rect">
            <a:avLst/>
          </a:prstGeom>
          <a:solidFill>
            <a:srgbClr val="F1F5F9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10" name="Rectangle 9">
            <a:extLst>
              <a:ext uri="{FF2B5EF4-FFF2-40B4-BE49-F238E27FC236}">
                <a16:creationId xmlns:a16="http://schemas.microsoft.com/office/drawing/2014/main" id="{58B3BF1F-7391-A33D-EB72-511C4CEFA271}"/>
              </a:ext>
            </a:extLst>
          </p:cNvPr>
          <p:cNvSpPr/>
          <p:nvPr userDrawn="1"/>
        </p:nvSpPr>
        <p:spPr>
          <a:xfrm>
            <a:off x="294196" y="815125"/>
            <a:ext cx="64008" cy="64008"/>
          </a:xfrm>
          <a:prstGeom prst="rect">
            <a:avLst/>
          </a:prstGeom>
          <a:solidFill>
            <a:srgbClr val="8B5CF6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11" name="TextBox 10">
            <a:extLst>
              <a:ext uri="{FF2B5EF4-FFF2-40B4-BE49-F238E27FC236}">
                <a16:creationId xmlns:a16="http://schemas.microsoft.com/office/drawing/2014/main" id="{247D5147-26DF-CB9F-5A27-17D5D2113B47}"/>
              </a:ext>
            </a:extLst>
          </p:cNvPr>
          <p:cNvSpPr txBox="1"/>
          <p:nvPr userDrawn="1"/>
        </p:nvSpPr>
        <p:spPr>
          <a:xfrm>
            <a:off x="403924" y="731519"/>
            <a:ext cx="3657600" cy="23083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defRPr sz="900" b="1" i="0">
                <a:solidFill>
                  <a:srgbClr val="64748B"/>
                </a:solidFill>
                <a:latin typeface="Arial"/>
              </a:defRPr>
            </a:pPr>
            <a:r>
              <a:rPr sz="900"/>
              <a:t>{{forest_title}}</a:t>
            </a:r>
          </a:p>
        </p:txBody>
      </p:sp>
      <p:sp>
        <p:nvSpPr>
          <p:cNvPr id="12" name="TextBox 11">
            <a:extLst>
              <a:ext uri="{FF2B5EF4-FFF2-40B4-BE49-F238E27FC236}">
                <a16:creationId xmlns:a16="http://schemas.microsoft.com/office/drawing/2014/main" id="{92D55372-5CD5-D3D7-FC8F-66B1ABEDCB9C}"/>
              </a:ext>
            </a:extLst>
          </p:cNvPr>
          <p:cNvSpPr txBox="1"/>
          <p:nvPr userDrawn="1"/>
        </p:nvSpPr>
        <p:spPr>
          <a:xfrm>
            <a:off x="330772" y="1060704"/>
            <a:ext cx="2926080" cy="215444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defRPr sz="800" b="1" i="0">
                <a:solidFill>
                  <a:srgbClr val="64748B"/>
                </a:solidFill>
                <a:latin typeface="Arial"/>
              </a:defRPr>
            </a:pPr>
            <a:r>
              <a:rPr sz="800"/>
              <a:t>Subgroup</a:t>
            </a:r>
          </a:p>
        </p:txBody>
      </p:sp>
      <p:sp>
        <p:nvSpPr>
          <p:cNvPr id="13" name="TextBox 12">
            <a:extLst>
              <a:ext uri="{FF2B5EF4-FFF2-40B4-BE49-F238E27FC236}">
                <a16:creationId xmlns:a16="http://schemas.microsoft.com/office/drawing/2014/main" id="{55E59C60-BADD-9990-8470-F4BA3285BE08}"/>
              </a:ext>
            </a:extLst>
          </p:cNvPr>
          <p:cNvSpPr txBox="1"/>
          <p:nvPr userDrawn="1"/>
        </p:nvSpPr>
        <p:spPr>
          <a:xfrm>
            <a:off x="3384868" y="1060704"/>
            <a:ext cx="548640" cy="215444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800" b="1" i="0">
                <a:solidFill>
                  <a:srgbClr val="64748B"/>
                </a:solidFill>
                <a:latin typeface="Arial"/>
              </a:defRPr>
            </a:pPr>
            <a:r>
              <a:rPr sz="800"/>
              <a:t>N</a:t>
            </a:r>
          </a:p>
        </p:txBody>
      </p:sp>
      <p:sp>
        <p:nvSpPr>
          <p:cNvPr id="14" name="TextBox 13">
            <a:extLst>
              <a:ext uri="{FF2B5EF4-FFF2-40B4-BE49-F238E27FC236}">
                <a16:creationId xmlns:a16="http://schemas.microsoft.com/office/drawing/2014/main" id="{97FDF252-8D16-36D3-B638-3C9B37B24E7F}"/>
              </a:ext>
            </a:extLst>
          </p:cNvPr>
          <p:cNvSpPr txBox="1"/>
          <p:nvPr userDrawn="1"/>
        </p:nvSpPr>
        <p:spPr>
          <a:xfrm>
            <a:off x="4024948" y="1060704"/>
            <a:ext cx="842838" cy="215444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800" b="1" i="0">
                <a:solidFill>
                  <a:srgbClr val="64748B"/>
                </a:solidFill>
                <a:latin typeface="Arial"/>
              </a:defRPr>
            </a:pPr>
            <a:r>
              <a:rPr sz="800" dirty="0"/>
              <a:t>HR (95% CI)</a:t>
            </a:r>
          </a:p>
        </p:txBody>
      </p:sp>
      <p:sp>
        <p:nvSpPr>
          <p:cNvPr id="15" name="TextBox 14">
            <a:extLst>
              <a:ext uri="{FF2B5EF4-FFF2-40B4-BE49-F238E27FC236}">
                <a16:creationId xmlns:a16="http://schemas.microsoft.com/office/drawing/2014/main" id="{2CFAA986-9E5F-F0E7-6F3F-D5043D836F5B}"/>
              </a:ext>
            </a:extLst>
          </p:cNvPr>
          <p:cNvSpPr txBox="1"/>
          <p:nvPr userDrawn="1"/>
        </p:nvSpPr>
        <p:spPr>
          <a:xfrm>
            <a:off x="4939348" y="1060705"/>
            <a:ext cx="3108960" cy="200055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defRPr sz="700" b="1" i="0">
                <a:solidFill>
                  <a:srgbClr val="8B5CF6"/>
                </a:solidFill>
                <a:latin typeface="Arial"/>
              </a:defRPr>
            </a:pPr>
            <a:r>
              <a:rPr sz="700" dirty="0"/>
              <a:t>{{</a:t>
            </a:r>
            <a:r>
              <a:rPr sz="700" dirty="0" err="1"/>
              <a:t>forest_favours_left</a:t>
            </a:r>
            <a:r>
              <a:rPr sz="700" dirty="0"/>
              <a:t>}}</a:t>
            </a:r>
          </a:p>
        </p:txBody>
      </p:sp>
      <p:sp>
        <p:nvSpPr>
          <p:cNvPr id="16" name="TextBox 15">
            <a:extLst>
              <a:ext uri="{FF2B5EF4-FFF2-40B4-BE49-F238E27FC236}">
                <a16:creationId xmlns:a16="http://schemas.microsoft.com/office/drawing/2014/main" id="{17CD72C9-BAE9-EB25-D0EA-883641485D65}"/>
              </a:ext>
            </a:extLst>
          </p:cNvPr>
          <p:cNvSpPr txBox="1"/>
          <p:nvPr userDrawn="1"/>
        </p:nvSpPr>
        <p:spPr>
          <a:xfrm>
            <a:off x="8048308" y="1060705"/>
            <a:ext cx="3108960" cy="200055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700" b="1" i="0">
                <a:solidFill>
                  <a:srgbClr val="94A3B8"/>
                </a:solidFill>
                <a:latin typeface="Arial"/>
              </a:defRPr>
            </a:pPr>
            <a:r>
              <a:rPr sz="700"/>
              <a:t>{{forest_favours_right}}</a:t>
            </a:r>
          </a:p>
        </p:txBody>
      </p:sp>
      <p:sp>
        <p:nvSpPr>
          <p:cNvPr id="17" name="Rectangle 16">
            <a:extLst>
              <a:ext uri="{FF2B5EF4-FFF2-40B4-BE49-F238E27FC236}">
                <a16:creationId xmlns:a16="http://schemas.microsoft.com/office/drawing/2014/main" id="{4768E1A6-D865-B61B-1882-C1D86357E77F}"/>
              </a:ext>
            </a:extLst>
          </p:cNvPr>
          <p:cNvSpPr/>
          <p:nvPr userDrawn="1"/>
        </p:nvSpPr>
        <p:spPr>
          <a:xfrm>
            <a:off x="330772" y="1238019"/>
            <a:ext cx="10826496" cy="9144"/>
          </a:xfrm>
          <a:prstGeom prst="rect">
            <a:avLst/>
          </a:prstGeom>
          <a:solidFill>
            <a:srgbClr val="E5E7EB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19" name="TextBox 18">
            <a:extLst>
              <a:ext uri="{FF2B5EF4-FFF2-40B4-BE49-F238E27FC236}">
                <a16:creationId xmlns:a16="http://schemas.microsoft.com/office/drawing/2014/main" id="{822BEDD1-6197-B69C-6BF2-2DACCD744242}"/>
              </a:ext>
            </a:extLst>
          </p:cNvPr>
          <p:cNvSpPr txBox="1"/>
          <p:nvPr userDrawn="1"/>
        </p:nvSpPr>
        <p:spPr>
          <a:xfrm>
            <a:off x="5392274" y="5779008"/>
            <a:ext cx="365760" cy="200055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700" b="0" i="0">
                <a:solidFill>
                  <a:srgbClr val="94A3B8"/>
                </a:solidFill>
                <a:latin typeface="Arial"/>
              </a:defRPr>
            </a:pPr>
            <a:r>
              <a:rPr sz="700"/>
              <a:t>0.2</a:t>
            </a:r>
          </a:p>
        </p:txBody>
      </p:sp>
      <p:sp>
        <p:nvSpPr>
          <p:cNvPr id="20" name="Rectangle 19">
            <a:extLst>
              <a:ext uri="{FF2B5EF4-FFF2-40B4-BE49-F238E27FC236}">
                <a16:creationId xmlns:a16="http://schemas.microsoft.com/office/drawing/2014/main" id="{688E3720-8C11-2052-F9EF-A70FF9C5577C}"/>
              </a:ext>
            </a:extLst>
          </p:cNvPr>
          <p:cNvSpPr/>
          <p:nvPr userDrawn="1"/>
        </p:nvSpPr>
        <p:spPr>
          <a:xfrm>
            <a:off x="5575154" y="5733288"/>
            <a:ext cx="4572" cy="54864"/>
          </a:xfrm>
          <a:prstGeom prst="rect">
            <a:avLst/>
          </a:prstGeom>
          <a:solidFill>
            <a:srgbClr val="94A3B8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21" name="TextBox 20">
            <a:extLst>
              <a:ext uri="{FF2B5EF4-FFF2-40B4-BE49-F238E27FC236}">
                <a16:creationId xmlns:a16="http://schemas.microsoft.com/office/drawing/2014/main" id="{53A84032-6D3E-925B-4CBB-5152EEAC83E6}"/>
              </a:ext>
            </a:extLst>
          </p:cNvPr>
          <p:cNvSpPr txBox="1"/>
          <p:nvPr userDrawn="1"/>
        </p:nvSpPr>
        <p:spPr>
          <a:xfrm>
            <a:off x="8949293" y="5779008"/>
            <a:ext cx="365760" cy="200055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700" b="0" i="0">
                <a:solidFill>
                  <a:srgbClr val="94A3B8"/>
                </a:solidFill>
                <a:latin typeface="Arial"/>
              </a:defRPr>
            </a:pPr>
            <a:r>
              <a:rPr sz="700"/>
              <a:t>1.0</a:t>
            </a:r>
          </a:p>
        </p:txBody>
      </p:sp>
      <p:sp>
        <p:nvSpPr>
          <p:cNvPr id="22" name="Rectangle 21">
            <a:extLst>
              <a:ext uri="{FF2B5EF4-FFF2-40B4-BE49-F238E27FC236}">
                <a16:creationId xmlns:a16="http://schemas.microsoft.com/office/drawing/2014/main" id="{AA575235-3E7D-B7CF-318F-B1CCF3213705}"/>
              </a:ext>
            </a:extLst>
          </p:cNvPr>
          <p:cNvSpPr/>
          <p:nvPr userDrawn="1"/>
        </p:nvSpPr>
        <p:spPr>
          <a:xfrm>
            <a:off x="9132173" y="5733288"/>
            <a:ext cx="4572" cy="54864"/>
          </a:xfrm>
          <a:prstGeom prst="rect">
            <a:avLst/>
          </a:prstGeom>
          <a:solidFill>
            <a:srgbClr val="94A3B8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23" name="TextBox 22">
            <a:extLst>
              <a:ext uri="{FF2B5EF4-FFF2-40B4-BE49-F238E27FC236}">
                <a16:creationId xmlns:a16="http://schemas.microsoft.com/office/drawing/2014/main" id="{0D2F083A-9C7C-1424-583C-0ACAF19B81EF}"/>
              </a:ext>
            </a:extLst>
          </p:cNvPr>
          <p:cNvSpPr txBox="1"/>
          <p:nvPr userDrawn="1"/>
        </p:nvSpPr>
        <p:spPr>
          <a:xfrm>
            <a:off x="10481218" y="5779008"/>
            <a:ext cx="365760" cy="200055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700" b="0" i="0">
                <a:solidFill>
                  <a:srgbClr val="94A3B8"/>
                </a:solidFill>
                <a:latin typeface="Arial"/>
              </a:defRPr>
            </a:pPr>
            <a:r>
              <a:rPr sz="700"/>
              <a:t>2.0</a:t>
            </a:r>
          </a:p>
        </p:txBody>
      </p:sp>
      <p:sp>
        <p:nvSpPr>
          <p:cNvPr id="24" name="Rectangle 23">
            <a:extLst>
              <a:ext uri="{FF2B5EF4-FFF2-40B4-BE49-F238E27FC236}">
                <a16:creationId xmlns:a16="http://schemas.microsoft.com/office/drawing/2014/main" id="{0EF008DD-4CAF-4EA8-4C72-6E425571CB10}"/>
              </a:ext>
            </a:extLst>
          </p:cNvPr>
          <p:cNvSpPr/>
          <p:nvPr userDrawn="1"/>
        </p:nvSpPr>
        <p:spPr>
          <a:xfrm>
            <a:off x="10664098" y="5733288"/>
            <a:ext cx="4572" cy="54864"/>
          </a:xfrm>
          <a:prstGeom prst="rect">
            <a:avLst/>
          </a:prstGeom>
          <a:solidFill>
            <a:srgbClr val="94A3B8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25" name="Rectangle 24">
            <a:extLst>
              <a:ext uri="{FF2B5EF4-FFF2-40B4-BE49-F238E27FC236}">
                <a16:creationId xmlns:a16="http://schemas.microsoft.com/office/drawing/2014/main" id="{8C7EDD4D-CCFC-68F4-52CF-024D24CE039E}"/>
              </a:ext>
            </a:extLst>
          </p:cNvPr>
          <p:cNvSpPr/>
          <p:nvPr userDrawn="1"/>
        </p:nvSpPr>
        <p:spPr>
          <a:xfrm>
            <a:off x="330772" y="1298448"/>
            <a:ext cx="10826496" cy="201168"/>
          </a:xfrm>
          <a:prstGeom prst="rect">
            <a:avLst/>
          </a:prstGeom>
          <a:solidFill>
            <a:srgbClr val="FAFBFF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26" name="TextBox 25">
            <a:extLst>
              <a:ext uri="{FF2B5EF4-FFF2-40B4-BE49-F238E27FC236}">
                <a16:creationId xmlns:a16="http://schemas.microsoft.com/office/drawing/2014/main" id="{8D6237D4-1B6C-3B3D-DC7B-C6A2BA8F8213}"/>
              </a:ext>
            </a:extLst>
          </p:cNvPr>
          <p:cNvSpPr txBox="1"/>
          <p:nvPr userDrawn="1"/>
        </p:nvSpPr>
        <p:spPr>
          <a:xfrm>
            <a:off x="330772" y="1316736"/>
            <a:ext cx="2926080" cy="215444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defRPr sz="800" b="1" i="0">
                <a:solidFill>
                  <a:srgbClr val="0F172A"/>
                </a:solidFill>
                <a:latin typeface="Arial"/>
              </a:defRPr>
            </a:pPr>
            <a:r>
              <a:rPr sz="800"/>
              <a:t>{{sg_overall_name}}</a:t>
            </a:r>
          </a:p>
        </p:txBody>
      </p:sp>
      <p:sp>
        <p:nvSpPr>
          <p:cNvPr id="27" name="TextBox 26">
            <a:extLst>
              <a:ext uri="{FF2B5EF4-FFF2-40B4-BE49-F238E27FC236}">
                <a16:creationId xmlns:a16="http://schemas.microsoft.com/office/drawing/2014/main" id="{42C28C69-F7D6-A220-1FE5-30808E60E555}"/>
              </a:ext>
            </a:extLst>
          </p:cNvPr>
          <p:cNvSpPr txBox="1"/>
          <p:nvPr userDrawn="1"/>
        </p:nvSpPr>
        <p:spPr>
          <a:xfrm>
            <a:off x="3384868" y="1316736"/>
            <a:ext cx="548640" cy="215444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800" b="0" i="0">
                <a:solidFill>
                  <a:srgbClr val="64748B"/>
                </a:solidFill>
                <a:latin typeface="Arial"/>
              </a:defRPr>
            </a:pPr>
            <a:r>
              <a:rPr sz="800"/>
              <a:t>{{sg_overall_n}}</a:t>
            </a:r>
          </a:p>
        </p:txBody>
      </p:sp>
      <p:sp>
        <p:nvSpPr>
          <p:cNvPr id="28" name="TextBox 27">
            <a:extLst>
              <a:ext uri="{FF2B5EF4-FFF2-40B4-BE49-F238E27FC236}">
                <a16:creationId xmlns:a16="http://schemas.microsoft.com/office/drawing/2014/main" id="{3E23D2CC-E9E7-7CEE-4E9E-75750F91E19B}"/>
              </a:ext>
            </a:extLst>
          </p:cNvPr>
          <p:cNvSpPr txBox="1"/>
          <p:nvPr userDrawn="1"/>
        </p:nvSpPr>
        <p:spPr>
          <a:xfrm>
            <a:off x="4024948" y="1316736"/>
            <a:ext cx="731520" cy="215444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800" b="1" i="0">
                <a:solidFill>
                  <a:srgbClr val="0F172A"/>
                </a:solidFill>
                <a:latin typeface="Arial"/>
              </a:defRPr>
            </a:pPr>
            <a:r>
              <a:rPr sz="800"/>
              <a:t>{{sg_overall_hr}}</a:t>
            </a:r>
          </a:p>
        </p:txBody>
      </p:sp>
      <p:sp>
        <p:nvSpPr>
          <p:cNvPr id="29" name="TextBox 28">
            <a:extLst>
              <a:ext uri="{FF2B5EF4-FFF2-40B4-BE49-F238E27FC236}">
                <a16:creationId xmlns:a16="http://schemas.microsoft.com/office/drawing/2014/main" id="{861B1F3E-FA36-C35B-0D1F-F03642A91FF8}"/>
              </a:ext>
            </a:extLst>
          </p:cNvPr>
          <p:cNvSpPr txBox="1"/>
          <p:nvPr userDrawn="1"/>
        </p:nvSpPr>
        <p:spPr>
          <a:xfrm>
            <a:off x="330772" y="1700784"/>
            <a:ext cx="2926080" cy="215444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defRPr sz="800" b="1" i="0">
                <a:solidFill>
                  <a:srgbClr val="0F172A"/>
                </a:solidFill>
                <a:latin typeface="Arial"/>
              </a:defRPr>
            </a:pPr>
            <a:r>
              <a:rPr sz="800"/>
              <a:t>{{sg_age_header_name}}</a:t>
            </a:r>
          </a:p>
        </p:txBody>
      </p:sp>
      <p:sp>
        <p:nvSpPr>
          <p:cNvPr id="30" name="TextBox 29">
            <a:extLst>
              <a:ext uri="{FF2B5EF4-FFF2-40B4-BE49-F238E27FC236}">
                <a16:creationId xmlns:a16="http://schemas.microsoft.com/office/drawing/2014/main" id="{585B4175-248E-1F50-F61A-8D66CEDDF07E}"/>
              </a:ext>
            </a:extLst>
          </p:cNvPr>
          <p:cNvSpPr txBox="1"/>
          <p:nvPr userDrawn="1"/>
        </p:nvSpPr>
        <p:spPr>
          <a:xfrm>
            <a:off x="330772" y="1920240"/>
            <a:ext cx="2926080" cy="215444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defRPr sz="800" b="0" i="0">
                <a:solidFill>
                  <a:srgbClr val="475569"/>
                </a:solidFill>
                <a:latin typeface="Arial"/>
              </a:defRPr>
            </a:pPr>
            <a:r>
              <a:rPr sz="800"/>
              <a:t>{{sg_age_lt65_name}}</a:t>
            </a:r>
          </a:p>
        </p:txBody>
      </p:sp>
      <p:sp>
        <p:nvSpPr>
          <p:cNvPr id="31" name="TextBox 30">
            <a:extLst>
              <a:ext uri="{FF2B5EF4-FFF2-40B4-BE49-F238E27FC236}">
                <a16:creationId xmlns:a16="http://schemas.microsoft.com/office/drawing/2014/main" id="{FA62415F-C1D2-EDA4-0F3A-03EF2856190A}"/>
              </a:ext>
            </a:extLst>
          </p:cNvPr>
          <p:cNvSpPr txBox="1"/>
          <p:nvPr userDrawn="1"/>
        </p:nvSpPr>
        <p:spPr>
          <a:xfrm>
            <a:off x="3384868" y="1920240"/>
            <a:ext cx="548640" cy="215444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800" b="0" i="0">
                <a:solidFill>
                  <a:srgbClr val="64748B"/>
                </a:solidFill>
                <a:latin typeface="Arial"/>
              </a:defRPr>
            </a:pPr>
            <a:r>
              <a:rPr sz="800"/>
              <a:t>{{sg_age_lt65_n}}</a:t>
            </a:r>
          </a:p>
        </p:txBody>
      </p:sp>
      <p:sp>
        <p:nvSpPr>
          <p:cNvPr id="32" name="TextBox 31">
            <a:extLst>
              <a:ext uri="{FF2B5EF4-FFF2-40B4-BE49-F238E27FC236}">
                <a16:creationId xmlns:a16="http://schemas.microsoft.com/office/drawing/2014/main" id="{2ADF60BA-1267-F625-C31D-CBDE09ED4FA4}"/>
              </a:ext>
            </a:extLst>
          </p:cNvPr>
          <p:cNvSpPr txBox="1"/>
          <p:nvPr userDrawn="1"/>
        </p:nvSpPr>
        <p:spPr>
          <a:xfrm>
            <a:off x="4024948" y="1920240"/>
            <a:ext cx="731520" cy="215444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800" b="1" i="0">
                <a:solidFill>
                  <a:srgbClr val="0F172A"/>
                </a:solidFill>
                <a:latin typeface="Arial"/>
              </a:defRPr>
            </a:pPr>
            <a:r>
              <a:rPr sz="800"/>
              <a:t>{{sg_age_lt65_hr}}</a:t>
            </a:r>
          </a:p>
        </p:txBody>
      </p:sp>
      <p:sp>
        <p:nvSpPr>
          <p:cNvPr id="33" name="Rectangle 32">
            <a:extLst>
              <a:ext uri="{FF2B5EF4-FFF2-40B4-BE49-F238E27FC236}">
                <a16:creationId xmlns:a16="http://schemas.microsoft.com/office/drawing/2014/main" id="{23CC740A-7C11-082C-60C0-22E490C4E39E}"/>
              </a:ext>
            </a:extLst>
          </p:cNvPr>
          <p:cNvSpPr/>
          <p:nvPr userDrawn="1"/>
        </p:nvSpPr>
        <p:spPr>
          <a:xfrm>
            <a:off x="330772" y="2103120"/>
            <a:ext cx="10826496" cy="201168"/>
          </a:xfrm>
          <a:prstGeom prst="rect">
            <a:avLst/>
          </a:prstGeom>
          <a:solidFill>
            <a:srgbClr val="FAFBFF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34" name="TextBox 33">
            <a:extLst>
              <a:ext uri="{FF2B5EF4-FFF2-40B4-BE49-F238E27FC236}">
                <a16:creationId xmlns:a16="http://schemas.microsoft.com/office/drawing/2014/main" id="{B197E3A4-7C39-A524-D0F6-EF361AE086E7}"/>
              </a:ext>
            </a:extLst>
          </p:cNvPr>
          <p:cNvSpPr txBox="1"/>
          <p:nvPr userDrawn="1"/>
        </p:nvSpPr>
        <p:spPr>
          <a:xfrm>
            <a:off x="330772" y="2121408"/>
            <a:ext cx="2926080" cy="215444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defRPr sz="800" b="0" i="0">
                <a:solidFill>
                  <a:srgbClr val="475569"/>
                </a:solidFill>
                <a:latin typeface="Arial"/>
              </a:defRPr>
            </a:pPr>
            <a:r>
              <a:rPr sz="800"/>
              <a:t>{{sg_age_gte65_name}}</a:t>
            </a:r>
          </a:p>
        </p:txBody>
      </p:sp>
      <p:sp>
        <p:nvSpPr>
          <p:cNvPr id="35" name="TextBox 34">
            <a:extLst>
              <a:ext uri="{FF2B5EF4-FFF2-40B4-BE49-F238E27FC236}">
                <a16:creationId xmlns:a16="http://schemas.microsoft.com/office/drawing/2014/main" id="{EA1121A2-616F-4FEA-7CE6-3AEEB073C037}"/>
              </a:ext>
            </a:extLst>
          </p:cNvPr>
          <p:cNvSpPr txBox="1"/>
          <p:nvPr userDrawn="1"/>
        </p:nvSpPr>
        <p:spPr>
          <a:xfrm>
            <a:off x="3384868" y="2121408"/>
            <a:ext cx="548640" cy="215444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800" b="0" i="0">
                <a:solidFill>
                  <a:srgbClr val="64748B"/>
                </a:solidFill>
                <a:latin typeface="Arial"/>
              </a:defRPr>
            </a:pPr>
            <a:r>
              <a:rPr sz="800"/>
              <a:t>{{sg_age_gte65_n}}</a:t>
            </a:r>
          </a:p>
        </p:txBody>
      </p:sp>
      <p:sp>
        <p:nvSpPr>
          <p:cNvPr id="36" name="TextBox 35">
            <a:extLst>
              <a:ext uri="{FF2B5EF4-FFF2-40B4-BE49-F238E27FC236}">
                <a16:creationId xmlns:a16="http://schemas.microsoft.com/office/drawing/2014/main" id="{7A2DC4E3-195D-9632-2991-64922E3F2F82}"/>
              </a:ext>
            </a:extLst>
          </p:cNvPr>
          <p:cNvSpPr txBox="1"/>
          <p:nvPr userDrawn="1"/>
        </p:nvSpPr>
        <p:spPr>
          <a:xfrm>
            <a:off x="4024948" y="2121408"/>
            <a:ext cx="731520" cy="215444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800" b="1" i="0">
                <a:solidFill>
                  <a:srgbClr val="0F172A"/>
                </a:solidFill>
                <a:latin typeface="Arial"/>
              </a:defRPr>
            </a:pPr>
            <a:r>
              <a:rPr sz="800"/>
              <a:t>{{sg_age_gte65_hr}}</a:t>
            </a:r>
          </a:p>
        </p:txBody>
      </p:sp>
      <p:sp>
        <p:nvSpPr>
          <p:cNvPr id="37" name="TextBox 36">
            <a:extLst>
              <a:ext uri="{FF2B5EF4-FFF2-40B4-BE49-F238E27FC236}">
                <a16:creationId xmlns:a16="http://schemas.microsoft.com/office/drawing/2014/main" id="{3C50B4E7-51B6-8015-7A63-D7441C6F318D}"/>
              </a:ext>
            </a:extLst>
          </p:cNvPr>
          <p:cNvSpPr txBox="1"/>
          <p:nvPr userDrawn="1"/>
        </p:nvSpPr>
        <p:spPr>
          <a:xfrm>
            <a:off x="330772" y="2505456"/>
            <a:ext cx="2926080" cy="215444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defRPr sz="800" b="1" i="0">
                <a:solidFill>
                  <a:srgbClr val="0F172A"/>
                </a:solidFill>
                <a:latin typeface="Arial"/>
              </a:defRPr>
            </a:pPr>
            <a:r>
              <a:rPr sz="800"/>
              <a:t>{{sg_prior_header_name}}</a:t>
            </a:r>
          </a:p>
        </p:txBody>
      </p:sp>
      <p:sp>
        <p:nvSpPr>
          <p:cNvPr id="38" name="TextBox 37">
            <a:extLst>
              <a:ext uri="{FF2B5EF4-FFF2-40B4-BE49-F238E27FC236}">
                <a16:creationId xmlns:a16="http://schemas.microsoft.com/office/drawing/2014/main" id="{4075ACE9-FD5E-9054-97EE-46F81BA423CF}"/>
              </a:ext>
            </a:extLst>
          </p:cNvPr>
          <p:cNvSpPr txBox="1"/>
          <p:nvPr userDrawn="1"/>
        </p:nvSpPr>
        <p:spPr>
          <a:xfrm>
            <a:off x="330772" y="2724912"/>
            <a:ext cx="2926080" cy="215444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defRPr sz="800" b="0" i="0">
                <a:solidFill>
                  <a:srgbClr val="475569"/>
                </a:solidFill>
                <a:latin typeface="Arial"/>
              </a:defRPr>
            </a:pPr>
            <a:r>
              <a:rPr sz="800"/>
              <a:t>{{sg_prior_1_name}}</a:t>
            </a:r>
          </a:p>
        </p:txBody>
      </p:sp>
      <p:sp>
        <p:nvSpPr>
          <p:cNvPr id="39" name="TextBox 38">
            <a:extLst>
              <a:ext uri="{FF2B5EF4-FFF2-40B4-BE49-F238E27FC236}">
                <a16:creationId xmlns:a16="http://schemas.microsoft.com/office/drawing/2014/main" id="{AB14F809-8A95-882B-5B64-11C5826D7E38}"/>
              </a:ext>
            </a:extLst>
          </p:cNvPr>
          <p:cNvSpPr txBox="1"/>
          <p:nvPr userDrawn="1"/>
        </p:nvSpPr>
        <p:spPr>
          <a:xfrm>
            <a:off x="3384868" y="2724912"/>
            <a:ext cx="548640" cy="215444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800" b="0" i="0">
                <a:solidFill>
                  <a:srgbClr val="64748B"/>
                </a:solidFill>
                <a:latin typeface="Arial"/>
              </a:defRPr>
            </a:pPr>
            <a:r>
              <a:rPr sz="800"/>
              <a:t>{{sg_prior_1_n}}</a:t>
            </a:r>
          </a:p>
        </p:txBody>
      </p:sp>
      <p:sp>
        <p:nvSpPr>
          <p:cNvPr id="40" name="TextBox 39">
            <a:extLst>
              <a:ext uri="{FF2B5EF4-FFF2-40B4-BE49-F238E27FC236}">
                <a16:creationId xmlns:a16="http://schemas.microsoft.com/office/drawing/2014/main" id="{674DA3EA-F83F-FD49-1B83-11ABF95ED40F}"/>
              </a:ext>
            </a:extLst>
          </p:cNvPr>
          <p:cNvSpPr txBox="1"/>
          <p:nvPr userDrawn="1"/>
        </p:nvSpPr>
        <p:spPr>
          <a:xfrm>
            <a:off x="4024948" y="2724912"/>
            <a:ext cx="731520" cy="215444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800" b="1" i="0">
                <a:solidFill>
                  <a:srgbClr val="0F172A"/>
                </a:solidFill>
                <a:latin typeface="Arial"/>
              </a:defRPr>
            </a:pPr>
            <a:r>
              <a:rPr sz="800"/>
              <a:t>{{sg_prior_1_hr}}</a:t>
            </a:r>
          </a:p>
        </p:txBody>
      </p:sp>
      <p:sp>
        <p:nvSpPr>
          <p:cNvPr id="41" name="Rectangle 40">
            <a:extLst>
              <a:ext uri="{FF2B5EF4-FFF2-40B4-BE49-F238E27FC236}">
                <a16:creationId xmlns:a16="http://schemas.microsoft.com/office/drawing/2014/main" id="{341D211C-21A3-1C1D-32CF-AA81CE26B5BA}"/>
              </a:ext>
            </a:extLst>
          </p:cNvPr>
          <p:cNvSpPr/>
          <p:nvPr userDrawn="1"/>
        </p:nvSpPr>
        <p:spPr>
          <a:xfrm>
            <a:off x="330772" y="2907791"/>
            <a:ext cx="10826496" cy="201168"/>
          </a:xfrm>
          <a:prstGeom prst="rect">
            <a:avLst/>
          </a:prstGeom>
          <a:solidFill>
            <a:srgbClr val="FAFBFF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42" name="TextBox 41">
            <a:extLst>
              <a:ext uri="{FF2B5EF4-FFF2-40B4-BE49-F238E27FC236}">
                <a16:creationId xmlns:a16="http://schemas.microsoft.com/office/drawing/2014/main" id="{E3A89DC2-A24F-5980-2CB2-D9594E13D234}"/>
              </a:ext>
            </a:extLst>
          </p:cNvPr>
          <p:cNvSpPr txBox="1"/>
          <p:nvPr userDrawn="1"/>
        </p:nvSpPr>
        <p:spPr>
          <a:xfrm>
            <a:off x="330772" y="2926079"/>
            <a:ext cx="2926080" cy="215444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defRPr sz="800" b="0" i="0">
                <a:solidFill>
                  <a:srgbClr val="475569"/>
                </a:solidFill>
                <a:latin typeface="Arial"/>
              </a:defRPr>
            </a:pPr>
            <a:r>
              <a:rPr sz="800"/>
              <a:t>{{sg_prior_2_3_name}}</a:t>
            </a:r>
          </a:p>
        </p:txBody>
      </p:sp>
      <p:sp>
        <p:nvSpPr>
          <p:cNvPr id="43" name="TextBox 42">
            <a:extLst>
              <a:ext uri="{FF2B5EF4-FFF2-40B4-BE49-F238E27FC236}">
                <a16:creationId xmlns:a16="http://schemas.microsoft.com/office/drawing/2014/main" id="{555560FF-AD46-A081-7B78-7C31F3B71854}"/>
              </a:ext>
            </a:extLst>
          </p:cNvPr>
          <p:cNvSpPr txBox="1"/>
          <p:nvPr userDrawn="1"/>
        </p:nvSpPr>
        <p:spPr>
          <a:xfrm>
            <a:off x="3384868" y="2926079"/>
            <a:ext cx="548640" cy="215444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800" b="0" i="0">
                <a:solidFill>
                  <a:srgbClr val="64748B"/>
                </a:solidFill>
                <a:latin typeface="Arial"/>
              </a:defRPr>
            </a:pPr>
            <a:r>
              <a:rPr sz="800"/>
              <a:t>{{sg_prior_2_3_n}}</a:t>
            </a:r>
          </a:p>
        </p:txBody>
      </p:sp>
      <p:sp>
        <p:nvSpPr>
          <p:cNvPr id="44" name="TextBox 43">
            <a:extLst>
              <a:ext uri="{FF2B5EF4-FFF2-40B4-BE49-F238E27FC236}">
                <a16:creationId xmlns:a16="http://schemas.microsoft.com/office/drawing/2014/main" id="{A84149DD-9B6E-E07F-6EC6-951CBBB79351}"/>
              </a:ext>
            </a:extLst>
          </p:cNvPr>
          <p:cNvSpPr txBox="1"/>
          <p:nvPr userDrawn="1"/>
        </p:nvSpPr>
        <p:spPr>
          <a:xfrm>
            <a:off x="4024948" y="2926079"/>
            <a:ext cx="731520" cy="215444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800" b="1" i="0">
                <a:solidFill>
                  <a:srgbClr val="0F172A"/>
                </a:solidFill>
                <a:latin typeface="Arial"/>
              </a:defRPr>
            </a:pPr>
            <a:r>
              <a:rPr sz="800"/>
              <a:t>{{sg_prior_2_3_hr}}</a:t>
            </a:r>
          </a:p>
        </p:txBody>
      </p:sp>
      <p:sp>
        <p:nvSpPr>
          <p:cNvPr id="45" name="TextBox 44">
            <a:extLst>
              <a:ext uri="{FF2B5EF4-FFF2-40B4-BE49-F238E27FC236}">
                <a16:creationId xmlns:a16="http://schemas.microsoft.com/office/drawing/2014/main" id="{612DAD83-6F1F-489D-553F-3BE435EFFC9C}"/>
              </a:ext>
            </a:extLst>
          </p:cNvPr>
          <p:cNvSpPr txBox="1"/>
          <p:nvPr userDrawn="1"/>
        </p:nvSpPr>
        <p:spPr>
          <a:xfrm>
            <a:off x="330772" y="3127248"/>
            <a:ext cx="2926080" cy="215444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defRPr sz="800" b="0" i="0">
                <a:solidFill>
                  <a:srgbClr val="475569"/>
                </a:solidFill>
                <a:latin typeface="Arial"/>
              </a:defRPr>
            </a:pPr>
            <a:r>
              <a:rPr sz="800"/>
              <a:t>{{sg_prior_gte4_name}}</a:t>
            </a:r>
          </a:p>
        </p:txBody>
      </p:sp>
      <p:sp>
        <p:nvSpPr>
          <p:cNvPr id="46" name="TextBox 45">
            <a:extLst>
              <a:ext uri="{FF2B5EF4-FFF2-40B4-BE49-F238E27FC236}">
                <a16:creationId xmlns:a16="http://schemas.microsoft.com/office/drawing/2014/main" id="{576282CF-41E9-0A04-2FAE-B65AD40AB8A7}"/>
              </a:ext>
            </a:extLst>
          </p:cNvPr>
          <p:cNvSpPr txBox="1"/>
          <p:nvPr userDrawn="1"/>
        </p:nvSpPr>
        <p:spPr>
          <a:xfrm>
            <a:off x="3384868" y="3127248"/>
            <a:ext cx="548640" cy="215444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800" b="0" i="0">
                <a:solidFill>
                  <a:srgbClr val="64748B"/>
                </a:solidFill>
                <a:latin typeface="Arial"/>
              </a:defRPr>
            </a:pPr>
            <a:r>
              <a:rPr sz="800"/>
              <a:t>{{sg_prior_gte4_n}}</a:t>
            </a:r>
          </a:p>
        </p:txBody>
      </p:sp>
      <p:sp>
        <p:nvSpPr>
          <p:cNvPr id="47" name="TextBox 46">
            <a:extLst>
              <a:ext uri="{FF2B5EF4-FFF2-40B4-BE49-F238E27FC236}">
                <a16:creationId xmlns:a16="http://schemas.microsoft.com/office/drawing/2014/main" id="{605BE384-09B8-7B6D-B73F-DE1FB2630270}"/>
              </a:ext>
            </a:extLst>
          </p:cNvPr>
          <p:cNvSpPr txBox="1"/>
          <p:nvPr userDrawn="1"/>
        </p:nvSpPr>
        <p:spPr>
          <a:xfrm>
            <a:off x="4024948" y="3127248"/>
            <a:ext cx="731520" cy="215444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800" b="1" i="0">
                <a:solidFill>
                  <a:srgbClr val="0F172A"/>
                </a:solidFill>
                <a:latin typeface="Arial"/>
              </a:defRPr>
            </a:pPr>
            <a:r>
              <a:rPr sz="800"/>
              <a:t>{{sg_prior_gte4_hr}}</a:t>
            </a:r>
          </a:p>
        </p:txBody>
      </p:sp>
      <p:sp>
        <p:nvSpPr>
          <p:cNvPr id="48" name="TextBox 47">
            <a:extLst>
              <a:ext uri="{FF2B5EF4-FFF2-40B4-BE49-F238E27FC236}">
                <a16:creationId xmlns:a16="http://schemas.microsoft.com/office/drawing/2014/main" id="{CA94CB53-96F6-9F9D-888A-BF1E0390567C}"/>
              </a:ext>
            </a:extLst>
          </p:cNvPr>
          <p:cNvSpPr txBox="1"/>
          <p:nvPr userDrawn="1"/>
        </p:nvSpPr>
        <p:spPr>
          <a:xfrm>
            <a:off x="330772" y="3511296"/>
            <a:ext cx="2926080" cy="215444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defRPr sz="800" b="1" i="0">
                <a:solidFill>
                  <a:srgbClr val="0F172A"/>
                </a:solidFill>
                <a:latin typeface="Arial"/>
              </a:defRPr>
            </a:pPr>
            <a:r>
              <a:rPr sz="800"/>
              <a:t>{{sg_refract_header_name}}</a:t>
            </a:r>
          </a:p>
        </p:txBody>
      </p:sp>
      <p:sp>
        <p:nvSpPr>
          <p:cNvPr id="49" name="Rectangle 48">
            <a:extLst>
              <a:ext uri="{FF2B5EF4-FFF2-40B4-BE49-F238E27FC236}">
                <a16:creationId xmlns:a16="http://schemas.microsoft.com/office/drawing/2014/main" id="{B1D2DC53-BDEF-8154-070C-F08941668E1B}"/>
              </a:ext>
            </a:extLst>
          </p:cNvPr>
          <p:cNvSpPr/>
          <p:nvPr userDrawn="1"/>
        </p:nvSpPr>
        <p:spPr>
          <a:xfrm>
            <a:off x="330772" y="3712464"/>
            <a:ext cx="10826496" cy="201168"/>
          </a:xfrm>
          <a:prstGeom prst="rect">
            <a:avLst/>
          </a:prstGeom>
          <a:solidFill>
            <a:srgbClr val="FAFBFF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50" name="TextBox 49">
            <a:extLst>
              <a:ext uri="{FF2B5EF4-FFF2-40B4-BE49-F238E27FC236}">
                <a16:creationId xmlns:a16="http://schemas.microsoft.com/office/drawing/2014/main" id="{E6134845-03EF-4819-D480-576116C4378A}"/>
              </a:ext>
            </a:extLst>
          </p:cNvPr>
          <p:cNvSpPr txBox="1"/>
          <p:nvPr userDrawn="1"/>
        </p:nvSpPr>
        <p:spPr>
          <a:xfrm>
            <a:off x="330772" y="3730752"/>
            <a:ext cx="2926080" cy="215444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defRPr sz="800" b="0" i="0">
                <a:solidFill>
                  <a:srgbClr val="475569"/>
                </a:solidFill>
                <a:latin typeface="Arial"/>
              </a:defRPr>
            </a:pPr>
            <a:r>
              <a:rPr sz="800"/>
              <a:t>{{sg_pi_refract_name}}</a:t>
            </a:r>
          </a:p>
        </p:txBody>
      </p:sp>
      <p:sp>
        <p:nvSpPr>
          <p:cNvPr id="51" name="TextBox 50">
            <a:extLst>
              <a:ext uri="{FF2B5EF4-FFF2-40B4-BE49-F238E27FC236}">
                <a16:creationId xmlns:a16="http://schemas.microsoft.com/office/drawing/2014/main" id="{67E8829D-545A-0D00-B531-751AC41AC515}"/>
              </a:ext>
            </a:extLst>
          </p:cNvPr>
          <p:cNvSpPr txBox="1"/>
          <p:nvPr userDrawn="1"/>
        </p:nvSpPr>
        <p:spPr>
          <a:xfrm>
            <a:off x="3384868" y="3730752"/>
            <a:ext cx="548640" cy="215444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800" b="0" i="0">
                <a:solidFill>
                  <a:srgbClr val="64748B"/>
                </a:solidFill>
                <a:latin typeface="Arial"/>
              </a:defRPr>
            </a:pPr>
            <a:r>
              <a:rPr sz="800"/>
              <a:t>{{sg_pi_refract_n}}</a:t>
            </a:r>
          </a:p>
        </p:txBody>
      </p:sp>
      <p:sp>
        <p:nvSpPr>
          <p:cNvPr id="52" name="TextBox 51">
            <a:extLst>
              <a:ext uri="{FF2B5EF4-FFF2-40B4-BE49-F238E27FC236}">
                <a16:creationId xmlns:a16="http://schemas.microsoft.com/office/drawing/2014/main" id="{E4012368-AD44-44CC-1C14-E4D90D2B368F}"/>
              </a:ext>
            </a:extLst>
          </p:cNvPr>
          <p:cNvSpPr txBox="1"/>
          <p:nvPr userDrawn="1"/>
        </p:nvSpPr>
        <p:spPr>
          <a:xfrm>
            <a:off x="4024948" y="3730752"/>
            <a:ext cx="731520" cy="215444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800" b="1" i="0">
                <a:solidFill>
                  <a:srgbClr val="0F172A"/>
                </a:solidFill>
                <a:latin typeface="Arial"/>
              </a:defRPr>
            </a:pPr>
            <a:r>
              <a:rPr sz="800"/>
              <a:t>{{sg_pi_refract_hr}}</a:t>
            </a:r>
          </a:p>
        </p:txBody>
      </p:sp>
      <p:sp>
        <p:nvSpPr>
          <p:cNvPr id="53" name="TextBox 52">
            <a:extLst>
              <a:ext uri="{FF2B5EF4-FFF2-40B4-BE49-F238E27FC236}">
                <a16:creationId xmlns:a16="http://schemas.microsoft.com/office/drawing/2014/main" id="{3807808F-FE3B-CA29-1A76-0A4730130B99}"/>
              </a:ext>
            </a:extLst>
          </p:cNvPr>
          <p:cNvSpPr txBox="1"/>
          <p:nvPr userDrawn="1"/>
        </p:nvSpPr>
        <p:spPr>
          <a:xfrm>
            <a:off x="330772" y="3931919"/>
            <a:ext cx="2926080" cy="215444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defRPr sz="800" b="0" i="0">
                <a:solidFill>
                  <a:srgbClr val="475569"/>
                </a:solidFill>
                <a:latin typeface="Arial"/>
              </a:defRPr>
            </a:pPr>
            <a:r>
              <a:rPr sz="800"/>
              <a:t>{{sg_imid_refract_name}}</a:t>
            </a:r>
          </a:p>
        </p:txBody>
      </p:sp>
      <p:sp>
        <p:nvSpPr>
          <p:cNvPr id="54" name="TextBox 53">
            <a:extLst>
              <a:ext uri="{FF2B5EF4-FFF2-40B4-BE49-F238E27FC236}">
                <a16:creationId xmlns:a16="http://schemas.microsoft.com/office/drawing/2014/main" id="{16281380-9431-1FB6-C39A-51AB0778DD93}"/>
              </a:ext>
            </a:extLst>
          </p:cNvPr>
          <p:cNvSpPr txBox="1"/>
          <p:nvPr userDrawn="1"/>
        </p:nvSpPr>
        <p:spPr>
          <a:xfrm>
            <a:off x="3384868" y="3931919"/>
            <a:ext cx="548640" cy="215444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800" b="0" i="0">
                <a:solidFill>
                  <a:srgbClr val="64748B"/>
                </a:solidFill>
                <a:latin typeface="Arial"/>
              </a:defRPr>
            </a:pPr>
            <a:r>
              <a:rPr sz="800"/>
              <a:t>{{sg_imid_refract_n}}</a:t>
            </a:r>
          </a:p>
        </p:txBody>
      </p:sp>
      <p:sp>
        <p:nvSpPr>
          <p:cNvPr id="55" name="TextBox 54">
            <a:extLst>
              <a:ext uri="{FF2B5EF4-FFF2-40B4-BE49-F238E27FC236}">
                <a16:creationId xmlns:a16="http://schemas.microsoft.com/office/drawing/2014/main" id="{B6C1FA67-41AB-B169-EEF8-927F97BF455F}"/>
              </a:ext>
            </a:extLst>
          </p:cNvPr>
          <p:cNvSpPr txBox="1"/>
          <p:nvPr userDrawn="1"/>
        </p:nvSpPr>
        <p:spPr>
          <a:xfrm>
            <a:off x="4024948" y="3931919"/>
            <a:ext cx="731520" cy="215444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800" b="1" i="0">
                <a:solidFill>
                  <a:srgbClr val="0F172A"/>
                </a:solidFill>
                <a:latin typeface="Arial"/>
              </a:defRPr>
            </a:pPr>
            <a:r>
              <a:rPr sz="800"/>
              <a:t>{{sg_imid_refract_hr}}</a:t>
            </a:r>
          </a:p>
        </p:txBody>
      </p:sp>
      <p:sp>
        <p:nvSpPr>
          <p:cNvPr id="56" name="Rectangle 55">
            <a:extLst>
              <a:ext uri="{FF2B5EF4-FFF2-40B4-BE49-F238E27FC236}">
                <a16:creationId xmlns:a16="http://schemas.microsoft.com/office/drawing/2014/main" id="{332AB552-3EE0-C2AE-E811-648A9DDC0CA5}"/>
              </a:ext>
            </a:extLst>
          </p:cNvPr>
          <p:cNvSpPr/>
          <p:nvPr userDrawn="1"/>
        </p:nvSpPr>
        <p:spPr>
          <a:xfrm>
            <a:off x="330772" y="4114800"/>
            <a:ext cx="10826496" cy="201168"/>
          </a:xfrm>
          <a:prstGeom prst="rect">
            <a:avLst/>
          </a:prstGeom>
          <a:solidFill>
            <a:srgbClr val="FAFBFF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57" name="TextBox 56">
            <a:extLst>
              <a:ext uri="{FF2B5EF4-FFF2-40B4-BE49-F238E27FC236}">
                <a16:creationId xmlns:a16="http://schemas.microsoft.com/office/drawing/2014/main" id="{C4E68C37-4BEA-63A6-AE68-756C8F4C64BE}"/>
              </a:ext>
            </a:extLst>
          </p:cNvPr>
          <p:cNvSpPr txBox="1"/>
          <p:nvPr userDrawn="1"/>
        </p:nvSpPr>
        <p:spPr>
          <a:xfrm>
            <a:off x="330772" y="4133087"/>
            <a:ext cx="2926080" cy="215444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defRPr sz="800" b="0" i="0">
                <a:solidFill>
                  <a:srgbClr val="475569"/>
                </a:solidFill>
                <a:latin typeface="Arial"/>
              </a:defRPr>
            </a:pPr>
            <a:r>
              <a:rPr sz="800"/>
              <a:t>{{sg_double_refract_name}}</a:t>
            </a:r>
          </a:p>
        </p:txBody>
      </p:sp>
      <p:sp>
        <p:nvSpPr>
          <p:cNvPr id="58" name="TextBox 57">
            <a:extLst>
              <a:ext uri="{FF2B5EF4-FFF2-40B4-BE49-F238E27FC236}">
                <a16:creationId xmlns:a16="http://schemas.microsoft.com/office/drawing/2014/main" id="{CCF2A537-EBE9-01C3-94A4-267A99A2AFE2}"/>
              </a:ext>
            </a:extLst>
          </p:cNvPr>
          <p:cNvSpPr txBox="1"/>
          <p:nvPr userDrawn="1"/>
        </p:nvSpPr>
        <p:spPr>
          <a:xfrm>
            <a:off x="3384868" y="4133087"/>
            <a:ext cx="548640" cy="215444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800" b="0" i="0">
                <a:solidFill>
                  <a:srgbClr val="64748B"/>
                </a:solidFill>
                <a:latin typeface="Arial"/>
              </a:defRPr>
            </a:pPr>
            <a:r>
              <a:rPr sz="800"/>
              <a:t>{{sg_double_refract_n}}</a:t>
            </a:r>
          </a:p>
        </p:txBody>
      </p:sp>
      <p:sp>
        <p:nvSpPr>
          <p:cNvPr id="59" name="TextBox 58">
            <a:extLst>
              <a:ext uri="{FF2B5EF4-FFF2-40B4-BE49-F238E27FC236}">
                <a16:creationId xmlns:a16="http://schemas.microsoft.com/office/drawing/2014/main" id="{4009F430-F4B9-2B2F-509D-229671B0799B}"/>
              </a:ext>
            </a:extLst>
          </p:cNvPr>
          <p:cNvSpPr txBox="1"/>
          <p:nvPr userDrawn="1"/>
        </p:nvSpPr>
        <p:spPr>
          <a:xfrm>
            <a:off x="4024948" y="4133087"/>
            <a:ext cx="731520" cy="215444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800" b="1" i="0">
                <a:solidFill>
                  <a:srgbClr val="0F172A"/>
                </a:solidFill>
                <a:latin typeface="Arial"/>
              </a:defRPr>
            </a:pPr>
            <a:r>
              <a:rPr sz="800" dirty="0"/>
              <a:t>{{sg_double_refract_hr}}</a:t>
            </a:r>
          </a:p>
        </p:txBody>
      </p:sp>
      <p:sp>
        <p:nvSpPr>
          <p:cNvPr id="60" name="TextBox 59">
            <a:extLst>
              <a:ext uri="{FF2B5EF4-FFF2-40B4-BE49-F238E27FC236}">
                <a16:creationId xmlns:a16="http://schemas.microsoft.com/office/drawing/2014/main" id="{AF863873-FFDB-76EA-9DAC-1AF4114ABA6F}"/>
              </a:ext>
            </a:extLst>
          </p:cNvPr>
          <p:cNvSpPr txBox="1"/>
          <p:nvPr userDrawn="1"/>
        </p:nvSpPr>
        <p:spPr>
          <a:xfrm>
            <a:off x="330772" y="4517136"/>
            <a:ext cx="2926080" cy="215444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defRPr sz="800" b="1" i="0">
                <a:solidFill>
                  <a:srgbClr val="0F172A"/>
                </a:solidFill>
                <a:latin typeface="Arial"/>
              </a:defRPr>
            </a:pPr>
            <a:r>
              <a:rPr sz="800"/>
              <a:t>{{sg_ecog_header_name}}</a:t>
            </a:r>
          </a:p>
        </p:txBody>
      </p:sp>
      <p:sp>
        <p:nvSpPr>
          <p:cNvPr id="61" name="TextBox 60">
            <a:extLst>
              <a:ext uri="{FF2B5EF4-FFF2-40B4-BE49-F238E27FC236}">
                <a16:creationId xmlns:a16="http://schemas.microsoft.com/office/drawing/2014/main" id="{6AC0E14E-066F-BCA0-9EE8-F62C4C2260FC}"/>
              </a:ext>
            </a:extLst>
          </p:cNvPr>
          <p:cNvSpPr txBox="1"/>
          <p:nvPr userDrawn="1"/>
        </p:nvSpPr>
        <p:spPr>
          <a:xfrm>
            <a:off x="330772" y="4736592"/>
            <a:ext cx="2926080" cy="215444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defRPr sz="800" b="0" i="0">
                <a:solidFill>
                  <a:srgbClr val="475569"/>
                </a:solidFill>
                <a:latin typeface="Arial"/>
              </a:defRPr>
            </a:pPr>
            <a:r>
              <a:rPr sz="800"/>
              <a:t>{{sg_ecog_0_name}}</a:t>
            </a:r>
          </a:p>
        </p:txBody>
      </p:sp>
      <p:sp>
        <p:nvSpPr>
          <p:cNvPr id="62" name="TextBox 61">
            <a:extLst>
              <a:ext uri="{FF2B5EF4-FFF2-40B4-BE49-F238E27FC236}">
                <a16:creationId xmlns:a16="http://schemas.microsoft.com/office/drawing/2014/main" id="{38706D4F-9D94-A752-66E4-02E92723AFE7}"/>
              </a:ext>
            </a:extLst>
          </p:cNvPr>
          <p:cNvSpPr txBox="1"/>
          <p:nvPr userDrawn="1"/>
        </p:nvSpPr>
        <p:spPr>
          <a:xfrm>
            <a:off x="3384868" y="4736592"/>
            <a:ext cx="548640" cy="215444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800" b="0" i="0">
                <a:solidFill>
                  <a:srgbClr val="64748B"/>
                </a:solidFill>
                <a:latin typeface="Arial"/>
              </a:defRPr>
            </a:pPr>
            <a:r>
              <a:rPr sz="800"/>
              <a:t>{{sg_ecog_0_n}}</a:t>
            </a:r>
          </a:p>
        </p:txBody>
      </p:sp>
      <p:sp>
        <p:nvSpPr>
          <p:cNvPr id="63" name="TextBox 62">
            <a:extLst>
              <a:ext uri="{FF2B5EF4-FFF2-40B4-BE49-F238E27FC236}">
                <a16:creationId xmlns:a16="http://schemas.microsoft.com/office/drawing/2014/main" id="{0432D114-813A-5491-730A-667288CB89E3}"/>
              </a:ext>
            </a:extLst>
          </p:cNvPr>
          <p:cNvSpPr txBox="1"/>
          <p:nvPr userDrawn="1"/>
        </p:nvSpPr>
        <p:spPr>
          <a:xfrm>
            <a:off x="4024948" y="4736592"/>
            <a:ext cx="731520" cy="215444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800" b="1" i="0">
                <a:solidFill>
                  <a:srgbClr val="0F172A"/>
                </a:solidFill>
                <a:latin typeface="Arial"/>
              </a:defRPr>
            </a:pPr>
            <a:r>
              <a:rPr sz="800"/>
              <a:t>{{sg_ecog_0_hr}}</a:t>
            </a:r>
          </a:p>
        </p:txBody>
      </p:sp>
      <p:sp>
        <p:nvSpPr>
          <p:cNvPr id="64" name="Rectangle 63">
            <a:extLst>
              <a:ext uri="{FF2B5EF4-FFF2-40B4-BE49-F238E27FC236}">
                <a16:creationId xmlns:a16="http://schemas.microsoft.com/office/drawing/2014/main" id="{43625406-CAB0-3BC1-13E1-D9A24F19F42A}"/>
              </a:ext>
            </a:extLst>
          </p:cNvPr>
          <p:cNvSpPr/>
          <p:nvPr userDrawn="1"/>
        </p:nvSpPr>
        <p:spPr>
          <a:xfrm>
            <a:off x="330772" y="4919472"/>
            <a:ext cx="10826496" cy="201168"/>
          </a:xfrm>
          <a:prstGeom prst="rect">
            <a:avLst/>
          </a:prstGeom>
          <a:solidFill>
            <a:srgbClr val="FAFBFF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65" name="TextBox 64">
            <a:extLst>
              <a:ext uri="{FF2B5EF4-FFF2-40B4-BE49-F238E27FC236}">
                <a16:creationId xmlns:a16="http://schemas.microsoft.com/office/drawing/2014/main" id="{04FB01D0-3F65-3697-FE10-54ACFB606F3D}"/>
              </a:ext>
            </a:extLst>
          </p:cNvPr>
          <p:cNvSpPr txBox="1"/>
          <p:nvPr userDrawn="1"/>
        </p:nvSpPr>
        <p:spPr>
          <a:xfrm>
            <a:off x="330772" y="4937759"/>
            <a:ext cx="2926080" cy="215444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defRPr sz="800" b="0" i="0">
                <a:solidFill>
                  <a:srgbClr val="475569"/>
                </a:solidFill>
                <a:latin typeface="Arial"/>
              </a:defRPr>
            </a:pPr>
            <a:r>
              <a:rPr sz="800"/>
              <a:t>{{sg_ecog_1_name}}</a:t>
            </a:r>
          </a:p>
        </p:txBody>
      </p:sp>
      <p:sp>
        <p:nvSpPr>
          <p:cNvPr id="66" name="TextBox 65">
            <a:extLst>
              <a:ext uri="{FF2B5EF4-FFF2-40B4-BE49-F238E27FC236}">
                <a16:creationId xmlns:a16="http://schemas.microsoft.com/office/drawing/2014/main" id="{0A9756AD-36D3-A1AB-C70E-E5EF7A7B50C4}"/>
              </a:ext>
            </a:extLst>
          </p:cNvPr>
          <p:cNvSpPr txBox="1"/>
          <p:nvPr userDrawn="1"/>
        </p:nvSpPr>
        <p:spPr>
          <a:xfrm>
            <a:off x="3384868" y="4937759"/>
            <a:ext cx="548640" cy="215444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800" b="0" i="0">
                <a:solidFill>
                  <a:srgbClr val="64748B"/>
                </a:solidFill>
                <a:latin typeface="Arial"/>
              </a:defRPr>
            </a:pPr>
            <a:r>
              <a:rPr sz="800" dirty="0"/>
              <a:t>{{sg_ecog_1_n}}</a:t>
            </a:r>
          </a:p>
        </p:txBody>
      </p:sp>
      <p:sp>
        <p:nvSpPr>
          <p:cNvPr id="67" name="TextBox 66">
            <a:extLst>
              <a:ext uri="{FF2B5EF4-FFF2-40B4-BE49-F238E27FC236}">
                <a16:creationId xmlns:a16="http://schemas.microsoft.com/office/drawing/2014/main" id="{E4DE7644-C693-2763-AB70-497E52DB3502}"/>
              </a:ext>
            </a:extLst>
          </p:cNvPr>
          <p:cNvSpPr txBox="1"/>
          <p:nvPr userDrawn="1"/>
        </p:nvSpPr>
        <p:spPr>
          <a:xfrm>
            <a:off x="4024948" y="4937759"/>
            <a:ext cx="731520" cy="215444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800" b="1" i="0">
                <a:solidFill>
                  <a:srgbClr val="0F172A"/>
                </a:solidFill>
                <a:latin typeface="Arial"/>
              </a:defRPr>
            </a:pPr>
            <a:r>
              <a:rPr sz="800"/>
              <a:t>{{sg_ecog_1_hr}}</a:t>
            </a:r>
          </a:p>
        </p:txBody>
      </p:sp>
      <p:sp>
        <p:nvSpPr>
          <p:cNvPr id="68" name="TextBox 67">
            <a:extLst>
              <a:ext uri="{FF2B5EF4-FFF2-40B4-BE49-F238E27FC236}">
                <a16:creationId xmlns:a16="http://schemas.microsoft.com/office/drawing/2014/main" id="{923B8A95-BAAB-06E0-838D-C9EAADA7C625}"/>
              </a:ext>
            </a:extLst>
          </p:cNvPr>
          <p:cNvSpPr txBox="1"/>
          <p:nvPr userDrawn="1"/>
        </p:nvSpPr>
        <p:spPr>
          <a:xfrm>
            <a:off x="330772" y="5321808"/>
            <a:ext cx="2926080" cy="215444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defRPr sz="800" b="1" i="0">
                <a:solidFill>
                  <a:srgbClr val="0F172A"/>
                </a:solidFill>
                <a:latin typeface="Arial"/>
              </a:defRPr>
            </a:pPr>
            <a:r>
              <a:rPr sz="800"/>
              <a:t>{{sg_iss_header_name}}</a:t>
            </a:r>
          </a:p>
        </p:txBody>
      </p:sp>
      <p:sp>
        <p:nvSpPr>
          <p:cNvPr id="69" name="TextBox 68">
            <a:extLst>
              <a:ext uri="{FF2B5EF4-FFF2-40B4-BE49-F238E27FC236}">
                <a16:creationId xmlns:a16="http://schemas.microsoft.com/office/drawing/2014/main" id="{FAB64B91-EFBA-0E0C-6FD2-6563A61FD6E3}"/>
              </a:ext>
            </a:extLst>
          </p:cNvPr>
          <p:cNvSpPr txBox="1"/>
          <p:nvPr userDrawn="1"/>
        </p:nvSpPr>
        <p:spPr>
          <a:xfrm>
            <a:off x="330772" y="5541264"/>
            <a:ext cx="2926080" cy="215444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defRPr sz="800" b="0" i="0">
                <a:solidFill>
                  <a:srgbClr val="475569"/>
                </a:solidFill>
                <a:latin typeface="Arial"/>
              </a:defRPr>
            </a:pPr>
            <a:r>
              <a:rPr sz="800"/>
              <a:t>{{sg_iss_1_name}}</a:t>
            </a:r>
          </a:p>
        </p:txBody>
      </p:sp>
      <p:sp>
        <p:nvSpPr>
          <p:cNvPr id="70" name="TextBox 69">
            <a:extLst>
              <a:ext uri="{FF2B5EF4-FFF2-40B4-BE49-F238E27FC236}">
                <a16:creationId xmlns:a16="http://schemas.microsoft.com/office/drawing/2014/main" id="{3C97F856-B72F-47A7-3219-A950AF15D91B}"/>
              </a:ext>
            </a:extLst>
          </p:cNvPr>
          <p:cNvSpPr txBox="1"/>
          <p:nvPr userDrawn="1"/>
        </p:nvSpPr>
        <p:spPr>
          <a:xfrm>
            <a:off x="3384868" y="5541264"/>
            <a:ext cx="548640" cy="215444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800" b="0" i="0">
                <a:solidFill>
                  <a:srgbClr val="64748B"/>
                </a:solidFill>
                <a:latin typeface="Arial"/>
              </a:defRPr>
            </a:pPr>
            <a:r>
              <a:rPr sz="800" dirty="0"/>
              <a:t>{{sg_iss_1_n}}</a:t>
            </a:r>
          </a:p>
        </p:txBody>
      </p:sp>
      <p:sp>
        <p:nvSpPr>
          <p:cNvPr id="71" name="TextBox 70">
            <a:extLst>
              <a:ext uri="{FF2B5EF4-FFF2-40B4-BE49-F238E27FC236}">
                <a16:creationId xmlns:a16="http://schemas.microsoft.com/office/drawing/2014/main" id="{46C5C219-4595-8E5A-9A30-6EAF5EF2BF27}"/>
              </a:ext>
            </a:extLst>
          </p:cNvPr>
          <p:cNvSpPr txBox="1"/>
          <p:nvPr userDrawn="1"/>
        </p:nvSpPr>
        <p:spPr>
          <a:xfrm>
            <a:off x="4024948" y="5541264"/>
            <a:ext cx="731520" cy="215444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800" b="1" i="0">
                <a:solidFill>
                  <a:srgbClr val="0F172A"/>
                </a:solidFill>
                <a:latin typeface="Arial"/>
              </a:defRPr>
            </a:pPr>
            <a:r>
              <a:rPr sz="800" dirty="0"/>
              <a:t>{{sg_iss_1_hr}}</a:t>
            </a:r>
          </a:p>
        </p:txBody>
      </p:sp>
      <p:sp>
        <p:nvSpPr>
          <p:cNvPr id="72" name="Rectangle 71">
            <a:extLst>
              <a:ext uri="{FF2B5EF4-FFF2-40B4-BE49-F238E27FC236}">
                <a16:creationId xmlns:a16="http://schemas.microsoft.com/office/drawing/2014/main" id="{3436981F-E84A-F2B2-4CBD-8AECDCAF1CB9}"/>
              </a:ext>
            </a:extLst>
          </p:cNvPr>
          <p:cNvSpPr/>
          <p:nvPr userDrawn="1"/>
        </p:nvSpPr>
        <p:spPr>
          <a:xfrm>
            <a:off x="330772" y="5724144"/>
            <a:ext cx="10826496" cy="201168"/>
          </a:xfrm>
          <a:prstGeom prst="rect">
            <a:avLst/>
          </a:prstGeom>
          <a:solidFill>
            <a:srgbClr val="FAFBFF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73" name="TextBox 72">
            <a:extLst>
              <a:ext uri="{FF2B5EF4-FFF2-40B4-BE49-F238E27FC236}">
                <a16:creationId xmlns:a16="http://schemas.microsoft.com/office/drawing/2014/main" id="{00264DE0-9E55-9EBE-8A49-8222A0E19CEE}"/>
              </a:ext>
            </a:extLst>
          </p:cNvPr>
          <p:cNvSpPr txBox="1"/>
          <p:nvPr userDrawn="1"/>
        </p:nvSpPr>
        <p:spPr>
          <a:xfrm>
            <a:off x="330772" y="5742431"/>
            <a:ext cx="2926080" cy="215444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defRPr sz="800" b="0" i="0">
                <a:solidFill>
                  <a:srgbClr val="475569"/>
                </a:solidFill>
                <a:latin typeface="Arial"/>
              </a:defRPr>
            </a:pPr>
            <a:r>
              <a:rPr sz="800"/>
              <a:t>{{sg_iss_2_name}}</a:t>
            </a:r>
          </a:p>
        </p:txBody>
      </p:sp>
      <p:sp>
        <p:nvSpPr>
          <p:cNvPr id="74" name="TextBox 73">
            <a:extLst>
              <a:ext uri="{FF2B5EF4-FFF2-40B4-BE49-F238E27FC236}">
                <a16:creationId xmlns:a16="http://schemas.microsoft.com/office/drawing/2014/main" id="{8106A91D-023D-CBB5-1710-EBC70AE7DE26}"/>
              </a:ext>
            </a:extLst>
          </p:cNvPr>
          <p:cNvSpPr txBox="1"/>
          <p:nvPr userDrawn="1"/>
        </p:nvSpPr>
        <p:spPr>
          <a:xfrm>
            <a:off x="3384868" y="5742431"/>
            <a:ext cx="548640" cy="215444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800" b="0" i="0">
                <a:solidFill>
                  <a:srgbClr val="64748B"/>
                </a:solidFill>
                <a:latin typeface="Arial"/>
              </a:defRPr>
            </a:pPr>
            <a:r>
              <a:rPr sz="800"/>
              <a:t>{{sg_iss_2_n}}</a:t>
            </a:r>
          </a:p>
        </p:txBody>
      </p:sp>
      <p:sp>
        <p:nvSpPr>
          <p:cNvPr id="75" name="TextBox 74">
            <a:extLst>
              <a:ext uri="{FF2B5EF4-FFF2-40B4-BE49-F238E27FC236}">
                <a16:creationId xmlns:a16="http://schemas.microsoft.com/office/drawing/2014/main" id="{DBB31852-9D0E-7088-C993-30F2E2490D63}"/>
              </a:ext>
            </a:extLst>
          </p:cNvPr>
          <p:cNvSpPr txBox="1"/>
          <p:nvPr userDrawn="1"/>
        </p:nvSpPr>
        <p:spPr>
          <a:xfrm>
            <a:off x="4024948" y="5742431"/>
            <a:ext cx="731520" cy="215444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800" b="1" i="0">
                <a:solidFill>
                  <a:srgbClr val="0F172A"/>
                </a:solidFill>
                <a:latin typeface="Arial"/>
              </a:defRPr>
            </a:pPr>
            <a:r>
              <a:rPr sz="800" dirty="0"/>
              <a:t>{{sg_iss_2_hr}}</a:t>
            </a:r>
          </a:p>
        </p:txBody>
      </p:sp>
      <p:sp>
        <p:nvSpPr>
          <p:cNvPr id="76" name="TextBox 75">
            <a:extLst>
              <a:ext uri="{FF2B5EF4-FFF2-40B4-BE49-F238E27FC236}">
                <a16:creationId xmlns:a16="http://schemas.microsoft.com/office/drawing/2014/main" id="{F1D987BD-CE91-A66E-DD2C-497DF05CAAA6}"/>
              </a:ext>
            </a:extLst>
          </p:cNvPr>
          <p:cNvSpPr txBox="1"/>
          <p:nvPr userDrawn="1"/>
        </p:nvSpPr>
        <p:spPr>
          <a:xfrm>
            <a:off x="330772" y="5943599"/>
            <a:ext cx="2926080" cy="215444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defRPr sz="800" b="0" i="0">
                <a:solidFill>
                  <a:srgbClr val="475569"/>
                </a:solidFill>
                <a:latin typeface="Arial"/>
              </a:defRPr>
            </a:pPr>
            <a:r>
              <a:rPr sz="800"/>
              <a:t>{{sg_iss_3_name}}</a:t>
            </a:r>
          </a:p>
        </p:txBody>
      </p:sp>
      <p:sp>
        <p:nvSpPr>
          <p:cNvPr id="77" name="TextBox 76">
            <a:extLst>
              <a:ext uri="{FF2B5EF4-FFF2-40B4-BE49-F238E27FC236}">
                <a16:creationId xmlns:a16="http://schemas.microsoft.com/office/drawing/2014/main" id="{D4F408BE-629E-E769-6A51-1DD56F5FE4C0}"/>
              </a:ext>
            </a:extLst>
          </p:cNvPr>
          <p:cNvSpPr txBox="1"/>
          <p:nvPr userDrawn="1"/>
        </p:nvSpPr>
        <p:spPr>
          <a:xfrm>
            <a:off x="3384868" y="5943599"/>
            <a:ext cx="548640" cy="215444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800" b="0" i="0">
                <a:solidFill>
                  <a:srgbClr val="64748B"/>
                </a:solidFill>
                <a:latin typeface="Arial"/>
              </a:defRPr>
            </a:pPr>
            <a:r>
              <a:rPr sz="800"/>
              <a:t>{{sg_iss_3_n}}</a:t>
            </a:r>
          </a:p>
        </p:txBody>
      </p:sp>
      <p:sp>
        <p:nvSpPr>
          <p:cNvPr id="78" name="TextBox 77">
            <a:extLst>
              <a:ext uri="{FF2B5EF4-FFF2-40B4-BE49-F238E27FC236}">
                <a16:creationId xmlns:a16="http://schemas.microsoft.com/office/drawing/2014/main" id="{FCBB42AD-2CBA-B82C-BC9C-4D2660DECAF2}"/>
              </a:ext>
            </a:extLst>
          </p:cNvPr>
          <p:cNvSpPr txBox="1"/>
          <p:nvPr userDrawn="1"/>
        </p:nvSpPr>
        <p:spPr>
          <a:xfrm>
            <a:off x="4024948" y="5943599"/>
            <a:ext cx="731520" cy="215444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800" b="1" i="0">
                <a:solidFill>
                  <a:srgbClr val="0F172A"/>
                </a:solidFill>
                <a:latin typeface="Arial"/>
              </a:defRPr>
            </a:pPr>
            <a:r>
              <a:rPr sz="800"/>
              <a:t>{{sg_iss_3_hr}}</a:t>
            </a:r>
          </a:p>
        </p:txBody>
      </p:sp>
      <p:sp>
        <p:nvSpPr>
          <p:cNvPr id="79" name="TextBox 78">
            <a:extLst>
              <a:ext uri="{FF2B5EF4-FFF2-40B4-BE49-F238E27FC236}">
                <a16:creationId xmlns:a16="http://schemas.microsoft.com/office/drawing/2014/main" id="{1EB0BA15-8023-1AB6-5852-5A3D8ADCBD4B}"/>
              </a:ext>
            </a:extLst>
          </p:cNvPr>
          <p:cNvSpPr txBox="1"/>
          <p:nvPr userDrawn="1"/>
        </p:nvSpPr>
        <p:spPr>
          <a:xfrm>
            <a:off x="4934776" y="6131052"/>
            <a:ext cx="6217920" cy="200055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defRPr sz="700" b="0" i="1">
                <a:solidFill>
                  <a:srgbClr val="94A3B8"/>
                </a:solidFill>
                <a:latin typeface="Arial"/>
              </a:defRPr>
            </a:pPr>
            <a:r>
              <a:rPr sz="700" dirty="0"/>
              <a:t>{{forest_conclusion}}</a:t>
            </a:r>
          </a:p>
        </p:txBody>
      </p:sp>
      <p:sp>
        <p:nvSpPr>
          <p:cNvPr id="80" name="TextBox 79">
            <a:extLst>
              <a:ext uri="{FF2B5EF4-FFF2-40B4-BE49-F238E27FC236}">
                <a16:creationId xmlns:a16="http://schemas.microsoft.com/office/drawing/2014/main" id="{0DA18E5C-3AC6-A6F0-D15C-DF6FAFC7DEAD}"/>
              </a:ext>
            </a:extLst>
          </p:cNvPr>
          <p:cNvSpPr txBox="1"/>
          <p:nvPr userDrawn="1"/>
        </p:nvSpPr>
        <p:spPr>
          <a:xfrm>
            <a:off x="1519492" y="147588"/>
            <a:ext cx="1737360" cy="23083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900" b="1">
                <a:solidFill>
                  <a:srgbClr val="FFFFFF"/>
                </a:solidFill>
                <a:latin typeface="Calibri"/>
              </a:defRPr>
            </a:pPr>
            <a:r>
              <a:rPr lang="de-DE" dirty="0">
                <a:solidFill>
                  <a:srgbClr val="C4B5FD"/>
                </a:solidFill>
                <a:latin typeface="Arial" panose="020B0604020202020204" pitchFamily="34" charset="0"/>
                <a:cs typeface="Arial" panose="020B0604020202020204" pitchFamily="34" charset="0"/>
              </a:rPr>
              <a:t>FOREST-PLOT</a:t>
            </a:r>
            <a:endParaRPr dirty="0">
              <a:solidFill>
                <a:srgbClr val="C4B5FD"/>
              </a:solidFill>
              <a:latin typeface="Arial" panose="020B0604020202020204" pitchFamily="34" charset="0"/>
              <a:cs typeface="Arial" panose="020B0604020202020204" pitchFamily="34" charset="0"/>
            </a:endParaRPr>
          </a:p>
        </p:txBody>
      </p:sp>
      <p:sp>
        <p:nvSpPr>
          <p:cNvPr id="81" name="TextBox 80">
            <a:extLst>
              <a:ext uri="{FF2B5EF4-FFF2-40B4-BE49-F238E27FC236}">
                <a16:creationId xmlns:a16="http://schemas.microsoft.com/office/drawing/2014/main" id="{A758F234-EB91-FCA4-50C2-4E170BC143D0}"/>
              </a:ext>
            </a:extLst>
          </p:cNvPr>
          <p:cNvSpPr txBox="1"/>
          <p:nvPr userDrawn="1"/>
        </p:nvSpPr>
        <p:spPr>
          <a:xfrm>
            <a:off x="3566160" y="118964"/>
            <a:ext cx="4572000" cy="34747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defRPr sz="1200" b="0">
                <a:solidFill>
                  <a:srgbClr val="CBD5E1"/>
                </a:solidFill>
                <a:latin typeface="Calibri"/>
              </a:defRPr>
            </a:pPr>
            <a:r>
              <a:rPr dirty="0"/>
              <a:t>{{</a:t>
            </a:r>
            <a:r>
              <a:rPr dirty="0" err="1"/>
              <a:t>drug_label</a:t>
            </a:r>
            <a:r>
              <a:rPr dirty="0"/>
              <a:t>}}</a:t>
            </a:r>
          </a:p>
        </p:txBody>
      </p:sp>
      <p:cxnSp>
        <p:nvCxnSpPr>
          <p:cNvPr id="83" name="Straight Connector 82">
            <a:extLst>
              <a:ext uri="{FF2B5EF4-FFF2-40B4-BE49-F238E27FC236}">
                <a16:creationId xmlns:a16="http://schemas.microsoft.com/office/drawing/2014/main" id="{546A0FE1-A28F-5971-493C-F8F863FB4B78}"/>
              </a:ext>
            </a:extLst>
          </p:cNvPr>
          <p:cNvCxnSpPr/>
          <p:nvPr userDrawn="1"/>
        </p:nvCxnSpPr>
        <p:spPr>
          <a:xfrm>
            <a:off x="8944855" y="1298448"/>
            <a:ext cx="0" cy="4882895"/>
          </a:xfrm>
          <a:prstGeom prst="line">
            <a:avLst/>
          </a:prstGeom>
          <a:ln>
            <a:solidFill>
              <a:schemeClr val="accent2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</p:spTree>
    <p:extLst>
      <p:ext uri="{BB962C8B-B14F-4D97-AF65-F5344CB8AC3E}">
        <p14:creationId xmlns:p14="http://schemas.microsoft.com/office/powerpoint/2010/main" val="3372292266"/>
      </p:ext>
    </p:extLst>
  </p:cSld>
  <p:clrMapOvr>
    <a:masterClrMapping/>
  </p:clrMapOvr>
</p:sldLayout>
</file>

<file path=ppt/slideLayouts/slideLayout52.xml><?xml version="1.0" encoding="utf-8"?>
<p:sldLayout xmlns:a="http://schemas.openxmlformats.org/drawingml/2006/main" xmlns:r="http://schemas.openxmlformats.org/officeDocument/2006/relationships" xmlns:p="http://schemas.openxmlformats.org/presentationml/2006/main" preserve="1" userDrawn="1">
  <p:cSld name="SI_4LINES_grey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Rounded Rectangle 9">
            <a:extLst>
              <a:ext uri="{FF2B5EF4-FFF2-40B4-BE49-F238E27FC236}">
                <a16:creationId xmlns:a16="http://schemas.microsoft.com/office/drawing/2014/main" id="{95B37692-9278-0088-CBA1-9282637E1A46}"/>
              </a:ext>
            </a:extLst>
          </p:cNvPr>
          <p:cNvSpPr/>
          <p:nvPr userDrawn="1"/>
        </p:nvSpPr>
        <p:spPr>
          <a:xfrm>
            <a:off x="164592" y="658368"/>
            <a:ext cx="11859768" cy="1051560"/>
          </a:xfrm>
          <a:prstGeom prst="roundRect">
            <a:avLst/>
          </a:prstGeom>
          <a:solidFill>
            <a:srgbClr val="FFFFFF"/>
          </a:solidFill>
          <a:ln w="12700">
            <a:solidFill>
              <a:srgbClr val="E5E7EB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3" name="Rectangle 2">
            <a:extLst>
              <a:ext uri="{FF2B5EF4-FFF2-40B4-BE49-F238E27FC236}">
                <a16:creationId xmlns:a16="http://schemas.microsoft.com/office/drawing/2014/main" id="{3ECCEA9E-9409-5E5B-7B61-DADDEABA867D}"/>
              </a:ext>
            </a:extLst>
          </p:cNvPr>
          <p:cNvSpPr/>
          <p:nvPr userDrawn="1"/>
        </p:nvSpPr>
        <p:spPr>
          <a:xfrm>
            <a:off x="164592" y="658368"/>
            <a:ext cx="36576" cy="1051560"/>
          </a:xfrm>
          <a:prstGeom prst="rect">
            <a:avLst/>
          </a:prstGeom>
          <a:solidFill>
            <a:srgbClr val="8B5CF6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4" name="Rectangle 3">
            <a:extLst>
              <a:ext uri="{FF2B5EF4-FFF2-40B4-BE49-F238E27FC236}">
                <a16:creationId xmlns:a16="http://schemas.microsoft.com/office/drawing/2014/main" id="{7B6612B0-32FB-E69F-A498-2FC7D19BAE78}"/>
              </a:ext>
            </a:extLst>
          </p:cNvPr>
          <p:cNvSpPr/>
          <p:nvPr userDrawn="1"/>
        </p:nvSpPr>
        <p:spPr>
          <a:xfrm>
            <a:off x="310896" y="768096"/>
            <a:ext cx="420624" cy="420624"/>
          </a:xfrm>
          <a:prstGeom prst="rect">
            <a:avLst/>
          </a:prstGeom>
          <a:solidFill>
            <a:srgbClr val="8B5CF6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5" name="TextBox 4">
            <a:extLst>
              <a:ext uri="{FF2B5EF4-FFF2-40B4-BE49-F238E27FC236}">
                <a16:creationId xmlns:a16="http://schemas.microsoft.com/office/drawing/2014/main" id="{0D616C3C-4972-F244-6B66-3CD4949CC306}"/>
              </a:ext>
            </a:extLst>
          </p:cNvPr>
          <p:cNvSpPr txBox="1"/>
          <p:nvPr userDrawn="1"/>
        </p:nvSpPr>
        <p:spPr>
          <a:xfrm>
            <a:off x="310896" y="786384"/>
            <a:ext cx="420624" cy="38404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1800" b="1" i="0">
                <a:solidFill>
                  <a:srgbClr val="FFFFFF"/>
                </a:solidFill>
                <a:latin typeface="Arial"/>
              </a:defRPr>
            </a:pPr>
            <a:r>
              <a:rPr dirty="0"/>
              <a:t>1</a:t>
            </a:r>
          </a:p>
        </p:txBody>
      </p:sp>
      <p:sp>
        <p:nvSpPr>
          <p:cNvPr id="6" name="TextBox 5">
            <a:extLst>
              <a:ext uri="{FF2B5EF4-FFF2-40B4-BE49-F238E27FC236}">
                <a16:creationId xmlns:a16="http://schemas.microsoft.com/office/drawing/2014/main" id="{E0D1E1AF-AC11-905B-6F9F-A2113D73B9D0}"/>
              </a:ext>
            </a:extLst>
          </p:cNvPr>
          <p:cNvSpPr txBox="1"/>
          <p:nvPr userDrawn="1"/>
        </p:nvSpPr>
        <p:spPr>
          <a:xfrm>
            <a:off x="914400" y="749808"/>
            <a:ext cx="4114800" cy="219456"/>
          </a:xfrm>
          <a:prstGeom prst="rect">
            <a:avLst/>
          </a:prstGeom>
          <a:noFill/>
        </p:spPr>
        <p:txBody>
          <a:bodyPr wrap="square">
            <a:normAutofit fontScale="85000" lnSpcReduction="20000"/>
          </a:bodyPr>
          <a:lstStyle/>
          <a:p>
            <a:pPr>
              <a:defRPr sz="1200" b="1" i="0">
                <a:solidFill>
                  <a:srgbClr val="8B5CF6"/>
                </a:solidFill>
                <a:latin typeface="Arial"/>
              </a:defRPr>
            </a:pPr>
            <a:r>
              <a:t>{{pillar_1_title}}</a:t>
            </a:r>
          </a:p>
        </p:txBody>
      </p:sp>
      <p:sp>
        <p:nvSpPr>
          <p:cNvPr id="7" name="TextBox 6">
            <a:extLst>
              <a:ext uri="{FF2B5EF4-FFF2-40B4-BE49-F238E27FC236}">
                <a16:creationId xmlns:a16="http://schemas.microsoft.com/office/drawing/2014/main" id="{E5C94236-1B81-743F-F714-FB305173761F}"/>
              </a:ext>
            </a:extLst>
          </p:cNvPr>
          <p:cNvSpPr txBox="1"/>
          <p:nvPr userDrawn="1"/>
        </p:nvSpPr>
        <p:spPr>
          <a:xfrm>
            <a:off x="914400" y="987552"/>
            <a:ext cx="4114800" cy="630936"/>
          </a:xfrm>
          <a:prstGeom prst="rect">
            <a:avLst/>
          </a:prstGeom>
          <a:noFill/>
        </p:spPr>
        <p:txBody>
          <a:bodyPr wrap="square">
            <a:normAutofit/>
          </a:bodyPr>
          <a:lstStyle/>
          <a:p>
            <a:pPr>
              <a:defRPr sz="900" b="0" i="0">
                <a:solidFill>
                  <a:srgbClr val="475569"/>
                </a:solidFill>
                <a:latin typeface="Arial"/>
              </a:defRPr>
            </a:pPr>
            <a:r>
              <a:t>{{pillar_1_subtitle}}</a:t>
            </a:r>
          </a:p>
        </p:txBody>
      </p:sp>
      <p:sp>
        <p:nvSpPr>
          <p:cNvPr id="8" name="Rounded Rectangle 15">
            <a:extLst>
              <a:ext uri="{FF2B5EF4-FFF2-40B4-BE49-F238E27FC236}">
                <a16:creationId xmlns:a16="http://schemas.microsoft.com/office/drawing/2014/main" id="{C1D2DB75-80AE-7AC6-939A-47C04393DAE6}"/>
              </a:ext>
            </a:extLst>
          </p:cNvPr>
          <p:cNvSpPr/>
          <p:nvPr userDrawn="1"/>
        </p:nvSpPr>
        <p:spPr>
          <a:xfrm>
            <a:off x="5303520" y="731519"/>
            <a:ext cx="2167128" cy="905255"/>
          </a:xfrm>
          <a:prstGeom prst="roundRect">
            <a:avLst/>
          </a:prstGeom>
          <a:solidFill>
            <a:srgbClr val="FAFBFF"/>
          </a:solidFill>
          <a:ln w="12700">
            <a:solidFill>
              <a:srgbClr val="F1F5F9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9" name="Rectangle 8">
            <a:extLst>
              <a:ext uri="{FF2B5EF4-FFF2-40B4-BE49-F238E27FC236}">
                <a16:creationId xmlns:a16="http://schemas.microsoft.com/office/drawing/2014/main" id="{10FA484A-E25E-CD3D-8E4E-8899643A0D1F}"/>
              </a:ext>
            </a:extLst>
          </p:cNvPr>
          <p:cNvSpPr/>
          <p:nvPr userDrawn="1"/>
        </p:nvSpPr>
        <p:spPr>
          <a:xfrm>
            <a:off x="5303520" y="731519"/>
            <a:ext cx="27432" cy="905255"/>
          </a:xfrm>
          <a:prstGeom prst="rect">
            <a:avLst/>
          </a:prstGeom>
          <a:solidFill>
            <a:srgbClr val="8B5CF6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10" name="TextBox 9">
            <a:extLst>
              <a:ext uri="{FF2B5EF4-FFF2-40B4-BE49-F238E27FC236}">
                <a16:creationId xmlns:a16="http://schemas.microsoft.com/office/drawing/2014/main" id="{862080BC-5D66-46CA-832E-AD4F1CAD3B0E}"/>
              </a:ext>
            </a:extLst>
          </p:cNvPr>
          <p:cNvSpPr txBox="1"/>
          <p:nvPr userDrawn="1"/>
        </p:nvSpPr>
        <p:spPr>
          <a:xfrm>
            <a:off x="5394959" y="786384"/>
            <a:ext cx="2039112" cy="128016"/>
          </a:xfrm>
          <a:prstGeom prst="rect">
            <a:avLst/>
          </a:prstGeom>
          <a:noFill/>
        </p:spPr>
        <p:txBody>
          <a:bodyPr wrap="square">
            <a:noAutofit/>
          </a:bodyPr>
          <a:lstStyle/>
          <a:p>
            <a:pPr>
              <a:defRPr sz="700" b="0" i="0">
                <a:solidFill>
                  <a:srgbClr val="94A3B8"/>
                </a:solidFill>
                <a:latin typeface="Arial"/>
              </a:defRPr>
            </a:pPr>
            <a:r>
              <a:rPr sz="800" dirty="0"/>
              <a:t>{{pillar_1_metric_1_label}}</a:t>
            </a:r>
          </a:p>
        </p:txBody>
      </p:sp>
      <p:sp>
        <p:nvSpPr>
          <p:cNvPr id="11" name="TextBox 10">
            <a:extLst>
              <a:ext uri="{FF2B5EF4-FFF2-40B4-BE49-F238E27FC236}">
                <a16:creationId xmlns:a16="http://schemas.microsoft.com/office/drawing/2014/main" id="{A3E5213D-72D7-59AD-3DCA-16C6333EEE42}"/>
              </a:ext>
            </a:extLst>
          </p:cNvPr>
          <p:cNvSpPr txBox="1"/>
          <p:nvPr userDrawn="1"/>
        </p:nvSpPr>
        <p:spPr>
          <a:xfrm>
            <a:off x="5394959" y="950976"/>
            <a:ext cx="2039112" cy="25603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1800" b="1" i="0">
                <a:solidFill>
                  <a:srgbClr val="8B5CF6"/>
                </a:solidFill>
                <a:latin typeface="Arial"/>
              </a:defRPr>
            </a:pPr>
            <a:r>
              <a:t>{{pillar_1_metric_1_value}}</a:t>
            </a:r>
          </a:p>
        </p:txBody>
      </p:sp>
      <p:sp>
        <p:nvSpPr>
          <p:cNvPr id="14" name="Rounded Rectangle 21">
            <a:extLst>
              <a:ext uri="{FF2B5EF4-FFF2-40B4-BE49-F238E27FC236}">
                <a16:creationId xmlns:a16="http://schemas.microsoft.com/office/drawing/2014/main" id="{8BBFD348-B091-6790-FEF8-D6EC17F68F87}"/>
              </a:ext>
            </a:extLst>
          </p:cNvPr>
          <p:cNvSpPr/>
          <p:nvPr userDrawn="1"/>
        </p:nvSpPr>
        <p:spPr>
          <a:xfrm>
            <a:off x="7543800" y="731519"/>
            <a:ext cx="2167128" cy="905255"/>
          </a:xfrm>
          <a:prstGeom prst="roundRect">
            <a:avLst/>
          </a:prstGeom>
          <a:solidFill>
            <a:srgbClr val="FAFBFF"/>
          </a:solidFill>
          <a:ln w="12700">
            <a:solidFill>
              <a:srgbClr val="F1F5F9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15" name="Rectangle 14">
            <a:extLst>
              <a:ext uri="{FF2B5EF4-FFF2-40B4-BE49-F238E27FC236}">
                <a16:creationId xmlns:a16="http://schemas.microsoft.com/office/drawing/2014/main" id="{D5592268-5526-6FC0-395D-C04835F82E84}"/>
              </a:ext>
            </a:extLst>
          </p:cNvPr>
          <p:cNvSpPr/>
          <p:nvPr userDrawn="1"/>
        </p:nvSpPr>
        <p:spPr>
          <a:xfrm>
            <a:off x="7543800" y="731519"/>
            <a:ext cx="27432" cy="905255"/>
          </a:xfrm>
          <a:prstGeom prst="rect">
            <a:avLst/>
          </a:prstGeom>
          <a:solidFill>
            <a:srgbClr val="8B5CF6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16" name="TextBox 15">
            <a:extLst>
              <a:ext uri="{FF2B5EF4-FFF2-40B4-BE49-F238E27FC236}">
                <a16:creationId xmlns:a16="http://schemas.microsoft.com/office/drawing/2014/main" id="{63C09162-5277-945B-601B-A8F452C882B0}"/>
              </a:ext>
            </a:extLst>
          </p:cNvPr>
          <p:cNvSpPr txBox="1"/>
          <p:nvPr userDrawn="1"/>
        </p:nvSpPr>
        <p:spPr>
          <a:xfrm>
            <a:off x="7635240" y="786384"/>
            <a:ext cx="2039112" cy="128016"/>
          </a:xfrm>
          <a:prstGeom prst="rect">
            <a:avLst/>
          </a:prstGeom>
          <a:noFill/>
        </p:spPr>
        <p:txBody>
          <a:bodyPr wrap="square">
            <a:noAutofit/>
          </a:bodyPr>
          <a:lstStyle/>
          <a:p>
            <a:pPr>
              <a:defRPr sz="700" b="0" i="0">
                <a:solidFill>
                  <a:srgbClr val="94A3B8"/>
                </a:solidFill>
                <a:latin typeface="Arial"/>
              </a:defRPr>
            </a:pPr>
            <a:r>
              <a:rPr sz="800"/>
              <a:t>{{pillar_1_metric_2_label}}</a:t>
            </a:r>
          </a:p>
        </p:txBody>
      </p:sp>
      <p:sp>
        <p:nvSpPr>
          <p:cNvPr id="17" name="TextBox 16">
            <a:extLst>
              <a:ext uri="{FF2B5EF4-FFF2-40B4-BE49-F238E27FC236}">
                <a16:creationId xmlns:a16="http://schemas.microsoft.com/office/drawing/2014/main" id="{542CD253-2489-FCF1-FCF2-5B242A98AFAD}"/>
              </a:ext>
            </a:extLst>
          </p:cNvPr>
          <p:cNvSpPr txBox="1"/>
          <p:nvPr userDrawn="1"/>
        </p:nvSpPr>
        <p:spPr>
          <a:xfrm>
            <a:off x="7635240" y="950976"/>
            <a:ext cx="2039112" cy="25603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1800" b="1" i="0">
                <a:solidFill>
                  <a:srgbClr val="8B5CF6"/>
                </a:solidFill>
                <a:latin typeface="Arial"/>
              </a:defRPr>
            </a:pPr>
            <a:r>
              <a:t>{{pillar_1_metric_2_value}}</a:t>
            </a:r>
          </a:p>
        </p:txBody>
      </p:sp>
      <p:sp>
        <p:nvSpPr>
          <p:cNvPr id="20" name="Rounded Rectangle 27">
            <a:extLst>
              <a:ext uri="{FF2B5EF4-FFF2-40B4-BE49-F238E27FC236}">
                <a16:creationId xmlns:a16="http://schemas.microsoft.com/office/drawing/2014/main" id="{5A4454E3-1B5D-4E3F-0591-9AE6BA4552A1}"/>
              </a:ext>
            </a:extLst>
          </p:cNvPr>
          <p:cNvSpPr/>
          <p:nvPr userDrawn="1"/>
        </p:nvSpPr>
        <p:spPr>
          <a:xfrm>
            <a:off x="9784080" y="731519"/>
            <a:ext cx="2167128" cy="905255"/>
          </a:xfrm>
          <a:prstGeom prst="roundRect">
            <a:avLst/>
          </a:prstGeom>
          <a:solidFill>
            <a:srgbClr val="FAFBFF"/>
          </a:solidFill>
          <a:ln w="12700">
            <a:solidFill>
              <a:srgbClr val="F1F5F9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21" name="Rectangle 20">
            <a:extLst>
              <a:ext uri="{FF2B5EF4-FFF2-40B4-BE49-F238E27FC236}">
                <a16:creationId xmlns:a16="http://schemas.microsoft.com/office/drawing/2014/main" id="{ED66F693-7D78-64BC-0783-1CE7D332B347}"/>
              </a:ext>
            </a:extLst>
          </p:cNvPr>
          <p:cNvSpPr/>
          <p:nvPr userDrawn="1"/>
        </p:nvSpPr>
        <p:spPr>
          <a:xfrm>
            <a:off x="9784080" y="731519"/>
            <a:ext cx="27432" cy="905255"/>
          </a:xfrm>
          <a:prstGeom prst="rect">
            <a:avLst/>
          </a:prstGeom>
          <a:solidFill>
            <a:srgbClr val="8B5CF6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22" name="TextBox 21">
            <a:extLst>
              <a:ext uri="{FF2B5EF4-FFF2-40B4-BE49-F238E27FC236}">
                <a16:creationId xmlns:a16="http://schemas.microsoft.com/office/drawing/2014/main" id="{D9F16A67-D7DF-97EA-27AC-0C14665C1D84}"/>
              </a:ext>
            </a:extLst>
          </p:cNvPr>
          <p:cNvSpPr txBox="1"/>
          <p:nvPr userDrawn="1"/>
        </p:nvSpPr>
        <p:spPr>
          <a:xfrm>
            <a:off x="9875519" y="786384"/>
            <a:ext cx="2039112" cy="128016"/>
          </a:xfrm>
          <a:prstGeom prst="rect">
            <a:avLst/>
          </a:prstGeom>
          <a:noFill/>
        </p:spPr>
        <p:txBody>
          <a:bodyPr wrap="square">
            <a:noAutofit/>
          </a:bodyPr>
          <a:lstStyle/>
          <a:p>
            <a:pPr>
              <a:defRPr sz="700" b="0" i="0">
                <a:solidFill>
                  <a:srgbClr val="94A3B8"/>
                </a:solidFill>
                <a:latin typeface="Arial"/>
              </a:defRPr>
            </a:pPr>
            <a:r>
              <a:rPr sz="800"/>
              <a:t>{{pillar_1_metric_3_label}}</a:t>
            </a:r>
          </a:p>
        </p:txBody>
      </p:sp>
      <p:sp>
        <p:nvSpPr>
          <p:cNvPr id="23" name="TextBox 22">
            <a:extLst>
              <a:ext uri="{FF2B5EF4-FFF2-40B4-BE49-F238E27FC236}">
                <a16:creationId xmlns:a16="http://schemas.microsoft.com/office/drawing/2014/main" id="{12A2E154-2A40-EC5B-28C7-89BAA20F7CC2}"/>
              </a:ext>
            </a:extLst>
          </p:cNvPr>
          <p:cNvSpPr txBox="1"/>
          <p:nvPr userDrawn="1"/>
        </p:nvSpPr>
        <p:spPr>
          <a:xfrm>
            <a:off x="9875519" y="950976"/>
            <a:ext cx="2039112" cy="25603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1800" b="1" i="0">
                <a:solidFill>
                  <a:srgbClr val="8B5CF6"/>
                </a:solidFill>
                <a:latin typeface="Arial"/>
              </a:defRPr>
            </a:pPr>
            <a:r>
              <a:t>{{pillar_1_metric_3_value}}</a:t>
            </a:r>
          </a:p>
        </p:txBody>
      </p:sp>
      <p:sp>
        <p:nvSpPr>
          <p:cNvPr id="26" name="Rounded Rectangle 33">
            <a:extLst>
              <a:ext uri="{FF2B5EF4-FFF2-40B4-BE49-F238E27FC236}">
                <a16:creationId xmlns:a16="http://schemas.microsoft.com/office/drawing/2014/main" id="{CEA60BAA-FD34-DE74-DE86-2D820EB0EA5F}"/>
              </a:ext>
            </a:extLst>
          </p:cNvPr>
          <p:cNvSpPr/>
          <p:nvPr userDrawn="1"/>
        </p:nvSpPr>
        <p:spPr>
          <a:xfrm>
            <a:off x="164592" y="1783080"/>
            <a:ext cx="11859768" cy="1051560"/>
          </a:xfrm>
          <a:prstGeom prst="roundRect">
            <a:avLst/>
          </a:prstGeom>
          <a:solidFill>
            <a:srgbClr val="FFFFFF"/>
          </a:solidFill>
          <a:ln w="12700">
            <a:solidFill>
              <a:srgbClr val="E5E7EB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27" name="Rectangle 26">
            <a:extLst>
              <a:ext uri="{FF2B5EF4-FFF2-40B4-BE49-F238E27FC236}">
                <a16:creationId xmlns:a16="http://schemas.microsoft.com/office/drawing/2014/main" id="{5CD7AA35-2232-E0C2-242F-BAE48F2454BB}"/>
              </a:ext>
            </a:extLst>
          </p:cNvPr>
          <p:cNvSpPr/>
          <p:nvPr userDrawn="1"/>
        </p:nvSpPr>
        <p:spPr>
          <a:xfrm>
            <a:off x="164592" y="1783080"/>
            <a:ext cx="36576" cy="1051560"/>
          </a:xfrm>
          <a:prstGeom prst="rect">
            <a:avLst/>
          </a:prstGeom>
          <a:solidFill>
            <a:srgbClr val="6366F1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28" name="Rectangle 27">
            <a:extLst>
              <a:ext uri="{FF2B5EF4-FFF2-40B4-BE49-F238E27FC236}">
                <a16:creationId xmlns:a16="http://schemas.microsoft.com/office/drawing/2014/main" id="{3FAABB42-88FD-ED81-1C33-D15464016B8F}"/>
              </a:ext>
            </a:extLst>
          </p:cNvPr>
          <p:cNvSpPr/>
          <p:nvPr userDrawn="1"/>
        </p:nvSpPr>
        <p:spPr>
          <a:xfrm>
            <a:off x="310896" y="1892807"/>
            <a:ext cx="420624" cy="420624"/>
          </a:xfrm>
          <a:prstGeom prst="rect">
            <a:avLst/>
          </a:prstGeom>
          <a:solidFill>
            <a:srgbClr val="6366F1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29" name="TextBox 28">
            <a:extLst>
              <a:ext uri="{FF2B5EF4-FFF2-40B4-BE49-F238E27FC236}">
                <a16:creationId xmlns:a16="http://schemas.microsoft.com/office/drawing/2014/main" id="{0399575B-41DC-F220-7F74-D985F468E972}"/>
              </a:ext>
            </a:extLst>
          </p:cNvPr>
          <p:cNvSpPr txBox="1"/>
          <p:nvPr userDrawn="1"/>
        </p:nvSpPr>
        <p:spPr>
          <a:xfrm>
            <a:off x="310896" y="1911095"/>
            <a:ext cx="420624" cy="38404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1800" b="1" i="0">
                <a:solidFill>
                  <a:srgbClr val="FFFFFF"/>
                </a:solidFill>
                <a:latin typeface="Arial"/>
              </a:defRPr>
            </a:pPr>
            <a:r>
              <a:rPr dirty="0"/>
              <a:t>2</a:t>
            </a:r>
          </a:p>
        </p:txBody>
      </p:sp>
      <p:sp>
        <p:nvSpPr>
          <p:cNvPr id="30" name="TextBox 29">
            <a:extLst>
              <a:ext uri="{FF2B5EF4-FFF2-40B4-BE49-F238E27FC236}">
                <a16:creationId xmlns:a16="http://schemas.microsoft.com/office/drawing/2014/main" id="{9C06C85A-4A61-42FF-0413-102E54D4CF45}"/>
              </a:ext>
            </a:extLst>
          </p:cNvPr>
          <p:cNvSpPr txBox="1"/>
          <p:nvPr userDrawn="1"/>
        </p:nvSpPr>
        <p:spPr>
          <a:xfrm>
            <a:off x="914400" y="1874519"/>
            <a:ext cx="4114800" cy="219456"/>
          </a:xfrm>
          <a:prstGeom prst="rect">
            <a:avLst/>
          </a:prstGeom>
          <a:noFill/>
        </p:spPr>
        <p:txBody>
          <a:bodyPr wrap="square">
            <a:normAutofit fontScale="85000" lnSpcReduction="20000"/>
          </a:bodyPr>
          <a:lstStyle/>
          <a:p>
            <a:pPr>
              <a:defRPr sz="1200" b="1" i="0">
                <a:solidFill>
                  <a:srgbClr val="6366F1"/>
                </a:solidFill>
                <a:latin typeface="Arial"/>
              </a:defRPr>
            </a:pPr>
            <a:r>
              <a:t>{{pillar_2_title}}</a:t>
            </a:r>
          </a:p>
        </p:txBody>
      </p:sp>
      <p:sp>
        <p:nvSpPr>
          <p:cNvPr id="31" name="TextBox 30">
            <a:extLst>
              <a:ext uri="{FF2B5EF4-FFF2-40B4-BE49-F238E27FC236}">
                <a16:creationId xmlns:a16="http://schemas.microsoft.com/office/drawing/2014/main" id="{1AFF9C72-9EC2-B2B2-F04C-DF1EB6F3D725}"/>
              </a:ext>
            </a:extLst>
          </p:cNvPr>
          <p:cNvSpPr txBox="1"/>
          <p:nvPr userDrawn="1"/>
        </p:nvSpPr>
        <p:spPr>
          <a:xfrm>
            <a:off x="914400" y="2112264"/>
            <a:ext cx="4114800" cy="630936"/>
          </a:xfrm>
          <a:prstGeom prst="rect">
            <a:avLst/>
          </a:prstGeom>
          <a:noFill/>
        </p:spPr>
        <p:txBody>
          <a:bodyPr wrap="square">
            <a:normAutofit/>
          </a:bodyPr>
          <a:lstStyle/>
          <a:p>
            <a:pPr>
              <a:defRPr sz="900" b="0" i="0">
                <a:solidFill>
                  <a:srgbClr val="475569"/>
                </a:solidFill>
                <a:latin typeface="Arial"/>
              </a:defRPr>
            </a:pPr>
            <a:r>
              <a:t>{{pillar_2_subtitle}}</a:t>
            </a:r>
          </a:p>
        </p:txBody>
      </p:sp>
      <p:sp>
        <p:nvSpPr>
          <p:cNvPr id="32" name="Rounded Rectangle 39">
            <a:extLst>
              <a:ext uri="{FF2B5EF4-FFF2-40B4-BE49-F238E27FC236}">
                <a16:creationId xmlns:a16="http://schemas.microsoft.com/office/drawing/2014/main" id="{24752061-96FF-07D1-68EA-1AE2F83424FF}"/>
              </a:ext>
            </a:extLst>
          </p:cNvPr>
          <p:cNvSpPr/>
          <p:nvPr userDrawn="1"/>
        </p:nvSpPr>
        <p:spPr>
          <a:xfrm>
            <a:off x="5303520" y="1856231"/>
            <a:ext cx="2167128" cy="905255"/>
          </a:xfrm>
          <a:prstGeom prst="roundRect">
            <a:avLst/>
          </a:prstGeom>
          <a:solidFill>
            <a:srgbClr val="FAFBFF"/>
          </a:solidFill>
          <a:ln w="12700">
            <a:solidFill>
              <a:srgbClr val="F1F5F9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33" name="Rectangle 32">
            <a:extLst>
              <a:ext uri="{FF2B5EF4-FFF2-40B4-BE49-F238E27FC236}">
                <a16:creationId xmlns:a16="http://schemas.microsoft.com/office/drawing/2014/main" id="{75EB13A3-249E-937F-29E9-B8E85752C763}"/>
              </a:ext>
            </a:extLst>
          </p:cNvPr>
          <p:cNvSpPr/>
          <p:nvPr userDrawn="1"/>
        </p:nvSpPr>
        <p:spPr>
          <a:xfrm>
            <a:off x="5303520" y="1856231"/>
            <a:ext cx="27432" cy="905255"/>
          </a:xfrm>
          <a:prstGeom prst="rect">
            <a:avLst/>
          </a:prstGeom>
          <a:solidFill>
            <a:srgbClr val="6366F1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34" name="TextBox 33">
            <a:extLst>
              <a:ext uri="{FF2B5EF4-FFF2-40B4-BE49-F238E27FC236}">
                <a16:creationId xmlns:a16="http://schemas.microsoft.com/office/drawing/2014/main" id="{DDFE2F16-6943-CCB8-AE31-EE697471DB97}"/>
              </a:ext>
            </a:extLst>
          </p:cNvPr>
          <p:cNvSpPr txBox="1"/>
          <p:nvPr userDrawn="1"/>
        </p:nvSpPr>
        <p:spPr>
          <a:xfrm>
            <a:off x="5394959" y="1911095"/>
            <a:ext cx="2039112" cy="128016"/>
          </a:xfrm>
          <a:prstGeom prst="rect">
            <a:avLst/>
          </a:prstGeom>
          <a:noFill/>
        </p:spPr>
        <p:txBody>
          <a:bodyPr wrap="square">
            <a:noAutofit/>
          </a:bodyPr>
          <a:lstStyle/>
          <a:p>
            <a:pPr>
              <a:defRPr sz="700" b="0" i="0">
                <a:solidFill>
                  <a:srgbClr val="94A3B8"/>
                </a:solidFill>
                <a:latin typeface="Arial"/>
              </a:defRPr>
            </a:pPr>
            <a:r>
              <a:rPr sz="800"/>
              <a:t>{{pillar_2_metric_1_label}}</a:t>
            </a:r>
          </a:p>
        </p:txBody>
      </p:sp>
      <p:sp>
        <p:nvSpPr>
          <p:cNvPr id="35" name="TextBox 34">
            <a:extLst>
              <a:ext uri="{FF2B5EF4-FFF2-40B4-BE49-F238E27FC236}">
                <a16:creationId xmlns:a16="http://schemas.microsoft.com/office/drawing/2014/main" id="{5B220453-4D50-B382-120F-671FC822A8DC}"/>
              </a:ext>
            </a:extLst>
          </p:cNvPr>
          <p:cNvSpPr txBox="1"/>
          <p:nvPr userDrawn="1"/>
        </p:nvSpPr>
        <p:spPr>
          <a:xfrm>
            <a:off x="5394959" y="2075688"/>
            <a:ext cx="2039112" cy="25603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1800" b="1" i="0">
                <a:solidFill>
                  <a:srgbClr val="6366F1"/>
                </a:solidFill>
                <a:latin typeface="Arial"/>
              </a:defRPr>
            </a:pPr>
            <a:r>
              <a:t>{{pillar_2_metric_1_value}}</a:t>
            </a:r>
          </a:p>
        </p:txBody>
      </p:sp>
      <p:sp>
        <p:nvSpPr>
          <p:cNvPr id="38" name="Rounded Rectangle 45">
            <a:extLst>
              <a:ext uri="{FF2B5EF4-FFF2-40B4-BE49-F238E27FC236}">
                <a16:creationId xmlns:a16="http://schemas.microsoft.com/office/drawing/2014/main" id="{1C579BB1-8DBA-6085-BF51-E64EA4DC5272}"/>
              </a:ext>
            </a:extLst>
          </p:cNvPr>
          <p:cNvSpPr/>
          <p:nvPr userDrawn="1"/>
        </p:nvSpPr>
        <p:spPr>
          <a:xfrm>
            <a:off x="7543800" y="1856231"/>
            <a:ext cx="2167128" cy="905255"/>
          </a:xfrm>
          <a:prstGeom prst="roundRect">
            <a:avLst/>
          </a:prstGeom>
          <a:solidFill>
            <a:srgbClr val="FAFBFF"/>
          </a:solidFill>
          <a:ln w="12700">
            <a:solidFill>
              <a:srgbClr val="F1F5F9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39" name="Rectangle 38">
            <a:extLst>
              <a:ext uri="{FF2B5EF4-FFF2-40B4-BE49-F238E27FC236}">
                <a16:creationId xmlns:a16="http://schemas.microsoft.com/office/drawing/2014/main" id="{531A2BC4-6B2B-C02E-3253-F784253EB1D1}"/>
              </a:ext>
            </a:extLst>
          </p:cNvPr>
          <p:cNvSpPr/>
          <p:nvPr userDrawn="1"/>
        </p:nvSpPr>
        <p:spPr>
          <a:xfrm>
            <a:off x="7543800" y="1856231"/>
            <a:ext cx="27432" cy="905255"/>
          </a:xfrm>
          <a:prstGeom prst="rect">
            <a:avLst/>
          </a:prstGeom>
          <a:solidFill>
            <a:srgbClr val="6366F1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40" name="TextBox 39">
            <a:extLst>
              <a:ext uri="{FF2B5EF4-FFF2-40B4-BE49-F238E27FC236}">
                <a16:creationId xmlns:a16="http://schemas.microsoft.com/office/drawing/2014/main" id="{54015136-8AF8-A20E-9917-9B45236620AD}"/>
              </a:ext>
            </a:extLst>
          </p:cNvPr>
          <p:cNvSpPr txBox="1"/>
          <p:nvPr userDrawn="1"/>
        </p:nvSpPr>
        <p:spPr>
          <a:xfrm>
            <a:off x="7635240" y="1911095"/>
            <a:ext cx="2039112" cy="128016"/>
          </a:xfrm>
          <a:prstGeom prst="rect">
            <a:avLst/>
          </a:prstGeom>
          <a:noFill/>
        </p:spPr>
        <p:txBody>
          <a:bodyPr wrap="square">
            <a:noAutofit/>
          </a:bodyPr>
          <a:lstStyle/>
          <a:p>
            <a:pPr>
              <a:defRPr sz="700" b="0" i="0">
                <a:solidFill>
                  <a:srgbClr val="94A3B8"/>
                </a:solidFill>
                <a:latin typeface="Arial"/>
              </a:defRPr>
            </a:pPr>
            <a:r>
              <a:rPr sz="800"/>
              <a:t>{{pillar_2_metric_2_label}}</a:t>
            </a:r>
          </a:p>
        </p:txBody>
      </p:sp>
      <p:sp>
        <p:nvSpPr>
          <p:cNvPr id="41" name="TextBox 40">
            <a:extLst>
              <a:ext uri="{FF2B5EF4-FFF2-40B4-BE49-F238E27FC236}">
                <a16:creationId xmlns:a16="http://schemas.microsoft.com/office/drawing/2014/main" id="{D8B2516B-6608-ED64-C1F4-CD1FD9BB61F7}"/>
              </a:ext>
            </a:extLst>
          </p:cNvPr>
          <p:cNvSpPr txBox="1"/>
          <p:nvPr userDrawn="1"/>
        </p:nvSpPr>
        <p:spPr>
          <a:xfrm>
            <a:off x="7635240" y="2075688"/>
            <a:ext cx="2039112" cy="25603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1800" b="1" i="0">
                <a:solidFill>
                  <a:srgbClr val="6366F1"/>
                </a:solidFill>
                <a:latin typeface="Arial"/>
              </a:defRPr>
            </a:pPr>
            <a:r>
              <a:t>{{pillar_2_metric_2_value}}</a:t>
            </a:r>
          </a:p>
        </p:txBody>
      </p:sp>
      <p:sp>
        <p:nvSpPr>
          <p:cNvPr id="44" name="Rounded Rectangle 51">
            <a:extLst>
              <a:ext uri="{FF2B5EF4-FFF2-40B4-BE49-F238E27FC236}">
                <a16:creationId xmlns:a16="http://schemas.microsoft.com/office/drawing/2014/main" id="{60040E01-83F1-4F41-EEF6-790EBCFBEB4F}"/>
              </a:ext>
            </a:extLst>
          </p:cNvPr>
          <p:cNvSpPr/>
          <p:nvPr userDrawn="1"/>
        </p:nvSpPr>
        <p:spPr>
          <a:xfrm>
            <a:off x="9784080" y="1856231"/>
            <a:ext cx="2167128" cy="905255"/>
          </a:xfrm>
          <a:prstGeom prst="roundRect">
            <a:avLst/>
          </a:prstGeom>
          <a:solidFill>
            <a:srgbClr val="FAFBFF"/>
          </a:solidFill>
          <a:ln w="12700">
            <a:solidFill>
              <a:srgbClr val="F1F5F9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45" name="Rectangle 44">
            <a:extLst>
              <a:ext uri="{FF2B5EF4-FFF2-40B4-BE49-F238E27FC236}">
                <a16:creationId xmlns:a16="http://schemas.microsoft.com/office/drawing/2014/main" id="{C9CC74BA-502F-443B-1EEE-7E6C31E585FE}"/>
              </a:ext>
            </a:extLst>
          </p:cNvPr>
          <p:cNvSpPr/>
          <p:nvPr userDrawn="1"/>
        </p:nvSpPr>
        <p:spPr>
          <a:xfrm>
            <a:off x="9784080" y="1856231"/>
            <a:ext cx="27432" cy="905255"/>
          </a:xfrm>
          <a:prstGeom prst="rect">
            <a:avLst/>
          </a:prstGeom>
          <a:solidFill>
            <a:srgbClr val="6366F1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46" name="TextBox 45">
            <a:extLst>
              <a:ext uri="{FF2B5EF4-FFF2-40B4-BE49-F238E27FC236}">
                <a16:creationId xmlns:a16="http://schemas.microsoft.com/office/drawing/2014/main" id="{04108B52-AE41-9E15-BAFF-2835E2D0BD9D}"/>
              </a:ext>
            </a:extLst>
          </p:cNvPr>
          <p:cNvSpPr txBox="1"/>
          <p:nvPr userDrawn="1"/>
        </p:nvSpPr>
        <p:spPr>
          <a:xfrm>
            <a:off x="9875519" y="1911095"/>
            <a:ext cx="2039112" cy="128016"/>
          </a:xfrm>
          <a:prstGeom prst="rect">
            <a:avLst/>
          </a:prstGeom>
          <a:noFill/>
        </p:spPr>
        <p:txBody>
          <a:bodyPr wrap="square">
            <a:noAutofit/>
          </a:bodyPr>
          <a:lstStyle/>
          <a:p>
            <a:pPr>
              <a:defRPr sz="700" b="0" i="0">
                <a:solidFill>
                  <a:srgbClr val="94A3B8"/>
                </a:solidFill>
                <a:latin typeface="Arial"/>
              </a:defRPr>
            </a:pPr>
            <a:r>
              <a:rPr sz="800"/>
              <a:t>{{pillar_2_metric_3_label}}</a:t>
            </a:r>
          </a:p>
        </p:txBody>
      </p:sp>
      <p:sp>
        <p:nvSpPr>
          <p:cNvPr id="47" name="TextBox 46">
            <a:extLst>
              <a:ext uri="{FF2B5EF4-FFF2-40B4-BE49-F238E27FC236}">
                <a16:creationId xmlns:a16="http://schemas.microsoft.com/office/drawing/2014/main" id="{6063F7F5-FCD3-3D3F-B640-27F21653100E}"/>
              </a:ext>
            </a:extLst>
          </p:cNvPr>
          <p:cNvSpPr txBox="1"/>
          <p:nvPr userDrawn="1"/>
        </p:nvSpPr>
        <p:spPr>
          <a:xfrm>
            <a:off x="9875519" y="2075688"/>
            <a:ext cx="2039112" cy="25603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1800" b="1" i="0">
                <a:solidFill>
                  <a:srgbClr val="6366F1"/>
                </a:solidFill>
                <a:latin typeface="Arial"/>
              </a:defRPr>
            </a:pPr>
            <a:r>
              <a:t>{{pillar_2_metric_3_value}}</a:t>
            </a:r>
          </a:p>
        </p:txBody>
      </p:sp>
      <p:sp>
        <p:nvSpPr>
          <p:cNvPr id="50" name="Rounded Rectangle 57">
            <a:extLst>
              <a:ext uri="{FF2B5EF4-FFF2-40B4-BE49-F238E27FC236}">
                <a16:creationId xmlns:a16="http://schemas.microsoft.com/office/drawing/2014/main" id="{26491A39-348B-5819-E05A-95A88E9B5B11}"/>
              </a:ext>
            </a:extLst>
          </p:cNvPr>
          <p:cNvSpPr/>
          <p:nvPr userDrawn="1"/>
        </p:nvSpPr>
        <p:spPr>
          <a:xfrm>
            <a:off x="164592" y="2907791"/>
            <a:ext cx="11859768" cy="1051560"/>
          </a:xfrm>
          <a:prstGeom prst="roundRect">
            <a:avLst/>
          </a:prstGeom>
          <a:solidFill>
            <a:srgbClr val="FFFFFF"/>
          </a:solidFill>
          <a:ln w="12700">
            <a:solidFill>
              <a:srgbClr val="E5E7EB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51" name="Rectangle 50">
            <a:extLst>
              <a:ext uri="{FF2B5EF4-FFF2-40B4-BE49-F238E27FC236}">
                <a16:creationId xmlns:a16="http://schemas.microsoft.com/office/drawing/2014/main" id="{01B3794D-F1C1-D778-29EC-77627FFD30FC}"/>
              </a:ext>
            </a:extLst>
          </p:cNvPr>
          <p:cNvSpPr/>
          <p:nvPr userDrawn="1"/>
        </p:nvSpPr>
        <p:spPr>
          <a:xfrm>
            <a:off x="164592" y="2907791"/>
            <a:ext cx="36576" cy="1051560"/>
          </a:xfrm>
          <a:prstGeom prst="rect">
            <a:avLst/>
          </a:prstGeom>
          <a:solidFill>
            <a:srgbClr val="3B82F6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52" name="Rectangle 51">
            <a:extLst>
              <a:ext uri="{FF2B5EF4-FFF2-40B4-BE49-F238E27FC236}">
                <a16:creationId xmlns:a16="http://schemas.microsoft.com/office/drawing/2014/main" id="{CE2BA4A5-2740-88C4-E05C-CAFF63FCA238}"/>
              </a:ext>
            </a:extLst>
          </p:cNvPr>
          <p:cNvSpPr/>
          <p:nvPr userDrawn="1"/>
        </p:nvSpPr>
        <p:spPr>
          <a:xfrm>
            <a:off x="310896" y="3017520"/>
            <a:ext cx="420624" cy="420624"/>
          </a:xfrm>
          <a:prstGeom prst="rect">
            <a:avLst/>
          </a:prstGeom>
          <a:solidFill>
            <a:srgbClr val="3B82F6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53" name="TextBox 52">
            <a:extLst>
              <a:ext uri="{FF2B5EF4-FFF2-40B4-BE49-F238E27FC236}">
                <a16:creationId xmlns:a16="http://schemas.microsoft.com/office/drawing/2014/main" id="{A4200545-03E6-9FF1-BBE7-3CF2EA3F06C2}"/>
              </a:ext>
            </a:extLst>
          </p:cNvPr>
          <p:cNvSpPr txBox="1"/>
          <p:nvPr userDrawn="1"/>
        </p:nvSpPr>
        <p:spPr>
          <a:xfrm>
            <a:off x="310896" y="3035808"/>
            <a:ext cx="420624" cy="38404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1800" b="1" i="0">
                <a:solidFill>
                  <a:srgbClr val="FFFFFF"/>
                </a:solidFill>
                <a:latin typeface="Arial"/>
              </a:defRPr>
            </a:pPr>
            <a:r>
              <a:rPr dirty="0"/>
              <a:t>3</a:t>
            </a:r>
          </a:p>
        </p:txBody>
      </p:sp>
      <p:sp>
        <p:nvSpPr>
          <p:cNvPr id="54" name="TextBox 53">
            <a:extLst>
              <a:ext uri="{FF2B5EF4-FFF2-40B4-BE49-F238E27FC236}">
                <a16:creationId xmlns:a16="http://schemas.microsoft.com/office/drawing/2014/main" id="{82D0DD8D-8D87-64F4-27F7-9F12333EF923}"/>
              </a:ext>
            </a:extLst>
          </p:cNvPr>
          <p:cNvSpPr txBox="1"/>
          <p:nvPr userDrawn="1"/>
        </p:nvSpPr>
        <p:spPr>
          <a:xfrm>
            <a:off x="914400" y="2999232"/>
            <a:ext cx="4114800" cy="219456"/>
          </a:xfrm>
          <a:prstGeom prst="rect">
            <a:avLst/>
          </a:prstGeom>
          <a:noFill/>
        </p:spPr>
        <p:txBody>
          <a:bodyPr wrap="square">
            <a:normAutofit fontScale="85000" lnSpcReduction="20000"/>
          </a:bodyPr>
          <a:lstStyle/>
          <a:p>
            <a:pPr>
              <a:defRPr sz="1200" b="1" i="0">
                <a:solidFill>
                  <a:srgbClr val="3B82F6"/>
                </a:solidFill>
                <a:latin typeface="Arial"/>
              </a:defRPr>
            </a:pPr>
            <a:r>
              <a:t>{{pillar_3_title}}</a:t>
            </a:r>
          </a:p>
        </p:txBody>
      </p:sp>
      <p:sp>
        <p:nvSpPr>
          <p:cNvPr id="55" name="TextBox 54">
            <a:extLst>
              <a:ext uri="{FF2B5EF4-FFF2-40B4-BE49-F238E27FC236}">
                <a16:creationId xmlns:a16="http://schemas.microsoft.com/office/drawing/2014/main" id="{2BB85B61-8551-A5E8-4549-3B6620B73C1E}"/>
              </a:ext>
            </a:extLst>
          </p:cNvPr>
          <p:cNvSpPr txBox="1"/>
          <p:nvPr userDrawn="1"/>
        </p:nvSpPr>
        <p:spPr>
          <a:xfrm>
            <a:off x="914400" y="3236975"/>
            <a:ext cx="4114800" cy="630936"/>
          </a:xfrm>
          <a:prstGeom prst="rect">
            <a:avLst/>
          </a:prstGeom>
          <a:noFill/>
        </p:spPr>
        <p:txBody>
          <a:bodyPr wrap="square">
            <a:normAutofit/>
          </a:bodyPr>
          <a:lstStyle/>
          <a:p>
            <a:pPr>
              <a:defRPr sz="900" b="0" i="0">
                <a:solidFill>
                  <a:srgbClr val="475569"/>
                </a:solidFill>
                <a:latin typeface="Arial"/>
              </a:defRPr>
            </a:pPr>
            <a:r>
              <a:t>{{pillar_3_subtitle}}</a:t>
            </a:r>
          </a:p>
        </p:txBody>
      </p:sp>
      <p:sp>
        <p:nvSpPr>
          <p:cNvPr id="56" name="Rounded Rectangle 63">
            <a:extLst>
              <a:ext uri="{FF2B5EF4-FFF2-40B4-BE49-F238E27FC236}">
                <a16:creationId xmlns:a16="http://schemas.microsoft.com/office/drawing/2014/main" id="{CEDBC588-7629-BEF1-E651-C1B54ECE97D3}"/>
              </a:ext>
            </a:extLst>
          </p:cNvPr>
          <p:cNvSpPr/>
          <p:nvPr userDrawn="1"/>
        </p:nvSpPr>
        <p:spPr>
          <a:xfrm>
            <a:off x="5303520" y="2980944"/>
            <a:ext cx="2167128" cy="905255"/>
          </a:xfrm>
          <a:prstGeom prst="roundRect">
            <a:avLst/>
          </a:prstGeom>
          <a:solidFill>
            <a:srgbClr val="FAFBFF"/>
          </a:solidFill>
          <a:ln w="12700">
            <a:solidFill>
              <a:srgbClr val="F1F5F9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57" name="Rectangle 56">
            <a:extLst>
              <a:ext uri="{FF2B5EF4-FFF2-40B4-BE49-F238E27FC236}">
                <a16:creationId xmlns:a16="http://schemas.microsoft.com/office/drawing/2014/main" id="{68414D70-0630-C978-F253-235A756F9DA2}"/>
              </a:ext>
            </a:extLst>
          </p:cNvPr>
          <p:cNvSpPr/>
          <p:nvPr userDrawn="1"/>
        </p:nvSpPr>
        <p:spPr>
          <a:xfrm>
            <a:off x="5303520" y="2980944"/>
            <a:ext cx="27432" cy="905255"/>
          </a:xfrm>
          <a:prstGeom prst="rect">
            <a:avLst/>
          </a:prstGeom>
          <a:solidFill>
            <a:srgbClr val="3B82F6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58" name="TextBox 57">
            <a:extLst>
              <a:ext uri="{FF2B5EF4-FFF2-40B4-BE49-F238E27FC236}">
                <a16:creationId xmlns:a16="http://schemas.microsoft.com/office/drawing/2014/main" id="{1022388B-82F3-92A5-E25D-E2B81DC376D2}"/>
              </a:ext>
            </a:extLst>
          </p:cNvPr>
          <p:cNvSpPr txBox="1"/>
          <p:nvPr userDrawn="1"/>
        </p:nvSpPr>
        <p:spPr>
          <a:xfrm>
            <a:off x="5394959" y="3035808"/>
            <a:ext cx="2039112" cy="128016"/>
          </a:xfrm>
          <a:prstGeom prst="rect">
            <a:avLst/>
          </a:prstGeom>
          <a:noFill/>
        </p:spPr>
        <p:txBody>
          <a:bodyPr wrap="square">
            <a:noAutofit/>
          </a:bodyPr>
          <a:lstStyle/>
          <a:p>
            <a:pPr>
              <a:defRPr sz="700" b="0" i="0">
                <a:solidFill>
                  <a:srgbClr val="94A3B8"/>
                </a:solidFill>
                <a:latin typeface="Arial"/>
              </a:defRPr>
            </a:pPr>
            <a:r>
              <a:rPr sz="800"/>
              <a:t>{{pillar_3_metric_1_label}}</a:t>
            </a:r>
          </a:p>
        </p:txBody>
      </p:sp>
      <p:sp>
        <p:nvSpPr>
          <p:cNvPr id="59" name="TextBox 58">
            <a:extLst>
              <a:ext uri="{FF2B5EF4-FFF2-40B4-BE49-F238E27FC236}">
                <a16:creationId xmlns:a16="http://schemas.microsoft.com/office/drawing/2014/main" id="{693398B9-7710-9EFB-521E-4A2588227AED}"/>
              </a:ext>
            </a:extLst>
          </p:cNvPr>
          <p:cNvSpPr txBox="1"/>
          <p:nvPr userDrawn="1"/>
        </p:nvSpPr>
        <p:spPr>
          <a:xfrm>
            <a:off x="5394959" y="3200399"/>
            <a:ext cx="2039112" cy="25603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1800" b="1" i="0">
                <a:solidFill>
                  <a:srgbClr val="3B82F6"/>
                </a:solidFill>
                <a:latin typeface="Arial"/>
              </a:defRPr>
            </a:pPr>
            <a:r>
              <a:t>{{pillar_3_metric_1_value}}</a:t>
            </a:r>
          </a:p>
        </p:txBody>
      </p:sp>
      <p:sp>
        <p:nvSpPr>
          <p:cNvPr id="62" name="Rounded Rectangle 69">
            <a:extLst>
              <a:ext uri="{FF2B5EF4-FFF2-40B4-BE49-F238E27FC236}">
                <a16:creationId xmlns:a16="http://schemas.microsoft.com/office/drawing/2014/main" id="{6998DD71-F2C0-B1F7-559E-615411E509B2}"/>
              </a:ext>
            </a:extLst>
          </p:cNvPr>
          <p:cNvSpPr/>
          <p:nvPr userDrawn="1"/>
        </p:nvSpPr>
        <p:spPr>
          <a:xfrm>
            <a:off x="7543800" y="2980944"/>
            <a:ext cx="2167128" cy="905255"/>
          </a:xfrm>
          <a:prstGeom prst="roundRect">
            <a:avLst/>
          </a:prstGeom>
          <a:solidFill>
            <a:srgbClr val="FAFBFF"/>
          </a:solidFill>
          <a:ln w="12700">
            <a:solidFill>
              <a:srgbClr val="F1F5F9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63" name="Rectangle 62">
            <a:extLst>
              <a:ext uri="{FF2B5EF4-FFF2-40B4-BE49-F238E27FC236}">
                <a16:creationId xmlns:a16="http://schemas.microsoft.com/office/drawing/2014/main" id="{A4D1C543-60A2-E4CA-5C78-185A64132E37}"/>
              </a:ext>
            </a:extLst>
          </p:cNvPr>
          <p:cNvSpPr/>
          <p:nvPr userDrawn="1"/>
        </p:nvSpPr>
        <p:spPr>
          <a:xfrm>
            <a:off x="7543800" y="2980944"/>
            <a:ext cx="27432" cy="905255"/>
          </a:xfrm>
          <a:prstGeom prst="rect">
            <a:avLst/>
          </a:prstGeom>
          <a:solidFill>
            <a:srgbClr val="3B82F6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64" name="TextBox 63">
            <a:extLst>
              <a:ext uri="{FF2B5EF4-FFF2-40B4-BE49-F238E27FC236}">
                <a16:creationId xmlns:a16="http://schemas.microsoft.com/office/drawing/2014/main" id="{983966CF-DD91-F462-AC33-E1994059B01E}"/>
              </a:ext>
            </a:extLst>
          </p:cNvPr>
          <p:cNvSpPr txBox="1"/>
          <p:nvPr userDrawn="1"/>
        </p:nvSpPr>
        <p:spPr>
          <a:xfrm>
            <a:off x="7635240" y="3035808"/>
            <a:ext cx="2039112" cy="128016"/>
          </a:xfrm>
          <a:prstGeom prst="rect">
            <a:avLst/>
          </a:prstGeom>
          <a:noFill/>
        </p:spPr>
        <p:txBody>
          <a:bodyPr wrap="square">
            <a:noAutofit/>
          </a:bodyPr>
          <a:lstStyle/>
          <a:p>
            <a:pPr>
              <a:defRPr sz="700" b="0" i="0">
                <a:solidFill>
                  <a:srgbClr val="94A3B8"/>
                </a:solidFill>
                <a:latin typeface="Arial"/>
              </a:defRPr>
            </a:pPr>
            <a:r>
              <a:rPr sz="800"/>
              <a:t>{{pillar_3_metric_2_label}}</a:t>
            </a:r>
          </a:p>
        </p:txBody>
      </p:sp>
      <p:sp>
        <p:nvSpPr>
          <p:cNvPr id="65" name="TextBox 64">
            <a:extLst>
              <a:ext uri="{FF2B5EF4-FFF2-40B4-BE49-F238E27FC236}">
                <a16:creationId xmlns:a16="http://schemas.microsoft.com/office/drawing/2014/main" id="{FE09F0D4-7B6E-0DDD-7C32-FB51BA7D8794}"/>
              </a:ext>
            </a:extLst>
          </p:cNvPr>
          <p:cNvSpPr txBox="1"/>
          <p:nvPr userDrawn="1"/>
        </p:nvSpPr>
        <p:spPr>
          <a:xfrm>
            <a:off x="7635240" y="3200399"/>
            <a:ext cx="2039112" cy="25603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1800" b="1" i="0">
                <a:solidFill>
                  <a:srgbClr val="3B82F6"/>
                </a:solidFill>
                <a:latin typeface="Arial"/>
              </a:defRPr>
            </a:pPr>
            <a:r>
              <a:t>{{pillar_3_metric_2_value}}</a:t>
            </a:r>
          </a:p>
        </p:txBody>
      </p:sp>
      <p:sp>
        <p:nvSpPr>
          <p:cNvPr id="68" name="Rounded Rectangle 75">
            <a:extLst>
              <a:ext uri="{FF2B5EF4-FFF2-40B4-BE49-F238E27FC236}">
                <a16:creationId xmlns:a16="http://schemas.microsoft.com/office/drawing/2014/main" id="{C74680D0-09D6-D8BF-0511-41B2CF306C87}"/>
              </a:ext>
            </a:extLst>
          </p:cNvPr>
          <p:cNvSpPr/>
          <p:nvPr userDrawn="1"/>
        </p:nvSpPr>
        <p:spPr>
          <a:xfrm>
            <a:off x="9784080" y="2980944"/>
            <a:ext cx="2167128" cy="905255"/>
          </a:xfrm>
          <a:prstGeom prst="roundRect">
            <a:avLst/>
          </a:prstGeom>
          <a:solidFill>
            <a:srgbClr val="FAFBFF"/>
          </a:solidFill>
          <a:ln w="12700">
            <a:solidFill>
              <a:srgbClr val="F1F5F9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69" name="Rectangle 68">
            <a:extLst>
              <a:ext uri="{FF2B5EF4-FFF2-40B4-BE49-F238E27FC236}">
                <a16:creationId xmlns:a16="http://schemas.microsoft.com/office/drawing/2014/main" id="{B6EF57B4-69A0-299B-18F9-AB756E2A16D8}"/>
              </a:ext>
            </a:extLst>
          </p:cNvPr>
          <p:cNvSpPr/>
          <p:nvPr userDrawn="1"/>
        </p:nvSpPr>
        <p:spPr>
          <a:xfrm>
            <a:off x="9784080" y="2980944"/>
            <a:ext cx="27432" cy="905255"/>
          </a:xfrm>
          <a:prstGeom prst="rect">
            <a:avLst/>
          </a:prstGeom>
          <a:solidFill>
            <a:srgbClr val="3B82F6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70" name="TextBox 69">
            <a:extLst>
              <a:ext uri="{FF2B5EF4-FFF2-40B4-BE49-F238E27FC236}">
                <a16:creationId xmlns:a16="http://schemas.microsoft.com/office/drawing/2014/main" id="{A01DBEAC-8D30-0253-4F45-E17BFEB2FE40}"/>
              </a:ext>
            </a:extLst>
          </p:cNvPr>
          <p:cNvSpPr txBox="1"/>
          <p:nvPr userDrawn="1"/>
        </p:nvSpPr>
        <p:spPr>
          <a:xfrm>
            <a:off x="9875519" y="3035808"/>
            <a:ext cx="2039112" cy="128016"/>
          </a:xfrm>
          <a:prstGeom prst="rect">
            <a:avLst/>
          </a:prstGeom>
          <a:noFill/>
        </p:spPr>
        <p:txBody>
          <a:bodyPr wrap="square">
            <a:noAutofit/>
          </a:bodyPr>
          <a:lstStyle/>
          <a:p>
            <a:pPr>
              <a:defRPr sz="700" b="0" i="0">
                <a:solidFill>
                  <a:srgbClr val="94A3B8"/>
                </a:solidFill>
                <a:latin typeface="Arial"/>
              </a:defRPr>
            </a:pPr>
            <a:r>
              <a:rPr sz="800"/>
              <a:t>{{pillar_3_metric_3_label}}</a:t>
            </a:r>
          </a:p>
        </p:txBody>
      </p:sp>
      <p:sp>
        <p:nvSpPr>
          <p:cNvPr id="71" name="TextBox 70">
            <a:extLst>
              <a:ext uri="{FF2B5EF4-FFF2-40B4-BE49-F238E27FC236}">
                <a16:creationId xmlns:a16="http://schemas.microsoft.com/office/drawing/2014/main" id="{A38FC3F9-0C0F-2EA9-B84D-5CF88BFB2A33}"/>
              </a:ext>
            </a:extLst>
          </p:cNvPr>
          <p:cNvSpPr txBox="1"/>
          <p:nvPr userDrawn="1"/>
        </p:nvSpPr>
        <p:spPr>
          <a:xfrm>
            <a:off x="9875519" y="3200399"/>
            <a:ext cx="2039112" cy="25603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1800" b="1" i="0">
                <a:solidFill>
                  <a:srgbClr val="3B82F6"/>
                </a:solidFill>
                <a:latin typeface="Arial"/>
              </a:defRPr>
            </a:pPr>
            <a:r>
              <a:t>{{pillar_3_metric_3_value}}</a:t>
            </a:r>
          </a:p>
        </p:txBody>
      </p:sp>
      <p:sp>
        <p:nvSpPr>
          <p:cNvPr id="74" name="Rounded Rectangle 81">
            <a:extLst>
              <a:ext uri="{FF2B5EF4-FFF2-40B4-BE49-F238E27FC236}">
                <a16:creationId xmlns:a16="http://schemas.microsoft.com/office/drawing/2014/main" id="{2770894C-996D-178C-C749-97F7526B7532}"/>
              </a:ext>
            </a:extLst>
          </p:cNvPr>
          <p:cNvSpPr/>
          <p:nvPr userDrawn="1"/>
        </p:nvSpPr>
        <p:spPr>
          <a:xfrm>
            <a:off x="164592" y="4032504"/>
            <a:ext cx="11859768" cy="1051560"/>
          </a:xfrm>
          <a:prstGeom prst="roundRect">
            <a:avLst/>
          </a:prstGeom>
          <a:solidFill>
            <a:srgbClr val="FFFFFF"/>
          </a:solidFill>
          <a:ln w="12700">
            <a:solidFill>
              <a:srgbClr val="E5E7EB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75" name="Rectangle 74">
            <a:extLst>
              <a:ext uri="{FF2B5EF4-FFF2-40B4-BE49-F238E27FC236}">
                <a16:creationId xmlns:a16="http://schemas.microsoft.com/office/drawing/2014/main" id="{012289EC-28A0-1BC2-E27E-E5B25F9A404E}"/>
              </a:ext>
            </a:extLst>
          </p:cNvPr>
          <p:cNvSpPr/>
          <p:nvPr userDrawn="1"/>
        </p:nvSpPr>
        <p:spPr>
          <a:xfrm>
            <a:off x="164592" y="4032504"/>
            <a:ext cx="36576" cy="1051560"/>
          </a:xfrm>
          <a:prstGeom prst="rect">
            <a:avLst/>
          </a:prstGeom>
          <a:solidFill>
            <a:srgbClr val="06B6D4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76" name="Rectangle 75">
            <a:extLst>
              <a:ext uri="{FF2B5EF4-FFF2-40B4-BE49-F238E27FC236}">
                <a16:creationId xmlns:a16="http://schemas.microsoft.com/office/drawing/2014/main" id="{C0D206BB-6DDE-FE28-A815-D7BBA98EE105}"/>
              </a:ext>
            </a:extLst>
          </p:cNvPr>
          <p:cNvSpPr/>
          <p:nvPr userDrawn="1"/>
        </p:nvSpPr>
        <p:spPr>
          <a:xfrm>
            <a:off x="310896" y="4142232"/>
            <a:ext cx="420624" cy="420624"/>
          </a:xfrm>
          <a:prstGeom prst="rect">
            <a:avLst/>
          </a:prstGeom>
          <a:solidFill>
            <a:srgbClr val="06B6D4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77" name="TextBox 76">
            <a:extLst>
              <a:ext uri="{FF2B5EF4-FFF2-40B4-BE49-F238E27FC236}">
                <a16:creationId xmlns:a16="http://schemas.microsoft.com/office/drawing/2014/main" id="{75F149A6-E953-BB7B-1A07-A964E7E73B70}"/>
              </a:ext>
            </a:extLst>
          </p:cNvPr>
          <p:cNvSpPr txBox="1"/>
          <p:nvPr userDrawn="1"/>
        </p:nvSpPr>
        <p:spPr>
          <a:xfrm>
            <a:off x="310896" y="4160520"/>
            <a:ext cx="420624" cy="38404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1800" b="1" i="0">
                <a:solidFill>
                  <a:srgbClr val="FFFFFF"/>
                </a:solidFill>
                <a:latin typeface="Arial"/>
              </a:defRPr>
            </a:pPr>
            <a:r>
              <a:rPr dirty="0"/>
              <a:t>4</a:t>
            </a:r>
          </a:p>
        </p:txBody>
      </p:sp>
      <p:sp>
        <p:nvSpPr>
          <p:cNvPr id="78" name="TextBox 77">
            <a:extLst>
              <a:ext uri="{FF2B5EF4-FFF2-40B4-BE49-F238E27FC236}">
                <a16:creationId xmlns:a16="http://schemas.microsoft.com/office/drawing/2014/main" id="{2F4B1A06-0DF8-8C93-ABE2-16EEECA6DD7C}"/>
              </a:ext>
            </a:extLst>
          </p:cNvPr>
          <p:cNvSpPr txBox="1"/>
          <p:nvPr userDrawn="1"/>
        </p:nvSpPr>
        <p:spPr>
          <a:xfrm>
            <a:off x="914400" y="4123944"/>
            <a:ext cx="4114800" cy="219456"/>
          </a:xfrm>
          <a:prstGeom prst="rect">
            <a:avLst/>
          </a:prstGeom>
          <a:noFill/>
        </p:spPr>
        <p:txBody>
          <a:bodyPr wrap="square">
            <a:normAutofit fontScale="85000" lnSpcReduction="20000"/>
          </a:bodyPr>
          <a:lstStyle/>
          <a:p>
            <a:pPr>
              <a:defRPr sz="1200" b="1" i="0">
                <a:solidFill>
                  <a:srgbClr val="06B6D4"/>
                </a:solidFill>
                <a:latin typeface="Arial"/>
              </a:defRPr>
            </a:pPr>
            <a:r>
              <a:t>{{pillar_4_title}}</a:t>
            </a:r>
          </a:p>
        </p:txBody>
      </p:sp>
      <p:sp>
        <p:nvSpPr>
          <p:cNvPr id="79" name="TextBox 78">
            <a:extLst>
              <a:ext uri="{FF2B5EF4-FFF2-40B4-BE49-F238E27FC236}">
                <a16:creationId xmlns:a16="http://schemas.microsoft.com/office/drawing/2014/main" id="{D9F0F463-D6E0-F957-E24D-459EF05FD6A1}"/>
              </a:ext>
            </a:extLst>
          </p:cNvPr>
          <p:cNvSpPr txBox="1"/>
          <p:nvPr userDrawn="1"/>
        </p:nvSpPr>
        <p:spPr>
          <a:xfrm>
            <a:off x="914400" y="4361688"/>
            <a:ext cx="4114800" cy="630936"/>
          </a:xfrm>
          <a:prstGeom prst="rect">
            <a:avLst/>
          </a:prstGeom>
          <a:noFill/>
        </p:spPr>
        <p:txBody>
          <a:bodyPr wrap="square">
            <a:normAutofit/>
          </a:bodyPr>
          <a:lstStyle/>
          <a:p>
            <a:pPr>
              <a:defRPr sz="900" b="0" i="0">
                <a:solidFill>
                  <a:srgbClr val="475569"/>
                </a:solidFill>
                <a:latin typeface="Arial"/>
              </a:defRPr>
            </a:pPr>
            <a:r>
              <a:t>{{pillar_4_subtitle}}</a:t>
            </a:r>
          </a:p>
        </p:txBody>
      </p:sp>
      <p:sp>
        <p:nvSpPr>
          <p:cNvPr id="80" name="Rounded Rectangle 87">
            <a:extLst>
              <a:ext uri="{FF2B5EF4-FFF2-40B4-BE49-F238E27FC236}">
                <a16:creationId xmlns:a16="http://schemas.microsoft.com/office/drawing/2014/main" id="{2DADE564-20EC-F8EB-5B49-9911AC05FF10}"/>
              </a:ext>
            </a:extLst>
          </p:cNvPr>
          <p:cNvSpPr/>
          <p:nvPr userDrawn="1"/>
        </p:nvSpPr>
        <p:spPr>
          <a:xfrm>
            <a:off x="5303520" y="4105656"/>
            <a:ext cx="2167128" cy="905255"/>
          </a:xfrm>
          <a:prstGeom prst="roundRect">
            <a:avLst/>
          </a:prstGeom>
          <a:solidFill>
            <a:srgbClr val="FAFBFF"/>
          </a:solidFill>
          <a:ln w="12700">
            <a:solidFill>
              <a:srgbClr val="F1F5F9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81" name="Rectangle 80">
            <a:extLst>
              <a:ext uri="{FF2B5EF4-FFF2-40B4-BE49-F238E27FC236}">
                <a16:creationId xmlns:a16="http://schemas.microsoft.com/office/drawing/2014/main" id="{F17C1DE8-4E22-1BDF-2729-9355C8B703B2}"/>
              </a:ext>
            </a:extLst>
          </p:cNvPr>
          <p:cNvSpPr/>
          <p:nvPr userDrawn="1"/>
        </p:nvSpPr>
        <p:spPr>
          <a:xfrm>
            <a:off x="5303520" y="4105656"/>
            <a:ext cx="27432" cy="905255"/>
          </a:xfrm>
          <a:prstGeom prst="rect">
            <a:avLst/>
          </a:prstGeom>
          <a:solidFill>
            <a:srgbClr val="06B6D4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82" name="TextBox 81">
            <a:extLst>
              <a:ext uri="{FF2B5EF4-FFF2-40B4-BE49-F238E27FC236}">
                <a16:creationId xmlns:a16="http://schemas.microsoft.com/office/drawing/2014/main" id="{D120FA53-744F-D37A-B07B-26CA6F27617B}"/>
              </a:ext>
            </a:extLst>
          </p:cNvPr>
          <p:cNvSpPr txBox="1"/>
          <p:nvPr userDrawn="1"/>
        </p:nvSpPr>
        <p:spPr>
          <a:xfrm>
            <a:off x="5394959" y="4160520"/>
            <a:ext cx="2039112" cy="128016"/>
          </a:xfrm>
          <a:prstGeom prst="rect">
            <a:avLst/>
          </a:prstGeom>
          <a:noFill/>
        </p:spPr>
        <p:txBody>
          <a:bodyPr wrap="square">
            <a:noAutofit/>
          </a:bodyPr>
          <a:lstStyle/>
          <a:p>
            <a:pPr>
              <a:defRPr sz="700" b="0" i="0">
                <a:solidFill>
                  <a:srgbClr val="94A3B8"/>
                </a:solidFill>
                <a:latin typeface="Arial"/>
              </a:defRPr>
            </a:pPr>
            <a:r>
              <a:rPr sz="800"/>
              <a:t>{{pillar_4_metric_1_label}}</a:t>
            </a:r>
          </a:p>
        </p:txBody>
      </p:sp>
      <p:sp>
        <p:nvSpPr>
          <p:cNvPr id="83" name="TextBox 82">
            <a:extLst>
              <a:ext uri="{FF2B5EF4-FFF2-40B4-BE49-F238E27FC236}">
                <a16:creationId xmlns:a16="http://schemas.microsoft.com/office/drawing/2014/main" id="{66C318A6-41C1-3221-2836-8935A7D2CFE9}"/>
              </a:ext>
            </a:extLst>
          </p:cNvPr>
          <p:cNvSpPr txBox="1"/>
          <p:nvPr userDrawn="1"/>
        </p:nvSpPr>
        <p:spPr>
          <a:xfrm>
            <a:off x="5394959" y="4325112"/>
            <a:ext cx="2039112" cy="25603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1800" b="1" i="0">
                <a:solidFill>
                  <a:srgbClr val="06B6D4"/>
                </a:solidFill>
                <a:latin typeface="Arial"/>
              </a:defRPr>
            </a:pPr>
            <a:r>
              <a:t>{{pillar_4_metric_1_value}}</a:t>
            </a:r>
          </a:p>
        </p:txBody>
      </p:sp>
      <p:sp>
        <p:nvSpPr>
          <p:cNvPr id="86" name="Rounded Rectangle 93">
            <a:extLst>
              <a:ext uri="{FF2B5EF4-FFF2-40B4-BE49-F238E27FC236}">
                <a16:creationId xmlns:a16="http://schemas.microsoft.com/office/drawing/2014/main" id="{CCF1125C-6E99-22B2-1062-89BFC376E5E5}"/>
              </a:ext>
            </a:extLst>
          </p:cNvPr>
          <p:cNvSpPr/>
          <p:nvPr userDrawn="1"/>
        </p:nvSpPr>
        <p:spPr>
          <a:xfrm>
            <a:off x="7543800" y="4105656"/>
            <a:ext cx="2167128" cy="905255"/>
          </a:xfrm>
          <a:prstGeom prst="roundRect">
            <a:avLst/>
          </a:prstGeom>
          <a:solidFill>
            <a:srgbClr val="FAFBFF"/>
          </a:solidFill>
          <a:ln w="12700">
            <a:solidFill>
              <a:srgbClr val="F1F5F9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87" name="Rectangle 86">
            <a:extLst>
              <a:ext uri="{FF2B5EF4-FFF2-40B4-BE49-F238E27FC236}">
                <a16:creationId xmlns:a16="http://schemas.microsoft.com/office/drawing/2014/main" id="{99019C62-64C6-7424-1CBF-A5A81453A147}"/>
              </a:ext>
            </a:extLst>
          </p:cNvPr>
          <p:cNvSpPr/>
          <p:nvPr userDrawn="1"/>
        </p:nvSpPr>
        <p:spPr>
          <a:xfrm>
            <a:off x="7543800" y="4105656"/>
            <a:ext cx="27432" cy="905255"/>
          </a:xfrm>
          <a:prstGeom prst="rect">
            <a:avLst/>
          </a:prstGeom>
          <a:solidFill>
            <a:srgbClr val="06B6D4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88" name="TextBox 87">
            <a:extLst>
              <a:ext uri="{FF2B5EF4-FFF2-40B4-BE49-F238E27FC236}">
                <a16:creationId xmlns:a16="http://schemas.microsoft.com/office/drawing/2014/main" id="{A12CA25D-C480-0D36-D4C8-3BD7E5F303A8}"/>
              </a:ext>
            </a:extLst>
          </p:cNvPr>
          <p:cNvSpPr txBox="1"/>
          <p:nvPr userDrawn="1"/>
        </p:nvSpPr>
        <p:spPr>
          <a:xfrm>
            <a:off x="7635240" y="4160520"/>
            <a:ext cx="2039112" cy="128016"/>
          </a:xfrm>
          <a:prstGeom prst="rect">
            <a:avLst/>
          </a:prstGeom>
          <a:noFill/>
        </p:spPr>
        <p:txBody>
          <a:bodyPr wrap="square">
            <a:noAutofit/>
          </a:bodyPr>
          <a:lstStyle/>
          <a:p>
            <a:pPr>
              <a:defRPr sz="700" b="0" i="0">
                <a:solidFill>
                  <a:srgbClr val="94A3B8"/>
                </a:solidFill>
                <a:latin typeface="Arial"/>
              </a:defRPr>
            </a:pPr>
            <a:r>
              <a:rPr sz="800"/>
              <a:t>{{pillar_4_metric_2_label}}</a:t>
            </a:r>
          </a:p>
        </p:txBody>
      </p:sp>
      <p:sp>
        <p:nvSpPr>
          <p:cNvPr id="89" name="TextBox 88">
            <a:extLst>
              <a:ext uri="{FF2B5EF4-FFF2-40B4-BE49-F238E27FC236}">
                <a16:creationId xmlns:a16="http://schemas.microsoft.com/office/drawing/2014/main" id="{B801A640-E93A-FAFC-5BA6-DEC7F3AD4BE1}"/>
              </a:ext>
            </a:extLst>
          </p:cNvPr>
          <p:cNvSpPr txBox="1"/>
          <p:nvPr userDrawn="1"/>
        </p:nvSpPr>
        <p:spPr>
          <a:xfrm>
            <a:off x="7635240" y="4325112"/>
            <a:ext cx="2039112" cy="25603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1800" b="1" i="0">
                <a:solidFill>
                  <a:srgbClr val="06B6D4"/>
                </a:solidFill>
                <a:latin typeface="Arial"/>
              </a:defRPr>
            </a:pPr>
            <a:r>
              <a:t>{{pillar_4_metric_2_value}}</a:t>
            </a:r>
          </a:p>
        </p:txBody>
      </p:sp>
      <p:sp>
        <p:nvSpPr>
          <p:cNvPr id="92" name="Rounded Rectangle 99">
            <a:extLst>
              <a:ext uri="{FF2B5EF4-FFF2-40B4-BE49-F238E27FC236}">
                <a16:creationId xmlns:a16="http://schemas.microsoft.com/office/drawing/2014/main" id="{2B528F1C-0FD4-0284-2A3D-678F37F55782}"/>
              </a:ext>
            </a:extLst>
          </p:cNvPr>
          <p:cNvSpPr/>
          <p:nvPr userDrawn="1"/>
        </p:nvSpPr>
        <p:spPr>
          <a:xfrm>
            <a:off x="9784080" y="4105656"/>
            <a:ext cx="2167128" cy="905255"/>
          </a:xfrm>
          <a:prstGeom prst="roundRect">
            <a:avLst/>
          </a:prstGeom>
          <a:solidFill>
            <a:srgbClr val="FAFBFF"/>
          </a:solidFill>
          <a:ln w="12700">
            <a:solidFill>
              <a:srgbClr val="F1F5F9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93" name="Rectangle 92">
            <a:extLst>
              <a:ext uri="{FF2B5EF4-FFF2-40B4-BE49-F238E27FC236}">
                <a16:creationId xmlns:a16="http://schemas.microsoft.com/office/drawing/2014/main" id="{687558F7-1862-43E6-B12B-91CAD25938DE}"/>
              </a:ext>
            </a:extLst>
          </p:cNvPr>
          <p:cNvSpPr/>
          <p:nvPr userDrawn="1"/>
        </p:nvSpPr>
        <p:spPr>
          <a:xfrm>
            <a:off x="9784080" y="4105656"/>
            <a:ext cx="27432" cy="905255"/>
          </a:xfrm>
          <a:prstGeom prst="rect">
            <a:avLst/>
          </a:prstGeom>
          <a:solidFill>
            <a:srgbClr val="06B6D4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94" name="TextBox 93">
            <a:extLst>
              <a:ext uri="{FF2B5EF4-FFF2-40B4-BE49-F238E27FC236}">
                <a16:creationId xmlns:a16="http://schemas.microsoft.com/office/drawing/2014/main" id="{9609AF58-6B0B-05FE-F2FA-E16EF43ED2B3}"/>
              </a:ext>
            </a:extLst>
          </p:cNvPr>
          <p:cNvSpPr txBox="1"/>
          <p:nvPr userDrawn="1"/>
        </p:nvSpPr>
        <p:spPr>
          <a:xfrm>
            <a:off x="9875519" y="4160520"/>
            <a:ext cx="2039112" cy="128016"/>
          </a:xfrm>
          <a:prstGeom prst="rect">
            <a:avLst/>
          </a:prstGeom>
          <a:noFill/>
        </p:spPr>
        <p:txBody>
          <a:bodyPr wrap="square">
            <a:noAutofit/>
          </a:bodyPr>
          <a:lstStyle/>
          <a:p>
            <a:pPr>
              <a:defRPr sz="700" b="0" i="0">
                <a:solidFill>
                  <a:srgbClr val="94A3B8"/>
                </a:solidFill>
                <a:latin typeface="Arial"/>
              </a:defRPr>
            </a:pPr>
            <a:r>
              <a:rPr sz="800"/>
              <a:t>{{pillar_4_metric_3_label}}</a:t>
            </a:r>
          </a:p>
        </p:txBody>
      </p:sp>
      <p:sp>
        <p:nvSpPr>
          <p:cNvPr id="95" name="TextBox 94">
            <a:extLst>
              <a:ext uri="{FF2B5EF4-FFF2-40B4-BE49-F238E27FC236}">
                <a16:creationId xmlns:a16="http://schemas.microsoft.com/office/drawing/2014/main" id="{DFA9AAB5-B0B7-DB4D-803B-4BEB289D730B}"/>
              </a:ext>
            </a:extLst>
          </p:cNvPr>
          <p:cNvSpPr txBox="1"/>
          <p:nvPr userDrawn="1"/>
        </p:nvSpPr>
        <p:spPr>
          <a:xfrm>
            <a:off x="9875519" y="4325112"/>
            <a:ext cx="2039112" cy="25603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1800" b="1" i="0">
                <a:solidFill>
                  <a:srgbClr val="06B6D4"/>
                </a:solidFill>
                <a:latin typeface="Arial"/>
              </a:defRPr>
            </a:pPr>
            <a:r>
              <a:t>{{pillar_4_metric_3_value}}</a:t>
            </a:r>
          </a:p>
        </p:txBody>
      </p:sp>
      <p:sp>
        <p:nvSpPr>
          <p:cNvPr id="98" name="TextBox 97">
            <a:extLst>
              <a:ext uri="{FF2B5EF4-FFF2-40B4-BE49-F238E27FC236}">
                <a16:creationId xmlns:a16="http://schemas.microsoft.com/office/drawing/2014/main" id="{A693992E-C0F6-C496-73FC-E523D9E37319}"/>
              </a:ext>
            </a:extLst>
          </p:cNvPr>
          <p:cNvSpPr txBox="1"/>
          <p:nvPr userDrawn="1"/>
        </p:nvSpPr>
        <p:spPr>
          <a:xfrm>
            <a:off x="1600200" y="95226"/>
            <a:ext cx="1669473" cy="36933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900" b="1">
                <a:solidFill>
                  <a:srgbClr val="FFFFFF"/>
                </a:solidFill>
                <a:latin typeface="Calibri"/>
              </a:defRPr>
            </a:pPr>
            <a:r>
              <a:rPr lang="de-DE" dirty="0">
                <a:solidFill>
                  <a:srgbClr val="C4B5FD"/>
                </a:solidFill>
                <a:latin typeface="Arial" panose="020B0604020202020204" pitchFamily="34" charset="0"/>
                <a:cs typeface="Arial" panose="020B0604020202020204" pitchFamily="34" charset="0"/>
              </a:rPr>
              <a:t>STRATEGIC IMPTERATIVES</a:t>
            </a:r>
            <a:endParaRPr dirty="0">
              <a:solidFill>
                <a:srgbClr val="C4B5FD"/>
              </a:solidFill>
              <a:latin typeface="Arial" panose="020B0604020202020204" pitchFamily="34" charset="0"/>
              <a:cs typeface="Arial" panose="020B0604020202020204" pitchFamily="34" charset="0"/>
            </a:endParaRPr>
          </a:p>
        </p:txBody>
      </p:sp>
      <p:sp>
        <p:nvSpPr>
          <p:cNvPr id="99" name="TextBox 98">
            <a:extLst>
              <a:ext uri="{FF2B5EF4-FFF2-40B4-BE49-F238E27FC236}">
                <a16:creationId xmlns:a16="http://schemas.microsoft.com/office/drawing/2014/main" id="{726CF6C6-84CF-FB57-34E9-CA54C4A9AD62}"/>
              </a:ext>
            </a:extLst>
          </p:cNvPr>
          <p:cNvSpPr txBox="1"/>
          <p:nvPr userDrawn="1"/>
        </p:nvSpPr>
        <p:spPr>
          <a:xfrm>
            <a:off x="3566160" y="118964"/>
            <a:ext cx="4572000" cy="34747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defRPr sz="1200" b="0">
                <a:solidFill>
                  <a:srgbClr val="CBD5E1"/>
                </a:solidFill>
                <a:latin typeface="Calibri"/>
              </a:defRPr>
            </a:pPr>
            <a:r>
              <a:rPr dirty="0"/>
              <a:t>{{</a:t>
            </a:r>
            <a:r>
              <a:rPr dirty="0" err="1"/>
              <a:t>drug_label</a:t>
            </a:r>
            <a:r>
              <a:rPr dirty="0"/>
              <a:t>}}</a:t>
            </a:r>
          </a:p>
        </p:txBody>
      </p:sp>
    </p:spTree>
    <p:extLst>
      <p:ext uri="{BB962C8B-B14F-4D97-AF65-F5344CB8AC3E}">
        <p14:creationId xmlns:p14="http://schemas.microsoft.com/office/powerpoint/2010/main" val="3026936246"/>
      </p:ext>
    </p:extLst>
  </p:cSld>
  <p:clrMapOvr>
    <a:masterClrMapping/>
  </p:clrMapOvr>
</p:sldLayout>
</file>

<file path=ppt/slideLayouts/slideLayout53.xml><?xml version="1.0" encoding="utf-8"?>
<p:sldLayout xmlns:a="http://schemas.openxmlformats.org/drawingml/2006/main" xmlns:r="http://schemas.openxmlformats.org/officeDocument/2006/relationships" xmlns:p="http://schemas.openxmlformats.org/presentationml/2006/main" preserve="1" userDrawn="1">
  <p:cSld name="Comparison_grey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4" name="Rounded Rectangle 41">
            <a:extLst>
              <a:ext uri="{FF2B5EF4-FFF2-40B4-BE49-F238E27FC236}">
                <a16:creationId xmlns:a16="http://schemas.microsoft.com/office/drawing/2014/main" id="{98EEF80E-0065-637B-D307-010D4C3563DC}"/>
              </a:ext>
            </a:extLst>
          </p:cNvPr>
          <p:cNvSpPr/>
          <p:nvPr userDrawn="1"/>
        </p:nvSpPr>
        <p:spPr>
          <a:xfrm>
            <a:off x="0" y="552653"/>
            <a:ext cx="12025948" cy="5409235"/>
          </a:xfrm>
          <a:prstGeom prst="roundRect">
            <a:avLst/>
          </a:prstGeom>
          <a:solidFill>
            <a:srgbClr val="FFFFFF"/>
          </a:solidFill>
          <a:ln w="12700">
            <a:solidFill>
              <a:srgbClr val="E5E7EB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6" name="Rectangle 5">
            <a:extLst>
              <a:ext uri="{FF2B5EF4-FFF2-40B4-BE49-F238E27FC236}">
                <a16:creationId xmlns:a16="http://schemas.microsoft.com/office/drawing/2014/main" id="{14910A6D-C99A-645B-0448-B4A275D586CE}"/>
              </a:ext>
            </a:extLst>
          </p:cNvPr>
          <p:cNvSpPr/>
          <p:nvPr userDrawn="1"/>
        </p:nvSpPr>
        <p:spPr>
          <a:xfrm>
            <a:off x="106744" y="923268"/>
            <a:ext cx="11919204" cy="9144"/>
          </a:xfrm>
          <a:prstGeom prst="rect">
            <a:avLst/>
          </a:prstGeom>
          <a:solidFill>
            <a:srgbClr val="F1F5F9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7" name="Rectangle 6">
            <a:extLst>
              <a:ext uri="{FF2B5EF4-FFF2-40B4-BE49-F238E27FC236}">
                <a16:creationId xmlns:a16="http://schemas.microsoft.com/office/drawing/2014/main" id="{DCACDB68-4D71-4A5A-E67B-8328F4C3F4CB}"/>
              </a:ext>
            </a:extLst>
          </p:cNvPr>
          <p:cNvSpPr/>
          <p:nvPr userDrawn="1"/>
        </p:nvSpPr>
        <p:spPr>
          <a:xfrm>
            <a:off x="457725" y="742077"/>
            <a:ext cx="64008" cy="64008"/>
          </a:xfrm>
          <a:prstGeom prst="rect">
            <a:avLst/>
          </a:prstGeom>
          <a:solidFill>
            <a:srgbClr val="10B981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8" name="TextBox 7">
            <a:extLst>
              <a:ext uri="{FF2B5EF4-FFF2-40B4-BE49-F238E27FC236}">
                <a16:creationId xmlns:a16="http://schemas.microsoft.com/office/drawing/2014/main" id="{9D31380F-494E-6E1F-128A-CDEC48A672D1}"/>
              </a:ext>
            </a:extLst>
          </p:cNvPr>
          <p:cNvSpPr txBox="1"/>
          <p:nvPr userDrawn="1"/>
        </p:nvSpPr>
        <p:spPr>
          <a:xfrm>
            <a:off x="567453" y="664796"/>
            <a:ext cx="5605272" cy="23083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defRPr sz="900" b="1" i="0">
                <a:solidFill>
                  <a:srgbClr val="64748B"/>
                </a:solidFill>
                <a:latin typeface="Arial"/>
              </a:defRPr>
            </a:pPr>
            <a:r>
              <a:rPr sz="900" dirty="0"/>
              <a:t>Head-to-Head Comparison</a:t>
            </a:r>
          </a:p>
        </p:txBody>
      </p:sp>
      <p:sp>
        <p:nvSpPr>
          <p:cNvPr id="9" name="Rectangle 8">
            <a:extLst>
              <a:ext uri="{FF2B5EF4-FFF2-40B4-BE49-F238E27FC236}">
                <a16:creationId xmlns:a16="http://schemas.microsoft.com/office/drawing/2014/main" id="{71BB18BC-995D-69A3-87A6-3C36EF77D4E9}"/>
              </a:ext>
            </a:extLst>
          </p:cNvPr>
          <p:cNvSpPr/>
          <p:nvPr userDrawn="1"/>
        </p:nvSpPr>
        <p:spPr>
          <a:xfrm>
            <a:off x="106744" y="1042415"/>
            <a:ext cx="11919204" cy="274320"/>
          </a:xfrm>
          <a:prstGeom prst="rect">
            <a:avLst/>
          </a:prstGeom>
          <a:solidFill>
            <a:srgbClr val="F0EFFF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10" name="TextBox 9">
            <a:extLst>
              <a:ext uri="{FF2B5EF4-FFF2-40B4-BE49-F238E27FC236}">
                <a16:creationId xmlns:a16="http://schemas.microsoft.com/office/drawing/2014/main" id="{96C1BC2F-81E7-E674-5B24-958D91C94356}"/>
              </a:ext>
            </a:extLst>
          </p:cNvPr>
          <p:cNvSpPr txBox="1"/>
          <p:nvPr userDrawn="1"/>
        </p:nvSpPr>
        <p:spPr>
          <a:xfrm>
            <a:off x="128135" y="1077303"/>
            <a:ext cx="2876429" cy="215444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defRPr sz="800" b="1" i="0">
                <a:solidFill>
                  <a:srgbClr val="64748B"/>
                </a:solidFill>
                <a:latin typeface="Arial"/>
              </a:defRPr>
            </a:pPr>
            <a:r>
              <a:rPr sz="800" dirty="0"/>
              <a:t>Parameter</a:t>
            </a:r>
          </a:p>
        </p:txBody>
      </p:sp>
      <p:sp>
        <p:nvSpPr>
          <p:cNvPr id="11" name="TextBox 10">
            <a:extLst>
              <a:ext uri="{FF2B5EF4-FFF2-40B4-BE49-F238E27FC236}">
                <a16:creationId xmlns:a16="http://schemas.microsoft.com/office/drawing/2014/main" id="{180AAF8C-D7C0-260D-417B-5F8F1C5E7D5F}"/>
              </a:ext>
            </a:extLst>
          </p:cNvPr>
          <p:cNvSpPr txBox="1"/>
          <p:nvPr userDrawn="1"/>
        </p:nvSpPr>
        <p:spPr>
          <a:xfrm>
            <a:off x="1146387" y="1077303"/>
            <a:ext cx="3595537" cy="215444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800" b="1" i="0">
                <a:solidFill>
                  <a:srgbClr val="8B5CF6"/>
                </a:solidFill>
                <a:latin typeface="Arial"/>
              </a:defRPr>
            </a:pPr>
            <a:r>
              <a:rPr sz="800" dirty="0"/>
              <a:t>{{comp_drug_1}}</a:t>
            </a:r>
          </a:p>
        </p:txBody>
      </p:sp>
      <p:sp>
        <p:nvSpPr>
          <p:cNvPr id="12" name="TextBox 11">
            <a:extLst>
              <a:ext uri="{FF2B5EF4-FFF2-40B4-BE49-F238E27FC236}">
                <a16:creationId xmlns:a16="http://schemas.microsoft.com/office/drawing/2014/main" id="{A556B40E-A237-A240-0A2B-5B5E747E1F6B}"/>
              </a:ext>
            </a:extLst>
          </p:cNvPr>
          <p:cNvSpPr txBox="1"/>
          <p:nvPr userDrawn="1"/>
        </p:nvSpPr>
        <p:spPr>
          <a:xfrm>
            <a:off x="2153656" y="1077303"/>
            <a:ext cx="5267461" cy="215444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800" b="1" i="0">
                <a:solidFill>
                  <a:srgbClr val="8B5CF6"/>
                </a:solidFill>
                <a:latin typeface="Arial"/>
              </a:defRPr>
            </a:pPr>
            <a:r>
              <a:rPr lang="de-DE" sz="800" dirty="0">
                <a:solidFill>
                  <a:schemeClr val="bg1">
                    <a:lumMod val="65000"/>
                  </a:schemeClr>
                </a:solidFill>
              </a:rPr>
              <a:t>{{comp_avg}}</a:t>
            </a:r>
          </a:p>
        </p:txBody>
      </p:sp>
      <p:sp>
        <p:nvSpPr>
          <p:cNvPr id="13" name="Rectangle 12">
            <a:extLst>
              <a:ext uri="{FF2B5EF4-FFF2-40B4-BE49-F238E27FC236}">
                <a16:creationId xmlns:a16="http://schemas.microsoft.com/office/drawing/2014/main" id="{E41D4EA1-0513-9F7D-6E5E-43110F456103}"/>
              </a:ext>
            </a:extLst>
          </p:cNvPr>
          <p:cNvSpPr/>
          <p:nvPr userDrawn="1"/>
        </p:nvSpPr>
        <p:spPr>
          <a:xfrm>
            <a:off x="106744" y="1335024"/>
            <a:ext cx="11919204" cy="329184"/>
          </a:xfrm>
          <a:prstGeom prst="rect">
            <a:avLst/>
          </a:prstGeom>
          <a:solidFill>
            <a:srgbClr val="FAFBFF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14" name="Rectangle 13">
            <a:extLst>
              <a:ext uri="{FF2B5EF4-FFF2-40B4-BE49-F238E27FC236}">
                <a16:creationId xmlns:a16="http://schemas.microsoft.com/office/drawing/2014/main" id="{C24F55E4-33A2-E9E8-A629-7C5D79C2C9C0}"/>
              </a:ext>
            </a:extLst>
          </p:cNvPr>
          <p:cNvSpPr/>
          <p:nvPr userDrawn="1"/>
        </p:nvSpPr>
        <p:spPr>
          <a:xfrm>
            <a:off x="106744" y="1659636"/>
            <a:ext cx="11919204" cy="4572"/>
          </a:xfrm>
          <a:prstGeom prst="rect">
            <a:avLst/>
          </a:prstGeom>
          <a:solidFill>
            <a:srgbClr val="F1F5F9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15" name="TextBox 14">
            <a:extLst>
              <a:ext uri="{FF2B5EF4-FFF2-40B4-BE49-F238E27FC236}">
                <a16:creationId xmlns:a16="http://schemas.microsoft.com/office/drawing/2014/main" id="{A91DEEF9-E55A-68E2-94CB-97905232F699}"/>
              </a:ext>
            </a:extLst>
          </p:cNvPr>
          <p:cNvSpPr txBox="1"/>
          <p:nvPr userDrawn="1"/>
        </p:nvSpPr>
        <p:spPr>
          <a:xfrm>
            <a:off x="216472" y="1369911"/>
            <a:ext cx="2696652" cy="219456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defRPr sz="800" b="0" i="0">
                <a:solidFill>
                  <a:srgbClr val="64748B"/>
                </a:solidFill>
                <a:latin typeface="Arial"/>
              </a:defRPr>
            </a:pPr>
            <a:r>
              <a:rPr sz="800"/>
              <a:t>Mechanism</a:t>
            </a:r>
          </a:p>
        </p:txBody>
      </p:sp>
      <p:sp>
        <p:nvSpPr>
          <p:cNvPr id="16" name="TextBox 15">
            <a:extLst>
              <a:ext uri="{FF2B5EF4-FFF2-40B4-BE49-F238E27FC236}">
                <a16:creationId xmlns:a16="http://schemas.microsoft.com/office/drawing/2014/main" id="{3892CFFC-B499-7DDA-B232-33826906C8D3}"/>
              </a:ext>
            </a:extLst>
          </p:cNvPr>
          <p:cNvSpPr txBox="1"/>
          <p:nvPr userDrawn="1"/>
        </p:nvSpPr>
        <p:spPr>
          <a:xfrm>
            <a:off x="1146387" y="1369911"/>
            <a:ext cx="3595537" cy="22313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850" b="1" i="0">
                <a:solidFill>
                  <a:srgbClr val="0F172A"/>
                </a:solidFill>
                <a:latin typeface="Arial"/>
              </a:defRPr>
            </a:pPr>
            <a:r>
              <a:rPr sz="850"/>
              <a:t>{{comp_1_mechanism}}</a:t>
            </a:r>
          </a:p>
        </p:txBody>
      </p:sp>
      <p:sp>
        <p:nvSpPr>
          <p:cNvPr id="17" name="TextBox 16">
            <a:extLst>
              <a:ext uri="{FF2B5EF4-FFF2-40B4-BE49-F238E27FC236}">
                <a16:creationId xmlns:a16="http://schemas.microsoft.com/office/drawing/2014/main" id="{ADA1AB7C-850C-D8D0-791C-F0ABAD7B078B}"/>
              </a:ext>
            </a:extLst>
          </p:cNvPr>
          <p:cNvSpPr txBox="1"/>
          <p:nvPr userDrawn="1"/>
        </p:nvSpPr>
        <p:spPr>
          <a:xfrm>
            <a:off x="2153656" y="1369911"/>
            <a:ext cx="5267461" cy="219456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800" b="0" i="0">
                <a:solidFill>
                  <a:srgbClr val="94A3B8"/>
                </a:solidFill>
                <a:latin typeface="Arial"/>
              </a:defRPr>
            </a:pPr>
            <a:r>
              <a:rPr sz="800"/>
              <a:t>{{comp_avg_mechanism}}</a:t>
            </a:r>
          </a:p>
        </p:txBody>
      </p:sp>
      <p:sp>
        <p:nvSpPr>
          <p:cNvPr id="18" name="Rectangle 17">
            <a:extLst>
              <a:ext uri="{FF2B5EF4-FFF2-40B4-BE49-F238E27FC236}">
                <a16:creationId xmlns:a16="http://schemas.microsoft.com/office/drawing/2014/main" id="{6C45AD69-8EB0-7E51-A315-C1F83C835A5A}"/>
              </a:ext>
            </a:extLst>
          </p:cNvPr>
          <p:cNvSpPr/>
          <p:nvPr userDrawn="1"/>
        </p:nvSpPr>
        <p:spPr>
          <a:xfrm>
            <a:off x="106744" y="1988819"/>
            <a:ext cx="11919204" cy="4572"/>
          </a:xfrm>
          <a:prstGeom prst="rect">
            <a:avLst/>
          </a:prstGeom>
          <a:solidFill>
            <a:srgbClr val="F1F5F9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19" name="TextBox 18">
            <a:extLst>
              <a:ext uri="{FF2B5EF4-FFF2-40B4-BE49-F238E27FC236}">
                <a16:creationId xmlns:a16="http://schemas.microsoft.com/office/drawing/2014/main" id="{C95ECB1F-D2ED-8254-7347-16F4D2808104}"/>
              </a:ext>
            </a:extLst>
          </p:cNvPr>
          <p:cNvSpPr txBox="1"/>
          <p:nvPr userDrawn="1"/>
        </p:nvSpPr>
        <p:spPr>
          <a:xfrm>
            <a:off x="216472" y="1699095"/>
            <a:ext cx="2696652" cy="219456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defRPr sz="800" b="0" i="0">
                <a:solidFill>
                  <a:srgbClr val="64748B"/>
                </a:solidFill>
                <a:latin typeface="Arial"/>
              </a:defRPr>
            </a:pPr>
            <a:r>
              <a:rPr sz="800"/>
              <a:t>Line of therapy</a:t>
            </a:r>
          </a:p>
        </p:txBody>
      </p:sp>
      <p:sp>
        <p:nvSpPr>
          <p:cNvPr id="20" name="TextBox 19">
            <a:extLst>
              <a:ext uri="{FF2B5EF4-FFF2-40B4-BE49-F238E27FC236}">
                <a16:creationId xmlns:a16="http://schemas.microsoft.com/office/drawing/2014/main" id="{32F3F7B6-5774-307F-44DB-A1121B0F90EB}"/>
              </a:ext>
            </a:extLst>
          </p:cNvPr>
          <p:cNvSpPr txBox="1"/>
          <p:nvPr userDrawn="1"/>
        </p:nvSpPr>
        <p:spPr>
          <a:xfrm>
            <a:off x="1146387" y="1699095"/>
            <a:ext cx="3595537" cy="22313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850" b="1" i="0">
                <a:solidFill>
                  <a:srgbClr val="0F172A"/>
                </a:solidFill>
                <a:latin typeface="Arial"/>
              </a:defRPr>
            </a:pPr>
            <a:r>
              <a:rPr sz="850"/>
              <a:t>{{comp_1_line}}</a:t>
            </a:r>
          </a:p>
        </p:txBody>
      </p:sp>
      <p:sp>
        <p:nvSpPr>
          <p:cNvPr id="21" name="TextBox 20">
            <a:extLst>
              <a:ext uri="{FF2B5EF4-FFF2-40B4-BE49-F238E27FC236}">
                <a16:creationId xmlns:a16="http://schemas.microsoft.com/office/drawing/2014/main" id="{E74131D3-8723-997F-F92A-0B98ED36CA98}"/>
              </a:ext>
            </a:extLst>
          </p:cNvPr>
          <p:cNvSpPr txBox="1"/>
          <p:nvPr userDrawn="1"/>
        </p:nvSpPr>
        <p:spPr>
          <a:xfrm>
            <a:off x="2153656" y="1699095"/>
            <a:ext cx="5267461" cy="219456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800" b="0" i="0">
                <a:solidFill>
                  <a:srgbClr val="94A3B8"/>
                </a:solidFill>
                <a:latin typeface="Arial"/>
              </a:defRPr>
            </a:pPr>
            <a:r>
              <a:rPr sz="800"/>
              <a:t>{{comp_avg_line}}</a:t>
            </a:r>
          </a:p>
        </p:txBody>
      </p:sp>
      <p:sp>
        <p:nvSpPr>
          <p:cNvPr id="22" name="Rectangle 21">
            <a:extLst>
              <a:ext uri="{FF2B5EF4-FFF2-40B4-BE49-F238E27FC236}">
                <a16:creationId xmlns:a16="http://schemas.microsoft.com/office/drawing/2014/main" id="{BB1F3DF0-7281-D65B-7294-7D864F88E0C9}"/>
              </a:ext>
            </a:extLst>
          </p:cNvPr>
          <p:cNvSpPr/>
          <p:nvPr userDrawn="1"/>
        </p:nvSpPr>
        <p:spPr>
          <a:xfrm>
            <a:off x="106744" y="1993391"/>
            <a:ext cx="11919204" cy="329184"/>
          </a:xfrm>
          <a:prstGeom prst="rect">
            <a:avLst/>
          </a:prstGeom>
          <a:solidFill>
            <a:srgbClr val="FAFBFF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23" name="Rectangle 22">
            <a:extLst>
              <a:ext uri="{FF2B5EF4-FFF2-40B4-BE49-F238E27FC236}">
                <a16:creationId xmlns:a16="http://schemas.microsoft.com/office/drawing/2014/main" id="{3F43E6B4-3E13-FA97-9500-6BC2F058855B}"/>
              </a:ext>
            </a:extLst>
          </p:cNvPr>
          <p:cNvSpPr/>
          <p:nvPr userDrawn="1"/>
        </p:nvSpPr>
        <p:spPr>
          <a:xfrm>
            <a:off x="106744" y="2318003"/>
            <a:ext cx="11919204" cy="4572"/>
          </a:xfrm>
          <a:prstGeom prst="rect">
            <a:avLst/>
          </a:prstGeom>
          <a:solidFill>
            <a:srgbClr val="F1F5F9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24" name="TextBox 23">
            <a:extLst>
              <a:ext uri="{FF2B5EF4-FFF2-40B4-BE49-F238E27FC236}">
                <a16:creationId xmlns:a16="http://schemas.microsoft.com/office/drawing/2014/main" id="{4A7B23A9-E688-B51F-414D-F0EBCF671441}"/>
              </a:ext>
            </a:extLst>
          </p:cNvPr>
          <p:cNvSpPr txBox="1"/>
          <p:nvPr userDrawn="1"/>
        </p:nvSpPr>
        <p:spPr>
          <a:xfrm>
            <a:off x="216472" y="2028278"/>
            <a:ext cx="2696652" cy="219456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defRPr sz="800" b="0" i="0">
                <a:solidFill>
                  <a:srgbClr val="64748B"/>
                </a:solidFill>
                <a:latin typeface="Arial"/>
              </a:defRPr>
            </a:pPr>
            <a:r>
              <a:rPr sz="800"/>
              <a:t>ORR</a:t>
            </a:r>
          </a:p>
        </p:txBody>
      </p:sp>
      <p:sp>
        <p:nvSpPr>
          <p:cNvPr id="25" name="TextBox 24">
            <a:extLst>
              <a:ext uri="{FF2B5EF4-FFF2-40B4-BE49-F238E27FC236}">
                <a16:creationId xmlns:a16="http://schemas.microsoft.com/office/drawing/2014/main" id="{28C0B3B0-8C35-CD12-27A8-ED83EDC1DCB7}"/>
              </a:ext>
            </a:extLst>
          </p:cNvPr>
          <p:cNvSpPr txBox="1"/>
          <p:nvPr userDrawn="1"/>
        </p:nvSpPr>
        <p:spPr>
          <a:xfrm>
            <a:off x="1146387" y="2028278"/>
            <a:ext cx="3595537" cy="22313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850" b="1" i="0">
                <a:solidFill>
                  <a:srgbClr val="0F172A"/>
                </a:solidFill>
                <a:latin typeface="Arial"/>
              </a:defRPr>
            </a:pPr>
            <a:r>
              <a:rPr sz="850"/>
              <a:t>{{comp_1_orr}}</a:t>
            </a:r>
          </a:p>
        </p:txBody>
      </p:sp>
      <p:sp>
        <p:nvSpPr>
          <p:cNvPr id="26" name="TextBox 25">
            <a:extLst>
              <a:ext uri="{FF2B5EF4-FFF2-40B4-BE49-F238E27FC236}">
                <a16:creationId xmlns:a16="http://schemas.microsoft.com/office/drawing/2014/main" id="{1C34AE83-E894-2B88-6068-1D4D715C1962}"/>
              </a:ext>
            </a:extLst>
          </p:cNvPr>
          <p:cNvSpPr txBox="1"/>
          <p:nvPr userDrawn="1"/>
        </p:nvSpPr>
        <p:spPr>
          <a:xfrm>
            <a:off x="2153656" y="2028278"/>
            <a:ext cx="5267461" cy="219456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800" b="0" i="0">
                <a:solidFill>
                  <a:srgbClr val="94A3B8"/>
                </a:solidFill>
                <a:latin typeface="Arial"/>
              </a:defRPr>
            </a:pPr>
            <a:r>
              <a:rPr sz="800"/>
              <a:t>{{comp_avg_orr}}</a:t>
            </a:r>
          </a:p>
        </p:txBody>
      </p:sp>
      <p:sp>
        <p:nvSpPr>
          <p:cNvPr id="27" name="Rectangle 26">
            <a:extLst>
              <a:ext uri="{FF2B5EF4-FFF2-40B4-BE49-F238E27FC236}">
                <a16:creationId xmlns:a16="http://schemas.microsoft.com/office/drawing/2014/main" id="{7C2E5201-2F44-A6E6-BE4B-E639D3CD3C84}"/>
              </a:ext>
            </a:extLst>
          </p:cNvPr>
          <p:cNvSpPr/>
          <p:nvPr userDrawn="1"/>
        </p:nvSpPr>
        <p:spPr>
          <a:xfrm>
            <a:off x="106744" y="2647188"/>
            <a:ext cx="11919204" cy="4572"/>
          </a:xfrm>
          <a:prstGeom prst="rect">
            <a:avLst/>
          </a:prstGeom>
          <a:solidFill>
            <a:srgbClr val="F1F5F9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28" name="TextBox 27">
            <a:extLst>
              <a:ext uri="{FF2B5EF4-FFF2-40B4-BE49-F238E27FC236}">
                <a16:creationId xmlns:a16="http://schemas.microsoft.com/office/drawing/2014/main" id="{F956DA0E-C608-5E55-84B3-8BA9E378F2E0}"/>
              </a:ext>
            </a:extLst>
          </p:cNvPr>
          <p:cNvSpPr txBox="1"/>
          <p:nvPr userDrawn="1"/>
        </p:nvSpPr>
        <p:spPr>
          <a:xfrm>
            <a:off x="216472" y="2357463"/>
            <a:ext cx="2696652" cy="219456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defRPr sz="800" b="0" i="0">
                <a:solidFill>
                  <a:srgbClr val="64748B"/>
                </a:solidFill>
                <a:latin typeface="Arial"/>
              </a:defRPr>
            </a:pPr>
            <a:r>
              <a:rPr sz="800"/>
              <a:t>CR Rate</a:t>
            </a:r>
          </a:p>
        </p:txBody>
      </p:sp>
      <p:sp>
        <p:nvSpPr>
          <p:cNvPr id="29" name="TextBox 28">
            <a:extLst>
              <a:ext uri="{FF2B5EF4-FFF2-40B4-BE49-F238E27FC236}">
                <a16:creationId xmlns:a16="http://schemas.microsoft.com/office/drawing/2014/main" id="{B4F1AEB4-6973-1E77-0A75-99325F81E711}"/>
              </a:ext>
            </a:extLst>
          </p:cNvPr>
          <p:cNvSpPr txBox="1"/>
          <p:nvPr userDrawn="1"/>
        </p:nvSpPr>
        <p:spPr>
          <a:xfrm>
            <a:off x="1146387" y="2357463"/>
            <a:ext cx="3595537" cy="22313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850" b="1" i="0">
                <a:solidFill>
                  <a:srgbClr val="0F172A"/>
                </a:solidFill>
                <a:latin typeface="Arial"/>
              </a:defRPr>
            </a:pPr>
            <a:r>
              <a:rPr sz="850"/>
              <a:t>{{comp_1_cr}}</a:t>
            </a:r>
          </a:p>
        </p:txBody>
      </p:sp>
      <p:sp>
        <p:nvSpPr>
          <p:cNvPr id="30" name="TextBox 29">
            <a:extLst>
              <a:ext uri="{FF2B5EF4-FFF2-40B4-BE49-F238E27FC236}">
                <a16:creationId xmlns:a16="http://schemas.microsoft.com/office/drawing/2014/main" id="{4A4A6395-2E0D-3E66-166D-32EF3676005F}"/>
              </a:ext>
            </a:extLst>
          </p:cNvPr>
          <p:cNvSpPr txBox="1"/>
          <p:nvPr userDrawn="1"/>
        </p:nvSpPr>
        <p:spPr>
          <a:xfrm>
            <a:off x="2153656" y="2357463"/>
            <a:ext cx="5267461" cy="219456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800" b="0" i="0">
                <a:solidFill>
                  <a:srgbClr val="94A3B8"/>
                </a:solidFill>
                <a:latin typeface="Arial"/>
              </a:defRPr>
            </a:pPr>
            <a:r>
              <a:rPr sz="800"/>
              <a:t>{{comp_avg_cr}}</a:t>
            </a:r>
          </a:p>
        </p:txBody>
      </p:sp>
      <p:sp>
        <p:nvSpPr>
          <p:cNvPr id="31" name="Rectangle 30">
            <a:extLst>
              <a:ext uri="{FF2B5EF4-FFF2-40B4-BE49-F238E27FC236}">
                <a16:creationId xmlns:a16="http://schemas.microsoft.com/office/drawing/2014/main" id="{0C971010-1001-A83B-D8F7-4CFB61F2A315}"/>
              </a:ext>
            </a:extLst>
          </p:cNvPr>
          <p:cNvSpPr/>
          <p:nvPr userDrawn="1"/>
        </p:nvSpPr>
        <p:spPr>
          <a:xfrm>
            <a:off x="106744" y="2651760"/>
            <a:ext cx="11919204" cy="329184"/>
          </a:xfrm>
          <a:prstGeom prst="rect">
            <a:avLst/>
          </a:prstGeom>
          <a:solidFill>
            <a:srgbClr val="FAFBFF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32" name="Rectangle 31">
            <a:extLst>
              <a:ext uri="{FF2B5EF4-FFF2-40B4-BE49-F238E27FC236}">
                <a16:creationId xmlns:a16="http://schemas.microsoft.com/office/drawing/2014/main" id="{A60A1405-1AD5-9565-0DF6-B8A109D200BD}"/>
              </a:ext>
            </a:extLst>
          </p:cNvPr>
          <p:cNvSpPr/>
          <p:nvPr userDrawn="1"/>
        </p:nvSpPr>
        <p:spPr>
          <a:xfrm>
            <a:off x="106744" y="2976372"/>
            <a:ext cx="11919204" cy="4572"/>
          </a:xfrm>
          <a:prstGeom prst="rect">
            <a:avLst/>
          </a:prstGeom>
          <a:solidFill>
            <a:srgbClr val="F1F5F9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33" name="TextBox 32">
            <a:extLst>
              <a:ext uri="{FF2B5EF4-FFF2-40B4-BE49-F238E27FC236}">
                <a16:creationId xmlns:a16="http://schemas.microsoft.com/office/drawing/2014/main" id="{639D3BA5-9D61-A0AA-D0D4-B07EB89CA6FE}"/>
              </a:ext>
            </a:extLst>
          </p:cNvPr>
          <p:cNvSpPr txBox="1"/>
          <p:nvPr userDrawn="1"/>
        </p:nvSpPr>
        <p:spPr>
          <a:xfrm>
            <a:off x="216472" y="2686647"/>
            <a:ext cx="2696652" cy="219456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defRPr sz="800" b="0" i="0">
                <a:solidFill>
                  <a:srgbClr val="64748B"/>
                </a:solidFill>
                <a:latin typeface="Arial"/>
              </a:defRPr>
            </a:pPr>
            <a:r>
              <a:rPr sz="800"/>
              <a:t>mPFS</a:t>
            </a:r>
          </a:p>
        </p:txBody>
      </p:sp>
      <p:sp>
        <p:nvSpPr>
          <p:cNvPr id="34" name="TextBox 33">
            <a:extLst>
              <a:ext uri="{FF2B5EF4-FFF2-40B4-BE49-F238E27FC236}">
                <a16:creationId xmlns:a16="http://schemas.microsoft.com/office/drawing/2014/main" id="{EDB2DB42-745B-420F-EA1A-E927A1094795}"/>
              </a:ext>
            </a:extLst>
          </p:cNvPr>
          <p:cNvSpPr txBox="1"/>
          <p:nvPr userDrawn="1"/>
        </p:nvSpPr>
        <p:spPr>
          <a:xfrm>
            <a:off x="1146387" y="2686647"/>
            <a:ext cx="3595537" cy="22313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850" b="1" i="0">
                <a:solidFill>
                  <a:srgbClr val="0F172A"/>
                </a:solidFill>
                <a:latin typeface="Arial"/>
              </a:defRPr>
            </a:pPr>
            <a:r>
              <a:rPr sz="850"/>
              <a:t>{{comp_1_mpfs}}</a:t>
            </a:r>
          </a:p>
        </p:txBody>
      </p:sp>
      <p:sp>
        <p:nvSpPr>
          <p:cNvPr id="35" name="TextBox 34">
            <a:extLst>
              <a:ext uri="{FF2B5EF4-FFF2-40B4-BE49-F238E27FC236}">
                <a16:creationId xmlns:a16="http://schemas.microsoft.com/office/drawing/2014/main" id="{EDA3D32E-94A7-FF99-B8DA-C005B6AE0703}"/>
              </a:ext>
            </a:extLst>
          </p:cNvPr>
          <p:cNvSpPr txBox="1"/>
          <p:nvPr userDrawn="1"/>
        </p:nvSpPr>
        <p:spPr>
          <a:xfrm>
            <a:off x="2153656" y="2686647"/>
            <a:ext cx="5267461" cy="219456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800" b="0" i="0">
                <a:solidFill>
                  <a:srgbClr val="94A3B8"/>
                </a:solidFill>
                <a:latin typeface="Arial"/>
              </a:defRPr>
            </a:pPr>
            <a:r>
              <a:rPr sz="800"/>
              <a:t>{{comp_avg_mpfs}}</a:t>
            </a:r>
          </a:p>
        </p:txBody>
      </p:sp>
      <p:sp>
        <p:nvSpPr>
          <p:cNvPr id="36" name="Rectangle 35">
            <a:extLst>
              <a:ext uri="{FF2B5EF4-FFF2-40B4-BE49-F238E27FC236}">
                <a16:creationId xmlns:a16="http://schemas.microsoft.com/office/drawing/2014/main" id="{7CA02531-CEB2-C7DB-0D7F-D1A129F88379}"/>
              </a:ext>
            </a:extLst>
          </p:cNvPr>
          <p:cNvSpPr/>
          <p:nvPr userDrawn="1"/>
        </p:nvSpPr>
        <p:spPr>
          <a:xfrm>
            <a:off x="106744" y="3305556"/>
            <a:ext cx="11919204" cy="4572"/>
          </a:xfrm>
          <a:prstGeom prst="rect">
            <a:avLst/>
          </a:prstGeom>
          <a:solidFill>
            <a:srgbClr val="F1F5F9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37" name="TextBox 36">
            <a:extLst>
              <a:ext uri="{FF2B5EF4-FFF2-40B4-BE49-F238E27FC236}">
                <a16:creationId xmlns:a16="http://schemas.microsoft.com/office/drawing/2014/main" id="{034A93D4-4FBE-F666-F789-6F5E4AB611AC}"/>
              </a:ext>
            </a:extLst>
          </p:cNvPr>
          <p:cNvSpPr txBox="1"/>
          <p:nvPr userDrawn="1"/>
        </p:nvSpPr>
        <p:spPr>
          <a:xfrm>
            <a:off x="216472" y="3015831"/>
            <a:ext cx="2696652" cy="219456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defRPr sz="800" b="0" i="0">
                <a:solidFill>
                  <a:srgbClr val="64748B"/>
                </a:solidFill>
                <a:latin typeface="Arial"/>
              </a:defRPr>
            </a:pPr>
            <a:r>
              <a:rPr sz="800"/>
              <a:t>HR (PFS)</a:t>
            </a:r>
          </a:p>
        </p:txBody>
      </p:sp>
      <p:sp>
        <p:nvSpPr>
          <p:cNvPr id="38" name="TextBox 37">
            <a:extLst>
              <a:ext uri="{FF2B5EF4-FFF2-40B4-BE49-F238E27FC236}">
                <a16:creationId xmlns:a16="http://schemas.microsoft.com/office/drawing/2014/main" id="{211F353E-07CD-3F5D-D04B-9C52DA4C7FC3}"/>
              </a:ext>
            </a:extLst>
          </p:cNvPr>
          <p:cNvSpPr txBox="1"/>
          <p:nvPr userDrawn="1"/>
        </p:nvSpPr>
        <p:spPr>
          <a:xfrm>
            <a:off x="1146387" y="3015831"/>
            <a:ext cx="3595537" cy="22313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850" b="1" i="0">
                <a:solidFill>
                  <a:srgbClr val="0F172A"/>
                </a:solidFill>
                <a:latin typeface="Arial"/>
              </a:defRPr>
            </a:pPr>
            <a:r>
              <a:rPr sz="850"/>
              <a:t>{{comp_1_hr}}</a:t>
            </a:r>
          </a:p>
        </p:txBody>
      </p:sp>
      <p:sp>
        <p:nvSpPr>
          <p:cNvPr id="39" name="TextBox 38">
            <a:extLst>
              <a:ext uri="{FF2B5EF4-FFF2-40B4-BE49-F238E27FC236}">
                <a16:creationId xmlns:a16="http://schemas.microsoft.com/office/drawing/2014/main" id="{8BDC2CFC-6E99-817D-7ECB-B8B52B9BA9B9}"/>
              </a:ext>
            </a:extLst>
          </p:cNvPr>
          <p:cNvSpPr txBox="1"/>
          <p:nvPr userDrawn="1"/>
        </p:nvSpPr>
        <p:spPr>
          <a:xfrm>
            <a:off x="2153656" y="3015831"/>
            <a:ext cx="5267461" cy="219456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800" b="0" i="0">
                <a:solidFill>
                  <a:srgbClr val="94A3B8"/>
                </a:solidFill>
                <a:latin typeface="Arial"/>
              </a:defRPr>
            </a:pPr>
            <a:r>
              <a:rPr sz="800"/>
              <a:t>{{comp_avg_hr}}</a:t>
            </a:r>
          </a:p>
        </p:txBody>
      </p:sp>
      <p:sp>
        <p:nvSpPr>
          <p:cNvPr id="40" name="Rectangle 39">
            <a:extLst>
              <a:ext uri="{FF2B5EF4-FFF2-40B4-BE49-F238E27FC236}">
                <a16:creationId xmlns:a16="http://schemas.microsoft.com/office/drawing/2014/main" id="{131AEBE0-6F7B-FF49-C57A-B757ADFCFA79}"/>
              </a:ext>
            </a:extLst>
          </p:cNvPr>
          <p:cNvSpPr/>
          <p:nvPr userDrawn="1"/>
        </p:nvSpPr>
        <p:spPr>
          <a:xfrm>
            <a:off x="106744" y="3310128"/>
            <a:ext cx="11919204" cy="329184"/>
          </a:xfrm>
          <a:prstGeom prst="rect">
            <a:avLst/>
          </a:prstGeom>
          <a:solidFill>
            <a:srgbClr val="FAFBFF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41" name="Rectangle 40">
            <a:extLst>
              <a:ext uri="{FF2B5EF4-FFF2-40B4-BE49-F238E27FC236}">
                <a16:creationId xmlns:a16="http://schemas.microsoft.com/office/drawing/2014/main" id="{45C0BAAB-B4BA-2AEE-9E97-CA1346A392AD}"/>
              </a:ext>
            </a:extLst>
          </p:cNvPr>
          <p:cNvSpPr/>
          <p:nvPr userDrawn="1"/>
        </p:nvSpPr>
        <p:spPr>
          <a:xfrm>
            <a:off x="106744" y="3634740"/>
            <a:ext cx="11919204" cy="4572"/>
          </a:xfrm>
          <a:prstGeom prst="rect">
            <a:avLst/>
          </a:prstGeom>
          <a:solidFill>
            <a:srgbClr val="F1F5F9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42" name="TextBox 41">
            <a:extLst>
              <a:ext uri="{FF2B5EF4-FFF2-40B4-BE49-F238E27FC236}">
                <a16:creationId xmlns:a16="http://schemas.microsoft.com/office/drawing/2014/main" id="{566579BB-56A0-BD54-E47B-B424BC84DAAD}"/>
              </a:ext>
            </a:extLst>
          </p:cNvPr>
          <p:cNvSpPr txBox="1"/>
          <p:nvPr userDrawn="1"/>
        </p:nvSpPr>
        <p:spPr>
          <a:xfrm>
            <a:off x="216472" y="3345015"/>
            <a:ext cx="2696652" cy="219456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defRPr sz="800" b="0" i="0">
                <a:solidFill>
                  <a:srgbClr val="64748B"/>
                </a:solidFill>
                <a:latin typeface="Arial"/>
              </a:defRPr>
            </a:pPr>
            <a:r>
              <a:rPr sz="800"/>
              <a:t>Route</a:t>
            </a:r>
          </a:p>
        </p:txBody>
      </p:sp>
      <p:sp>
        <p:nvSpPr>
          <p:cNvPr id="43" name="TextBox 42">
            <a:extLst>
              <a:ext uri="{FF2B5EF4-FFF2-40B4-BE49-F238E27FC236}">
                <a16:creationId xmlns:a16="http://schemas.microsoft.com/office/drawing/2014/main" id="{7BAA338D-5F1D-5B6A-1090-984FA0297969}"/>
              </a:ext>
            </a:extLst>
          </p:cNvPr>
          <p:cNvSpPr txBox="1"/>
          <p:nvPr userDrawn="1"/>
        </p:nvSpPr>
        <p:spPr>
          <a:xfrm>
            <a:off x="1146387" y="3345015"/>
            <a:ext cx="3595537" cy="22313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850" b="1" i="0">
                <a:solidFill>
                  <a:srgbClr val="0F172A"/>
                </a:solidFill>
                <a:latin typeface="Arial"/>
              </a:defRPr>
            </a:pPr>
            <a:r>
              <a:rPr sz="850"/>
              <a:t>{{comp_1_route}}</a:t>
            </a:r>
          </a:p>
        </p:txBody>
      </p:sp>
      <p:sp>
        <p:nvSpPr>
          <p:cNvPr id="44" name="TextBox 43">
            <a:extLst>
              <a:ext uri="{FF2B5EF4-FFF2-40B4-BE49-F238E27FC236}">
                <a16:creationId xmlns:a16="http://schemas.microsoft.com/office/drawing/2014/main" id="{857C22BA-775E-6426-86E8-5B06DDACE511}"/>
              </a:ext>
            </a:extLst>
          </p:cNvPr>
          <p:cNvSpPr txBox="1"/>
          <p:nvPr userDrawn="1"/>
        </p:nvSpPr>
        <p:spPr>
          <a:xfrm>
            <a:off x="2153656" y="3345015"/>
            <a:ext cx="5267461" cy="219456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800" b="0" i="0">
                <a:solidFill>
                  <a:srgbClr val="94A3B8"/>
                </a:solidFill>
                <a:latin typeface="Arial"/>
              </a:defRPr>
            </a:pPr>
            <a:r>
              <a:rPr sz="800"/>
              <a:t>{{comp_avg_route}}</a:t>
            </a:r>
          </a:p>
        </p:txBody>
      </p:sp>
      <p:sp>
        <p:nvSpPr>
          <p:cNvPr id="45" name="Rectangle 44">
            <a:extLst>
              <a:ext uri="{FF2B5EF4-FFF2-40B4-BE49-F238E27FC236}">
                <a16:creationId xmlns:a16="http://schemas.microsoft.com/office/drawing/2014/main" id="{6642B3BB-CB47-43F1-B39B-26403D6DC53D}"/>
              </a:ext>
            </a:extLst>
          </p:cNvPr>
          <p:cNvSpPr/>
          <p:nvPr userDrawn="1"/>
        </p:nvSpPr>
        <p:spPr>
          <a:xfrm>
            <a:off x="106744" y="3963924"/>
            <a:ext cx="11919204" cy="4572"/>
          </a:xfrm>
          <a:prstGeom prst="rect">
            <a:avLst/>
          </a:prstGeom>
          <a:solidFill>
            <a:srgbClr val="F1F5F9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46" name="TextBox 45">
            <a:extLst>
              <a:ext uri="{FF2B5EF4-FFF2-40B4-BE49-F238E27FC236}">
                <a16:creationId xmlns:a16="http://schemas.microsoft.com/office/drawing/2014/main" id="{FF4E3DEE-1D83-29AB-620E-AA14BD88EF2F}"/>
              </a:ext>
            </a:extLst>
          </p:cNvPr>
          <p:cNvSpPr txBox="1"/>
          <p:nvPr userDrawn="1"/>
        </p:nvSpPr>
        <p:spPr>
          <a:xfrm>
            <a:off x="216472" y="3674199"/>
            <a:ext cx="2696652" cy="219456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defRPr sz="800" b="0" i="0">
                <a:solidFill>
                  <a:srgbClr val="64748B"/>
                </a:solidFill>
                <a:latin typeface="Arial"/>
              </a:defRPr>
            </a:pPr>
            <a:r>
              <a:rPr sz="800"/>
              <a:t>Key AE</a:t>
            </a:r>
          </a:p>
        </p:txBody>
      </p:sp>
      <p:sp>
        <p:nvSpPr>
          <p:cNvPr id="47" name="TextBox 46">
            <a:extLst>
              <a:ext uri="{FF2B5EF4-FFF2-40B4-BE49-F238E27FC236}">
                <a16:creationId xmlns:a16="http://schemas.microsoft.com/office/drawing/2014/main" id="{5FF226D7-6E88-E07D-3383-409C7E30EB5A}"/>
              </a:ext>
            </a:extLst>
          </p:cNvPr>
          <p:cNvSpPr txBox="1"/>
          <p:nvPr userDrawn="1"/>
        </p:nvSpPr>
        <p:spPr>
          <a:xfrm>
            <a:off x="1146387" y="3674199"/>
            <a:ext cx="3595537" cy="22313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850" b="1" i="0">
                <a:solidFill>
                  <a:srgbClr val="0F172A"/>
                </a:solidFill>
                <a:latin typeface="Arial"/>
              </a:defRPr>
            </a:pPr>
            <a:r>
              <a:rPr sz="850"/>
              <a:t>{{comp_1_ae}}</a:t>
            </a:r>
          </a:p>
        </p:txBody>
      </p:sp>
      <p:sp>
        <p:nvSpPr>
          <p:cNvPr id="48" name="TextBox 47">
            <a:extLst>
              <a:ext uri="{FF2B5EF4-FFF2-40B4-BE49-F238E27FC236}">
                <a16:creationId xmlns:a16="http://schemas.microsoft.com/office/drawing/2014/main" id="{65AFC874-61D8-8825-544C-FB14BDA15223}"/>
              </a:ext>
            </a:extLst>
          </p:cNvPr>
          <p:cNvSpPr txBox="1"/>
          <p:nvPr userDrawn="1"/>
        </p:nvSpPr>
        <p:spPr>
          <a:xfrm>
            <a:off x="2153656" y="3674199"/>
            <a:ext cx="5267461" cy="219456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800" b="0" i="0">
                <a:solidFill>
                  <a:srgbClr val="94A3B8"/>
                </a:solidFill>
                <a:latin typeface="Arial"/>
              </a:defRPr>
            </a:pPr>
            <a:r>
              <a:rPr sz="800"/>
              <a:t>{{comp_avg_ae}}</a:t>
            </a:r>
          </a:p>
        </p:txBody>
      </p:sp>
      <p:sp>
        <p:nvSpPr>
          <p:cNvPr id="49" name="Rectangle 48">
            <a:extLst>
              <a:ext uri="{FF2B5EF4-FFF2-40B4-BE49-F238E27FC236}">
                <a16:creationId xmlns:a16="http://schemas.microsoft.com/office/drawing/2014/main" id="{23980B07-3E44-B913-4C65-3303F9A0D51B}"/>
              </a:ext>
            </a:extLst>
          </p:cNvPr>
          <p:cNvSpPr/>
          <p:nvPr userDrawn="1"/>
        </p:nvSpPr>
        <p:spPr>
          <a:xfrm>
            <a:off x="106744" y="3968496"/>
            <a:ext cx="11919204" cy="329184"/>
          </a:xfrm>
          <a:prstGeom prst="rect">
            <a:avLst/>
          </a:prstGeom>
          <a:solidFill>
            <a:srgbClr val="FAFBFF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50" name="Rectangle 49">
            <a:extLst>
              <a:ext uri="{FF2B5EF4-FFF2-40B4-BE49-F238E27FC236}">
                <a16:creationId xmlns:a16="http://schemas.microsoft.com/office/drawing/2014/main" id="{172D3D99-AC88-ED7B-375C-0FEE52BB2744}"/>
              </a:ext>
            </a:extLst>
          </p:cNvPr>
          <p:cNvSpPr/>
          <p:nvPr userDrawn="1"/>
        </p:nvSpPr>
        <p:spPr>
          <a:xfrm>
            <a:off x="106744" y="4293108"/>
            <a:ext cx="11919204" cy="4572"/>
          </a:xfrm>
          <a:prstGeom prst="rect">
            <a:avLst/>
          </a:prstGeom>
          <a:solidFill>
            <a:srgbClr val="F1F5F9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51" name="TextBox 50">
            <a:extLst>
              <a:ext uri="{FF2B5EF4-FFF2-40B4-BE49-F238E27FC236}">
                <a16:creationId xmlns:a16="http://schemas.microsoft.com/office/drawing/2014/main" id="{08F81158-0A62-68E9-F748-724EDE0BC301}"/>
              </a:ext>
            </a:extLst>
          </p:cNvPr>
          <p:cNvSpPr txBox="1"/>
          <p:nvPr userDrawn="1"/>
        </p:nvSpPr>
        <p:spPr>
          <a:xfrm>
            <a:off x="216472" y="4003382"/>
            <a:ext cx="2696652" cy="219456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defRPr sz="800" b="0" i="0">
                <a:solidFill>
                  <a:srgbClr val="64748B"/>
                </a:solidFill>
                <a:latin typeface="Arial"/>
              </a:defRPr>
            </a:pPr>
            <a:r>
              <a:rPr sz="800"/>
              <a:t>REMS/RMP</a:t>
            </a:r>
          </a:p>
        </p:txBody>
      </p:sp>
      <p:sp>
        <p:nvSpPr>
          <p:cNvPr id="52" name="TextBox 51">
            <a:extLst>
              <a:ext uri="{FF2B5EF4-FFF2-40B4-BE49-F238E27FC236}">
                <a16:creationId xmlns:a16="http://schemas.microsoft.com/office/drawing/2014/main" id="{276C93EF-248E-D6CC-959F-26D8B2169741}"/>
              </a:ext>
            </a:extLst>
          </p:cNvPr>
          <p:cNvSpPr txBox="1"/>
          <p:nvPr userDrawn="1"/>
        </p:nvSpPr>
        <p:spPr>
          <a:xfrm>
            <a:off x="1146387" y="4003382"/>
            <a:ext cx="3595537" cy="22313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850" b="1" i="0">
                <a:solidFill>
                  <a:srgbClr val="0F172A"/>
                </a:solidFill>
                <a:latin typeface="Arial"/>
              </a:defRPr>
            </a:pPr>
            <a:r>
              <a:rPr sz="850"/>
              <a:t>{{comp_1_rems}}</a:t>
            </a:r>
          </a:p>
        </p:txBody>
      </p:sp>
      <p:sp>
        <p:nvSpPr>
          <p:cNvPr id="53" name="TextBox 52">
            <a:extLst>
              <a:ext uri="{FF2B5EF4-FFF2-40B4-BE49-F238E27FC236}">
                <a16:creationId xmlns:a16="http://schemas.microsoft.com/office/drawing/2014/main" id="{B8DB7271-B719-B6E2-C152-1892D5920762}"/>
              </a:ext>
            </a:extLst>
          </p:cNvPr>
          <p:cNvSpPr txBox="1"/>
          <p:nvPr userDrawn="1"/>
        </p:nvSpPr>
        <p:spPr>
          <a:xfrm>
            <a:off x="2153656" y="4003382"/>
            <a:ext cx="5267461" cy="219456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800" b="0" i="0">
                <a:solidFill>
                  <a:srgbClr val="94A3B8"/>
                </a:solidFill>
                <a:latin typeface="Arial"/>
              </a:defRPr>
            </a:pPr>
            <a:r>
              <a:rPr sz="800"/>
              <a:t>{{comp_avg_rems}}</a:t>
            </a:r>
          </a:p>
        </p:txBody>
      </p:sp>
      <p:sp>
        <p:nvSpPr>
          <p:cNvPr id="54" name="Rectangle 53">
            <a:extLst>
              <a:ext uri="{FF2B5EF4-FFF2-40B4-BE49-F238E27FC236}">
                <a16:creationId xmlns:a16="http://schemas.microsoft.com/office/drawing/2014/main" id="{67082702-93DE-D67D-9108-15FC9DE18C86}"/>
              </a:ext>
            </a:extLst>
          </p:cNvPr>
          <p:cNvSpPr/>
          <p:nvPr userDrawn="1"/>
        </p:nvSpPr>
        <p:spPr>
          <a:xfrm>
            <a:off x="106744" y="4622292"/>
            <a:ext cx="11919204" cy="4572"/>
          </a:xfrm>
          <a:prstGeom prst="rect">
            <a:avLst/>
          </a:prstGeom>
          <a:solidFill>
            <a:srgbClr val="F1F5F9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55" name="TextBox 54">
            <a:extLst>
              <a:ext uri="{FF2B5EF4-FFF2-40B4-BE49-F238E27FC236}">
                <a16:creationId xmlns:a16="http://schemas.microsoft.com/office/drawing/2014/main" id="{BC20DCE9-2768-DDCC-ABA8-DE47C4294FB5}"/>
              </a:ext>
            </a:extLst>
          </p:cNvPr>
          <p:cNvSpPr txBox="1"/>
          <p:nvPr userDrawn="1"/>
        </p:nvSpPr>
        <p:spPr>
          <a:xfrm>
            <a:off x="216472" y="4332566"/>
            <a:ext cx="2696652" cy="219456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defRPr sz="800" b="0" i="0">
                <a:solidFill>
                  <a:srgbClr val="64748B"/>
                </a:solidFill>
                <a:latin typeface="Arial"/>
              </a:defRPr>
            </a:pPr>
            <a:r>
              <a:rPr sz="800"/>
              <a:t>Convenience</a:t>
            </a:r>
          </a:p>
        </p:txBody>
      </p:sp>
      <p:sp>
        <p:nvSpPr>
          <p:cNvPr id="56" name="TextBox 55">
            <a:extLst>
              <a:ext uri="{FF2B5EF4-FFF2-40B4-BE49-F238E27FC236}">
                <a16:creationId xmlns:a16="http://schemas.microsoft.com/office/drawing/2014/main" id="{3E6EC170-D2F1-FCD5-51C1-69160601DD73}"/>
              </a:ext>
            </a:extLst>
          </p:cNvPr>
          <p:cNvSpPr txBox="1"/>
          <p:nvPr userDrawn="1"/>
        </p:nvSpPr>
        <p:spPr>
          <a:xfrm>
            <a:off x="1146387" y="4332566"/>
            <a:ext cx="3595537" cy="22313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850" b="1" i="0">
                <a:solidFill>
                  <a:srgbClr val="0F172A"/>
                </a:solidFill>
                <a:latin typeface="Arial"/>
              </a:defRPr>
            </a:pPr>
            <a:r>
              <a:rPr sz="850"/>
              <a:t>{{comp_1_convenience}}</a:t>
            </a:r>
          </a:p>
        </p:txBody>
      </p:sp>
      <p:sp>
        <p:nvSpPr>
          <p:cNvPr id="57" name="TextBox 56">
            <a:extLst>
              <a:ext uri="{FF2B5EF4-FFF2-40B4-BE49-F238E27FC236}">
                <a16:creationId xmlns:a16="http://schemas.microsoft.com/office/drawing/2014/main" id="{2323BD68-065F-E063-2747-369FA3DA88E5}"/>
              </a:ext>
            </a:extLst>
          </p:cNvPr>
          <p:cNvSpPr txBox="1"/>
          <p:nvPr userDrawn="1"/>
        </p:nvSpPr>
        <p:spPr>
          <a:xfrm>
            <a:off x="2153656" y="4332566"/>
            <a:ext cx="5267461" cy="219456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800" b="0" i="0">
                <a:solidFill>
                  <a:srgbClr val="94A3B8"/>
                </a:solidFill>
                <a:latin typeface="Arial"/>
              </a:defRPr>
            </a:pPr>
            <a:r>
              <a:rPr sz="800"/>
              <a:t>{{comp_avg_convenience}}</a:t>
            </a:r>
          </a:p>
        </p:txBody>
      </p:sp>
      <p:sp>
        <p:nvSpPr>
          <p:cNvPr id="58" name="Rectangle 57">
            <a:extLst>
              <a:ext uri="{FF2B5EF4-FFF2-40B4-BE49-F238E27FC236}">
                <a16:creationId xmlns:a16="http://schemas.microsoft.com/office/drawing/2014/main" id="{D1928639-6864-0B64-A74B-209AA762AB37}"/>
              </a:ext>
            </a:extLst>
          </p:cNvPr>
          <p:cNvSpPr/>
          <p:nvPr userDrawn="1"/>
        </p:nvSpPr>
        <p:spPr>
          <a:xfrm>
            <a:off x="106744" y="4626864"/>
            <a:ext cx="11919204" cy="329184"/>
          </a:xfrm>
          <a:prstGeom prst="rect">
            <a:avLst/>
          </a:prstGeom>
          <a:solidFill>
            <a:srgbClr val="FAFBFF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59" name="Rectangle 58">
            <a:extLst>
              <a:ext uri="{FF2B5EF4-FFF2-40B4-BE49-F238E27FC236}">
                <a16:creationId xmlns:a16="http://schemas.microsoft.com/office/drawing/2014/main" id="{7CDAFAE3-B60F-7E13-14A5-E3A8667AA77D}"/>
              </a:ext>
            </a:extLst>
          </p:cNvPr>
          <p:cNvSpPr/>
          <p:nvPr userDrawn="1"/>
        </p:nvSpPr>
        <p:spPr>
          <a:xfrm>
            <a:off x="106744" y="4951476"/>
            <a:ext cx="11919204" cy="4572"/>
          </a:xfrm>
          <a:prstGeom prst="rect">
            <a:avLst/>
          </a:prstGeom>
          <a:solidFill>
            <a:srgbClr val="F1F5F9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60" name="TextBox 59">
            <a:extLst>
              <a:ext uri="{FF2B5EF4-FFF2-40B4-BE49-F238E27FC236}">
                <a16:creationId xmlns:a16="http://schemas.microsoft.com/office/drawing/2014/main" id="{54BEAA31-D815-679B-A24E-40DD6CD8205C}"/>
              </a:ext>
            </a:extLst>
          </p:cNvPr>
          <p:cNvSpPr txBox="1"/>
          <p:nvPr userDrawn="1"/>
        </p:nvSpPr>
        <p:spPr>
          <a:xfrm>
            <a:off x="216472" y="4661750"/>
            <a:ext cx="2696652" cy="219456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defRPr sz="800" b="0" i="0">
                <a:solidFill>
                  <a:srgbClr val="64748B"/>
                </a:solidFill>
                <a:latin typeface="Arial"/>
              </a:defRPr>
            </a:pPr>
            <a:r>
              <a:rPr sz="800"/>
              <a:t>HTA readiness</a:t>
            </a:r>
          </a:p>
        </p:txBody>
      </p:sp>
      <p:sp>
        <p:nvSpPr>
          <p:cNvPr id="61" name="TextBox 60">
            <a:extLst>
              <a:ext uri="{FF2B5EF4-FFF2-40B4-BE49-F238E27FC236}">
                <a16:creationId xmlns:a16="http://schemas.microsoft.com/office/drawing/2014/main" id="{341251D5-7869-BE90-0883-C69EE880F9C6}"/>
              </a:ext>
            </a:extLst>
          </p:cNvPr>
          <p:cNvSpPr txBox="1"/>
          <p:nvPr userDrawn="1"/>
        </p:nvSpPr>
        <p:spPr>
          <a:xfrm>
            <a:off x="1146387" y="4661750"/>
            <a:ext cx="3595537" cy="22313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850" b="1" i="0">
                <a:solidFill>
                  <a:srgbClr val="0F172A"/>
                </a:solidFill>
                <a:latin typeface="Arial"/>
              </a:defRPr>
            </a:pPr>
            <a:r>
              <a:rPr sz="850"/>
              <a:t>{{comp_1_hta}}</a:t>
            </a:r>
          </a:p>
        </p:txBody>
      </p:sp>
      <p:sp>
        <p:nvSpPr>
          <p:cNvPr id="62" name="TextBox 61">
            <a:extLst>
              <a:ext uri="{FF2B5EF4-FFF2-40B4-BE49-F238E27FC236}">
                <a16:creationId xmlns:a16="http://schemas.microsoft.com/office/drawing/2014/main" id="{98F6CDF6-ABFF-2C78-4ABE-3C629705DB9C}"/>
              </a:ext>
            </a:extLst>
          </p:cNvPr>
          <p:cNvSpPr txBox="1"/>
          <p:nvPr userDrawn="1"/>
        </p:nvSpPr>
        <p:spPr>
          <a:xfrm>
            <a:off x="2153656" y="4661750"/>
            <a:ext cx="5267461" cy="219456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800" b="0" i="0">
                <a:solidFill>
                  <a:srgbClr val="94A3B8"/>
                </a:solidFill>
                <a:latin typeface="Arial"/>
              </a:defRPr>
            </a:pPr>
            <a:r>
              <a:rPr sz="800" dirty="0"/>
              <a:t>{{</a:t>
            </a:r>
            <a:r>
              <a:rPr sz="800" dirty="0" err="1"/>
              <a:t>comp_avg_hta</a:t>
            </a:r>
            <a:r>
              <a:rPr sz="800" dirty="0"/>
              <a:t>}}</a:t>
            </a:r>
          </a:p>
        </p:txBody>
      </p:sp>
      <p:sp>
        <p:nvSpPr>
          <p:cNvPr id="63" name="Rounded Rectangle 100">
            <a:extLst>
              <a:ext uri="{FF2B5EF4-FFF2-40B4-BE49-F238E27FC236}">
                <a16:creationId xmlns:a16="http://schemas.microsoft.com/office/drawing/2014/main" id="{9517973B-3AC6-A06E-935B-184609C1E495}"/>
              </a:ext>
            </a:extLst>
          </p:cNvPr>
          <p:cNvSpPr/>
          <p:nvPr userDrawn="1"/>
        </p:nvSpPr>
        <p:spPr>
          <a:xfrm>
            <a:off x="166180" y="6053327"/>
            <a:ext cx="11859768" cy="475488"/>
          </a:xfrm>
          <a:prstGeom prst="roundRect">
            <a:avLst/>
          </a:prstGeom>
          <a:solidFill>
            <a:srgbClr val="F5F3FF"/>
          </a:solidFill>
          <a:ln w="12700">
            <a:solidFill>
              <a:srgbClr val="C4B5FD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65" name="TextBox 64">
            <a:extLst>
              <a:ext uri="{FF2B5EF4-FFF2-40B4-BE49-F238E27FC236}">
                <a16:creationId xmlns:a16="http://schemas.microsoft.com/office/drawing/2014/main" id="{8B5511EC-C2BF-A5B4-B30E-35772D12A72D}"/>
              </a:ext>
            </a:extLst>
          </p:cNvPr>
          <p:cNvSpPr txBox="1"/>
          <p:nvPr userDrawn="1"/>
        </p:nvSpPr>
        <p:spPr>
          <a:xfrm>
            <a:off x="330772" y="6108191"/>
            <a:ext cx="1735590" cy="215444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defRPr sz="800" b="1" i="0">
                <a:solidFill>
                  <a:srgbClr val="8B5CF6"/>
                </a:solidFill>
                <a:latin typeface="Arial"/>
              </a:defRPr>
            </a:pPr>
            <a:r>
              <a:rPr sz="800" dirty="0"/>
              <a:t>KEY DIFFERENTIATOR</a:t>
            </a:r>
          </a:p>
        </p:txBody>
      </p:sp>
      <p:sp>
        <p:nvSpPr>
          <p:cNvPr id="66" name="TextBox 65">
            <a:extLst>
              <a:ext uri="{FF2B5EF4-FFF2-40B4-BE49-F238E27FC236}">
                <a16:creationId xmlns:a16="http://schemas.microsoft.com/office/drawing/2014/main" id="{B5428E70-A33D-582C-0B6C-2D034622B63B}"/>
              </a:ext>
            </a:extLst>
          </p:cNvPr>
          <p:cNvSpPr txBox="1"/>
          <p:nvPr userDrawn="1"/>
        </p:nvSpPr>
        <p:spPr>
          <a:xfrm>
            <a:off x="330772" y="6272784"/>
            <a:ext cx="11530584" cy="246221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defRPr sz="1000" b="0" i="0">
                <a:solidFill>
                  <a:srgbClr val="475569"/>
                </a:solidFill>
                <a:latin typeface="Arial"/>
              </a:defRPr>
            </a:pPr>
            <a:r>
              <a:rPr sz="1000"/>
              <a:t>{{key_differentiator}}</a:t>
            </a:r>
          </a:p>
        </p:txBody>
      </p:sp>
      <p:sp>
        <p:nvSpPr>
          <p:cNvPr id="67" name="Rectangle 66">
            <a:extLst>
              <a:ext uri="{FF2B5EF4-FFF2-40B4-BE49-F238E27FC236}">
                <a16:creationId xmlns:a16="http://schemas.microsoft.com/office/drawing/2014/main" id="{A58C666A-5A8E-9CCC-DE6C-530CA9C5F44D}"/>
              </a:ext>
            </a:extLst>
          </p:cNvPr>
          <p:cNvSpPr/>
          <p:nvPr userDrawn="1"/>
        </p:nvSpPr>
        <p:spPr>
          <a:xfrm>
            <a:off x="1588" y="6556248"/>
            <a:ext cx="12188952" cy="9144"/>
          </a:xfrm>
          <a:prstGeom prst="rect">
            <a:avLst/>
          </a:prstGeom>
          <a:solidFill>
            <a:srgbClr val="F0F0F5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68" name="TextBox 67">
            <a:extLst>
              <a:ext uri="{FF2B5EF4-FFF2-40B4-BE49-F238E27FC236}">
                <a16:creationId xmlns:a16="http://schemas.microsoft.com/office/drawing/2014/main" id="{08714025-2F0A-0DE5-91C2-5F6FC5B2658E}"/>
              </a:ext>
            </a:extLst>
          </p:cNvPr>
          <p:cNvSpPr txBox="1"/>
          <p:nvPr userDrawn="1"/>
        </p:nvSpPr>
        <p:spPr>
          <a:xfrm>
            <a:off x="4456071" y="1062711"/>
            <a:ext cx="5267461" cy="215444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800" b="1" i="0">
                <a:solidFill>
                  <a:srgbClr val="8B5CF6"/>
                </a:solidFill>
                <a:latin typeface="Arial"/>
              </a:defRPr>
            </a:pPr>
            <a:r>
              <a:rPr lang="de-DE" sz="800" dirty="0">
                <a:solidFill>
                  <a:schemeClr val="bg1">
                    <a:lumMod val="65000"/>
                  </a:schemeClr>
                </a:solidFill>
              </a:rPr>
              <a:t>{{comp_avg_2}}</a:t>
            </a:r>
          </a:p>
        </p:txBody>
      </p:sp>
      <p:sp>
        <p:nvSpPr>
          <p:cNvPr id="69" name="TextBox 68">
            <a:extLst>
              <a:ext uri="{FF2B5EF4-FFF2-40B4-BE49-F238E27FC236}">
                <a16:creationId xmlns:a16="http://schemas.microsoft.com/office/drawing/2014/main" id="{FEF84C44-BFE2-AE58-0026-5A43E89DC0F0}"/>
              </a:ext>
            </a:extLst>
          </p:cNvPr>
          <p:cNvSpPr txBox="1"/>
          <p:nvPr userDrawn="1"/>
        </p:nvSpPr>
        <p:spPr>
          <a:xfrm>
            <a:off x="4456071" y="1355319"/>
            <a:ext cx="5267461" cy="219456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800" b="0" i="0">
                <a:solidFill>
                  <a:srgbClr val="94A3B8"/>
                </a:solidFill>
                <a:latin typeface="Arial"/>
              </a:defRPr>
            </a:pPr>
            <a:r>
              <a:rPr sz="800" dirty="0"/>
              <a:t>{{</a:t>
            </a:r>
            <a:r>
              <a:rPr sz="800" dirty="0" err="1"/>
              <a:t>comp_avg</a:t>
            </a:r>
            <a:r>
              <a:rPr lang="de-DE" sz="800" dirty="0"/>
              <a:t>_2</a:t>
            </a:r>
            <a:r>
              <a:rPr sz="800" dirty="0"/>
              <a:t>_mechanism}}</a:t>
            </a:r>
          </a:p>
        </p:txBody>
      </p:sp>
      <p:sp>
        <p:nvSpPr>
          <p:cNvPr id="70" name="TextBox 69">
            <a:extLst>
              <a:ext uri="{FF2B5EF4-FFF2-40B4-BE49-F238E27FC236}">
                <a16:creationId xmlns:a16="http://schemas.microsoft.com/office/drawing/2014/main" id="{D0C0557E-05CB-AB07-9B1E-BB21CC628E99}"/>
              </a:ext>
            </a:extLst>
          </p:cNvPr>
          <p:cNvSpPr txBox="1"/>
          <p:nvPr userDrawn="1"/>
        </p:nvSpPr>
        <p:spPr>
          <a:xfrm>
            <a:off x="4456071" y="1684503"/>
            <a:ext cx="5267461" cy="219456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800" b="0" i="0">
                <a:solidFill>
                  <a:srgbClr val="94A3B8"/>
                </a:solidFill>
                <a:latin typeface="Arial"/>
              </a:defRPr>
            </a:pPr>
            <a:r>
              <a:rPr sz="800" dirty="0"/>
              <a:t>{{</a:t>
            </a:r>
            <a:r>
              <a:rPr sz="800" dirty="0" err="1"/>
              <a:t>comp_avg</a:t>
            </a:r>
            <a:r>
              <a:rPr lang="de-DE" sz="800" dirty="0"/>
              <a:t>_2</a:t>
            </a:r>
            <a:r>
              <a:rPr sz="800" dirty="0"/>
              <a:t>_line}}</a:t>
            </a:r>
          </a:p>
        </p:txBody>
      </p:sp>
      <p:sp>
        <p:nvSpPr>
          <p:cNvPr id="71" name="TextBox 70">
            <a:extLst>
              <a:ext uri="{FF2B5EF4-FFF2-40B4-BE49-F238E27FC236}">
                <a16:creationId xmlns:a16="http://schemas.microsoft.com/office/drawing/2014/main" id="{0346C671-5255-931A-6106-6BF1057AD225}"/>
              </a:ext>
            </a:extLst>
          </p:cNvPr>
          <p:cNvSpPr txBox="1"/>
          <p:nvPr userDrawn="1"/>
        </p:nvSpPr>
        <p:spPr>
          <a:xfrm>
            <a:off x="4456071" y="2013686"/>
            <a:ext cx="5267461" cy="219456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800" b="0" i="0">
                <a:solidFill>
                  <a:srgbClr val="94A3B8"/>
                </a:solidFill>
                <a:latin typeface="Arial"/>
              </a:defRPr>
            </a:pPr>
            <a:r>
              <a:rPr sz="800" dirty="0"/>
              <a:t>{{</a:t>
            </a:r>
            <a:r>
              <a:rPr sz="800" dirty="0" err="1"/>
              <a:t>comp_avg</a:t>
            </a:r>
            <a:r>
              <a:rPr lang="de-DE" sz="800" dirty="0"/>
              <a:t>_2</a:t>
            </a:r>
            <a:r>
              <a:rPr sz="800" dirty="0"/>
              <a:t>_</a:t>
            </a:r>
            <a:r>
              <a:rPr sz="800" dirty="0" err="1"/>
              <a:t>orr</a:t>
            </a:r>
            <a:r>
              <a:rPr sz="800" dirty="0"/>
              <a:t>}}</a:t>
            </a:r>
          </a:p>
        </p:txBody>
      </p:sp>
      <p:sp>
        <p:nvSpPr>
          <p:cNvPr id="72" name="TextBox 71">
            <a:extLst>
              <a:ext uri="{FF2B5EF4-FFF2-40B4-BE49-F238E27FC236}">
                <a16:creationId xmlns:a16="http://schemas.microsoft.com/office/drawing/2014/main" id="{3BD27A72-3484-6014-F554-124EE1887F73}"/>
              </a:ext>
            </a:extLst>
          </p:cNvPr>
          <p:cNvSpPr txBox="1"/>
          <p:nvPr userDrawn="1"/>
        </p:nvSpPr>
        <p:spPr>
          <a:xfrm>
            <a:off x="4456071" y="2342871"/>
            <a:ext cx="5267461" cy="219456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800" b="0" i="0">
                <a:solidFill>
                  <a:srgbClr val="94A3B8"/>
                </a:solidFill>
                <a:latin typeface="Arial"/>
              </a:defRPr>
            </a:pPr>
            <a:r>
              <a:rPr sz="800" dirty="0"/>
              <a:t>{{</a:t>
            </a:r>
            <a:r>
              <a:rPr sz="800" dirty="0" err="1"/>
              <a:t>comp_avg</a:t>
            </a:r>
            <a:r>
              <a:rPr lang="de-DE" sz="800" dirty="0"/>
              <a:t>_2</a:t>
            </a:r>
            <a:r>
              <a:rPr sz="800" dirty="0"/>
              <a:t>_</a:t>
            </a:r>
            <a:r>
              <a:rPr sz="800" dirty="0" err="1"/>
              <a:t>cr</a:t>
            </a:r>
            <a:r>
              <a:rPr sz="800" dirty="0"/>
              <a:t>}}</a:t>
            </a:r>
          </a:p>
        </p:txBody>
      </p:sp>
      <p:sp>
        <p:nvSpPr>
          <p:cNvPr id="73" name="TextBox 72">
            <a:extLst>
              <a:ext uri="{FF2B5EF4-FFF2-40B4-BE49-F238E27FC236}">
                <a16:creationId xmlns:a16="http://schemas.microsoft.com/office/drawing/2014/main" id="{4784DF70-E832-D6E8-DA94-B3DC7327D55D}"/>
              </a:ext>
            </a:extLst>
          </p:cNvPr>
          <p:cNvSpPr txBox="1"/>
          <p:nvPr userDrawn="1"/>
        </p:nvSpPr>
        <p:spPr>
          <a:xfrm>
            <a:off x="4456071" y="2672055"/>
            <a:ext cx="5267461" cy="219456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800" b="0" i="0">
                <a:solidFill>
                  <a:srgbClr val="94A3B8"/>
                </a:solidFill>
                <a:latin typeface="Arial"/>
              </a:defRPr>
            </a:pPr>
            <a:r>
              <a:rPr sz="800" dirty="0"/>
              <a:t>{{</a:t>
            </a:r>
            <a:r>
              <a:rPr sz="800" dirty="0" err="1"/>
              <a:t>comp_avg</a:t>
            </a:r>
            <a:r>
              <a:rPr lang="de-DE" sz="800" dirty="0"/>
              <a:t>_2</a:t>
            </a:r>
            <a:r>
              <a:rPr sz="800" dirty="0"/>
              <a:t>_</a:t>
            </a:r>
            <a:r>
              <a:rPr sz="800" dirty="0" err="1"/>
              <a:t>mpfs</a:t>
            </a:r>
            <a:r>
              <a:rPr sz="800" dirty="0"/>
              <a:t>}}</a:t>
            </a:r>
          </a:p>
        </p:txBody>
      </p:sp>
      <p:sp>
        <p:nvSpPr>
          <p:cNvPr id="74" name="TextBox 73">
            <a:extLst>
              <a:ext uri="{FF2B5EF4-FFF2-40B4-BE49-F238E27FC236}">
                <a16:creationId xmlns:a16="http://schemas.microsoft.com/office/drawing/2014/main" id="{C41A94C5-0ED2-13C7-E375-7ECFDE2E6C72}"/>
              </a:ext>
            </a:extLst>
          </p:cNvPr>
          <p:cNvSpPr txBox="1"/>
          <p:nvPr userDrawn="1"/>
        </p:nvSpPr>
        <p:spPr>
          <a:xfrm>
            <a:off x="4456071" y="3001239"/>
            <a:ext cx="5267461" cy="219456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800" b="0" i="0">
                <a:solidFill>
                  <a:srgbClr val="94A3B8"/>
                </a:solidFill>
                <a:latin typeface="Arial"/>
              </a:defRPr>
            </a:pPr>
            <a:r>
              <a:rPr sz="800" dirty="0"/>
              <a:t>{{</a:t>
            </a:r>
            <a:r>
              <a:rPr sz="800" dirty="0" err="1"/>
              <a:t>comp_avg</a:t>
            </a:r>
            <a:r>
              <a:rPr lang="de-DE" sz="800" dirty="0"/>
              <a:t>_2</a:t>
            </a:r>
            <a:r>
              <a:rPr sz="800" dirty="0"/>
              <a:t>_</a:t>
            </a:r>
            <a:r>
              <a:rPr sz="800" dirty="0" err="1"/>
              <a:t>hr</a:t>
            </a:r>
            <a:r>
              <a:rPr sz="800" dirty="0"/>
              <a:t>}}</a:t>
            </a:r>
          </a:p>
        </p:txBody>
      </p:sp>
      <p:sp>
        <p:nvSpPr>
          <p:cNvPr id="75" name="TextBox 74">
            <a:extLst>
              <a:ext uri="{FF2B5EF4-FFF2-40B4-BE49-F238E27FC236}">
                <a16:creationId xmlns:a16="http://schemas.microsoft.com/office/drawing/2014/main" id="{5E20C1BB-CC17-5DB2-070D-BD121BC98B1D}"/>
              </a:ext>
            </a:extLst>
          </p:cNvPr>
          <p:cNvSpPr txBox="1"/>
          <p:nvPr userDrawn="1"/>
        </p:nvSpPr>
        <p:spPr>
          <a:xfrm>
            <a:off x="4456071" y="3330423"/>
            <a:ext cx="5267461" cy="219456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800" b="0" i="0">
                <a:solidFill>
                  <a:srgbClr val="94A3B8"/>
                </a:solidFill>
                <a:latin typeface="Arial"/>
              </a:defRPr>
            </a:pPr>
            <a:r>
              <a:rPr sz="800" dirty="0"/>
              <a:t>{{</a:t>
            </a:r>
            <a:r>
              <a:rPr sz="800" dirty="0" err="1"/>
              <a:t>comp_avg</a:t>
            </a:r>
            <a:r>
              <a:rPr lang="de-DE" sz="800" dirty="0"/>
              <a:t>_2</a:t>
            </a:r>
            <a:r>
              <a:rPr sz="800" dirty="0"/>
              <a:t>_route}}</a:t>
            </a:r>
          </a:p>
        </p:txBody>
      </p:sp>
      <p:sp>
        <p:nvSpPr>
          <p:cNvPr id="76" name="TextBox 75">
            <a:extLst>
              <a:ext uri="{FF2B5EF4-FFF2-40B4-BE49-F238E27FC236}">
                <a16:creationId xmlns:a16="http://schemas.microsoft.com/office/drawing/2014/main" id="{106780B8-2E4A-3655-AC54-457CD8C5E471}"/>
              </a:ext>
            </a:extLst>
          </p:cNvPr>
          <p:cNvSpPr txBox="1"/>
          <p:nvPr userDrawn="1"/>
        </p:nvSpPr>
        <p:spPr>
          <a:xfrm>
            <a:off x="4456071" y="3659607"/>
            <a:ext cx="5267461" cy="219456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800" b="0" i="0">
                <a:solidFill>
                  <a:srgbClr val="94A3B8"/>
                </a:solidFill>
                <a:latin typeface="Arial"/>
              </a:defRPr>
            </a:pPr>
            <a:r>
              <a:rPr sz="800" dirty="0"/>
              <a:t>{{</a:t>
            </a:r>
            <a:r>
              <a:rPr sz="800" dirty="0" err="1"/>
              <a:t>comp_avg</a:t>
            </a:r>
            <a:r>
              <a:rPr lang="de-DE" sz="800" dirty="0"/>
              <a:t>_2</a:t>
            </a:r>
            <a:r>
              <a:rPr sz="800" dirty="0"/>
              <a:t>_ae}}</a:t>
            </a:r>
          </a:p>
        </p:txBody>
      </p:sp>
      <p:sp>
        <p:nvSpPr>
          <p:cNvPr id="77" name="TextBox 76">
            <a:extLst>
              <a:ext uri="{FF2B5EF4-FFF2-40B4-BE49-F238E27FC236}">
                <a16:creationId xmlns:a16="http://schemas.microsoft.com/office/drawing/2014/main" id="{BD1753EC-7D59-874B-63CB-8E4170CC1FF9}"/>
              </a:ext>
            </a:extLst>
          </p:cNvPr>
          <p:cNvSpPr txBox="1"/>
          <p:nvPr userDrawn="1"/>
        </p:nvSpPr>
        <p:spPr>
          <a:xfrm>
            <a:off x="4456071" y="3988790"/>
            <a:ext cx="5267461" cy="219456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800" b="0" i="0">
                <a:solidFill>
                  <a:srgbClr val="94A3B8"/>
                </a:solidFill>
                <a:latin typeface="Arial"/>
              </a:defRPr>
            </a:pPr>
            <a:r>
              <a:rPr sz="800" dirty="0"/>
              <a:t>{{</a:t>
            </a:r>
            <a:r>
              <a:rPr sz="800" dirty="0" err="1"/>
              <a:t>comp_avg</a:t>
            </a:r>
            <a:r>
              <a:rPr lang="de-DE" sz="800" dirty="0"/>
              <a:t>_2</a:t>
            </a:r>
            <a:r>
              <a:rPr sz="800" dirty="0"/>
              <a:t>_rems}}</a:t>
            </a:r>
          </a:p>
        </p:txBody>
      </p:sp>
      <p:sp>
        <p:nvSpPr>
          <p:cNvPr id="78" name="TextBox 77">
            <a:extLst>
              <a:ext uri="{FF2B5EF4-FFF2-40B4-BE49-F238E27FC236}">
                <a16:creationId xmlns:a16="http://schemas.microsoft.com/office/drawing/2014/main" id="{C0391A95-3914-D4B9-F4AA-603F86BEB64F}"/>
              </a:ext>
            </a:extLst>
          </p:cNvPr>
          <p:cNvSpPr txBox="1"/>
          <p:nvPr userDrawn="1"/>
        </p:nvSpPr>
        <p:spPr>
          <a:xfrm>
            <a:off x="4456071" y="4317974"/>
            <a:ext cx="5267461" cy="219456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800" b="0" i="0">
                <a:solidFill>
                  <a:srgbClr val="94A3B8"/>
                </a:solidFill>
                <a:latin typeface="Arial"/>
              </a:defRPr>
            </a:pPr>
            <a:r>
              <a:rPr sz="800" dirty="0"/>
              <a:t>{{</a:t>
            </a:r>
            <a:r>
              <a:rPr sz="800" dirty="0" err="1"/>
              <a:t>comp_avg</a:t>
            </a:r>
            <a:r>
              <a:rPr lang="de-DE" sz="800" dirty="0"/>
              <a:t>_2</a:t>
            </a:r>
            <a:r>
              <a:rPr sz="800" dirty="0"/>
              <a:t>_convenience}}</a:t>
            </a:r>
          </a:p>
        </p:txBody>
      </p:sp>
      <p:sp>
        <p:nvSpPr>
          <p:cNvPr id="79" name="TextBox 78">
            <a:extLst>
              <a:ext uri="{FF2B5EF4-FFF2-40B4-BE49-F238E27FC236}">
                <a16:creationId xmlns:a16="http://schemas.microsoft.com/office/drawing/2014/main" id="{E0BAB698-D865-96F7-D85F-A668401DAB68}"/>
              </a:ext>
            </a:extLst>
          </p:cNvPr>
          <p:cNvSpPr txBox="1"/>
          <p:nvPr userDrawn="1"/>
        </p:nvSpPr>
        <p:spPr>
          <a:xfrm>
            <a:off x="4456071" y="4647158"/>
            <a:ext cx="5267461" cy="219456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800" b="0" i="0">
                <a:solidFill>
                  <a:srgbClr val="94A3B8"/>
                </a:solidFill>
                <a:latin typeface="Arial"/>
              </a:defRPr>
            </a:pPr>
            <a:r>
              <a:rPr sz="800" dirty="0"/>
              <a:t>{{</a:t>
            </a:r>
            <a:r>
              <a:rPr sz="800" dirty="0" err="1"/>
              <a:t>comp_avg</a:t>
            </a:r>
            <a:r>
              <a:rPr lang="de-DE" sz="800" dirty="0"/>
              <a:t>_2</a:t>
            </a:r>
            <a:r>
              <a:rPr sz="800" dirty="0"/>
              <a:t>_</a:t>
            </a:r>
            <a:r>
              <a:rPr sz="800" dirty="0" err="1"/>
              <a:t>hta</a:t>
            </a:r>
            <a:r>
              <a:rPr sz="800" dirty="0"/>
              <a:t>}}</a:t>
            </a:r>
          </a:p>
        </p:txBody>
      </p:sp>
      <p:sp>
        <p:nvSpPr>
          <p:cNvPr id="80" name="TextBox 79">
            <a:extLst>
              <a:ext uri="{FF2B5EF4-FFF2-40B4-BE49-F238E27FC236}">
                <a16:creationId xmlns:a16="http://schemas.microsoft.com/office/drawing/2014/main" id="{0D679221-DF87-6A71-EE83-F2146CDEB214}"/>
              </a:ext>
            </a:extLst>
          </p:cNvPr>
          <p:cNvSpPr txBox="1"/>
          <p:nvPr userDrawn="1"/>
        </p:nvSpPr>
        <p:spPr>
          <a:xfrm>
            <a:off x="6973371" y="1077303"/>
            <a:ext cx="5267461" cy="215444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800" b="1" i="0">
                <a:solidFill>
                  <a:srgbClr val="8B5CF6"/>
                </a:solidFill>
                <a:latin typeface="Arial"/>
              </a:defRPr>
            </a:pPr>
            <a:r>
              <a:rPr lang="de-DE" sz="800" dirty="0">
                <a:solidFill>
                  <a:schemeClr val="bg1">
                    <a:lumMod val="65000"/>
                  </a:schemeClr>
                </a:solidFill>
              </a:rPr>
              <a:t>{{comp_avg_3}}</a:t>
            </a:r>
          </a:p>
        </p:txBody>
      </p:sp>
      <p:sp>
        <p:nvSpPr>
          <p:cNvPr id="81" name="TextBox 80">
            <a:extLst>
              <a:ext uri="{FF2B5EF4-FFF2-40B4-BE49-F238E27FC236}">
                <a16:creationId xmlns:a16="http://schemas.microsoft.com/office/drawing/2014/main" id="{516DEC13-ACB2-F9C6-9D59-1A142C98CA33}"/>
              </a:ext>
            </a:extLst>
          </p:cNvPr>
          <p:cNvSpPr txBox="1"/>
          <p:nvPr userDrawn="1"/>
        </p:nvSpPr>
        <p:spPr>
          <a:xfrm>
            <a:off x="6973371" y="1369911"/>
            <a:ext cx="5267461" cy="219456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800" b="0" i="0">
                <a:solidFill>
                  <a:srgbClr val="94A3B8"/>
                </a:solidFill>
                <a:latin typeface="Arial"/>
              </a:defRPr>
            </a:pPr>
            <a:r>
              <a:rPr sz="800" dirty="0"/>
              <a:t>{{</a:t>
            </a:r>
            <a:r>
              <a:rPr sz="800" dirty="0" err="1"/>
              <a:t>comp_avg</a:t>
            </a:r>
            <a:r>
              <a:rPr lang="de-DE" sz="800" dirty="0"/>
              <a:t>_3</a:t>
            </a:r>
            <a:r>
              <a:rPr sz="800" dirty="0"/>
              <a:t>_mechanism}}</a:t>
            </a:r>
          </a:p>
        </p:txBody>
      </p:sp>
      <p:sp>
        <p:nvSpPr>
          <p:cNvPr id="82" name="TextBox 81">
            <a:extLst>
              <a:ext uri="{FF2B5EF4-FFF2-40B4-BE49-F238E27FC236}">
                <a16:creationId xmlns:a16="http://schemas.microsoft.com/office/drawing/2014/main" id="{A5BE1D52-A68E-E7AF-1EE3-90EDDB7D6CE0}"/>
              </a:ext>
            </a:extLst>
          </p:cNvPr>
          <p:cNvSpPr txBox="1"/>
          <p:nvPr userDrawn="1"/>
        </p:nvSpPr>
        <p:spPr>
          <a:xfrm>
            <a:off x="6973371" y="1699095"/>
            <a:ext cx="5267461" cy="219456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800" b="0" i="0">
                <a:solidFill>
                  <a:srgbClr val="94A3B8"/>
                </a:solidFill>
                <a:latin typeface="Arial"/>
              </a:defRPr>
            </a:pPr>
            <a:r>
              <a:rPr sz="800" dirty="0"/>
              <a:t>{{</a:t>
            </a:r>
            <a:r>
              <a:rPr sz="800" dirty="0" err="1"/>
              <a:t>comp_avg</a:t>
            </a:r>
            <a:r>
              <a:rPr lang="de-DE" sz="800" dirty="0"/>
              <a:t>_3</a:t>
            </a:r>
            <a:r>
              <a:rPr sz="800" dirty="0"/>
              <a:t>_line}}</a:t>
            </a:r>
          </a:p>
        </p:txBody>
      </p:sp>
      <p:sp>
        <p:nvSpPr>
          <p:cNvPr id="83" name="TextBox 82">
            <a:extLst>
              <a:ext uri="{FF2B5EF4-FFF2-40B4-BE49-F238E27FC236}">
                <a16:creationId xmlns:a16="http://schemas.microsoft.com/office/drawing/2014/main" id="{D1646B42-97A8-F2B0-5F31-3889BC6ABAA9}"/>
              </a:ext>
            </a:extLst>
          </p:cNvPr>
          <p:cNvSpPr txBox="1"/>
          <p:nvPr userDrawn="1"/>
        </p:nvSpPr>
        <p:spPr>
          <a:xfrm>
            <a:off x="6973371" y="2028278"/>
            <a:ext cx="5267461" cy="219456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800" b="0" i="0">
                <a:solidFill>
                  <a:srgbClr val="94A3B8"/>
                </a:solidFill>
                <a:latin typeface="Arial"/>
              </a:defRPr>
            </a:pPr>
            <a:r>
              <a:rPr sz="800" dirty="0"/>
              <a:t>{{</a:t>
            </a:r>
            <a:r>
              <a:rPr sz="800" dirty="0" err="1"/>
              <a:t>comp_avg</a:t>
            </a:r>
            <a:r>
              <a:rPr lang="de-DE" sz="800" dirty="0"/>
              <a:t>_3</a:t>
            </a:r>
            <a:r>
              <a:rPr sz="800" dirty="0"/>
              <a:t>_</a:t>
            </a:r>
            <a:r>
              <a:rPr sz="800" dirty="0" err="1"/>
              <a:t>orr</a:t>
            </a:r>
            <a:r>
              <a:rPr sz="800" dirty="0"/>
              <a:t>}}</a:t>
            </a:r>
          </a:p>
        </p:txBody>
      </p:sp>
      <p:sp>
        <p:nvSpPr>
          <p:cNvPr id="84" name="TextBox 83">
            <a:extLst>
              <a:ext uri="{FF2B5EF4-FFF2-40B4-BE49-F238E27FC236}">
                <a16:creationId xmlns:a16="http://schemas.microsoft.com/office/drawing/2014/main" id="{90790E0D-6D05-A2F7-942F-5A57ED06EDA0}"/>
              </a:ext>
            </a:extLst>
          </p:cNvPr>
          <p:cNvSpPr txBox="1"/>
          <p:nvPr userDrawn="1"/>
        </p:nvSpPr>
        <p:spPr>
          <a:xfrm>
            <a:off x="6973371" y="2357463"/>
            <a:ext cx="5267461" cy="219456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800" b="0" i="0">
                <a:solidFill>
                  <a:srgbClr val="94A3B8"/>
                </a:solidFill>
                <a:latin typeface="Arial"/>
              </a:defRPr>
            </a:pPr>
            <a:r>
              <a:rPr sz="800" dirty="0"/>
              <a:t>{{</a:t>
            </a:r>
            <a:r>
              <a:rPr sz="800" dirty="0" err="1"/>
              <a:t>comp_avg</a:t>
            </a:r>
            <a:r>
              <a:rPr lang="de-DE" sz="800" dirty="0"/>
              <a:t>_3</a:t>
            </a:r>
            <a:r>
              <a:rPr sz="800" dirty="0"/>
              <a:t>_</a:t>
            </a:r>
            <a:r>
              <a:rPr sz="800" dirty="0" err="1"/>
              <a:t>cr</a:t>
            </a:r>
            <a:r>
              <a:rPr sz="800" dirty="0"/>
              <a:t>}}</a:t>
            </a:r>
          </a:p>
        </p:txBody>
      </p:sp>
      <p:sp>
        <p:nvSpPr>
          <p:cNvPr id="85" name="TextBox 84">
            <a:extLst>
              <a:ext uri="{FF2B5EF4-FFF2-40B4-BE49-F238E27FC236}">
                <a16:creationId xmlns:a16="http://schemas.microsoft.com/office/drawing/2014/main" id="{20C1920E-5779-85E9-4FFA-27E30EC01ADE}"/>
              </a:ext>
            </a:extLst>
          </p:cNvPr>
          <p:cNvSpPr txBox="1"/>
          <p:nvPr userDrawn="1"/>
        </p:nvSpPr>
        <p:spPr>
          <a:xfrm>
            <a:off x="6973371" y="2686647"/>
            <a:ext cx="5267461" cy="219456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800" b="0" i="0">
                <a:solidFill>
                  <a:srgbClr val="94A3B8"/>
                </a:solidFill>
                <a:latin typeface="Arial"/>
              </a:defRPr>
            </a:pPr>
            <a:r>
              <a:rPr sz="800" dirty="0"/>
              <a:t>{{</a:t>
            </a:r>
            <a:r>
              <a:rPr sz="800" dirty="0" err="1"/>
              <a:t>comp_avg</a:t>
            </a:r>
            <a:r>
              <a:rPr lang="de-DE" sz="800" dirty="0"/>
              <a:t>_3</a:t>
            </a:r>
            <a:r>
              <a:rPr sz="800" dirty="0"/>
              <a:t>_</a:t>
            </a:r>
            <a:r>
              <a:rPr sz="800" dirty="0" err="1"/>
              <a:t>mpfs</a:t>
            </a:r>
            <a:r>
              <a:rPr sz="800" dirty="0"/>
              <a:t>}}</a:t>
            </a:r>
          </a:p>
        </p:txBody>
      </p:sp>
      <p:sp>
        <p:nvSpPr>
          <p:cNvPr id="86" name="TextBox 85">
            <a:extLst>
              <a:ext uri="{FF2B5EF4-FFF2-40B4-BE49-F238E27FC236}">
                <a16:creationId xmlns:a16="http://schemas.microsoft.com/office/drawing/2014/main" id="{5BE46211-3F73-D8EB-6D03-A65D31900190}"/>
              </a:ext>
            </a:extLst>
          </p:cNvPr>
          <p:cNvSpPr txBox="1"/>
          <p:nvPr userDrawn="1"/>
        </p:nvSpPr>
        <p:spPr>
          <a:xfrm>
            <a:off x="6973371" y="3015831"/>
            <a:ext cx="5267461" cy="219456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800" b="0" i="0">
                <a:solidFill>
                  <a:srgbClr val="94A3B8"/>
                </a:solidFill>
                <a:latin typeface="Arial"/>
              </a:defRPr>
            </a:pPr>
            <a:r>
              <a:rPr sz="800" dirty="0"/>
              <a:t>{{</a:t>
            </a:r>
            <a:r>
              <a:rPr sz="800" dirty="0" err="1"/>
              <a:t>comp_avg</a:t>
            </a:r>
            <a:r>
              <a:rPr lang="de-DE" sz="800" dirty="0"/>
              <a:t>_3</a:t>
            </a:r>
            <a:r>
              <a:rPr sz="800" dirty="0"/>
              <a:t>_</a:t>
            </a:r>
            <a:r>
              <a:rPr sz="800" dirty="0" err="1"/>
              <a:t>hr</a:t>
            </a:r>
            <a:r>
              <a:rPr sz="800" dirty="0"/>
              <a:t>}}</a:t>
            </a:r>
          </a:p>
        </p:txBody>
      </p:sp>
      <p:sp>
        <p:nvSpPr>
          <p:cNvPr id="87" name="TextBox 86">
            <a:extLst>
              <a:ext uri="{FF2B5EF4-FFF2-40B4-BE49-F238E27FC236}">
                <a16:creationId xmlns:a16="http://schemas.microsoft.com/office/drawing/2014/main" id="{D94F13ED-C68A-414A-A631-272E1C3FCF62}"/>
              </a:ext>
            </a:extLst>
          </p:cNvPr>
          <p:cNvSpPr txBox="1"/>
          <p:nvPr userDrawn="1"/>
        </p:nvSpPr>
        <p:spPr>
          <a:xfrm>
            <a:off x="6973371" y="3345015"/>
            <a:ext cx="5267461" cy="219456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800" b="0" i="0">
                <a:solidFill>
                  <a:srgbClr val="94A3B8"/>
                </a:solidFill>
                <a:latin typeface="Arial"/>
              </a:defRPr>
            </a:pPr>
            <a:r>
              <a:rPr sz="800" dirty="0"/>
              <a:t>{{</a:t>
            </a:r>
            <a:r>
              <a:rPr sz="800" dirty="0" err="1"/>
              <a:t>comp_avg</a:t>
            </a:r>
            <a:r>
              <a:rPr lang="de-DE" sz="800" dirty="0"/>
              <a:t>_3</a:t>
            </a:r>
            <a:r>
              <a:rPr sz="800" dirty="0"/>
              <a:t>_route}}</a:t>
            </a:r>
          </a:p>
        </p:txBody>
      </p:sp>
      <p:sp>
        <p:nvSpPr>
          <p:cNvPr id="88" name="TextBox 87">
            <a:extLst>
              <a:ext uri="{FF2B5EF4-FFF2-40B4-BE49-F238E27FC236}">
                <a16:creationId xmlns:a16="http://schemas.microsoft.com/office/drawing/2014/main" id="{6804D749-6123-985C-2E42-43ABA7FC5B0C}"/>
              </a:ext>
            </a:extLst>
          </p:cNvPr>
          <p:cNvSpPr txBox="1"/>
          <p:nvPr userDrawn="1"/>
        </p:nvSpPr>
        <p:spPr>
          <a:xfrm>
            <a:off x="6973371" y="3674199"/>
            <a:ext cx="5267461" cy="219456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800" b="0" i="0">
                <a:solidFill>
                  <a:srgbClr val="94A3B8"/>
                </a:solidFill>
                <a:latin typeface="Arial"/>
              </a:defRPr>
            </a:pPr>
            <a:r>
              <a:rPr sz="800" dirty="0"/>
              <a:t>{{</a:t>
            </a:r>
            <a:r>
              <a:rPr sz="800" dirty="0" err="1"/>
              <a:t>comp_avg</a:t>
            </a:r>
            <a:r>
              <a:rPr lang="de-DE" sz="800" dirty="0"/>
              <a:t>_3</a:t>
            </a:r>
            <a:r>
              <a:rPr sz="800" dirty="0"/>
              <a:t>_ae}}</a:t>
            </a:r>
          </a:p>
        </p:txBody>
      </p:sp>
      <p:sp>
        <p:nvSpPr>
          <p:cNvPr id="89" name="TextBox 88">
            <a:extLst>
              <a:ext uri="{FF2B5EF4-FFF2-40B4-BE49-F238E27FC236}">
                <a16:creationId xmlns:a16="http://schemas.microsoft.com/office/drawing/2014/main" id="{736421E3-8E43-A6FF-830F-B19EEF94B096}"/>
              </a:ext>
            </a:extLst>
          </p:cNvPr>
          <p:cNvSpPr txBox="1"/>
          <p:nvPr userDrawn="1"/>
        </p:nvSpPr>
        <p:spPr>
          <a:xfrm>
            <a:off x="6973371" y="4003382"/>
            <a:ext cx="5267461" cy="219456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800" b="0" i="0">
                <a:solidFill>
                  <a:srgbClr val="94A3B8"/>
                </a:solidFill>
                <a:latin typeface="Arial"/>
              </a:defRPr>
            </a:pPr>
            <a:r>
              <a:rPr sz="800" dirty="0"/>
              <a:t>{{</a:t>
            </a:r>
            <a:r>
              <a:rPr sz="800" dirty="0" err="1"/>
              <a:t>comp_avg</a:t>
            </a:r>
            <a:r>
              <a:rPr lang="de-DE" sz="800" dirty="0"/>
              <a:t>_3</a:t>
            </a:r>
            <a:r>
              <a:rPr sz="800" dirty="0"/>
              <a:t>_rems}}</a:t>
            </a:r>
          </a:p>
        </p:txBody>
      </p:sp>
      <p:sp>
        <p:nvSpPr>
          <p:cNvPr id="90" name="TextBox 89">
            <a:extLst>
              <a:ext uri="{FF2B5EF4-FFF2-40B4-BE49-F238E27FC236}">
                <a16:creationId xmlns:a16="http://schemas.microsoft.com/office/drawing/2014/main" id="{8DE7ED2A-287B-D08E-407E-D63E418088BA}"/>
              </a:ext>
            </a:extLst>
          </p:cNvPr>
          <p:cNvSpPr txBox="1"/>
          <p:nvPr userDrawn="1"/>
        </p:nvSpPr>
        <p:spPr>
          <a:xfrm>
            <a:off x="6973371" y="4332566"/>
            <a:ext cx="5267461" cy="219456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800" b="0" i="0">
                <a:solidFill>
                  <a:srgbClr val="94A3B8"/>
                </a:solidFill>
                <a:latin typeface="Arial"/>
              </a:defRPr>
            </a:pPr>
            <a:r>
              <a:rPr sz="800" dirty="0"/>
              <a:t>{{</a:t>
            </a:r>
            <a:r>
              <a:rPr sz="800" dirty="0" err="1"/>
              <a:t>comp_avg</a:t>
            </a:r>
            <a:r>
              <a:rPr lang="de-DE" sz="800" dirty="0"/>
              <a:t>_3</a:t>
            </a:r>
            <a:r>
              <a:rPr sz="800" dirty="0"/>
              <a:t>_convenience}}</a:t>
            </a:r>
          </a:p>
        </p:txBody>
      </p:sp>
      <p:sp>
        <p:nvSpPr>
          <p:cNvPr id="91" name="TextBox 90">
            <a:extLst>
              <a:ext uri="{FF2B5EF4-FFF2-40B4-BE49-F238E27FC236}">
                <a16:creationId xmlns:a16="http://schemas.microsoft.com/office/drawing/2014/main" id="{97455B83-329F-3A16-4E0F-36FB980EBB4E}"/>
              </a:ext>
            </a:extLst>
          </p:cNvPr>
          <p:cNvSpPr txBox="1"/>
          <p:nvPr userDrawn="1"/>
        </p:nvSpPr>
        <p:spPr>
          <a:xfrm>
            <a:off x="6973371" y="4661750"/>
            <a:ext cx="5267461" cy="219456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800" b="0" i="0">
                <a:solidFill>
                  <a:srgbClr val="94A3B8"/>
                </a:solidFill>
                <a:latin typeface="Arial"/>
              </a:defRPr>
            </a:pPr>
            <a:r>
              <a:rPr sz="800" dirty="0"/>
              <a:t>{{</a:t>
            </a:r>
            <a:r>
              <a:rPr sz="800" dirty="0" err="1"/>
              <a:t>comp_avg</a:t>
            </a:r>
            <a:r>
              <a:rPr lang="de-DE" sz="800" dirty="0"/>
              <a:t>_3</a:t>
            </a:r>
            <a:r>
              <a:rPr sz="800" dirty="0"/>
              <a:t>_</a:t>
            </a:r>
            <a:r>
              <a:rPr sz="800" dirty="0" err="1"/>
              <a:t>hta</a:t>
            </a:r>
            <a:r>
              <a:rPr sz="800" dirty="0"/>
              <a:t>}}</a:t>
            </a:r>
          </a:p>
        </p:txBody>
      </p:sp>
      <p:sp>
        <p:nvSpPr>
          <p:cNvPr id="92" name="TextBox 91">
            <a:extLst>
              <a:ext uri="{FF2B5EF4-FFF2-40B4-BE49-F238E27FC236}">
                <a16:creationId xmlns:a16="http://schemas.microsoft.com/office/drawing/2014/main" id="{75747A4F-BF26-257E-F330-23CF02D0A1B8}"/>
              </a:ext>
            </a:extLst>
          </p:cNvPr>
          <p:cNvSpPr txBox="1"/>
          <p:nvPr userDrawn="1"/>
        </p:nvSpPr>
        <p:spPr>
          <a:xfrm>
            <a:off x="1464628" y="88092"/>
            <a:ext cx="1554480" cy="36933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900" b="1" i="0">
                <a:solidFill>
                  <a:srgbClr val="C4B5FD"/>
                </a:solidFill>
                <a:latin typeface="Arial"/>
              </a:defRPr>
            </a:pPr>
            <a:r>
              <a:rPr sz="900" dirty="0"/>
              <a:t>COMPETITIVE LANDSCAPE</a:t>
            </a:r>
          </a:p>
        </p:txBody>
      </p:sp>
      <p:sp>
        <p:nvSpPr>
          <p:cNvPr id="93" name="TextBox 92">
            <a:extLst>
              <a:ext uri="{FF2B5EF4-FFF2-40B4-BE49-F238E27FC236}">
                <a16:creationId xmlns:a16="http://schemas.microsoft.com/office/drawing/2014/main" id="{05D95C84-95B0-BF88-8628-0B2DDF3C1DF9}"/>
              </a:ext>
            </a:extLst>
          </p:cNvPr>
          <p:cNvSpPr txBox="1"/>
          <p:nvPr userDrawn="1"/>
        </p:nvSpPr>
        <p:spPr>
          <a:xfrm>
            <a:off x="3201988" y="118964"/>
            <a:ext cx="4572000" cy="26161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defRPr sz="1100" b="0" i="0">
                <a:solidFill>
                  <a:srgbClr val="C0C0D0"/>
                </a:solidFill>
                <a:latin typeface="Arial"/>
              </a:defRPr>
            </a:pPr>
            <a:r>
              <a:rPr sz="1100"/>
              <a:t>{{drug_label}}</a:t>
            </a:r>
          </a:p>
        </p:txBody>
      </p:sp>
    </p:spTree>
    <p:extLst>
      <p:ext uri="{BB962C8B-B14F-4D97-AF65-F5344CB8AC3E}">
        <p14:creationId xmlns:p14="http://schemas.microsoft.com/office/powerpoint/2010/main" val="4134192781"/>
      </p:ext>
    </p:extLst>
  </p:cSld>
  <p:clrMapOvr>
    <a:masterClrMapping/>
  </p:clrMapOvr>
</p:sldLayout>
</file>

<file path=ppt/slideLayouts/slideLayout54.xml><?xml version="1.0" encoding="utf-8"?>
<p:sldLayout xmlns:a="http://schemas.openxmlformats.org/drawingml/2006/main" xmlns:r="http://schemas.openxmlformats.org/officeDocument/2006/relationships" xmlns:p="http://schemas.openxmlformats.org/presentationml/2006/main" preserve="1" userDrawn="1">
  <p:cSld name="UNMET_NEEDS_grey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Box 1">
            <a:extLst>
              <a:ext uri="{FF2B5EF4-FFF2-40B4-BE49-F238E27FC236}">
                <a16:creationId xmlns:a16="http://schemas.microsoft.com/office/drawing/2014/main" id="{64949B74-5528-5815-E866-62B87EB4D2D0}"/>
              </a:ext>
            </a:extLst>
          </p:cNvPr>
          <p:cNvSpPr txBox="1"/>
          <p:nvPr userDrawn="1"/>
        </p:nvSpPr>
        <p:spPr>
          <a:xfrm>
            <a:off x="329184" y="539220"/>
            <a:ext cx="9144000" cy="365760"/>
          </a:xfrm>
          <a:prstGeom prst="rect">
            <a:avLst/>
          </a:prstGeom>
          <a:noFill/>
        </p:spPr>
        <p:txBody>
          <a:bodyPr wrap="square"/>
          <a:lstStyle/>
          <a:p>
            <a:pPr>
              <a:defRPr sz="2200" b="1">
                <a:solidFill>
                  <a:srgbClr val="F1F5F9"/>
                </a:solidFill>
                <a:latin typeface="Calibri"/>
              </a:defRPr>
            </a:pPr>
            <a:r>
              <a:rPr dirty="0">
                <a:solidFill>
                  <a:schemeClr val="tx1">
                    <a:lumMod val="50000"/>
                    <a:lumOff val="50000"/>
                  </a:schemeClr>
                </a:solidFill>
              </a:rPr>
              <a:t>{{</a:t>
            </a:r>
            <a:r>
              <a:rPr dirty="0" err="1">
                <a:solidFill>
                  <a:schemeClr val="tx1">
                    <a:lumMod val="50000"/>
                    <a:lumOff val="50000"/>
                  </a:schemeClr>
                </a:solidFill>
              </a:rPr>
              <a:t>slide_title</a:t>
            </a:r>
            <a:r>
              <a:rPr dirty="0">
                <a:solidFill>
                  <a:schemeClr val="tx1">
                    <a:lumMod val="50000"/>
                    <a:lumOff val="50000"/>
                  </a:schemeClr>
                </a:solidFill>
              </a:rPr>
              <a:t>}}</a:t>
            </a:r>
          </a:p>
        </p:txBody>
      </p:sp>
      <p:sp>
        <p:nvSpPr>
          <p:cNvPr id="3" name="TextBox 2">
            <a:extLst>
              <a:ext uri="{FF2B5EF4-FFF2-40B4-BE49-F238E27FC236}">
                <a16:creationId xmlns:a16="http://schemas.microsoft.com/office/drawing/2014/main" id="{572F5676-998E-60C9-1B09-844A80591F6E}"/>
              </a:ext>
            </a:extLst>
          </p:cNvPr>
          <p:cNvSpPr txBox="1"/>
          <p:nvPr userDrawn="1"/>
        </p:nvSpPr>
        <p:spPr>
          <a:xfrm>
            <a:off x="329184" y="841248"/>
            <a:ext cx="7315200" cy="182880"/>
          </a:xfrm>
          <a:prstGeom prst="rect">
            <a:avLst/>
          </a:prstGeom>
          <a:noFill/>
        </p:spPr>
        <p:txBody>
          <a:bodyPr wrap="square"/>
          <a:lstStyle/>
          <a:p>
            <a:pPr>
              <a:defRPr sz="950" b="0">
                <a:solidFill>
                  <a:srgbClr val="94A3B8"/>
                </a:solidFill>
                <a:latin typeface="Calibri"/>
              </a:defRPr>
            </a:pPr>
            <a:r>
              <a:rPr>
                <a:solidFill>
                  <a:schemeClr val="tx1">
                    <a:lumMod val="50000"/>
                    <a:lumOff val="50000"/>
                  </a:schemeClr>
                </a:solidFill>
              </a:rPr>
              <a:t>{{slide_subtitle}}</a:t>
            </a:r>
          </a:p>
        </p:txBody>
      </p:sp>
      <p:sp>
        <p:nvSpPr>
          <p:cNvPr id="4" name="Rectangle 3">
            <a:extLst>
              <a:ext uri="{FF2B5EF4-FFF2-40B4-BE49-F238E27FC236}">
                <a16:creationId xmlns:a16="http://schemas.microsoft.com/office/drawing/2014/main" id="{D47E2415-3DD2-7737-5393-52D5E41396F8}"/>
              </a:ext>
            </a:extLst>
          </p:cNvPr>
          <p:cNvSpPr/>
          <p:nvPr userDrawn="1"/>
        </p:nvSpPr>
        <p:spPr>
          <a:xfrm>
            <a:off x="0" y="1024128"/>
            <a:ext cx="12188952" cy="9144"/>
          </a:xfrm>
          <a:prstGeom prst="rect">
            <a:avLst/>
          </a:prstGeom>
          <a:solidFill>
            <a:schemeClr val="bg1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>
              <a:solidFill>
                <a:schemeClr val="tx1">
                  <a:lumMod val="50000"/>
                  <a:lumOff val="50000"/>
                </a:schemeClr>
              </a:solidFill>
            </a:endParaRPr>
          </a:p>
        </p:txBody>
      </p:sp>
      <p:sp>
        <p:nvSpPr>
          <p:cNvPr id="5" name="TextBox 4">
            <a:extLst>
              <a:ext uri="{FF2B5EF4-FFF2-40B4-BE49-F238E27FC236}">
                <a16:creationId xmlns:a16="http://schemas.microsoft.com/office/drawing/2014/main" id="{4F5D4138-0845-A53E-C64A-3F38C87AC6AC}"/>
              </a:ext>
            </a:extLst>
          </p:cNvPr>
          <p:cNvSpPr txBox="1"/>
          <p:nvPr userDrawn="1"/>
        </p:nvSpPr>
        <p:spPr>
          <a:xfrm>
            <a:off x="329184" y="1143000"/>
            <a:ext cx="2286000" cy="182880"/>
          </a:xfrm>
          <a:prstGeom prst="rect">
            <a:avLst/>
          </a:prstGeom>
          <a:noFill/>
        </p:spPr>
        <p:txBody>
          <a:bodyPr wrap="square"/>
          <a:lstStyle/>
          <a:p>
            <a:pPr>
              <a:defRPr sz="1000" b="1">
                <a:solidFill>
                  <a:srgbClr val="A78BFA"/>
                </a:solidFill>
                <a:latin typeface="Calibri"/>
              </a:defRPr>
            </a:pPr>
            <a:r>
              <a:rPr dirty="0">
                <a:solidFill>
                  <a:schemeClr val="tx1">
                    <a:lumMod val="50000"/>
                    <a:lumOff val="50000"/>
                  </a:schemeClr>
                </a:solidFill>
              </a:rPr>
              <a:t>{{section_1_heading}}</a:t>
            </a:r>
          </a:p>
        </p:txBody>
      </p:sp>
      <p:sp>
        <p:nvSpPr>
          <p:cNvPr id="7" name="Rectangle 6">
            <a:extLst>
              <a:ext uri="{FF2B5EF4-FFF2-40B4-BE49-F238E27FC236}">
                <a16:creationId xmlns:a16="http://schemas.microsoft.com/office/drawing/2014/main" id="{563BB916-08EC-D4D3-5D13-D987FD694092}"/>
              </a:ext>
            </a:extLst>
          </p:cNvPr>
          <p:cNvSpPr/>
          <p:nvPr userDrawn="1"/>
        </p:nvSpPr>
        <p:spPr>
          <a:xfrm>
            <a:off x="374904" y="1518364"/>
            <a:ext cx="54864" cy="54864"/>
          </a:xfrm>
          <a:prstGeom prst="rect">
            <a:avLst/>
          </a:prstGeom>
          <a:solidFill>
            <a:schemeClr val="accent4">
              <a:lumMod val="75000"/>
            </a:schemeClr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>
              <a:solidFill>
                <a:schemeClr val="tx1">
                  <a:lumMod val="50000"/>
                  <a:lumOff val="50000"/>
                </a:schemeClr>
              </a:solidFill>
            </a:endParaRPr>
          </a:p>
        </p:txBody>
      </p:sp>
      <p:sp>
        <p:nvSpPr>
          <p:cNvPr id="8" name="TextBox 7">
            <a:extLst>
              <a:ext uri="{FF2B5EF4-FFF2-40B4-BE49-F238E27FC236}">
                <a16:creationId xmlns:a16="http://schemas.microsoft.com/office/drawing/2014/main" id="{14D23F85-0AF9-1C16-B486-AA0034727409}"/>
              </a:ext>
            </a:extLst>
          </p:cNvPr>
          <p:cNvSpPr txBox="1"/>
          <p:nvPr userDrawn="1"/>
        </p:nvSpPr>
        <p:spPr>
          <a:xfrm>
            <a:off x="512064" y="1417320"/>
            <a:ext cx="6949440" cy="347472"/>
          </a:xfrm>
          <a:prstGeom prst="rect">
            <a:avLst/>
          </a:prstGeom>
          <a:noFill/>
        </p:spPr>
        <p:txBody>
          <a:bodyPr wrap="square"/>
          <a:lstStyle/>
          <a:p>
            <a:pPr>
              <a:defRPr sz="1050" b="0">
                <a:solidFill>
                  <a:srgbClr val="CBD5E1"/>
                </a:solidFill>
                <a:latin typeface="Calibri"/>
              </a:defRPr>
            </a:pPr>
            <a:r>
              <a:rPr>
                <a:solidFill>
                  <a:schemeClr val="tx1">
                    <a:lumMod val="50000"/>
                    <a:lumOff val="50000"/>
                  </a:schemeClr>
                </a:solidFill>
              </a:rPr>
              <a:t>{{bullet_1_1}}</a:t>
            </a:r>
          </a:p>
        </p:txBody>
      </p:sp>
      <p:sp>
        <p:nvSpPr>
          <p:cNvPr id="9" name="Rectangle 8">
            <a:extLst>
              <a:ext uri="{FF2B5EF4-FFF2-40B4-BE49-F238E27FC236}">
                <a16:creationId xmlns:a16="http://schemas.microsoft.com/office/drawing/2014/main" id="{B64D6995-730B-4AD7-0B9A-43881749E269}"/>
              </a:ext>
            </a:extLst>
          </p:cNvPr>
          <p:cNvSpPr/>
          <p:nvPr userDrawn="1"/>
        </p:nvSpPr>
        <p:spPr>
          <a:xfrm>
            <a:off x="374904" y="1902411"/>
            <a:ext cx="54864" cy="54864"/>
          </a:xfrm>
          <a:prstGeom prst="rect">
            <a:avLst/>
          </a:prstGeom>
          <a:solidFill>
            <a:schemeClr val="accent4">
              <a:lumMod val="75000"/>
            </a:schemeClr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>
              <a:solidFill>
                <a:schemeClr val="tx1">
                  <a:lumMod val="50000"/>
                  <a:lumOff val="50000"/>
                </a:schemeClr>
              </a:solidFill>
            </a:endParaRPr>
          </a:p>
        </p:txBody>
      </p:sp>
      <p:sp>
        <p:nvSpPr>
          <p:cNvPr id="10" name="TextBox 9">
            <a:extLst>
              <a:ext uri="{FF2B5EF4-FFF2-40B4-BE49-F238E27FC236}">
                <a16:creationId xmlns:a16="http://schemas.microsoft.com/office/drawing/2014/main" id="{986E8CA5-2131-429A-6DF2-28D400CC4E9D}"/>
              </a:ext>
            </a:extLst>
          </p:cNvPr>
          <p:cNvSpPr txBox="1"/>
          <p:nvPr userDrawn="1"/>
        </p:nvSpPr>
        <p:spPr>
          <a:xfrm>
            <a:off x="512064" y="1801368"/>
            <a:ext cx="6949440" cy="347472"/>
          </a:xfrm>
          <a:prstGeom prst="rect">
            <a:avLst/>
          </a:prstGeom>
          <a:noFill/>
        </p:spPr>
        <p:txBody>
          <a:bodyPr wrap="square"/>
          <a:lstStyle/>
          <a:p>
            <a:pPr>
              <a:defRPr sz="1050" b="0">
                <a:solidFill>
                  <a:srgbClr val="CBD5E1"/>
                </a:solidFill>
                <a:latin typeface="Calibri"/>
              </a:defRPr>
            </a:pPr>
            <a:r>
              <a:rPr>
                <a:solidFill>
                  <a:schemeClr val="tx1">
                    <a:lumMod val="50000"/>
                    <a:lumOff val="50000"/>
                  </a:schemeClr>
                </a:solidFill>
              </a:rPr>
              <a:t>{{bullet_1_2}}</a:t>
            </a:r>
          </a:p>
        </p:txBody>
      </p:sp>
      <p:sp>
        <p:nvSpPr>
          <p:cNvPr id="11" name="Rectangle 10">
            <a:extLst>
              <a:ext uri="{FF2B5EF4-FFF2-40B4-BE49-F238E27FC236}">
                <a16:creationId xmlns:a16="http://schemas.microsoft.com/office/drawing/2014/main" id="{DC886850-A441-7ADE-114C-4023A8FA37BD}"/>
              </a:ext>
            </a:extLst>
          </p:cNvPr>
          <p:cNvSpPr/>
          <p:nvPr userDrawn="1"/>
        </p:nvSpPr>
        <p:spPr>
          <a:xfrm>
            <a:off x="374904" y="2286460"/>
            <a:ext cx="54864" cy="54864"/>
          </a:xfrm>
          <a:prstGeom prst="rect">
            <a:avLst/>
          </a:prstGeom>
          <a:solidFill>
            <a:schemeClr val="accent4">
              <a:lumMod val="75000"/>
            </a:schemeClr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>
              <a:solidFill>
                <a:schemeClr val="tx1">
                  <a:lumMod val="50000"/>
                  <a:lumOff val="50000"/>
                </a:schemeClr>
              </a:solidFill>
            </a:endParaRPr>
          </a:p>
        </p:txBody>
      </p:sp>
      <p:sp>
        <p:nvSpPr>
          <p:cNvPr id="12" name="TextBox 11">
            <a:extLst>
              <a:ext uri="{FF2B5EF4-FFF2-40B4-BE49-F238E27FC236}">
                <a16:creationId xmlns:a16="http://schemas.microsoft.com/office/drawing/2014/main" id="{C870047B-38D4-CE5D-D551-1C8A1C2068E9}"/>
              </a:ext>
            </a:extLst>
          </p:cNvPr>
          <p:cNvSpPr txBox="1"/>
          <p:nvPr userDrawn="1"/>
        </p:nvSpPr>
        <p:spPr>
          <a:xfrm>
            <a:off x="512064" y="2185416"/>
            <a:ext cx="6949440" cy="347472"/>
          </a:xfrm>
          <a:prstGeom prst="rect">
            <a:avLst/>
          </a:prstGeom>
          <a:noFill/>
        </p:spPr>
        <p:txBody>
          <a:bodyPr wrap="square"/>
          <a:lstStyle/>
          <a:p>
            <a:pPr>
              <a:defRPr sz="1050" b="0">
                <a:solidFill>
                  <a:srgbClr val="CBD5E1"/>
                </a:solidFill>
                <a:latin typeface="Calibri"/>
              </a:defRPr>
            </a:pPr>
            <a:r>
              <a:rPr>
                <a:solidFill>
                  <a:schemeClr val="tx1">
                    <a:lumMod val="50000"/>
                    <a:lumOff val="50000"/>
                  </a:schemeClr>
                </a:solidFill>
              </a:rPr>
              <a:t>{{bullet_1_3}}</a:t>
            </a:r>
          </a:p>
        </p:txBody>
      </p:sp>
      <p:sp>
        <p:nvSpPr>
          <p:cNvPr id="13" name="TextBox 12">
            <a:extLst>
              <a:ext uri="{FF2B5EF4-FFF2-40B4-BE49-F238E27FC236}">
                <a16:creationId xmlns:a16="http://schemas.microsoft.com/office/drawing/2014/main" id="{393B7E97-8A61-3383-5B77-629785A694E4}"/>
              </a:ext>
            </a:extLst>
          </p:cNvPr>
          <p:cNvSpPr txBox="1"/>
          <p:nvPr userDrawn="1"/>
        </p:nvSpPr>
        <p:spPr>
          <a:xfrm>
            <a:off x="329184" y="2606040"/>
            <a:ext cx="2286000" cy="182880"/>
          </a:xfrm>
          <a:prstGeom prst="rect">
            <a:avLst/>
          </a:prstGeom>
          <a:noFill/>
        </p:spPr>
        <p:txBody>
          <a:bodyPr wrap="square"/>
          <a:lstStyle/>
          <a:p>
            <a:pPr>
              <a:defRPr sz="1000" b="1">
                <a:solidFill>
                  <a:srgbClr val="60A5FA"/>
                </a:solidFill>
                <a:latin typeface="Calibri"/>
              </a:defRPr>
            </a:pPr>
            <a:r>
              <a:rPr>
                <a:solidFill>
                  <a:schemeClr val="tx1">
                    <a:lumMod val="50000"/>
                    <a:lumOff val="50000"/>
                  </a:schemeClr>
                </a:solidFill>
              </a:rPr>
              <a:t>{{section_2_heading}}</a:t>
            </a:r>
          </a:p>
        </p:txBody>
      </p:sp>
      <p:sp>
        <p:nvSpPr>
          <p:cNvPr id="15" name="Rectangle 14">
            <a:extLst>
              <a:ext uri="{FF2B5EF4-FFF2-40B4-BE49-F238E27FC236}">
                <a16:creationId xmlns:a16="http://schemas.microsoft.com/office/drawing/2014/main" id="{F02CB7C1-2C28-EFC4-C1EF-605ECE14E08C}"/>
              </a:ext>
            </a:extLst>
          </p:cNvPr>
          <p:cNvSpPr/>
          <p:nvPr userDrawn="1"/>
        </p:nvSpPr>
        <p:spPr>
          <a:xfrm>
            <a:off x="374904" y="2935684"/>
            <a:ext cx="54864" cy="54864"/>
          </a:xfrm>
          <a:prstGeom prst="rect">
            <a:avLst/>
          </a:prstGeom>
          <a:solidFill>
            <a:schemeClr val="accent4">
              <a:lumMod val="75000"/>
            </a:schemeClr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>
              <a:solidFill>
                <a:schemeClr val="tx1">
                  <a:lumMod val="50000"/>
                  <a:lumOff val="50000"/>
                </a:schemeClr>
              </a:solidFill>
            </a:endParaRPr>
          </a:p>
        </p:txBody>
      </p:sp>
      <p:sp>
        <p:nvSpPr>
          <p:cNvPr id="16" name="TextBox 15">
            <a:extLst>
              <a:ext uri="{FF2B5EF4-FFF2-40B4-BE49-F238E27FC236}">
                <a16:creationId xmlns:a16="http://schemas.microsoft.com/office/drawing/2014/main" id="{2FC94B01-877C-F874-3A4F-F536D3C1A4FA}"/>
              </a:ext>
            </a:extLst>
          </p:cNvPr>
          <p:cNvSpPr txBox="1"/>
          <p:nvPr userDrawn="1"/>
        </p:nvSpPr>
        <p:spPr>
          <a:xfrm>
            <a:off x="512064" y="2834640"/>
            <a:ext cx="6949440" cy="347472"/>
          </a:xfrm>
          <a:prstGeom prst="rect">
            <a:avLst/>
          </a:prstGeom>
          <a:noFill/>
        </p:spPr>
        <p:txBody>
          <a:bodyPr wrap="square"/>
          <a:lstStyle/>
          <a:p>
            <a:pPr>
              <a:defRPr sz="1050" b="0">
                <a:solidFill>
                  <a:srgbClr val="CBD5E1"/>
                </a:solidFill>
                <a:latin typeface="Calibri"/>
              </a:defRPr>
            </a:pPr>
            <a:r>
              <a:rPr>
                <a:solidFill>
                  <a:schemeClr val="tx1">
                    <a:lumMod val="50000"/>
                    <a:lumOff val="50000"/>
                  </a:schemeClr>
                </a:solidFill>
              </a:rPr>
              <a:t>{{bullet_2_1}}</a:t>
            </a:r>
          </a:p>
        </p:txBody>
      </p:sp>
      <p:sp>
        <p:nvSpPr>
          <p:cNvPr id="17" name="Rectangle 16">
            <a:extLst>
              <a:ext uri="{FF2B5EF4-FFF2-40B4-BE49-F238E27FC236}">
                <a16:creationId xmlns:a16="http://schemas.microsoft.com/office/drawing/2014/main" id="{BFBF464C-F317-3E6A-A5B3-78F65B1A3FB1}"/>
              </a:ext>
            </a:extLst>
          </p:cNvPr>
          <p:cNvSpPr/>
          <p:nvPr userDrawn="1"/>
        </p:nvSpPr>
        <p:spPr>
          <a:xfrm>
            <a:off x="374904" y="3319732"/>
            <a:ext cx="54864" cy="54864"/>
          </a:xfrm>
          <a:prstGeom prst="rect">
            <a:avLst/>
          </a:prstGeom>
          <a:solidFill>
            <a:schemeClr val="accent4">
              <a:lumMod val="75000"/>
            </a:schemeClr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>
              <a:solidFill>
                <a:schemeClr val="tx1">
                  <a:lumMod val="50000"/>
                  <a:lumOff val="50000"/>
                </a:schemeClr>
              </a:solidFill>
            </a:endParaRPr>
          </a:p>
        </p:txBody>
      </p:sp>
      <p:sp>
        <p:nvSpPr>
          <p:cNvPr id="18" name="TextBox 17">
            <a:extLst>
              <a:ext uri="{FF2B5EF4-FFF2-40B4-BE49-F238E27FC236}">
                <a16:creationId xmlns:a16="http://schemas.microsoft.com/office/drawing/2014/main" id="{797177A9-E9F1-937F-507E-03E6390231D5}"/>
              </a:ext>
            </a:extLst>
          </p:cNvPr>
          <p:cNvSpPr txBox="1"/>
          <p:nvPr userDrawn="1"/>
        </p:nvSpPr>
        <p:spPr>
          <a:xfrm>
            <a:off x="512064" y="3218688"/>
            <a:ext cx="6949440" cy="347472"/>
          </a:xfrm>
          <a:prstGeom prst="rect">
            <a:avLst/>
          </a:prstGeom>
          <a:noFill/>
        </p:spPr>
        <p:txBody>
          <a:bodyPr wrap="square"/>
          <a:lstStyle/>
          <a:p>
            <a:pPr>
              <a:defRPr sz="1050" b="0">
                <a:solidFill>
                  <a:srgbClr val="CBD5E1"/>
                </a:solidFill>
                <a:latin typeface="Calibri"/>
              </a:defRPr>
            </a:pPr>
            <a:r>
              <a:rPr>
                <a:solidFill>
                  <a:schemeClr val="tx1">
                    <a:lumMod val="50000"/>
                    <a:lumOff val="50000"/>
                  </a:schemeClr>
                </a:solidFill>
              </a:rPr>
              <a:t>{{bullet_2_2}}</a:t>
            </a:r>
          </a:p>
        </p:txBody>
      </p:sp>
      <p:sp>
        <p:nvSpPr>
          <p:cNvPr id="19" name="Rectangle 18">
            <a:extLst>
              <a:ext uri="{FF2B5EF4-FFF2-40B4-BE49-F238E27FC236}">
                <a16:creationId xmlns:a16="http://schemas.microsoft.com/office/drawing/2014/main" id="{04ED24A0-FC24-C48E-5351-4AF8F3D966B2}"/>
              </a:ext>
            </a:extLst>
          </p:cNvPr>
          <p:cNvSpPr/>
          <p:nvPr userDrawn="1"/>
        </p:nvSpPr>
        <p:spPr>
          <a:xfrm>
            <a:off x="329184" y="3703320"/>
            <a:ext cx="27432" cy="960120"/>
          </a:xfrm>
          <a:prstGeom prst="rect">
            <a:avLst/>
          </a:prstGeom>
          <a:noFill/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>
              <a:solidFill>
                <a:schemeClr val="tx1">
                  <a:lumMod val="50000"/>
                  <a:lumOff val="50000"/>
                </a:schemeClr>
              </a:solidFill>
            </a:endParaRPr>
          </a:p>
        </p:txBody>
      </p:sp>
      <p:sp>
        <p:nvSpPr>
          <p:cNvPr id="20" name="Rounded Rectangle 31">
            <a:extLst>
              <a:ext uri="{FF2B5EF4-FFF2-40B4-BE49-F238E27FC236}">
                <a16:creationId xmlns:a16="http://schemas.microsoft.com/office/drawing/2014/main" id="{D1952A5C-6222-51DA-97AA-0850C071C582}"/>
              </a:ext>
            </a:extLst>
          </p:cNvPr>
          <p:cNvSpPr/>
          <p:nvPr userDrawn="1"/>
        </p:nvSpPr>
        <p:spPr>
          <a:xfrm>
            <a:off x="402336" y="3703320"/>
            <a:ext cx="7351776" cy="960120"/>
          </a:xfrm>
          <a:prstGeom prst="roundRect">
            <a:avLst/>
          </a:prstGeom>
          <a:gradFill flip="none" rotWithShape="1">
            <a:gsLst>
              <a:gs pos="0">
                <a:srgbClr val="CDC3DB">
                  <a:lumMod val="60000"/>
                  <a:lumOff val="40000"/>
                </a:srgbClr>
              </a:gs>
              <a:gs pos="42000">
                <a:schemeClr val="accent4">
                  <a:lumMod val="16000"/>
                  <a:lumOff val="84000"/>
                </a:schemeClr>
              </a:gs>
              <a:gs pos="83000">
                <a:schemeClr val="accent4">
                  <a:lumMod val="10000"/>
                  <a:lumOff val="90000"/>
                </a:schemeClr>
              </a:gs>
              <a:gs pos="100000">
                <a:schemeClr val="accent4">
                  <a:lumMod val="19000"/>
                  <a:lumOff val="81000"/>
                </a:schemeClr>
              </a:gs>
            </a:gsLst>
            <a:lin ang="2700000" scaled="1"/>
            <a:tileRect/>
          </a:gradFill>
          <a:ln w="3810"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>
              <a:solidFill>
                <a:schemeClr val="tx1">
                  <a:lumMod val="50000"/>
                  <a:lumOff val="50000"/>
                </a:schemeClr>
              </a:solidFill>
            </a:endParaRPr>
          </a:p>
        </p:txBody>
      </p:sp>
      <p:sp>
        <p:nvSpPr>
          <p:cNvPr id="21" name="TextBox 20">
            <a:extLst>
              <a:ext uri="{FF2B5EF4-FFF2-40B4-BE49-F238E27FC236}">
                <a16:creationId xmlns:a16="http://schemas.microsoft.com/office/drawing/2014/main" id="{EE3D90AF-02F6-DB95-2938-9CE592AF0F40}"/>
              </a:ext>
            </a:extLst>
          </p:cNvPr>
          <p:cNvSpPr txBox="1"/>
          <p:nvPr userDrawn="1"/>
        </p:nvSpPr>
        <p:spPr>
          <a:xfrm>
            <a:off x="512064" y="3767328"/>
            <a:ext cx="6766559" cy="685800"/>
          </a:xfrm>
          <a:prstGeom prst="rect">
            <a:avLst/>
          </a:prstGeom>
          <a:noFill/>
        </p:spPr>
        <p:txBody>
          <a:bodyPr wrap="square"/>
          <a:lstStyle/>
          <a:p>
            <a:pPr>
              <a:defRPr sz="1050" b="0">
                <a:solidFill>
                  <a:srgbClr val="CBD5E1"/>
                </a:solidFill>
                <a:latin typeface="Calibri"/>
              </a:defRPr>
            </a:pPr>
            <a:r>
              <a:rPr>
                <a:solidFill>
                  <a:schemeClr val="tx1">
                    <a:lumMod val="50000"/>
                    <a:lumOff val="50000"/>
                  </a:schemeClr>
                </a:solidFill>
              </a:rPr>
              <a:t>{{quote_text}}</a:t>
            </a:r>
          </a:p>
        </p:txBody>
      </p:sp>
      <p:sp>
        <p:nvSpPr>
          <p:cNvPr id="22" name="TextBox 21">
            <a:extLst>
              <a:ext uri="{FF2B5EF4-FFF2-40B4-BE49-F238E27FC236}">
                <a16:creationId xmlns:a16="http://schemas.microsoft.com/office/drawing/2014/main" id="{D458AA89-F538-7DD1-7210-516220719257}"/>
              </a:ext>
            </a:extLst>
          </p:cNvPr>
          <p:cNvSpPr txBox="1"/>
          <p:nvPr userDrawn="1"/>
        </p:nvSpPr>
        <p:spPr>
          <a:xfrm>
            <a:off x="512064" y="4434840"/>
            <a:ext cx="6766559" cy="182880"/>
          </a:xfrm>
          <a:prstGeom prst="rect">
            <a:avLst/>
          </a:prstGeom>
          <a:noFill/>
        </p:spPr>
        <p:txBody>
          <a:bodyPr wrap="square"/>
          <a:lstStyle/>
          <a:p>
            <a:pPr>
              <a:defRPr sz="850" b="1">
                <a:solidFill>
                  <a:srgbClr val="64748B"/>
                </a:solidFill>
                <a:latin typeface="Calibri"/>
              </a:defRPr>
            </a:pPr>
            <a:r>
              <a:rPr>
                <a:solidFill>
                  <a:schemeClr val="tx1">
                    <a:lumMod val="50000"/>
                    <a:lumOff val="50000"/>
                  </a:schemeClr>
                </a:solidFill>
              </a:rPr>
              <a:t>{{quote_source}}</a:t>
            </a:r>
          </a:p>
        </p:txBody>
      </p:sp>
      <p:sp>
        <p:nvSpPr>
          <p:cNvPr id="23" name="TextBox 22">
            <a:extLst>
              <a:ext uri="{FF2B5EF4-FFF2-40B4-BE49-F238E27FC236}">
                <a16:creationId xmlns:a16="http://schemas.microsoft.com/office/drawing/2014/main" id="{77142AAE-94C7-2725-770B-20D1C98837EE}"/>
              </a:ext>
            </a:extLst>
          </p:cNvPr>
          <p:cNvSpPr txBox="1"/>
          <p:nvPr userDrawn="1"/>
        </p:nvSpPr>
        <p:spPr>
          <a:xfrm>
            <a:off x="7863840" y="1097280"/>
            <a:ext cx="4023360" cy="164592"/>
          </a:xfrm>
          <a:prstGeom prst="rect">
            <a:avLst/>
          </a:prstGeom>
          <a:noFill/>
        </p:spPr>
        <p:txBody>
          <a:bodyPr wrap="square"/>
          <a:lstStyle/>
          <a:p>
            <a:pPr>
              <a:defRPr sz="800" b="1">
                <a:solidFill>
                  <a:srgbClr val="94A3B8"/>
                </a:solidFill>
                <a:latin typeface="Calibri"/>
              </a:defRPr>
            </a:pPr>
            <a:r>
              <a:rPr>
                <a:solidFill>
                  <a:schemeClr val="tx1">
                    <a:lumMod val="50000"/>
                    <a:lumOff val="50000"/>
                  </a:schemeClr>
                </a:solidFill>
              </a:rPr>
              <a:t>{{kpi_section_label}}</a:t>
            </a:r>
          </a:p>
        </p:txBody>
      </p:sp>
      <p:sp>
        <p:nvSpPr>
          <p:cNvPr id="24" name="Rounded Rectangle 36">
            <a:extLst>
              <a:ext uri="{FF2B5EF4-FFF2-40B4-BE49-F238E27FC236}">
                <a16:creationId xmlns:a16="http://schemas.microsoft.com/office/drawing/2014/main" id="{0B664F32-40C7-1F51-73DC-973D5D57EF0D}"/>
              </a:ext>
            </a:extLst>
          </p:cNvPr>
          <p:cNvSpPr/>
          <p:nvPr userDrawn="1"/>
        </p:nvSpPr>
        <p:spPr>
          <a:xfrm>
            <a:off x="7863840" y="1371600"/>
            <a:ext cx="4023360" cy="685800"/>
          </a:xfrm>
          <a:prstGeom prst="roundRect">
            <a:avLst/>
          </a:prstGeom>
          <a:gradFill>
            <a:gsLst>
              <a:gs pos="0">
                <a:schemeClr val="accent4">
                  <a:lumMod val="10000"/>
                  <a:lumOff val="90000"/>
                </a:schemeClr>
              </a:gs>
              <a:gs pos="41000">
                <a:schemeClr val="accent4">
                  <a:lumMod val="28000"/>
                  <a:lumOff val="72000"/>
                </a:schemeClr>
              </a:gs>
              <a:gs pos="83000">
                <a:schemeClr val="accent4">
                  <a:lumMod val="26000"/>
                  <a:lumOff val="74000"/>
                </a:schemeClr>
              </a:gs>
              <a:gs pos="100000">
                <a:schemeClr val="accent4">
                  <a:lumMod val="10000"/>
                  <a:lumOff val="90000"/>
                </a:schemeClr>
              </a:gs>
            </a:gsLst>
            <a:path path="circle">
              <a:fillToRect l="100000" t="100000"/>
            </a:path>
          </a:gradFill>
          <a:ln w="3810"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>
              <a:solidFill>
                <a:schemeClr val="tx1">
                  <a:lumMod val="50000"/>
                  <a:lumOff val="50000"/>
                </a:schemeClr>
              </a:solidFill>
            </a:endParaRPr>
          </a:p>
        </p:txBody>
      </p:sp>
      <p:sp>
        <p:nvSpPr>
          <p:cNvPr id="26" name="TextBox 25">
            <a:extLst>
              <a:ext uri="{FF2B5EF4-FFF2-40B4-BE49-F238E27FC236}">
                <a16:creationId xmlns:a16="http://schemas.microsoft.com/office/drawing/2014/main" id="{7A75CF35-94F8-50DC-6975-D9A99B46984B}"/>
              </a:ext>
            </a:extLst>
          </p:cNvPr>
          <p:cNvSpPr txBox="1"/>
          <p:nvPr userDrawn="1"/>
        </p:nvSpPr>
        <p:spPr>
          <a:xfrm>
            <a:off x="8001000" y="1426464"/>
            <a:ext cx="3749040" cy="137160"/>
          </a:xfrm>
          <a:prstGeom prst="rect">
            <a:avLst/>
          </a:prstGeom>
          <a:noFill/>
        </p:spPr>
        <p:txBody>
          <a:bodyPr wrap="square"/>
          <a:lstStyle/>
          <a:p>
            <a:pPr>
              <a:defRPr sz="700" b="1">
                <a:solidFill>
                  <a:srgbClr val="64748B"/>
                </a:solidFill>
                <a:latin typeface="Calibri"/>
              </a:defRPr>
            </a:pPr>
            <a:r>
              <a:rPr>
                <a:solidFill>
                  <a:schemeClr val="tx1">
                    <a:lumMod val="50000"/>
                    <a:lumOff val="50000"/>
                  </a:schemeClr>
                </a:solidFill>
              </a:rPr>
              <a:t>{{kpi_1_label}}</a:t>
            </a:r>
          </a:p>
        </p:txBody>
      </p:sp>
      <p:sp>
        <p:nvSpPr>
          <p:cNvPr id="27" name="TextBox 26">
            <a:extLst>
              <a:ext uri="{FF2B5EF4-FFF2-40B4-BE49-F238E27FC236}">
                <a16:creationId xmlns:a16="http://schemas.microsoft.com/office/drawing/2014/main" id="{EFC72C18-8020-AB3A-CDB3-049A6FFB1344}"/>
              </a:ext>
            </a:extLst>
          </p:cNvPr>
          <p:cNvSpPr txBox="1"/>
          <p:nvPr userDrawn="1"/>
        </p:nvSpPr>
        <p:spPr>
          <a:xfrm>
            <a:off x="8001000" y="1572768"/>
            <a:ext cx="3749040" cy="274320"/>
          </a:xfrm>
          <a:prstGeom prst="rect">
            <a:avLst/>
          </a:prstGeom>
          <a:noFill/>
        </p:spPr>
        <p:txBody>
          <a:bodyPr wrap="square"/>
          <a:lstStyle/>
          <a:p>
            <a:pPr>
              <a:defRPr sz="2200" b="0">
                <a:solidFill>
                  <a:srgbClr val="F1F5F9"/>
                </a:solidFill>
                <a:latin typeface="Calibri"/>
              </a:defRPr>
            </a:pPr>
            <a:r>
              <a:rPr>
                <a:solidFill>
                  <a:schemeClr val="tx1">
                    <a:lumMod val="50000"/>
                    <a:lumOff val="50000"/>
                  </a:schemeClr>
                </a:solidFill>
              </a:rPr>
              <a:t>{{kpi_1_value}}</a:t>
            </a:r>
          </a:p>
        </p:txBody>
      </p:sp>
      <p:sp>
        <p:nvSpPr>
          <p:cNvPr id="28" name="TextBox 27">
            <a:extLst>
              <a:ext uri="{FF2B5EF4-FFF2-40B4-BE49-F238E27FC236}">
                <a16:creationId xmlns:a16="http://schemas.microsoft.com/office/drawing/2014/main" id="{78165307-F03F-0B6F-CBB9-DAD03B847F0D}"/>
              </a:ext>
            </a:extLst>
          </p:cNvPr>
          <p:cNvSpPr txBox="1"/>
          <p:nvPr userDrawn="1"/>
        </p:nvSpPr>
        <p:spPr>
          <a:xfrm>
            <a:off x="8001000" y="1874519"/>
            <a:ext cx="3749040" cy="137160"/>
          </a:xfrm>
          <a:prstGeom prst="rect">
            <a:avLst/>
          </a:prstGeom>
          <a:noFill/>
        </p:spPr>
        <p:txBody>
          <a:bodyPr wrap="square"/>
          <a:lstStyle/>
          <a:p>
            <a:pPr>
              <a:defRPr sz="800" b="0">
                <a:solidFill>
                  <a:srgbClr val="64748B"/>
                </a:solidFill>
                <a:latin typeface="Calibri"/>
              </a:defRPr>
            </a:pPr>
            <a:r>
              <a:rPr>
                <a:solidFill>
                  <a:schemeClr val="tx1">
                    <a:lumMod val="50000"/>
                    <a:lumOff val="50000"/>
                  </a:schemeClr>
                </a:solidFill>
              </a:rPr>
              <a:t>{{kpi_1_detail}}</a:t>
            </a:r>
          </a:p>
        </p:txBody>
      </p:sp>
      <p:sp>
        <p:nvSpPr>
          <p:cNvPr id="29" name="Rounded Rectangle 41">
            <a:extLst>
              <a:ext uri="{FF2B5EF4-FFF2-40B4-BE49-F238E27FC236}">
                <a16:creationId xmlns:a16="http://schemas.microsoft.com/office/drawing/2014/main" id="{93D1F1A1-0EEF-F6C1-CAF3-285A7D7C4711}"/>
              </a:ext>
            </a:extLst>
          </p:cNvPr>
          <p:cNvSpPr/>
          <p:nvPr userDrawn="1"/>
        </p:nvSpPr>
        <p:spPr>
          <a:xfrm>
            <a:off x="7863840" y="2148840"/>
            <a:ext cx="4023360" cy="685800"/>
          </a:xfrm>
          <a:prstGeom prst="roundRect">
            <a:avLst/>
          </a:prstGeom>
          <a:gradFill>
            <a:gsLst>
              <a:gs pos="0">
                <a:schemeClr val="accent4">
                  <a:lumMod val="10000"/>
                  <a:lumOff val="90000"/>
                </a:schemeClr>
              </a:gs>
              <a:gs pos="41000">
                <a:schemeClr val="accent4">
                  <a:lumMod val="28000"/>
                  <a:lumOff val="72000"/>
                </a:schemeClr>
              </a:gs>
              <a:gs pos="83000">
                <a:schemeClr val="accent4">
                  <a:lumMod val="26000"/>
                  <a:lumOff val="74000"/>
                </a:schemeClr>
              </a:gs>
              <a:gs pos="100000">
                <a:schemeClr val="accent4">
                  <a:lumMod val="10000"/>
                  <a:lumOff val="90000"/>
                </a:schemeClr>
              </a:gs>
            </a:gsLst>
            <a:path path="circle">
              <a:fillToRect l="100000" t="100000"/>
            </a:path>
          </a:gradFill>
          <a:ln w="3810"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>
              <a:solidFill>
                <a:schemeClr val="tx1">
                  <a:lumMod val="50000"/>
                  <a:lumOff val="50000"/>
                </a:schemeClr>
              </a:solidFill>
            </a:endParaRPr>
          </a:p>
        </p:txBody>
      </p:sp>
      <p:sp>
        <p:nvSpPr>
          <p:cNvPr id="31" name="TextBox 30">
            <a:extLst>
              <a:ext uri="{FF2B5EF4-FFF2-40B4-BE49-F238E27FC236}">
                <a16:creationId xmlns:a16="http://schemas.microsoft.com/office/drawing/2014/main" id="{AB90CF17-C5D2-4360-8079-EFD3D16AB546}"/>
              </a:ext>
            </a:extLst>
          </p:cNvPr>
          <p:cNvSpPr txBox="1"/>
          <p:nvPr userDrawn="1"/>
        </p:nvSpPr>
        <p:spPr>
          <a:xfrm>
            <a:off x="8001000" y="2203704"/>
            <a:ext cx="3749040" cy="137160"/>
          </a:xfrm>
          <a:prstGeom prst="rect">
            <a:avLst/>
          </a:prstGeom>
          <a:noFill/>
        </p:spPr>
        <p:txBody>
          <a:bodyPr wrap="square"/>
          <a:lstStyle/>
          <a:p>
            <a:pPr>
              <a:defRPr sz="700" b="1">
                <a:solidFill>
                  <a:srgbClr val="64748B"/>
                </a:solidFill>
                <a:latin typeface="Calibri"/>
              </a:defRPr>
            </a:pPr>
            <a:r>
              <a:rPr>
                <a:solidFill>
                  <a:schemeClr val="tx1">
                    <a:lumMod val="50000"/>
                    <a:lumOff val="50000"/>
                  </a:schemeClr>
                </a:solidFill>
              </a:rPr>
              <a:t>{{kpi_2_label}}</a:t>
            </a:r>
          </a:p>
        </p:txBody>
      </p:sp>
      <p:sp>
        <p:nvSpPr>
          <p:cNvPr id="32" name="TextBox 31">
            <a:extLst>
              <a:ext uri="{FF2B5EF4-FFF2-40B4-BE49-F238E27FC236}">
                <a16:creationId xmlns:a16="http://schemas.microsoft.com/office/drawing/2014/main" id="{1F1B251F-926C-E21C-9402-56531FFDC194}"/>
              </a:ext>
            </a:extLst>
          </p:cNvPr>
          <p:cNvSpPr txBox="1"/>
          <p:nvPr userDrawn="1"/>
        </p:nvSpPr>
        <p:spPr>
          <a:xfrm>
            <a:off x="8001000" y="2350008"/>
            <a:ext cx="3749040" cy="274320"/>
          </a:xfrm>
          <a:prstGeom prst="rect">
            <a:avLst/>
          </a:prstGeom>
          <a:noFill/>
        </p:spPr>
        <p:txBody>
          <a:bodyPr wrap="square"/>
          <a:lstStyle/>
          <a:p>
            <a:pPr>
              <a:defRPr sz="2200" b="0">
                <a:solidFill>
                  <a:srgbClr val="F1F5F9"/>
                </a:solidFill>
                <a:latin typeface="Calibri"/>
              </a:defRPr>
            </a:pPr>
            <a:r>
              <a:rPr>
                <a:solidFill>
                  <a:schemeClr val="tx1">
                    <a:lumMod val="50000"/>
                    <a:lumOff val="50000"/>
                  </a:schemeClr>
                </a:solidFill>
              </a:rPr>
              <a:t>{{kpi_2_value}}</a:t>
            </a:r>
          </a:p>
        </p:txBody>
      </p:sp>
      <p:sp>
        <p:nvSpPr>
          <p:cNvPr id="33" name="TextBox 32">
            <a:extLst>
              <a:ext uri="{FF2B5EF4-FFF2-40B4-BE49-F238E27FC236}">
                <a16:creationId xmlns:a16="http://schemas.microsoft.com/office/drawing/2014/main" id="{6C141751-1055-76B3-9DE5-24892BC306AC}"/>
              </a:ext>
            </a:extLst>
          </p:cNvPr>
          <p:cNvSpPr txBox="1"/>
          <p:nvPr userDrawn="1"/>
        </p:nvSpPr>
        <p:spPr>
          <a:xfrm>
            <a:off x="8001000" y="2651760"/>
            <a:ext cx="3749040" cy="137160"/>
          </a:xfrm>
          <a:prstGeom prst="rect">
            <a:avLst/>
          </a:prstGeom>
          <a:noFill/>
        </p:spPr>
        <p:txBody>
          <a:bodyPr wrap="square"/>
          <a:lstStyle/>
          <a:p>
            <a:pPr>
              <a:defRPr sz="800" b="0">
                <a:solidFill>
                  <a:srgbClr val="64748B"/>
                </a:solidFill>
                <a:latin typeface="Calibri"/>
              </a:defRPr>
            </a:pPr>
            <a:r>
              <a:rPr>
                <a:solidFill>
                  <a:schemeClr val="tx1">
                    <a:lumMod val="50000"/>
                    <a:lumOff val="50000"/>
                  </a:schemeClr>
                </a:solidFill>
              </a:rPr>
              <a:t>{{kpi_2_detail}}</a:t>
            </a:r>
          </a:p>
        </p:txBody>
      </p:sp>
      <p:sp>
        <p:nvSpPr>
          <p:cNvPr id="34" name="Rounded Rectangle 46">
            <a:extLst>
              <a:ext uri="{FF2B5EF4-FFF2-40B4-BE49-F238E27FC236}">
                <a16:creationId xmlns:a16="http://schemas.microsoft.com/office/drawing/2014/main" id="{607FF829-59F1-FD56-7012-89BCD8036149}"/>
              </a:ext>
            </a:extLst>
          </p:cNvPr>
          <p:cNvSpPr/>
          <p:nvPr userDrawn="1"/>
        </p:nvSpPr>
        <p:spPr>
          <a:xfrm>
            <a:off x="7863840" y="2926080"/>
            <a:ext cx="4023360" cy="685800"/>
          </a:xfrm>
          <a:prstGeom prst="roundRect">
            <a:avLst/>
          </a:prstGeom>
          <a:gradFill>
            <a:gsLst>
              <a:gs pos="0">
                <a:schemeClr val="accent4">
                  <a:lumMod val="10000"/>
                  <a:lumOff val="90000"/>
                </a:schemeClr>
              </a:gs>
              <a:gs pos="41000">
                <a:schemeClr val="accent4">
                  <a:lumMod val="28000"/>
                  <a:lumOff val="72000"/>
                </a:schemeClr>
              </a:gs>
              <a:gs pos="83000">
                <a:schemeClr val="accent4">
                  <a:lumMod val="26000"/>
                  <a:lumOff val="74000"/>
                </a:schemeClr>
              </a:gs>
              <a:gs pos="100000">
                <a:schemeClr val="accent4">
                  <a:lumMod val="10000"/>
                  <a:lumOff val="90000"/>
                </a:schemeClr>
              </a:gs>
            </a:gsLst>
            <a:path path="circle">
              <a:fillToRect l="100000" t="100000"/>
            </a:path>
          </a:gradFill>
          <a:ln w="3810"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>
              <a:solidFill>
                <a:schemeClr val="tx1">
                  <a:lumMod val="50000"/>
                  <a:lumOff val="50000"/>
                </a:schemeClr>
              </a:solidFill>
            </a:endParaRPr>
          </a:p>
        </p:txBody>
      </p:sp>
      <p:sp>
        <p:nvSpPr>
          <p:cNvPr id="36" name="TextBox 35">
            <a:extLst>
              <a:ext uri="{FF2B5EF4-FFF2-40B4-BE49-F238E27FC236}">
                <a16:creationId xmlns:a16="http://schemas.microsoft.com/office/drawing/2014/main" id="{89DF795C-3D7B-2D66-BBFE-0B804A993D2C}"/>
              </a:ext>
            </a:extLst>
          </p:cNvPr>
          <p:cNvSpPr txBox="1"/>
          <p:nvPr userDrawn="1"/>
        </p:nvSpPr>
        <p:spPr>
          <a:xfrm>
            <a:off x="8001000" y="2980944"/>
            <a:ext cx="3749040" cy="137160"/>
          </a:xfrm>
          <a:prstGeom prst="rect">
            <a:avLst/>
          </a:prstGeom>
          <a:noFill/>
        </p:spPr>
        <p:txBody>
          <a:bodyPr wrap="square"/>
          <a:lstStyle/>
          <a:p>
            <a:pPr>
              <a:defRPr sz="700" b="1">
                <a:solidFill>
                  <a:srgbClr val="64748B"/>
                </a:solidFill>
                <a:latin typeface="Calibri"/>
              </a:defRPr>
            </a:pPr>
            <a:r>
              <a:rPr>
                <a:solidFill>
                  <a:schemeClr val="tx1">
                    <a:lumMod val="50000"/>
                    <a:lumOff val="50000"/>
                  </a:schemeClr>
                </a:solidFill>
              </a:rPr>
              <a:t>{{kpi_3_label}}</a:t>
            </a:r>
          </a:p>
        </p:txBody>
      </p:sp>
      <p:sp>
        <p:nvSpPr>
          <p:cNvPr id="37" name="TextBox 36">
            <a:extLst>
              <a:ext uri="{FF2B5EF4-FFF2-40B4-BE49-F238E27FC236}">
                <a16:creationId xmlns:a16="http://schemas.microsoft.com/office/drawing/2014/main" id="{40CCDCC4-EA1A-07DA-35B5-B7BEFC641289}"/>
              </a:ext>
            </a:extLst>
          </p:cNvPr>
          <p:cNvSpPr txBox="1"/>
          <p:nvPr userDrawn="1"/>
        </p:nvSpPr>
        <p:spPr>
          <a:xfrm>
            <a:off x="8001000" y="3127248"/>
            <a:ext cx="3749040" cy="274320"/>
          </a:xfrm>
          <a:prstGeom prst="rect">
            <a:avLst/>
          </a:prstGeom>
          <a:noFill/>
        </p:spPr>
        <p:txBody>
          <a:bodyPr wrap="square"/>
          <a:lstStyle/>
          <a:p>
            <a:pPr>
              <a:defRPr sz="2200" b="0">
                <a:solidFill>
                  <a:srgbClr val="F1F5F9"/>
                </a:solidFill>
                <a:latin typeface="Calibri"/>
              </a:defRPr>
            </a:pPr>
            <a:r>
              <a:rPr>
                <a:solidFill>
                  <a:schemeClr val="tx1">
                    <a:lumMod val="50000"/>
                    <a:lumOff val="50000"/>
                  </a:schemeClr>
                </a:solidFill>
              </a:rPr>
              <a:t>{{kpi_3_value}}</a:t>
            </a:r>
          </a:p>
        </p:txBody>
      </p:sp>
      <p:sp>
        <p:nvSpPr>
          <p:cNvPr id="38" name="TextBox 37">
            <a:extLst>
              <a:ext uri="{FF2B5EF4-FFF2-40B4-BE49-F238E27FC236}">
                <a16:creationId xmlns:a16="http://schemas.microsoft.com/office/drawing/2014/main" id="{13B920FA-582A-7E53-D29A-4E47604A6DA2}"/>
              </a:ext>
            </a:extLst>
          </p:cNvPr>
          <p:cNvSpPr txBox="1"/>
          <p:nvPr userDrawn="1"/>
        </p:nvSpPr>
        <p:spPr>
          <a:xfrm>
            <a:off x="8001000" y="3429000"/>
            <a:ext cx="3749040" cy="137160"/>
          </a:xfrm>
          <a:prstGeom prst="rect">
            <a:avLst/>
          </a:prstGeom>
          <a:noFill/>
        </p:spPr>
        <p:txBody>
          <a:bodyPr wrap="square"/>
          <a:lstStyle/>
          <a:p>
            <a:pPr>
              <a:defRPr sz="800" b="0">
                <a:solidFill>
                  <a:srgbClr val="64748B"/>
                </a:solidFill>
                <a:latin typeface="Calibri"/>
              </a:defRPr>
            </a:pPr>
            <a:r>
              <a:rPr>
                <a:solidFill>
                  <a:schemeClr val="tx1">
                    <a:lumMod val="50000"/>
                    <a:lumOff val="50000"/>
                  </a:schemeClr>
                </a:solidFill>
              </a:rPr>
              <a:t>{{kpi_3_detail}}</a:t>
            </a:r>
          </a:p>
        </p:txBody>
      </p:sp>
      <p:sp>
        <p:nvSpPr>
          <p:cNvPr id="39" name="Rounded Rectangle 51">
            <a:extLst>
              <a:ext uri="{FF2B5EF4-FFF2-40B4-BE49-F238E27FC236}">
                <a16:creationId xmlns:a16="http://schemas.microsoft.com/office/drawing/2014/main" id="{AAEC4082-EACD-D1AB-D2AC-83B33B449F0A}"/>
              </a:ext>
            </a:extLst>
          </p:cNvPr>
          <p:cNvSpPr/>
          <p:nvPr userDrawn="1"/>
        </p:nvSpPr>
        <p:spPr>
          <a:xfrm>
            <a:off x="7863840" y="3703320"/>
            <a:ext cx="4023360" cy="685800"/>
          </a:xfrm>
          <a:prstGeom prst="roundRect">
            <a:avLst/>
          </a:prstGeom>
          <a:gradFill>
            <a:gsLst>
              <a:gs pos="0">
                <a:schemeClr val="accent4">
                  <a:lumMod val="10000"/>
                  <a:lumOff val="90000"/>
                </a:schemeClr>
              </a:gs>
              <a:gs pos="41000">
                <a:schemeClr val="accent4">
                  <a:lumMod val="28000"/>
                  <a:lumOff val="72000"/>
                </a:schemeClr>
              </a:gs>
              <a:gs pos="83000">
                <a:schemeClr val="accent4">
                  <a:lumMod val="26000"/>
                  <a:lumOff val="74000"/>
                </a:schemeClr>
              </a:gs>
              <a:gs pos="100000">
                <a:schemeClr val="accent4">
                  <a:lumMod val="10000"/>
                  <a:lumOff val="90000"/>
                </a:schemeClr>
              </a:gs>
            </a:gsLst>
            <a:path path="circle">
              <a:fillToRect l="100000" t="100000"/>
            </a:path>
          </a:gradFill>
          <a:ln w="3810"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>
              <a:solidFill>
                <a:schemeClr val="tx1">
                  <a:lumMod val="50000"/>
                  <a:lumOff val="50000"/>
                </a:schemeClr>
              </a:solidFill>
            </a:endParaRPr>
          </a:p>
        </p:txBody>
      </p:sp>
      <p:sp>
        <p:nvSpPr>
          <p:cNvPr id="41" name="TextBox 40">
            <a:extLst>
              <a:ext uri="{FF2B5EF4-FFF2-40B4-BE49-F238E27FC236}">
                <a16:creationId xmlns:a16="http://schemas.microsoft.com/office/drawing/2014/main" id="{B14AFF5F-6D3C-94D0-CAB0-CBD72E5733DE}"/>
              </a:ext>
            </a:extLst>
          </p:cNvPr>
          <p:cNvSpPr txBox="1"/>
          <p:nvPr userDrawn="1"/>
        </p:nvSpPr>
        <p:spPr>
          <a:xfrm>
            <a:off x="8001000" y="3758183"/>
            <a:ext cx="3749040" cy="137160"/>
          </a:xfrm>
          <a:prstGeom prst="rect">
            <a:avLst/>
          </a:prstGeom>
          <a:noFill/>
        </p:spPr>
        <p:txBody>
          <a:bodyPr wrap="square"/>
          <a:lstStyle/>
          <a:p>
            <a:pPr>
              <a:defRPr sz="700" b="1">
                <a:solidFill>
                  <a:srgbClr val="64748B"/>
                </a:solidFill>
                <a:latin typeface="Calibri"/>
              </a:defRPr>
            </a:pPr>
            <a:r>
              <a:rPr>
                <a:solidFill>
                  <a:schemeClr val="tx1">
                    <a:lumMod val="50000"/>
                    <a:lumOff val="50000"/>
                  </a:schemeClr>
                </a:solidFill>
              </a:rPr>
              <a:t>{{kpi_4_label}}</a:t>
            </a:r>
          </a:p>
        </p:txBody>
      </p:sp>
      <p:sp>
        <p:nvSpPr>
          <p:cNvPr id="42" name="TextBox 41">
            <a:extLst>
              <a:ext uri="{FF2B5EF4-FFF2-40B4-BE49-F238E27FC236}">
                <a16:creationId xmlns:a16="http://schemas.microsoft.com/office/drawing/2014/main" id="{050F79C8-9B51-EB67-072D-554CC7DAD033}"/>
              </a:ext>
            </a:extLst>
          </p:cNvPr>
          <p:cNvSpPr txBox="1"/>
          <p:nvPr userDrawn="1"/>
        </p:nvSpPr>
        <p:spPr>
          <a:xfrm>
            <a:off x="8001000" y="3904487"/>
            <a:ext cx="3749040" cy="274320"/>
          </a:xfrm>
          <a:prstGeom prst="rect">
            <a:avLst/>
          </a:prstGeom>
          <a:noFill/>
        </p:spPr>
        <p:txBody>
          <a:bodyPr wrap="square"/>
          <a:lstStyle/>
          <a:p>
            <a:pPr>
              <a:defRPr sz="2200" b="0">
                <a:solidFill>
                  <a:srgbClr val="F1F5F9"/>
                </a:solidFill>
                <a:latin typeface="Calibri"/>
              </a:defRPr>
            </a:pPr>
            <a:r>
              <a:rPr>
                <a:solidFill>
                  <a:schemeClr val="tx1">
                    <a:lumMod val="50000"/>
                    <a:lumOff val="50000"/>
                  </a:schemeClr>
                </a:solidFill>
              </a:rPr>
              <a:t>{{kpi_4_value}}</a:t>
            </a:r>
          </a:p>
        </p:txBody>
      </p:sp>
      <p:sp>
        <p:nvSpPr>
          <p:cNvPr id="43" name="TextBox 42">
            <a:extLst>
              <a:ext uri="{FF2B5EF4-FFF2-40B4-BE49-F238E27FC236}">
                <a16:creationId xmlns:a16="http://schemas.microsoft.com/office/drawing/2014/main" id="{1DDAAC0F-F7A4-25F6-D084-760072C23676}"/>
              </a:ext>
            </a:extLst>
          </p:cNvPr>
          <p:cNvSpPr txBox="1"/>
          <p:nvPr userDrawn="1"/>
        </p:nvSpPr>
        <p:spPr>
          <a:xfrm>
            <a:off x="8001000" y="4206240"/>
            <a:ext cx="3749040" cy="137160"/>
          </a:xfrm>
          <a:prstGeom prst="rect">
            <a:avLst/>
          </a:prstGeom>
          <a:noFill/>
        </p:spPr>
        <p:txBody>
          <a:bodyPr wrap="square"/>
          <a:lstStyle/>
          <a:p>
            <a:pPr>
              <a:defRPr sz="800" b="0">
                <a:solidFill>
                  <a:srgbClr val="64748B"/>
                </a:solidFill>
                <a:latin typeface="Calibri"/>
              </a:defRPr>
            </a:pPr>
            <a:r>
              <a:rPr>
                <a:solidFill>
                  <a:schemeClr val="tx1">
                    <a:lumMod val="50000"/>
                    <a:lumOff val="50000"/>
                  </a:schemeClr>
                </a:solidFill>
              </a:rPr>
              <a:t>{{kpi_4_detail}}</a:t>
            </a:r>
          </a:p>
        </p:txBody>
      </p:sp>
      <p:sp>
        <p:nvSpPr>
          <p:cNvPr id="44" name="TextBox 43">
            <a:extLst>
              <a:ext uri="{FF2B5EF4-FFF2-40B4-BE49-F238E27FC236}">
                <a16:creationId xmlns:a16="http://schemas.microsoft.com/office/drawing/2014/main" id="{83636D82-8C74-1C41-9464-4AEF686CEF61}"/>
              </a:ext>
            </a:extLst>
          </p:cNvPr>
          <p:cNvSpPr txBox="1"/>
          <p:nvPr userDrawn="1"/>
        </p:nvSpPr>
        <p:spPr>
          <a:xfrm>
            <a:off x="7863840" y="4572000"/>
            <a:ext cx="4023360" cy="164592"/>
          </a:xfrm>
          <a:prstGeom prst="rect">
            <a:avLst/>
          </a:prstGeom>
          <a:noFill/>
        </p:spPr>
        <p:txBody>
          <a:bodyPr wrap="square"/>
          <a:lstStyle/>
          <a:p>
            <a:pPr>
              <a:defRPr sz="800" b="1">
                <a:solidFill>
                  <a:srgbClr val="94A3B8"/>
                </a:solidFill>
                <a:latin typeface="Calibri"/>
              </a:defRPr>
            </a:pPr>
            <a:r>
              <a:rPr>
                <a:solidFill>
                  <a:schemeClr val="tx1">
                    <a:lumMod val="50000"/>
                    <a:lumOff val="50000"/>
                  </a:schemeClr>
                </a:solidFill>
              </a:rPr>
              <a:t>KEY SOURCES</a:t>
            </a:r>
          </a:p>
        </p:txBody>
      </p:sp>
      <p:sp>
        <p:nvSpPr>
          <p:cNvPr id="45" name="Rounded Rectangle 57">
            <a:extLst>
              <a:ext uri="{FF2B5EF4-FFF2-40B4-BE49-F238E27FC236}">
                <a16:creationId xmlns:a16="http://schemas.microsoft.com/office/drawing/2014/main" id="{45C4E1AF-227D-60FF-14EE-9CAC9C89165C}"/>
              </a:ext>
            </a:extLst>
          </p:cNvPr>
          <p:cNvSpPr/>
          <p:nvPr userDrawn="1"/>
        </p:nvSpPr>
        <p:spPr>
          <a:xfrm>
            <a:off x="7863840" y="4800600"/>
            <a:ext cx="4023360" cy="256032"/>
          </a:xfrm>
          <a:prstGeom prst="roundRect">
            <a:avLst/>
          </a:prstGeom>
          <a:noFill/>
          <a:ln w="3810"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>
              <a:solidFill>
                <a:schemeClr val="tx1">
                  <a:lumMod val="50000"/>
                  <a:lumOff val="50000"/>
                </a:schemeClr>
              </a:solidFill>
            </a:endParaRPr>
          </a:p>
        </p:txBody>
      </p:sp>
      <p:sp>
        <p:nvSpPr>
          <p:cNvPr id="46" name="TextBox 45">
            <a:extLst>
              <a:ext uri="{FF2B5EF4-FFF2-40B4-BE49-F238E27FC236}">
                <a16:creationId xmlns:a16="http://schemas.microsoft.com/office/drawing/2014/main" id="{A77F4EC8-3D29-08B1-6AAB-869FCB141E38}"/>
              </a:ext>
            </a:extLst>
          </p:cNvPr>
          <p:cNvSpPr txBox="1"/>
          <p:nvPr userDrawn="1"/>
        </p:nvSpPr>
        <p:spPr>
          <a:xfrm>
            <a:off x="7936992" y="4837176"/>
            <a:ext cx="182880" cy="182880"/>
          </a:xfrm>
          <a:prstGeom prst="rect">
            <a:avLst/>
          </a:prstGeom>
          <a:solidFill>
            <a:schemeClr val="bg1"/>
          </a:solidFill>
        </p:spPr>
        <p:txBody>
          <a:bodyPr wrap="square"/>
          <a:lstStyle/>
          <a:p>
            <a:pPr algn="ctr">
              <a:defRPr sz="700" b="1">
                <a:solidFill>
                  <a:srgbClr val="FFFFFF"/>
                </a:solidFill>
                <a:latin typeface="Calibri"/>
              </a:defRPr>
            </a:pPr>
            <a:r>
              <a:rPr>
                <a:solidFill>
                  <a:schemeClr val="tx1">
                    <a:lumMod val="50000"/>
                    <a:lumOff val="50000"/>
                  </a:schemeClr>
                </a:solidFill>
              </a:rPr>
              <a:t>1</a:t>
            </a:r>
          </a:p>
        </p:txBody>
      </p:sp>
      <p:sp>
        <p:nvSpPr>
          <p:cNvPr id="47" name="TextBox 46">
            <a:extLst>
              <a:ext uri="{FF2B5EF4-FFF2-40B4-BE49-F238E27FC236}">
                <a16:creationId xmlns:a16="http://schemas.microsoft.com/office/drawing/2014/main" id="{9998DEE2-47DB-0A8D-4B88-9C2D4F6160AE}"/>
              </a:ext>
            </a:extLst>
          </p:cNvPr>
          <p:cNvSpPr txBox="1"/>
          <p:nvPr userDrawn="1"/>
        </p:nvSpPr>
        <p:spPr>
          <a:xfrm>
            <a:off x="8183879" y="4837176"/>
            <a:ext cx="3566160" cy="182880"/>
          </a:xfrm>
          <a:prstGeom prst="rect">
            <a:avLst/>
          </a:prstGeom>
          <a:noFill/>
        </p:spPr>
        <p:txBody>
          <a:bodyPr wrap="square"/>
          <a:lstStyle/>
          <a:p>
            <a:pPr>
              <a:defRPr sz="800" b="0">
                <a:solidFill>
                  <a:srgbClr val="94A3B8"/>
                </a:solidFill>
                <a:latin typeface="Calibri"/>
              </a:defRPr>
            </a:pPr>
            <a:r>
              <a:rPr>
                <a:solidFill>
                  <a:schemeClr val="tx1">
                    <a:lumMod val="50000"/>
                    <a:lumOff val="50000"/>
                  </a:schemeClr>
                </a:solidFill>
              </a:rPr>
              <a:t>{{source_1}}</a:t>
            </a:r>
          </a:p>
        </p:txBody>
      </p:sp>
      <p:sp>
        <p:nvSpPr>
          <p:cNvPr id="48" name="Rounded Rectangle 60">
            <a:extLst>
              <a:ext uri="{FF2B5EF4-FFF2-40B4-BE49-F238E27FC236}">
                <a16:creationId xmlns:a16="http://schemas.microsoft.com/office/drawing/2014/main" id="{B8F970BA-0834-2497-E7CE-5FF50DCA50FC}"/>
              </a:ext>
            </a:extLst>
          </p:cNvPr>
          <p:cNvSpPr/>
          <p:nvPr userDrawn="1"/>
        </p:nvSpPr>
        <p:spPr>
          <a:xfrm>
            <a:off x="7863840" y="5093208"/>
            <a:ext cx="4023360" cy="256032"/>
          </a:xfrm>
          <a:prstGeom prst="roundRect">
            <a:avLst/>
          </a:prstGeom>
          <a:noFill/>
          <a:ln w="3810"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>
              <a:solidFill>
                <a:schemeClr val="tx1">
                  <a:lumMod val="50000"/>
                  <a:lumOff val="50000"/>
                </a:schemeClr>
              </a:solidFill>
            </a:endParaRPr>
          </a:p>
        </p:txBody>
      </p:sp>
      <p:sp>
        <p:nvSpPr>
          <p:cNvPr id="49" name="TextBox 48">
            <a:extLst>
              <a:ext uri="{FF2B5EF4-FFF2-40B4-BE49-F238E27FC236}">
                <a16:creationId xmlns:a16="http://schemas.microsoft.com/office/drawing/2014/main" id="{BA1A9F46-060A-3C1B-A159-B53E2DC92711}"/>
              </a:ext>
            </a:extLst>
          </p:cNvPr>
          <p:cNvSpPr txBox="1"/>
          <p:nvPr userDrawn="1"/>
        </p:nvSpPr>
        <p:spPr>
          <a:xfrm>
            <a:off x="7936992" y="5129784"/>
            <a:ext cx="182880" cy="182880"/>
          </a:xfrm>
          <a:prstGeom prst="rect">
            <a:avLst/>
          </a:prstGeom>
          <a:solidFill>
            <a:schemeClr val="bg1"/>
          </a:solidFill>
        </p:spPr>
        <p:txBody>
          <a:bodyPr wrap="square"/>
          <a:lstStyle/>
          <a:p>
            <a:pPr algn="ctr">
              <a:defRPr sz="700" b="1">
                <a:solidFill>
                  <a:srgbClr val="FFFFFF"/>
                </a:solidFill>
                <a:latin typeface="Calibri"/>
              </a:defRPr>
            </a:pPr>
            <a:r>
              <a:rPr>
                <a:solidFill>
                  <a:schemeClr val="tx1">
                    <a:lumMod val="50000"/>
                    <a:lumOff val="50000"/>
                  </a:schemeClr>
                </a:solidFill>
              </a:rPr>
              <a:t>2</a:t>
            </a:r>
          </a:p>
        </p:txBody>
      </p:sp>
      <p:sp>
        <p:nvSpPr>
          <p:cNvPr id="50" name="TextBox 49">
            <a:extLst>
              <a:ext uri="{FF2B5EF4-FFF2-40B4-BE49-F238E27FC236}">
                <a16:creationId xmlns:a16="http://schemas.microsoft.com/office/drawing/2014/main" id="{7D76771E-C54E-5B8D-AAA6-E80C6A33A775}"/>
              </a:ext>
            </a:extLst>
          </p:cNvPr>
          <p:cNvSpPr txBox="1"/>
          <p:nvPr userDrawn="1"/>
        </p:nvSpPr>
        <p:spPr>
          <a:xfrm>
            <a:off x="8183879" y="5129784"/>
            <a:ext cx="3566160" cy="182880"/>
          </a:xfrm>
          <a:prstGeom prst="rect">
            <a:avLst/>
          </a:prstGeom>
          <a:noFill/>
        </p:spPr>
        <p:txBody>
          <a:bodyPr wrap="square"/>
          <a:lstStyle/>
          <a:p>
            <a:pPr>
              <a:defRPr sz="800" b="0">
                <a:solidFill>
                  <a:srgbClr val="94A3B8"/>
                </a:solidFill>
                <a:latin typeface="Calibri"/>
              </a:defRPr>
            </a:pPr>
            <a:r>
              <a:rPr>
                <a:solidFill>
                  <a:schemeClr val="tx1">
                    <a:lumMod val="50000"/>
                    <a:lumOff val="50000"/>
                  </a:schemeClr>
                </a:solidFill>
              </a:rPr>
              <a:t>{{source_2}}</a:t>
            </a:r>
          </a:p>
        </p:txBody>
      </p:sp>
      <p:sp>
        <p:nvSpPr>
          <p:cNvPr id="51" name="Rounded Rectangle 63">
            <a:extLst>
              <a:ext uri="{FF2B5EF4-FFF2-40B4-BE49-F238E27FC236}">
                <a16:creationId xmlns:a16="http://schemas.microsoft.com/office/drawing/2014/main" id="{1624D95A-620D-DEBF-87AF-9EF8EA47BD32}"/>
              </a:ext>
            </a:extLst>
          </p:cNvPr>
          <p:cNvSpPr/>
          <p:nvPr userDrawn="1"/>
        </p:nvSpPr>
        <p:spPr>
          <a:xfrm>
            <a:off x="7863840" y="5385816"/>
            <a:ext cx="4023360" cy="256032"/>
          </a:xfrm>
          <a:prstGeom prst="roundRect">
            <a:avLst/>
          </a:prstGeom>
          <a:noFill/>
          <a:ln w="3810"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>
              <a:solidFill>
                <a:schemeClr val="tx1">
                  <a:lumMod val="50000"/>
                  <a:lumOff val="50000"/>
                </a:schemeClr>
              </a:solidFill>
            </a:endParaRPr>
          </a:p>
        </p:txBody>
      </p:sp>
      <p:sp>
        <p:nvSpPr>
          <p:cNvPr id="52" name="TextBox 51">
            <a:extLst>
              <a:ext uri="{FF2B5EF4-FFF2-40B4-BE49-F238E27FC236}">
                <a16:creationId xmlns:a16="http://schemas.microsoft.com/office/drawing/2014/main" id="{BE5C1C30-1475-7EE8-988B-BEB8ED5F7E4F}"/>
              </a:ext>
            </a:extLst>
          </p:cNvPr>
          <p:cNvSpPr txBox="1"/>
          <p:nvPr userDrawn="1"/>
        </p:nvSpPr>
        <p:spPr>
          <a:xfrm>
            <a:off x="7936992" y="5422392"/>
            <a:ext cx="182880" cy="182880"/>
          </a:xfrm>
          <a:prstGeom prst="rect">
            <a:avLst/>
          </a:prstGeom>
          <a:solidFill>
            <a:schemeClr val="bg1"/>
          </a:solidFill>
        </p:spPr>
        <p:txBody>
          <a:bodyPr wrap="square"/>
          <a:lstStyle/>
          <a:p>
            <a:pPr algn="ctr">
              <a:defRPr sz="700" b="1">
                <a:solidFill>
                  <a:srgbClr val="FFFFFF"/>
                </a:solidFill>
                <a:latin typeface="Calibri"/>
              </a:defRPr>
            </a:pPr>
            <a:r>
              <a:rPr>
                <a:solidFill>
                  <a:schemeClr val="tx1">
                    <a:lumMod val="50000"/>
                    <a:lumOff val="50000"/>
                  </a:schemeClr>
                </a:solidFill>
              </a:rPr>
              <a:t>3</a:t>
            </a:r>
          </a:p>
        </p:txBody>
      </p:sp>
      <p:sp>
        <p:nvSpPr>
          <p:cNvPr id="53" name="TextBox 52">
            <a:extLst>
              <a:ext uri="{FF2B5EF4-FFF2-40B4-BE49-F238E27FC236}">
                <a16:creationId xmlns:a16="http://schemas.microsoft.com/office/drawing/2014/main" id="{B9AFF96E-EB56-66EB-879D-2E5B8D928BCC}"/>
              </a:ext>
            </a:extLst>
          </p:cNvPr>
          <p:cNvSpPr txBox="1"/>
          <p:nvPr userDrawn="1"/>
        </p:nvSpPr>
        <p:spPr>
          <a:xfrm>
            <a:off x="8183879" y="5422392"/>
            <a:ext cx="3566160" cy="182880"/>
          </a:xfrm>
          <a:prstGeom prst="rect">
            <a:avLst/>
          </a:prstGeom>
          <a:noFill/>
        </p:spPr>
        <p:txBody>
          <a:bodyPr wrap="square"/>
          <a:lstStyle/>
          <a:p>
            <a:pPr>
              <a:defRPr sz="800" b="0">
                <a:solidFill>
                  <a:srgbClr val="94A3B8"/>
                </a:solidFill>
                <a:latin typeface="Calibri"/>
              </a:defRPr>
            </a:pPr>
            <a:r>
              <a:rPr>
                <a:solidFill>
                  <a:schemeClr val="tx1">
                    <a:lumMod val="50000"/>
                    <a:lumOff val="50000"/>
                  </a:schemeClr>
                </a:solidFill>
              </a:rPr>
              <a:t>{{source_3}}</a:t>
            </a:r>
          </a:p>
        </p:txBody>
      </p:sp>
      <p:sp>
        <p:nvSpPr>
          <p:cNvPr id="54" name="Rounded Rectangle 66">
            <a:extLst>
              <a:ext uri="{FF2B5EF4-FFF2-40B4-BE49-F238E27FC236}">
                <a16:creationId xmlns:a16="http://schemas.microsoft.com/office/drawing/2014/main" id="{7FF7C8CE-6BFD-2525-BC93-819F684F3C82}"/>
              </a:ext>
            </a:extLst>
          </p:cNvPr>
          <p:cNvSpPr/>
          <p:nvPr userDrawn="1"/>
        </p:nvSpPr>
        <p:spPr>
          <a:xfrm>
            <a:off x="7863840" y="5678424"/>
            <a:ext cx="4023360" cy="256032"/>
          </a:xfrm>
          <a:prstGeom prst="roundRect">
            <a:avLst/>
          </a:prstGeom>
          <a:noFill/>
          <a:ln w="3810"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>
              <a:solidFill>
                <a:schemeClr val="tx1">
                  <a:lumMod val="50000"/>
                  <a:lumOff val="50000"/>
                </a:schemeClr>
              </a:solidFill>
            </a:endParaRPr>
          </a:p>
        </p:txBody>
      </p:sp>
      <p:sp>
        <p:nvSpPr>
          <p:cNvPr id="55" name="TextBox 54">
            <a:extLst>
              <a:ext uri="{FF2B5EF4-FFF2-40B4-BE49-F238E27FC236}">
                <a16:creationId xmlns:a16="http://schemas.microsoft.com/office/drawing/2014/main" id="{FF5CB495-B73B-EEE9-338F-DB83B7B2EBDF}"/>
              </a:ext>
            </a:extLst>
          </p:cNvPr>
          <p:cNvSpPr txBox="1"/>
          <p:nvPr userDrawn="1"/>
        </p:nvSpPr>
        <p:spPr>
          <a:xfrm>
            <a:off x="7936992" y="5715000"/>
            <a:ext cx="182880" cy="182880"/>
          </a:xfrm>
          <a:prstGeom prst="rect">
            <a:avLst/>
          </a:prstGeom>
          <a:solidFill>
            <a:schemeClr val="bg1"/>
          </a:solidFill>
        </p:spPr>
        <p:txBody>
          <a:bodyPr wrap="square"/>
          <a:lstStyle/>
          <a:p>
            <a:pPr algn="ctr">
              <a:defRPr sz="700" b="1">
                <a:solidFill>
                  <a:srgbClr val="FFFFFF"/>
                </a:solidFill>
                <a:latin typeface="Calibri"/>
              </a:defRPr>
            </a:pPr>
            <a:r>
              <a:rPr>
                <a:solidFill>
                  <a:schemeClr val="tx1">
                    <a:lumMod val="50000"/>
                    <a:lumOff val="50000"/>
                  </a:schemeClr>
                </a:solidFill>
              </a:rPr>
              <a:t>4</a:t>
            </a:r>
          </a:p>
        </p:txBody>
      </p:sp>
      <p:sp>
        <p:nvSpPr>
          <p:cNvPr id="56" name="TextBox 55">
            <a:extLst>
              <a:ext uri="{FF2B5EF4-FFF2-40B4-BE49-F238E27FC236}">
                <a16:creationId xmlns:a16="http://schemas.microsoft.com/office/drawing/2014/main" id="{F2E898F3-4658-0C18-A490-6A11892D1907}"/>
              </a:ext>
            </a:extLst>
          </p:cNvPr>
          <p:cNvSpPr txBox="1"/>
          <p:nvPr userDrawn="1"/>
        </p:nvSpPr>
        <p:spPr>
          <a:xfrm>
            <a:off x="8183879" y="5715000"/>
            <a:ext cx="3566160" cy="182880"/>
          </a:xfrm>
          <a:prstGeom prst="rect">
            <a:avLst/>
          </a:prstGeom>
          <a:noFill/>
        </p:spPr>
        <p:txBody>
          <a:bodyPr wrap="square"/>
          <a:lstStyle/>
          <a:p>
            <a:pPr>
              <a:defRPr sz="800" b="0">
                <a:solidFill>
                  <a:srgbClr val="94A3B8"/>
                </a:solidFill>
                <a:latin typeface="Calibri"/>
              </a:defRPr>
            </a:pPr>
            <a:r>
              <a:rPr>
                <a:solidFill>
                  <a:schemeClr val="tx1">
                    <a:lumMod val="50000"/>
                    <a:lumOff val="50000"/>
                  </a:schemeClr>
                </a:solidFill>
              </a:rPr>
              <a:t>{{source_4}}</a:t>
            </a:r>
          </a:p>
        </p:txBody>
      </p:sp>
      <p:sp>
        <p:nvSpPr>
          <p:cNvPr id="58" name="TextBox 57">
            <a:extLst>
              <a:ext uri="{FF2B5EF4-FFF2-40B4-BE49-F238E27FC236}">
                <a16:creationId xmlns:a16="http://schemas.microsoft.com/office/drawing/2014/main" id="{CB3BC9BD-817D-726A-149C-0EA7E4D0153B}"/>
              </a:ext>
            </a:extLst>
          </p:cNvPr>
          <p:cNvSpPr txBox="1"/>
          <p:nvPr userDrawn="1"/>
        </p:nvSpPr>
        <p:spPr>
          <a:xfrm>
            <a:off x="1600200" y="147588"/>
            <a:ext cx="1737360" cy="23083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900" b="1">
                <a:solidFill>
                  <a:srgbClr val="FFFFFF"/>
                </a:solidFill>
                <a:latin typeface="Calibri"/>
              </a:defRPr>
            </a:pPr>
            <a:r>
              <a:rPr lang="de-DE" dirty="0">
                <a:solidFill>
                  <a:srgbClr val="C4B5FD"/>
                </a:solidFill>
                <a:latin typeface="Arial" panose="020B0604020202020204" pitchFamily="34" charset="0"/>
                <a:cs typeface="Arial" panose="020B0604020202020204" pitchFamily="34" charset="0"/>
              </a:rPr>
              <a:t>UNMET NEEDS</a:t>
            </a:r>
            <a:endParaRPr dirty="0">
              <a:solidFill>
                <a:srgbClr val="C4B5FD"/>
              </a:solidFill>
              <a:latin typeface="Arial" panose="020B0604020202020204" pitchFamily="34" charset="0"/>
              <a:cs typeface="Arial" panose="020B0604020202020204" pitchFamily="34" charset="0"/>
            </a:endParaRPr>
          </a:p>
        </p:txBody>
      </p:sp>
      <p:sp>
        <p:nvSpPr>
          <p:cNvPr id="59" name="TextBox 58">
            <a:extLst>
              <a:ext uri="{FF2B5EF4-FFF2-40B4-BE49-F238E27FC236}">
                <a16:creationId xmlns:a16="http://schemas.microsoft.com/office/drawing/2014/main" id="{E58397F1-A30D-5307-D074-972B93DBBAAB}"/>
              </a:ext>
            </a:extLst>
          </p:cNvPr>
          <p:cNvSpPr txBox="1"/>
          <p:nvPr userDrawn="1"/>
        </p:nvSpPr>
        <p:spPr>
          <a:xfrm>
            <a:off x="3566160" y="118964"/>
            <a:ext cx="4572000" cy="34747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defRPr sz="1200" b="0">
                <a:solidFill>
                  <a:srgbClr val="CBD5E1"/>
                </a:solidFill>
                <a:latin typeface="Calibri"/>
              </a:defRPr>
            </a:pPr>
            <a:r>
              <a:rPr dirty="0"/>
              <a:t>{{</a:t>
            </a:r>
            <a:r>
              <a:rPr dirty="0" err="1"/>
              <a:t>drug_label</a:t>
            </a:r>
            <a:r>
              <a:rPr dirty="0"/>
              <a:t>}}</a:t>
            </a:r>
          </a:p>
        </p:txBody>
      </p:sp>
    </p:spTree>
    <p:extLst>
      <p:ext uri="{BB962C8B-B14F-4D97-AF65-F5344CB8AC3E}">
        <p14:creationId xmlns:p14="http://schemas.microsoft.com/office/powerpoint/2010/main" val="1047135647"/>
      </p:ext>
    </p:extLst>
  </p:cSld>
  <p:clrMapOvr>
    <a:masterClrMapping/>
  </p:clrMapOvr>
</p:sldLayout>
</file>

<file path=ppt/slideMasters/_rels/slideMaster1.xml.rels><?xml version="1.0" encoding="UTF-8" standalone="yes"?>
<Relationships xmlns="http://schemas.openxmlformats.org/package/2006/relationships"><Relationship Id="rId8" Type="http://schemas.openxmlformats.org/officeDocument/2006/relationships/slideLayout" Target="../slideLayouts/slideLayout8.xml"/><Relationship Id="rId13" Type="http://schemas.openxmlformats.org/officeDocument/2006/relationships/theme" Target="../theme/theme1.xml"/><Relationship Id="rId3" Type="http://schemas.openxmlformats.org/officeDocument/2006/relationships/slideLayout" Target="../slideLayouts/slideLayout3.xml"/><Relationship Id="rId7" Type="http://schemas.openxmlformats.org/officeDocument/2006/relationships/slideLayout" Target="../slideLayouts/slideLayout7.xml"/><Relationship Id="rId12" Type="http://schemas.openxmlformats.org/officeDocument/2006/relationships/slideLayout" Target="../slideLayouts/slideLayout12.xml"/><Relationship Id="rId2" Type="http://schemas.openxmlformats.org/officeDocument/2006/relationships/slideLayout" Target="../slideLayouts/slideLayout2.xml"/><Relationship Id="rId1" Type="http://schemas.openxmlformats.org/officeDocument/2006/relationships/slideLayout" Target="../slideLayouts/slideLayout1.xml"/><Relationship Id="rId6" Type="http://schemas.openxmlformats.org/officeDocument/2006/relationships/slideLayout" Target="../slideLayouts/slideLayout6.xml"/><Relationship Id="rId11" Type="http://schemas.openxmlformats.org/officeDocument/2006/relationships/slideLayout" Target="../slideLayouts/slideLayout11.xml"/><Relationship Id="rId5" Type="http://schemas.openxmlformats.org/officeDocument/2006/relationships/slideLayout" Target="../slideLayouts/slideLayout5.xml"/><Relationship Id="rId10" Type="http://schemas.openxmlformats.org/officeDocument/2006/relationships/slideLayout" Target="../slideLayouts/slideLayout10.xml"/><Relationship Id="rId4" Type="http://schemas.openxmlformats.org/officeDocument/2006/relationships/slideLayout" Target="../slideLayouts/slideLayout4.xml"/><Relationship Id="rId9" Type="http://schemas.openxmlformats.org/officeDocument/2006/relationships/slideLayout" Target="../slideLayouts/slideLayout9.xml"/></Relationships>
</file>

<file path=ppt/slideMasters/_rels/slideMaster2.xml.rels><?xml version="1.0" encoding="UTF-8" standalone="yes"?>
<Relationships xmlns="http://schemas.openxmlformats.org/package/2006/relationships"><Relationship Id="rId8" Type="http://schemas.openxmlformats.org/officeDocument/2006/relationships/slideLayout" Target="../slideLayouts/slideLayout20.xml"/><Relationship Id="rId13" Type="http://schemas.openxmlformats.org/officeDocument/2006/relationships/slideLayout" Target="../slideLayouts/slideLayout25.xml"/><Relationship Id="rId18" Type="http://schemas.openxmlformats.org/officeDocument/2006/relationships/slideLayout" Target="../slideLayouts/slideLayout30.xml"/><Relationship Id="rId3" Type="http://schemas.openxmlformats.org/officeDocument/2006/relationships/slideLayout" Target="../slideLayouts/slideLayout15.xml"/><Relationship Id="rId21" Type="http://schemas.openxmlformats.org/officeDocument/2006/relationships/slideLayout" Target="../slideLayouts/slideLayout33.xml"/><Relationship Id="rId7" Type="http://schemas.openxmlformats.org/officeDocument/2006/relationships/slideLayout" Target="../slideLayouts/slideLayout19.xml"/><Relationship Id="rId12" Type="http://schemas.openxmlformats.org/officeDocument/2006/relationships/slideLayout" Target="../slideLayouts/slideLayout24.xml"/><Relationship Id="rId17" Type="http://schemas.openxmlformats.org/officeDocument/2006/relationships/slideLayout" Target="../slideLayouts/slideLayout29.xml"/><Relationship Id="rId2" Type="http://schemas.openxmlformats.org/officeDocument/2006/relationships/slideLayout" Target="../slideLayouts/slideLayout14.xml"/><Relationship Id="rId16" Type="http://schemas.openxmlformats.org/officeDocument/2006/relationships/slideLayout" Target="../slideLayouts/slideLayout28.xml"/><Relationship Id="rId20" Type="http://schemas.openxmlformats.org/officeDocument/2006/relationships/slideLayout" Target="../slideLayouts/slideLayout32.xml"/><Relationship Id="rId1" Type="http://schemas.openxmlformats.org/officeDocument/2006/relationships/slideLayout" Target="../slideLayouts/slideLayout13.xml"/><Relationship Id="rId6" Type="http://schemas.openxmlformats.org/officeDocument/2006/relationships/slideLayout" Target="../slideLayouts/slideLayout18.xml"/><Relationship Id="rId11" Type="http://schemas.openxmlformats.org/officeDocument/2006/relationships/slideLayout" Target="../slideLayouts/slideLayout23.xml"/><Relationship Id="rId5" Type="http://schemas.openxmlformats.org/officeDocument/2006/relationships/slideLayout" Target="../slideLayouts/slideLayout17.xml"/><Relationship Id="rId15" Type="http://schemas.openxmlformats.org/officeDocument/2006/relationships/slideLayout" Target="../slideLayouts/slideLayout27.xml"/><Relationship Id="rId10" Type="http://schemas.openxmlformats.org/officeDocument/2006/relationships/slideLayout" Target="../slideLayouts/slideLayout22.xml"/><Relationship Id="rId19" Type="http://schemas.openxmlformats.org/officeDocument/2006/relationships/slideLayout" Target="../slideLayouts/slideLayout31.xml"/><Relationship Id="rId4" Type="http://schemas.openxmlformats.org/officeDocument/2006/relationships/slideLayout" Target="../slideLayouts/slideLayout16.xml"/><Relationship Id="rId9" Type="http://schemas.openxmlformats.org/officeDocument/2006/relationships/slideLayout" Target="../slideLayouts/slideLayout21.xml"/><Relationship Id="rId14" Type="http://schemas.openxmlformats.org/officeDocument/2006/relationships/slideLayout" Target="../slideLayouts/slideLayout26.xml"/><Relationship Id="rId22" Type="http://schemas.openxmlformats.org/officeDocument/2006/relationships/theme" Target="../theme/theme2.xml"/></Relationships>
</file>

<file path=ppt/slideMasters/_rels/slideMaster3.xml.rels><?xml version="1.0" encoding="UTF-8" standalone="yes"?>
<Relationships xmlns="http://schemas.openxmlformats.org/package/2006/relationships"><Relationship Id="rId8" Type="http://schemas.openxmlformats.org/officeDocument/2006/relationships/slideLayout" Target="../slideLayouts/slideLayout41.xml"/><Relationship Id="rId13" Type="http://schemas.openxmlformats.org/officeDocument/2006/relationships/slideLayout" Target="../slideLayouts/slideLayout46.xml"/><Relationship Id="rId18" Type="http://schemas.openxmlformats.org/officeDocument/2006/relationships/slideLayout" Target="../slideLayouts/slideLayout51.xml"/><Relationship Id="rId3" Type="http://schemas.openxmlformats.org/officeDocument/2006/relationships/slideLayout" Target="../slideLayouts/slideLayout36.xml"/><Relationship Id="rId21" Type="http://schemas.openxmlformats.org/officeDocument/2006/relationships/slideLayout" Target="../slideLayouts/slideLayout54.xml"/><Relationship Id="rId7" Type="http://schemas.openxmlformats.org/officeDocument/2006/relationships/slideLayout" Target="../slideLayouts/slideLayout40.xml"/><Relationship Id="rId12" Type="http://schemas.openxmlformats.org/officeDocument/2006/relationships/slideLayout" Target="../slideLayouts/slideLayout45.xml"/><Relationship Id="rId17" Type="http://schemas.openxmlformats.org/officeDocument/2006/relationships/slideLayout" Target="../slideLayouts/slideLayout50.xml"/><Relationship Id="rId2" Type="http://schemas.openxmlformats.org/officeDocument/2006/relationships/slideLayout" Target="../slideLayouts/slideLayout35.xml"/><Relationship Id="rId16" Type="http://schemas.openxmlformats.org/officeDocument/2006/relationships/slideLayout" Target="../slideLayouts/slideLayout49.xml"/><Relationship Id="rId20" Type="http://schemas.openxmlformats.org/officeDocument/2006/relationships/slideLayout" Target="../slideLayouts/slideLayout53.xml"/><Relationship Id="rId1" Type="http://schemas.openxmlformats.org/officeDocument/2006/relationships/slideLayout" Target="../slideLayouts/slideLayout34.xml"/><Relationship Id="rId6" Type="http://schemas.openxmlformats.org/officeDocument/2006/relationships/slideLayout" Target="../slideLayouts/slideLayout39.xml"/><Relationship Id="rId11" Type="http://schemas.openxmlformats.org/officeDocument/2006/relationships/slideLayout" Target="../slideLayouts/slideLayout44.xml"/><Relationship Id="rId5" Type="http://schemas.openxmlformats.org/officeDocument/2006/relationships/slideLayout" Target="../slideLayouts/slideLayout38.xml"/><Relationship Id="rId15" Type="http://schemas.openxmlformats.org/officeDocument/2006/relationships/slideLayout" Target="../slideLayouts/slideLayout48.xml"/><Relationship Id="rId10" Type="http://schemas.openxmlformats.org/officeDocument/2006/relationships/slideLayout" Target="../slideLayouts/slideLayout43.xml"/><Relationship Id="rId19" Type="http://schemas.openxmlformats.org/officeDocument/2006/relationships/slideLayout" Target="../slideLayouts/slideLayout52.xml"/><Relationship Id="rId4" Type="http://schemas.openxmlformats.org/officeDocument/2006/relationships/slideLayout" Target="../slideLayouts/slideLayout37.xml"/><Relationship Id="rId9" Type="http://schemas.openxmlformats.org/officeDocument/2006/relationships/slideLayout" Target="../slideLayouts/slideLayout42.xml"/><Relationship Id="rId14" Type="http://schemas.openxmlformats.org/officeDocument/2006/relationships/slideLayout" Target="../slideLayouts/slideLayout47.xml"/><Relationship Id="rId22" Type="http://schemas.openxmlformats.org/officeDocument/2006/relationships/theme" Target="../theme/theme3.xml"/></Relationships>
</file>

<file path=ppt/slideMasters/slideMaster1.xml><?xml version="1.0" encoding="utf-8"?>
<p:sldMaster xmlns:a="http://schemas.openxmlformats.org/drawingml/2006/main" xmlns:r="http://schemas.openxmlformats.org/officeDocument/2006/relationships" xmlns:p="http://schemas.openxmlformats.org/presentationml/2006/main" preserve="1">
  <p:cSld>
    <p:bg>
      <p:bgRef idx="1002">
        <a:schemeClr val="bg2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8" name="Rectangle 7">
            <a:extLst>
              <a:ext uri="{FF2B5EF4-FFF2-40B4-BE49-F238E27FC236}">
                <a16:creationId xmlns:a16="http://schemas.microsoft.com/office/drawing/2014/main" id="{AF71C83F-FD23-8274-13D8-0213F0EA3317}"/>
              </a:ext>
            </a:extLst>
          </p:cNvPr>
          <p:cNvSpPr/>
          <p:nvPr userDrawn="1"/>
        </p:nvSpPr>
        <p:spPr>
          <a:xfrm>
            <a:off x="0" y="0"/>
            <a:ext cx="12188825" cy="559267"/>
          </a:xfrm>
          <a:prstGeom prst="rect">
            <a:avLst/>
          </a:prstGeom>
          <a:ln>
            <a:noFill/>
          </a:ln>
        </p:spPr>
        <p:style>
          <a:lnRef idx="2">
            <a:schemeClr val="accent1">
              <a:shade val="15000"/>
            </a:schemeClr>
          </a:lnRef>
          <a:fillRef idx="1003">
            <a:schemeClr val="lt2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de-DE"/>
          </a:p>
        </p:txBody>
      </p:sp>
      <p:sp>
        <p:nvSpPr>
          <p:cNvPr id="7" name="TextBox 6">
            <a:extLst>
              <a:ext uri="{FF2B5EF4-FFF2-40B4-BE49-F238E27FC236}">
                <a16:creationId xmlns:a16="http://schemas.microsoft.com/office/drawing/2014/main" id="{1DF03E59-8A0E-3F78-2288-1F9BA9B8A3B5}"/>
              </a:ext>
            </a:extLst>
          </p:cNvPr>
          <p:cNvSpPr txBox="1"/>
          <p:nvPr userDrawn="1"/>
        </p:nvSpPr>
        <p:spPr>
          <a:xfrm>
            <a:off x="81465" y="121543"/>
            <a:ext cx="1088136" cy="307777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defRPr sz="1400" b="1" i="0">
                <a:solidFill>
                  <a:srgbClr val="FFFFFF"/>
                </a:solidFill>
                <a:latin typeface="Arial"/>
              </a:defRPr>
            </a:pPr>
            <a:r>
              <a:rPr dirty="0">
                <a:solidFill>
                  <a:schemeClr val="bg1"/>
                </a:solidFill>
              </a:rPr>
              <a:t>me</a:t>
            </a:r>
            <a:r>
              <a:rPr lang="de-DE" dirty="0">
                <a:solidFill>
                  <a:schemeClr val="bg1"/>
                </a:solidFill>
              </a:rPr>
              <a:t>d</a:t>
            </a:r>
            <a:r>
              <a:rPr lang="de-DE" dirty="0">
                <a:gradFill flip="none" rotWithShape="1">
                  <a:gsLst>
                    <a:gs pos="0">
                      <a:schemeClr val="accent1">
                        <a:lumMod val="40000"/>
                        <a:lumOff val="60000"/>
                      </a:schemeClr>
                    </a:gs>
                    <a:gs pos="46000">
                      <a:schemeClr val="accent1">
                        <a:lumMod val="95000"/>
                        <a:lumOff val="5000"/>
                      </a:schemeClr>
                    </a:gs>
                    <a:gs pos="100000">
                      <a:schemeClr val="accent1">
                        <a:lumMod val="90000"/>
                      </a:schemeClr>
                    </a:gs>
                  </a:gsLst>
                  <a:path path="circle">
                    <a:fillToRect l="50000" t="130000" r="50000" b="-30000"/>
                  </a:path>
                  <a:tileRect/>
                </a:gradFill>
              </a:rPr>
              <a:t>accur</a:t>
            </a:r>
            <a:endParaRPr dirty="0">
              <a:gradFill flip="none" rotWithShape="1">
                <a:gsLst>
                  <a:gs pos="0">
                    <a:schemeClr val="accent1">
                      <a:lumMod val="40000"/>
                      <a:lumOff val="60000"/>
                    </a:schemeClr>
                  </a:gs>
                  <a:gs pos="46000">
                    <a:schemeClr val="accent1">
                      <a:lumMod val="95000"/>
                      <a:lumOff val="5000"/>
                    </a:schemeClr>
                  </a:gs>
                  <a:gs pos="100000">
                    <a:schemeClr val="accent1">
                      <a:lumMod val="90000"/>
                    </a:schemeClr>
                  </a:gs>
                </a:gsLst>
                <a:path path="circle">
                  <a:fillToRect l="50000" t="130000" r="50000" b="-30000"/>
                </a:path>
                <a:tileRect/>
              </a:gradFill>
            </a:endParaRPr>
          </a:p>
        </p:txBody>
      </p:sp>
      <p:sp>
        <p:nvSpPr>
          <p:cNvPr id="13" name="Rectangle 12">
            <a:extLst>
              <a:ext uri="{FF2B5EF4-FFF2-40B4-BE49-F238E27FC236}">
                <a16:creationId xmlns:a16="http://schemas.microsoft.com/office/drawing/2014/main" id="{4D12810C-23EA-1762-ABD6-11E8794BF627}"/>
              </a:ext>
            </a:extLst>
          </p:cNvPr>
          <p:cNvSpPr/>
          <p:nvPr userDrawn="1"/>
        </p:nvSpPr>
        <p:spPr>
          <a:xfrm>
            <a:off x="0" y="6556248"/>
            <a:ext cx="12188952" cy="301752"/>
          </a:xfrm>
          <a:prstGeom prst="rect">
            <a:avLst/>
          </a:prstGeom>
          <a:solidFill>
            <a:srgbClr val="FAFBFF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15" name="TextBox 14">
            <a:extLst>
              <a:ext uri="{FF2B5EF4-FFF2-40B4-BE49-F238E27FC236}">
                <a16:creationId xmlns:a16="http://schemas.microsoft.com/office/drawing/2014/main" id="{19B1417D-5229-BC18-EC18-9422736141CC}"/>
              </a:ext>
            </a:extLst>
          </p:cNvPr>
          <p:cNvSpPr txBox="1"/>
          <p:nvPr userDrawn="1"/>
        </p:nvSpPr>
        <p:spPr>
          <a:xfrm>
            <a:off x="329184" y="6629400"/>
            <a:ext cx="6400800" cy="16459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defRPr sz="700" b="0" i="1">
                <a:solidFill>
                  <a:srgbClr val="94A3B8"/>
                </a:solidFill>
                <a:latin typeface="Arial"/>
              </a:defRPr>
            </a:pPr>
            <a:r>
              <a:t>{{footer_refs}}</a:t>
            </a:r>
          </a:p>
        </p:txBody>
      </p:sp>
      <p:sp>
        <p:nvSpPr>
          <p:cNvPr id="16" name="TextBox 15">
            <a:extLst>
              <a:ext uri="{FF2B5EF4-FFF2-40B4-BE49-F238E27FC236}">
                <a16:creationId xmlns:a16="http://schemas.microsoft.com/office/drawing/2014/main" id="{D37C25D3-1E78-3453-6419-101109D81110}"/>
              </a:ext>
            </a:extLst>
          </p:cNvPr>
          <p:cNvSpPr txBox="1"/>
          <p:nvPr userDrawn="1"/>
        </p:nvSpPr>
        <p:spPr>
          <a:xfrm>
            <a:off x="8686800" y="6629400"/>
            <a:ext cx="3200400" cy="16459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700" b="1" i="0">
                <a:solidFill>
                  <a:srgbClr val="8B5CF6"/>
                </a:solidFill>
                <a:latin typeface="Arial"/>
              </a:defRPr>
            </a:pPr>
            <a:r>
              <a:t>{{confidence}}% Confidence · medaccur</a:t>
            </a:r>
          </a:p>
        </p:txBody>
      </p:sp>
    </p:spTree>
    <p:extLst>
      <p:ext uri="{BB962C8B-B14F-4D97-AF65-F5344CB8AC3E}">
        <p14:creationId xmlns:p14="http://schemas.microsoft.com/office/powerpoint/2010/main" val="4092085262"/>
      </p:ext>
    </p:extLst>
  </p:cSld>
  <p:clrMap bg1="dk1" tx1="lt1" bg2="dk2" tx2="lt2" accent1="accent1" accent2="accent2" accent3="accent3" accent4="accent4" accent5="accent5" accent6="accent6" hlink="hlink" folHlink="folHlink"/>
  <p:sldLayoutIdLst>
    <p:sldLayoutId id="2147483673" r:id="rId1"/>
    <p:sldLayoutId id="2147483684" r:id="rId2"/>
    <p:sldLayoutId id="2147483674" r:id="rId3"/>
    <p:sldLayoutId id="2147483675" r:id="rId4"/>
    <p:sldLayoutId id="2147483676" r:id="rId5"/>
    <p:sldLayoutId id="2147483677" r:id="rId6"/>
    <p:sldLayoutId id="2147483678" r:id="rId7"/>
    <p:sldLayoutId id="2147483679" r:id="rId8"/>
    <p:sldLayoutId id="2147483680" r:id="rId9"/>
    <p:sldLayoutId id="2147483681" r:id="rId10"/>
    <p:sldLayoutId id="2147483682" r:id="rId11"/>
    <p:sldLayoutId id="2147483683" r:id="rId12"/>
  </p:sldLayoutIdLst>
  <p:txStyles>
    <p:titleStyle>
      <a:lvl1pPr algn="l" defTabSz="914400" rtl="0" eaLnBrk="1" latinLnBrk="0" hangingPunct="1">
        <a:lnSpc>
          <a:spcPct val="90000"/>
        </a:lnSpc>
        <a:spcBef>
          <a:spcPct val="0"/>
        </a:spcBef>
        <a:buNone/>
        <a:defRPr sz="4400" kern="1200">
          <a:solidFill>
            <a:schemeClr val="tx1"/>
          </a:solidFill>
          <a:latin typeface="+mj-lt"/>
          <a:ea typeface="+mj-ea"/>
          <a:cs typeface="+mj-cs"/>
        </a:defRPr>
      </a:lvl1pPr>
    </p:titleStyle>
    <p:bodyStyle>
      <a:lvl1pPr marL="228600" indent="-228600" algn="l" defTabSz="914400" rtl="0" eaLnBrk="1" latinLnBrk="0" hangingPunct="1">
        <a:lnSpc>
          <a:spcPct val="90000"/>
        </a:lnSpc>
        <a:spcBef>
          <a:spcPts val="1000"/>
        </a:spcBef>
        <a:buFont typeface="Arial" panose="020B0604020202020204" pitchFamily="34" charset="0"/>
        <a:buChar char="•"/>
        <a:defRPr sz="2800" kern="1200">
          <a:solidFill>
            <a:schemeClr val="tx1"/>
          </a:solidFill>
          <a:latin typeface="+mn-lt"/>
          <a:ea typeface="+mn-ea"/>
          <a:cs typeface="+mn-cs"/>
        </a:defRPr>
      </a:lvl1pPr>
      <a:lvl2pPr marL="685800" indent="-228600" algn="l" defTabSz="914400" rtl="0" eaLnBrk="1" latinLnBrk="0" hangingPunct="1">
        <a:lnSpc>
          <a:spcPct val="90000"/>
        </a:lnSpc>
        <a:spcBef>
          <a:spcPts val="500"/>
        </a:spcBef>
        <a:buFont typeface="Arial" panose="020B0604020202020204" pitchFamily="34" charset="0"/>
        <a:buChar char="•"/>
        <a:defRPr sz="2400" kern="1200">
          <a:solidFill>
            <a:schemeClr val="tx1"/>
          </a:solidFill>
          <a:latin typeface="+mn-lt"/>
          <a:ea typeface="+mn-ea"/>
          <a:cs typeface="+mn-cs"/>
        </a:defRPr>
      </a:lvl2pPr>
      <a:lvl3pPr marL="1143000" indent="-228600" algn="l" defTabSz="914400" rtl="0" eaLnBrk="1" latinLnBrk="0" hangingPunct="1">
        <a:lnSpc>
          <a:spcPct val="90000"/>
        </a:lnSpc>
        <a:spcBef>
          <a:spcPts val="500"/>
        </a:spcBef>
        <a:buFont typeface="Arial" panose="020B0604020202020204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3pPr>
      <a:lvl4pPr marL="1600200" indent="-228600" algn="l" defTabSz="914400" rtl="0" eaLnBrk="1" latinLnBrk="0" hangingPunct="1">
        <a:lnSpc>
          <a:spcPct val="90000"/>
        </a:lnSpc>
        <a:spcBef>
          <a:spcPts val="500"/>
        </a:spcBef>
        <a:buFont typeface="Arial" panose="020B0604020202020204" pitchFamily="34" charset="0"/>
        <a:buChar char="•"/>
        <a:defRPr sz="1800" kern="1200">
          <a:solidFill>
            <a:schemeClr val="tx1"/>
          </a:solidFill>
          <a:latin typeface="+mn-lt"/>
          <a:ea typeface="+mn-ea"/>
          <a:cs typeface="+mn-cs"/>
        </a:defRPr>
      </a:lvl4pPr>
      <a:lvl5pPr marL="2057400" indent="-228600" algn="l" defTabSz="914400" rtl="0" eaLnBrk="1" latinLnBrk="0" hangingPunct="1">
        <a:lnSpc>
          <a:spcPct val="90000"/>
        </a:lnSpc>
        <a:spcBef>
          <a:spcPts val="500"/>
        </a:spcBef>
        <a:buFont typeface="Arial" panose="020B0604020202020204" pitchFamily="34" charset="0"/>
        <a:buChar char="•"/>
        <a:defRPr sz="1800" kern="1200">
          <a:solidFill>
            <a:schemeClr val="tx1"/>
          </a:solidFill>
          <a:latin typeface="+mn-lt"/>
          <a:ea typeface="+mn-ea"/>
          <a:cs typeface="+mn-cs"/>
        </a:defRPr>
      </a:lvl5pPr>
      <a:lvl6pPr marL="2514600" indent="-228600" algn="l" defTabSz="914400" rtl="0" eaLnBrk="1" latinLnBrk="0" hangingPunct="1">
        <a:lnSpc>
          <a:spcPct val="90000"/>
        </a:lnSpc>
        <a:spcBef>
          <a:spcPts val="500"/>
        </a:spcBef>
        <a:buFont typeface="Arial" panose="020B0604020202020204" pitchFamily="34" charset="0"/>
        <a:buChar char="•"/>
        <a:defRPr sz="1800" kern="1200">
          <a:solidFill>
            <a:schemeClr val="tx1"/>
          </a:solidFill>
          <a:latin typeface="+mn-lt"/>
          <a:ea typeface="+mn-ea"/>
          <a:cs typeface="+mn-cs"/>
        </a:defRPr>
      </a:lvl6pPr>
      <a:lvl7pPr marL="2971800" indent="-228600" algn="l" defTabSz="914400" rtl="0" eaLnBrk="1" latinLnBrk="0" hangingPunct="1">
        <a:lnSpc>
          <a:spcPct val="90000"/>
        </a:lnSpc>
        <a:spcBef>
          <a:spcPts val="500"/>
        </a:spcBef>
        <a:buFont typeface="Arial" panose="020B0604020202020204" pitchFamily="34" charset="0"/>
        <a:buChar char="•"/>
        <a:defRPr sz="1800" kern="1200">
          <a:solidFill>
            <a:schemeClr val="tx1"/>
          </a:solidFill>
          <a:latin typeface="+mn-lt"/>
          <a:ea typeface="+mn-ea"/>
          <a:cs typeface="+mn-cs"/>
        </a:defRPr>
      </a:lvl7pPr>
      <a:lvl8pPr marL="3429000" indent="-228600" algn="l" defTabSz="914400" rtl="0" eaLnBrk="1" latinLnBrk="0" hangingPunct="1">
        <a:lnSpc>
          <a:spcPct val="90000"/>
        </a:lnSpc>
        <a:spcBef>
          <a:spcPts val="500"/>
        </a:spcBef>
        <a:buFont typeface="Arial" panose="020B0604020202020204" pitchFamily="34" charset="0"/>
        <a:buChar char="•"/>
        <a:defRPr sz="1800" kern="1200">
          <a:solidFill>
            <a:schemeClr val="tx1"/>
          </a:solidFill>
          <a:latin typeface="+mn-lt"/>
          <a:ea typeface="+mn-ea"/>
          <a:cs typeface="+mn-cs"/>
        </a:defRPr>
      </a:lvl8pPr>
      <a:lvl9pPr marL="3886200" indent="-228600" algn="l" defTabSz="914400" rtl="0" eaLnBrk="1" latinLnBrk="0" hangingPunct="1">
        <a:lnSpc>
          <a:spcPct val="90000"/>
        </a:lnSpc>
        <a:spcBef>
          <a:spcPts val="500"/>
        </a:spcBef>
        <a:buFont typeface="Arial" panose="020B0604020202020204" pitchFamily="34" charset="0"/>
        <a:buChar char="•"/>
        <a:defRPr sz="1800" kern="1200">
          <a:solidFill>
            <a:schemeClr val="tx1"/>
          </a:solidFill>
          <a:latin typeface="+mn-lt"/>
          <a:ea typeface="+mn-ea"/>
          <a:cs typeface="+mn-cs"/>
        </a:defRPr>
      </a:lvl9pPr>
    </p:bodyStyle>
    <p:otherStyle>
      <a:defPPr>
        <a:defRPr lang="de-DE"/>
      </a:defPPr>
      <a:lvl1pPr marL="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1pPr>
      <a:lvl2pPr marL="4572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2pPr>
      <a:lvl3pPr marL="9144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3pPr>
      <a:lvl4pPr marL="13716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4pPr>
      <a:lvl5pPr marL="18288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5pPr>
      <a:lvl6pPr marL="22860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6pPr>
      <a:lvl7pPr marL="27432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7pPr>
      <a:lvl8pPr marL="32004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8pPr>
      <a:lvl9pPr marL="36576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9pPr>
    </p:otherStyle>
  </p:txStyles>
</p:sldMaster>
</file>

<file path=ppt/slideMasters/slideMaster2.xml><?xml version="1.0" encoding="utf-8"?>
<p:sldMaster xmlns:a="http://schemas.openxmlformats.org/drawingml/2006/main" xmlns:r="http://schemas.openxmlformats.org/officeDocument/2006/relationships" xmlns:p="http://schemas.openxmlformats.org/presentationml/2006/main" preserve="1">
  <p:cSld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3" name="Rectangle 12">
            <a:extLst>
              <a:ext uri="{FF2B5EF4-FFF2-40B4-BE49-F238E27FC236}">
                <a16:creationId xmlns:a16="http://schemas.microsoft.com/office/drawing/2014/main" id="{AC31782D-5117-32D3-A6AD-1095CB87BC13}"/>
              </a:ext>
            </a:extLst>
          </p:cNvPr>
          <p:cNvSpPr/>
          <p:nvPr userDrawn="1"/>
        </p:nvSpPr>
        <p:spPr>
          <a:xfrm>
            <a:off x="0" y="0"/>
            <a:ext cx="12188825" cy="559267"/>
          </a:xfrm>
          <a:prstGeom prst="rect">
            <a:avLst/>
          </a:prstGeom>
          <a:gradFill flip="none" rotWithShape="1">
            <a:gsLst>
              <a:gs pos="0">
                <a:schemeClr val="accent4">
                  <a:lumMod val="89000"/>
                </a:schemeClr>
              </a:gs>
              <a:gs pos="23000">
                <a:schemeClr val="accent4">
                  <a:lumMod val="89000"/>
                </a:schemeClr>
              </a:gs>
              <a:gs pos="69000">
                <a:schemeClr val="accent4">
                  <a:lumMod val="75000"/>
                </a:schemeClr>
              </a:gs>
              <a:gs pos="97000">
                <a:schemeClr val="accent4">
                  <a:lumMod val="70000"/>
                </a:schemeClr>
              </a:gs>
            </a:gsLst>
            <a:path path="circle">
              <a:fillToRect l="50000" t="50000" r="50000" b="50000"/>
            </a:path>
            <a:tileRect/>
          </a:gradFill>
          <a:ln>
            <a:noFill/>
          </a:ln>
        </p:spPr>
        <p:style>
          <a:lnRef idx="2">
            <a:schemeClr val="accent1">
              <a:shade val="15000"/>
            </a:schemeClr>
          </a:lnRef>
          <a:fillRef idx="1003">
            <a:schemeClr val="lt2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de-DE"/>
          </a:p>
        </p:txBody>
      </p:sp>
      <p:sp>
        <p:nvSpPr>
          <p:cNvPr id="7" name="TextBox 6">
            <a:extLst>
              <a:ext uri="{FF2B5EF4-FFF2-40B4-BE49-F238E27FC236}">
                <a16:creationId xmlns:a16="http://schemas.microsoft.com/office/drawing/2014/main" id="{3119FB80-559B-263D-2A19-81CB5BDEE55B}"/>
              </a:ext>
            </a:extLst>
          </p:cNvPr>
          <p:cNvSpPr txBox="1"/>
          <p:nvPr userDrawn="1"/>
        </p:nvSpPr>
        <p:spPr>
          <a:xfrm>
            <a:off x="81465" y="121543"/>
            <a:ext cx="1088136" cy="307777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defRPr sz="1400" b="1" i="0">
                <a:solidFill>
                  <a:srgbClr val="FFFFFF"/>
                </a:solidFill>
                <a:latin typeface="Arial"/>
              </a:defRPr>
            </a:pPr>
            <a:r>
              <a:rPr dirty="0">
                <a:solidFill>
                  <a:schemeClr val="bg1"/>
                </a:solidFill>
              </a:rPr>
              <a:t>me</a:t>
            </a:r>
            <a:r>
              <a:rPr lang="de-DE" dirty="0">
                <a:solidFill>
                  <a:schemeClr val="bg1"/>
                </a:solidFill>
              </a:rPr>
              <a:t>d</a:t>
            </a:r>
            <a:r>
              <a:rPr lang="de-DE" dirty="0">
                <a:gradFill flip="none" rotWithShape="1">
                  <a:gsLst>
                    <a:gs pos="0">
                      <a:schemeClr val="accent1">
                        <a:lumMod val="40000"/>
                        <a:lumOff val="60000"/>
                      </a:schemeClr>
                    </a:gs>
                    <a:gs pos="46000">
                      <a:schemeClr val="accent1">
                        <a:lumMod val="95000"/>
                        <a:lumOff val="5000"/>
                      </a:schemeClr>
                    </a:gs>
                    <a:gs pos="100000">
                      <a:schemeClr val="accent1">
                        <a:lumMod val="90000"/>
                      </a:schemeClr>
                    </a:gs>
                  </a:gsLst>
                  <a:path path="circle">
                    <a:fillToRect l="50000" t="130000" r="50000" b="-30000"/>
                  </a:path>
                  <a:tileRect/>
                </a:gradFill>
              </a:rPr>
              <a:t>accur</a:t>
            </a:r>
            <a:endParaRPr dirty="0">
              <a:gradFill flip="none" rotWithShape="1">
                <a:gsLst>
                  <a:gs pos="0">
                    <a:schemeClr val="accent1">
                      <a:lumMod val="40000"/>
                      <a:lumOff val="60000"/>
                    </a:schemeClr>
                  </a:gs>
                  <a:gs pos="46000">
                    <a:schemeClr val="accent1">
                      <a:lumMod val="95000"/>
                      <a:lumOff val="5000"/>
                    </a:schemeClr>
                  </a:gs>
                  <a:gs pos="100000">
                    <a:schemeClr val="accent1">
                      <a:lumMod val="90000"/>
                    </a:schemeClr>
                  </a:gs>
                </a:gsLst>
                <a:path path="circle">
                  <a:fillToRect l="50000" t="130000" r="50000" b="-30000"/>
                </a:path>
                <a:tileRect/>
              </a:gradFill>
            </a:endParaRPr>
          </a:p>
        </p:txBody>
      </p:sp>
      <p:sp>
        <p:nvSpPr>
          <p:cNvPr id="8" name="Rectangle 7">
            <a:extLst>
              <a:ext uri="{FF2B5EF4-FFF2-40B4-BE49-F238E27FC236}">
                <a16:creationId xmlns:a16="http://schemas.microsoft.com/office/drawing/2014/main" id="{D102D593-81B7-D460-9C68-BFE1E8429AB1}"/>
              </a:ext>
            </a:extLst>
          </p:cNvPr>
          <p:cNvSpPr/>
          <p:nvPr userDrawn="1"/>
        </p:nvSpPr>
        <p:spPr>
          <a:xfrm>
            <a:off x="0" y="6556248"/>
            <a:ext cx="12188952" cy="301752"/>
          </a:xfrm>
          <a:prstGeom prst="rect">
            <a:avLst/>
          </a:prstGeom>
          <a:gradFill flip="none" rotWithShape="1">
            <a:gsLst>
              <a:gs pos="0">
                <a:schemeClr val="accent4">
                  <a:lumMod val="89000"/>
                </a:schemeClr>
              </a:gs>
              <a:gs pos="23000">
                <a:schemeClr val="accent4">
                  <a:lumMod val="89000"/>
                </a:schemeClr>
              </a:gs>
              <a:gs pos="69000">
                <a:schemeClr val="accent4">
                  <a:lumMod val="75000"/>
                </a:schemeClr>
              </a:gs>
              <a:gs pos="97000">
                <a:schemeClr val="accent4">
                  <a:lumMod val="70000"/>
                </a:schemeClr>
              </a:gs>
            </a:gsLst>
            <a:path path="circle">
              <a:fillToRect l="50000" t="50000" r="50000" b="50000"/>
            </a:path>
            <a:tileRect/>
          </a:gra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10" name="TextBox 9">
            <a:extLst>
              <a:ext uri="{FF2B5EF4-FFF2-40B4-BE49-F238E27FC236}">
                <a16:creationId xmlns:a16="http://schemas.microsoft.com/office/drawing/2014/main" id="{25AC6272-AD25-6B60-6C85-6F8CB663D68A}"/>
              </a:ext>
            </a:extLst>
          </p:cNvPr>
          <p:cNvSpPr txBox="1"/>
          <p:nvPr userDrawn="1"/>
        </p:nvSpPr>
        <p:spPr>
          <a:xfrm>
            <a:off x="329184" y="6629400"/>
            <a:ext cx="6400800" cy="16459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defRPr sz="700" b="0" i="1">
                <a:solidFill>
                  <a:srgbClr val="94A3B8"/>
                </a:solidFill>
                <a:latin typeface="Arial"/>
              </a:defRPr>
            </a:pPr>
            <a:r>
              <a:t>{{footer_refs}}</a:t>
            </a:r>
          </a:p>
        </p:txBody>
      </p:sp>
      <p:sp>
        <p:nvSpPr>
          <p:cNvPr id="11" name="TextBox 10">
            <a:extLst>
              <a:ext uri="{FF2B5EF4-FFF2-40B4-BE49-F238E27FC236}">
                <a16:creationId xmlns:a16="http://schemas.microsoft.com/office/drawing/2014/main" id="{FB4384FF-B29D-8DD6-9F18-A4FFD94EB71B}"/>
              </a:ext>
            </a:extLst>
          </p:cNvPr>
          <p:cNvSpPr txBox="1"/>
          <p:nvPr userDrawn="1"/>
        </p:nvSpPr>
        <p:spPr>
          <a:xfrm>
            <a:off x="8686800" y="6629400"/>
            <a:ext cx="3200400" cy="200055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700" b="1" i="0">
                <a:solidFill>
                  <a:srgbClr val="8B5CF6"/>
                </a:solidFill>
                <a:latin typeface="Arial"/>
              </a:defRPr>
            </a:pPr>
            <a:r>
              <a:rPr dirty="0">
                <a:solidFill>
                  <a:schemeClr val="accent4">
                    <a:lumMod val="40000"/>
                    <a:lumOff val="60000"/>
                  </a:schemeClr>
                </a:solidFill>
              </a:rPr>
              <a:t>{{confidence}}% Confidence · </a:t>
            </a:r>
            <a:r>
              <a:rPr dirty="0" err="1">
                <a:solidFill>
                  <a:schemeClr val="accent4">
                    <a:lumMod val="40000"/>
                    <a:lumOff val="60000"/>
                  </a:schemeClr>
                </a:solidFill>
              </a:rPr>
              <a:t>medaccur</a:t>
            </a:r>
            <a:endParaRPr dirty="0">
              <a:solidFill>
                <a:schemeClr val="accent4">
                  <a:lumMod val="40000"/>
                  <a:lumOff val="60000"/>
                </a:schemeClr>
              </a:solidFill>
            </a:endParaRPr>
          </a:p>
        </p:txBody>
      </p:sp>
    </p:spTree>
    <p:extLst>
      <p:ext uri="{BB962C8B-B14F-4D97-AF65-F5344CB8AC3E}">
        <p14:creationId xmlns:p14="http://schemas.microsoft.com/office/powerpoint/2010/main" val="1015327527"/>
      </p:ext>
    </p:extLst>
  </p:cSld>
  <p:clrMap bg1="lt1" tx1="dk1" bg2="lt2" tx2="dk2" accent1="accent1" accent2="accent2" accent3="accent3" accent4="accent4" accent5="accent5" accent6="accent6" hlink="hlink" folHlink="folHlink"/>
  <p:sldLayoutIdLst>
    <p:sldLayoutId id="2147483661" r:id="rId1"/>
    <p:sldLayoutId id="2147483694" r:id="rId2"/>
    <p:sldLayoutId id="2147483695" r:id="rId3"/>
    <p:sldLayoutId id="2147483696" r:id="rId4"/>
    <p:sldLayoutId id="2147483697" r:id="rId5"/>
    <p:sldLayoutId id="2147483698" r:id="rId6"/>
    <p:sldLayoutId id="2147483699" r:id="rId7"/>
    <p:sldLayoutId id="2147483685" r:id="rId8"/>
    <p:sldLayoutId id="2147483662" r:id="rId9"/>
    <p:sldLayoutId id="2147483663" r:id="rId10"/>
    <p:sldLayoutId id="2147483664" r:id="rId11"/>
    <p:sldLayoutId id="2147483665" r:id="rId12"/>
    <p:sldLayoutId id="2147483666" r:id="rId13"/>
    <p:sldLayoutId id="2147483667" r:id="rId14"/>
    <p:sldLayoutId id="2147483668" r:id="rId15"/>
    <p:sldLayoutId id="2147483669" r:id="rId16"/>
    <p:sldLayoutId id="2147483670" r:id="rId17"/>
    <p:sldLayoutId id="2147483671" r:id="rId18"/>
    <p:sldLayoutId id="2147483689" r:id="rId19"/>
    <p:sldLayoutId id="2147483690" r:id="rId20"/>
    <p:sldLayoutId id="2147483691" r:id="rId21"/>
  </p:sldLayoutIdLst>
  <p:txStyles>
    <p:titleStyle>
      <a:lvl1pPr algn="ctr" defTabSz="457200" rtl="0" eaLnBrk="1" latinLnBrk="0" hangingPunct="1">
        <a:spcBef>
          <a:spcPct val="0"/>
        </a:spcBef>
        <a:buNone/>
        <a:defRPr sz="4400" kern="1200">
          <a:solidFill>
            <a:schemeClr val="tx1"/>
          </a:solidFill>
          <a:latin typeface="+mj-lt"/>
          <a:ea typeface="+mj-ea"/>
          <a:cs typeface="+mj-cs"/>
        </a:defRPr>
      </a:lvl1pPr>
    </p:titleStyle>
    <p:bodyStyle>
      <a:lvl1pPr marL="342900" indent="-342900" algn="l" defTabSz="457200" rtl="0" eaLnBrk="1" latinLnBrk="0" hangingPunct="1">
        <a:spcBef>
          <a:spcPct val="20000"/>
        </a:spcBef>
        <a:buFont typeface="Arial"/>
        <a:buChar char="•"/>
        <a:defRPr sz="3200" kern="1200">
          <a:solidFill>
            <a:schemeClr val="tx1"/>
          </a:solidFill>
          <a:latin typeface="+mn-lt"/>
          <a:ea typeface="+mn-ea"/>
          <a:cs typeface="+mn-cs"/>
        </a:defRPr>
      </a:lvl1pPr>
      <a:lvl2pPr marL="742950" indent="-285750" algn="l" defTabSz="457200" rtl="0" eaLnBrk="1" latinLnBrk="0" hangingPunct="1">
        <a:spcBef>
          <a:spcPct val="20000"/>
        </a:spcBef>
        <a:buFont typeface="Arial"/>
        <a:buChar char="–"/>
        <a:defRPr sz="2800" kern="1200">
          <a:solidFill>
            <a:schemeClr val="tx1"/>
          </a:solidFill>
          <a:latin typeface="+mn-lt"/>
          <a:ea typeface="+mn-ea"/>
          <a:cs typeface="+mn-cs"/>
        </a:defRPr>
      </a:lvl2pPr>
      <a:lvl3pPr marL="1143000" indent="-228600" algn="l" defTabSz="457200" rtl="0" eaLnBrk="1" latinLnBrk="0" hangingPunct="1">
        <a:spcBef>
          <a:spcPct val="20000"/>
        </a:spcBef>
        <a:buFont typeface="Arial"/>
        <a:buChar char="•"/>
        <a:defRPr sz="2400" kern="1200">
          <a:solidFill>
            <a:schemeClr val="tx1"/>
          </a:solidFill>
          <a:latin typeface="+mn-lt"/>
          <a:ea typeface="+mn-ea"/>
          <a:cs typeface="+mn-cs"/>
        </a:defRPr>
      </a:lvl3pPr>
      <a:lvl4pPr marL="1600200" indent="-228600" algn="l" defTabSz="457200" rtl="0" eaLnBrk="1" latinLnBrk="0" hangingPunct="1">
        <a:spcBef>
          <a:spcPct val="20000"/>
        </a:spcBef>
        <a:buFont typeface="Arial"/>
        <a:buChar char="–"/>
        <a:defRPr sz="2000" kern="1200">
          <a:solidFill>
            <a:schemeClr val="tx1"/>
          </a:solidFill>
          <a:latin typeface="+mn-lt"/>
          <a:ea typeface="+mn-ea"/>
          <a:cs typeface="+mn-cs"/>
        </a:defRPr>
      </a:lvl4pPr>
      <a:lvl5pPr marL="2057400" indent="-228600" algn="l" defTabSz="457200" rtl="0" eaLnBrk="1" latinLnBrk="0" hangingPunct="1">
        <a:spcBef>
          <a:spcPct val="20000"/>
        </a:spcBef>
        <a:buFont typeface="Arial"/>
        <a:buChar char="»"/>
        <a:defRPr sz="2000" kern="1200">
          <a:solidFill>
            <a:schemeClr val="tx1"/>
          </a:solidFill>
          <a:latin typeface="+mn-lt"/>
          <a:ea typeface="+mn-ea"/>
          <a:cs typeface="+mn-cs"/>
        </a:defRPr>
      </a:lvl5pPr>
      <a:lvl6pPr marL="2514600" indent="-228600" algn="l" defTabSz="457200" rtl="0" eaLnBrk="1" latinLnBrk="0" hangingPunct="1">
        <a:spcBef>
          <a:spcPct val="20000"/>
        </a:spcBef>
        <a:buFont typeface="Arial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6pPr>
      <a:lvl7pPr marL="2971800" indent="-228600" algn="l" defTabSz="457200" rtl="0" eaLnBrk="1" latinLnBrk="0" hangingPunct="1">
        <a:spcBef>
          <a:spcPct val="20000"/>
        </a:spcBef>
        <a:buFont typeface="Arial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7pPr>
      <a:lvl8pPr marL="3429000" indent="-228600" algn="l" defTabSz="457200" rtl="0" eaLnBrk="1" latinLnBrk="0" hangingPunct="1">
        <a:spcBef>
          <a:spcPct val="20000"/>
        </a:spcBef>
        <a:buFont typeface="Arial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8pPr>
      <a:lvl9pPr marL="3886200" indent="-228600" algn="l" defTabSz="457200" rtl="0" eaLnBrk="1" latinLnBrk="0" hangingPunct="1">
        <a:spcBef>
          <a:spcPct val="20000"/>
        </a:spcBef>
        <a:buFont typeface="Arial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9pPr>
    </p:bodyStyle>
    <p:otherStyle>
      <a:defPPr>
        <a:defRPr lang="en-US"/>
      </a:defPPr>
      <a:lvl1pPr marL="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1pPr>
      <a:lvl2pPr marL="4572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2pPr>
      <a:lvl3pPr marL="9144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3pPr>
      <a:lvl4pPr marL="13716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4pPr>
      <a:lvl5pPr marL="18288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5pPr>
      <a:lvl6pPr marL="22860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6pPr>
      <a:lvl7pPr marL="27432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7pPr>
      <a:lvl8pPr marL="32004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8pPr>
      <a:lvl9pPr marL="36576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9pPr>
    </p:otherStyle>
  </p:txStyles>
</p:sldMaster>
</file>

<file path=ppt/slideMasters/slideMaster3.xml><?xml version="1.0" encoding="utf-8"?>
<p:sldMaster xmlns:a="http://schemas.openxmlformats.org/drawingml/2006/main" xmlns:r="http://schemas.openxmlformats.org/officeDocument/2006/relationships" xmlns:p="http://schemas.openxmlformats.org/presentationml/2006/main" preserve="1">
  <p:cSld>
    <p:bg>
      <p:bgRef idx="1002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7" name="TextBox 6">
            <a:extLst>
              <a:ext uri="{FF2B5EF4-FFF2-40B4-BE49-F238E27FC236}">
                <a16:creationId xmlns:a16="http://schemas.microsoft.com/office/drawing/2014/main" id="{3119FB80-559B-263D-2A19-81CB5BDEE55B}"/>
              </a:ext>
            </a:extLst>
          </p:cNvPr>
          <p:cNvSpPr txBox="1"/>
          <p:nvPr userDrawn="1"/>
        </p:nvSpPr>
        <p:spPr>
          <a:xfrm>
            <a:off x="81465" y="121543"/>
            <a:ext cx="1088136" cy="307777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defRPr sz="1400" b="1" i="0">
                <a:solidFill>
                  <a:srgbClr val="FFFFFF"/>
                </a:solidFill>
                <a:latin typeface="Arial"/>
              </a:defRPr>
            </a:pPr>
            <a:r>
              <a:rPr dirty="0">
                <a:solidFill>
                  <a:schemeClr val="bg1"/>
                </a:solidFill>
              </a:rPr>
              <a:t>me</a:t>
            </a:r>
            <a:r>
              <a:rPr lang="de-DE" dirty="0">
                <a:solidFill>
                  <a:schemeClr val="bg1"/>
                </a:solidFill>
              </a:rPr>
              <a:t>d</a:t>
            </a:r>
            <a:r>
              <a:rPr lang="de-DE" dirty="0">
                <a:gradFill flip="none" rotWithShape="1">
                  <a:gsLst>
                    <a:gs pos="0">
                      <a:schemeClr val="accent1">
                        <a:lumMod val="40000"/>
                        <a:lumOff val="60000"/>
                      </a:schemeClr>
                    </a:gs>
                    <a:gs pos="46000">
                      <a:schemeClr val="accent1">
                        <a:lumMod val="95000"/>
                        <a:lumOff val="5000"/>
                      </a:schemeClr>
                    </a:gs>
                    <a:gs pos="100000">
                      <a:schemeClr val="accent1">
                        <a:lumMod val="90000"/>
                      </a:schemeClr>
                    </a:gs>
                  </a:gsLst>
                  <a:path path="circle">
                    <a:fillToRect l="50000" t="130000" r="50000" b="-30000"/>
                  </a:path>
                  <a:tileRect/>
                </a:gradFill>
              </a:rPr>
              <a:t>accur</a:t>
            </a:r>
            <a:endParaRPr dirty="0">
              <a:gradFill flip="none" rotWithShape="1">
                <a:gsLst>
                  <a:gs pos="0">
                    <a:schemeClr val="accent1">
                      <a:lumMod val="40000"/>
                      <a:lumOff val="60000"/>
                    </a:schemeClr>
                  </a:gs>
                  <a:gs pos="46000">
                    <a:schemeClr val="accent1">
                      <a:lumMod val="95000"/>
                      <a:lumOff val="5000"/>
                    </a:schemeClr>
                  </a:gs>
                  <a:gs pos="100000">
                    <a:schemeClr val="accent1">
                      <a:lumMod val="90000"/>
                    </a:schemeClr>
                  </a:gs>
                </a:gsLst>
                <a:path path="circle">
                  <a:fillToRect l="50000" t="130000" r="50000" b="-30000"/>
                </a:path>
                <a:tileRect/>
              </a:gradFill>
            </a:endParaRPr>
          </a:p>
        </p:txBody>
      </p:sp>
      <p:sp>
        <p:nvSpPr>
          <p:cNvPr id="10" name="TextBox 9">
            <a:extLst>
              <a:ext uri="{FF2B5EF4-FFF2-40B4-BE49-F238E27FC236}">
                <a16:creationId xmlns:a16="http://schemas.microsoft.com/office/drawing/2014/main" id="{25AC6272-AD25-6B60-6C85-6F8CB663D68A}"/>
              </a:ext>
            </a:extLst>
          </p:cNvPr>
          <p:cNvSpPr txBox="1"/>
          <p:nvPr userDrawn="1"/>
        </p:nvSpPr>
        <p:spPr>
          <a:xfrm>
            <a:off x="329184" y="6629400"/>
            <a:ext cx="6400800" cy="200055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defRPr sz="700" b="0" i="1">
                <a:solidFill>
                  <a:srgbClr val="94A3B8"/>
                </a:solidFill>
                <a:latin typeface="Arial"/>
              </a:defRPr>
            </a:pPr>
            <a:r>
              <a:rPr dirty="0">
                <a:solidFill>
                  <a:schemeClr val="tx1">
                    <a:lumMod val="75000"/>
                    <a:lumOff val="25000"/>
                  </a:schemeClr>
                </a:solidFill>
              </a:rPr>
              <a:t>{{</a:t>
            </a:r>
            <a:r>
              <a:rPr dirty="0" err="1">
                <a:solidFill>
                  <a:schemeClr val="tx1">
                    <a:lumMod val="75000"/>
                    <a:lumOff val="25000"/>
                  </a:schemeClr>
                </a:solidFill>
              </a:rPr>
              <a:t>footer_refs</a:t>
            </a:r>
            <a:r>
              <a:rPr dirty="0">
                <a:solidFill>
                  <a:schemeClr val="tx1">
                    <a:lumMod val="75000"/>
                    <a:lumOff val="25000"/>
                  </a:schemeClr>
                </a:solidFill>
              </a:rPr>
              <a:t>}}</a:t>
            </a:r>
          </a:p>
        </p:txBody>
      </p:sp>
      <p:sp>
        <p:nvSpPr>
          <p:cNvPr id="11" name="TextBox 10">
            <a:extLst>
              <a:ext uri="{FF2B5EF4-FFF2-40B4-BE49-F238E27FC236}">
                <a16:creationId xmlns:a16="http://schemas.microsoft.com/office/drawing/2014/main" id="{FB4384FF-B29D-8DD6-9F18-A4FFD94EB71B}"/>
              </a:ext>
            </a:extLst>
          </p:cNvPr>
          <p:cNvSpPr txBox="1"/>
          <p:nvPr userDrawn="1"/>
        </p:nvSpPr>
        <p:spPr>
          <a:xfrm>
            <a:off x="8686800" y="6629400"/>
            <a:ext cx="3200400" cy="200055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700" b="1" i="0">
                <a:solidFill>
                  <a:srgbClr val="8B5CF6"/>
                </a:solidFill>
                <a:latin typeface="Arial"/>
              </a:defRPr>
            </a:pPr>
            <a:r>
              <a:rPr dirty="0">
                <a:solidFill>
                  <a:schemeClr val="tx1">
                    <a:lumMod val="75000"/>
                    <a:lumOff val="25000"/>
                  </a:schemeClr>
                </a:solidFill>
              </a:rPr>
              <a:t>{{confidence}}% Confidence · </a:t>
            </a:r>
            <a:r>
              <a:rPr dirty="0" err="1">
                <a:solidFill>
                  <a:schemeClr val="tx1">
                    <a:lumMod val="75000"/>
                    <a:lumOff val="25000"/>
                  </a:schemeClr>
                </a:solidFill>
              </a:rPr>
              <a:t>medaccur</a:t>
            </a:r>
            <a:endParaRPr dirty="0">
              <a:solidFill>
                <a:schemeClr val="tx1">
                  <a:lumMod val="75000"/>
                  <a:lumOff val="25000"/>
                </a:schemeClr>
              </a:solidFill>
            </a:endParaRPr>
          </a:p>
        </p:txBody>
      </p:sp>
    </p:spTree>
    <p:extLst>
      <p:ext uri="{BB962C8B-B14F-4D97-AF65-F5344CB8AC3E}">
        <p14:creationId xmlns:p14="http://schemas.microsoft.com/office/powerpoint/2010/main" val="965080859"/>
      </p:ext>
    </p:extLst>
  </p:cSld>
  <p:clrMap bg1="lt1" tx1="dk1" bg2="lt2" tx2="dk2" accent1="accent1" accent2="accent2" accent3="accent3" accent4="accent4" accent5="accent5" accent6="accent6" hlink="hlink" folHlink="folHlink"/>
  <p:sldLayoutIdLst>
    <p:sldLayoutId id="2147483701" r:id="rId1"/>
    <p:sldLayoutId id="2147483702" r:id="rId2"/>
    <p:sldLayoutId id="2147483703" r:id="rId3"/>
    <p:sldLayoutId id="2147483704" r:id="rId4"/>
    <p:sldLayoutId id="2147483705" r:id="rId5"/>
    <p:sldLayoutId id="2147483706" r:id="rId6"/>
    <p:sldLayoutId id="2147483707" r:id="rId7"/>
    <p:sldLayoutId id="2147483708" r:id="rId8"/>
    <p:sldLayoutId id="2147483709" r:id="rId9"/>
    <p:sldLayoutId id="2147483710" r:id="rId10"/>
    <p:sldLayoutId id="2147483711" r:id="rId11"/>
    <p:sldLayoutId id="2147483712" r:id="rId12"/>
    <p:sldLayoutId id="2147483713" r:id="rId13"/>
    <p:sldLayoutId id="2147483714" r:id="rId14"/>
    <p:sldLayoutId id="2147483715" r:id="rId15"/>
    <p:sldLayoutId id="2147483716" r:id="rId16"/>
    <p:sldLayoutId id="2147483717" r:id="rId17"/>
    <p:sldLayoutId id="2147483718" r:id="rId18"/>
    <p:sldLayoutId id="2147483719" r:id="rId19"/>
    <p:sldLayoutId id="2147483720" r:id="rId20"/>
    <p:sldLayoutId id="2147483721" r:id="rId21"/>
  </p:sldLayoutIdLst>
  <p:txStyles>
    <p:titleStyle>
      <a:lvl1pPr algn="ctr" defTabSz="457200" rtl="0" eaLnBrk="1" latinLnBrk="0" hangingPunct="1">
        <a:spcBef>
          <a:spcPct val="0"/>
        </a:spcBef>
        <a:buNone/>
        <a:defRPr sz="4400" kern="1200">
          <a:solidFill>
            <a:schemeClr val="tx1"/>
          </a:solidFill>
          <a:latin typeface="+mj-lt"/>
          <a:ea typeface="+mj-ea"/>
          <a:cs typeface="+mj-cs"/>
        </a:defRPr>
      </a:lvl1pPr>
    </p:titleStyle>
    <p:bodyStyle>
      <a:lvl1pPr marL="342900" indent="-342900" algn="l" defTabSz="457200" rtl="0" eaLnBrk="1" latinLnBrk="0" hangingPunct="1">
        <a:spcBef>
          <a:spcPct val="20000"/>
        </a:spcBef>
        <a:buFont typeface="Arial"/>
        <a:buChar char="•"/>
        <a:defRPr sz="3200" kern="1200">
          <a:solidFill>
            <a:schemeClr val="tx1"/>
          </a:solidFill>
          <a:latin typeface="+mn-lt"/>
          <a:ea typeface="+mn-ea"/>
          <a:cs typeface="+mn-cs"/>
        </a:defRPr>
      </a:lvl1pPr>
      <a:lvl2pPr marL="742950" indent="-285750" algn="l" defTabSz="457200" rtl="0" eaLnBrk="1" latinLnBrk="0" hangingPunct="1">
        <a:spcBef>
          <a:spcPct val="20000"/>
        </a:spcBef>
        <a:buFont typeface="Arial"/>
        <a:buChar char="–"/>
        <a:defRPr sz="2800" kern="1200">
          <a:solidFill>
            <a:schemeClr val="tx1"/>
          </a:solidFill>
          <a:latin typeface="+mn-lt"/>
          <a:ea typeface="+mn-ea"/>
          <a:cs typeface="+mn-cs"/>
        </a:defRPr>
      </a:lvl2pPr>
      <a:lvl3pPr marL="1143000" indent="-228600" algn="l" defTabSz="457200" rtl="0" eaLnBrk="1" latinLnBrk="0" hangingPunct="1">
        <a:spcBef>
          <a:spcPct val="20000"/>
        </a:spcBef>
        <a:buFont typeface="Arial"/>
        <a:buChar char="•"/>
        <a:defRPr sz="2400" kern="1200">
          <a:solidFill>
            <a:schemeClr val="tx1"/>
          </a:solidFill>
          <a:latin typeface="+mn-lt"/>
          <a:ea typeface="+mn-ea"/>
          <a:cs typeface="+mn-cs"/>
        </a:defRPr>
      </a:lvl3pPr>
      <a:lvl4pPr marL="1600200" indent="-228600" algn="l" defTabSz="457200" rtl="0" eaLnBrk="1" latinLnBrk="0" hangingPunct="1">
        <a:spcBef>
          <a:spcPct val="20000"/>
        </a:spcBef>
        <a:buFont typeface="Arial"/>
        <a:buChar char="–"/>
        <a:defRPr sz="2000" kern="1200">
          <a:solidFill>
            <a:schemeClr val="tx1"/>
          </a:solidFill>
          <a:latin typeface="+mn-lt"/>
          <a:ea typeface="+mn-ea"/>
          <a:cs typeface="+mn-cs"/>
        </a:defRPr>
      </a:lvl4pPr>
      <a:lvl5pPr marL="2057400" indent="-228600" algn="l" defTabSz="457200" rtl="0" eaLnBrk="1" latinLnBrk="0" hangingPunct="1">
        <a:spcBef>
          <a:spcPct val="20000"/>
        </a:spcBef>
        <a:buFont typeface="Arial"/>
        <a:buChar char="»"/>
        <a:defRPr sz="2000" kern="1200">
          <a:solidFill>
            <a:schemeClr val="tx1"/>
          </a:solidFill>
          <a:latin typeface="+mn-lt"/>
          <a:ea typeface="+mn-ea"/>
          <a:cs typeface="+mn-cs"/>
        </a:defRPr>
      </a:lvl5pPr>
      <a:lvl6pPr marL="2514600" indent="-228600" algn="l" defTabSz="457200" rtl="0" eaLnBrk="1" latinLnBrk="0" hangingPunct="1">
        <a:spcBef>
          <a:spcPct val="20000"/>
        </a:spcBef>
        <a:buFont typeface="Arial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6pPr>
      <a:lvl7pPr marL="2971800" indent="-228600" algn="l" defTabSz="457200" rtl="0" eaLnBrk="1" latinLnBrk="0" hangingPunct="1">
        <a:spcBef>
          <a:spcPct val="20000"/>
        </a:spcBef>
        <a:buFont typeface="Arial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7pPr>
      <a:lvl8pPr marL="3429000" indent="-228600" algn="l" defTabSz="457200" rtl="0" eaLnBrk="1" latinLnBrk="0" hangingPunct="1">
        <a:spcBef>
          <a:spcPct val="20000"/>
        </a:spcBef>
        <a:buFont typeface="Arial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8pPr>
      <a:lvl9pPr marL="3886200" indent="-228600" algn="l" defTabSz="457200" rtl="0" eaLnBrk="1" latinLnBrk="0" hangingPunct="1">
        <a:spcBef>
          <a:spcPct val="20000"/>
        </a:spcBef>
        <a:buFont typeface="Arial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9pPr>
    </p:bodyStyle>
    <p:otherStyle>
      <a:defPPr>
        <a:defRPr lang="en-US"/>
      </a:defPPr>
      <a:lvl1pPr marL="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1pPr>
      <a:lvl2pPr marL="4572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2pPr>
      <a:lvl3pPr marL="9144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3pPr>
      <a:lvl4pPr marL="13716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4pPr>
      <a:lvl5pPr marL="18288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5pPr>
      <a:lvl6pPr marL="22860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6pPr>
      <a:lvl7pPr marL="27432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7pPr>
      <a:lvl8pPr marL="32004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8pPr>
      <a:lvl9pPr marL="36576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9pPr>
    </p:otherStyle>
  </p:txStyles>
</p:sldMaster>
</file>

<file path=ppt/slides/_rels/slide1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3.xml"/></Relationships>
</file>

<file path=ppt/slides/slide1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</p:spTree>
    <p:extLst>
      <p:ext uri="{BB962C8B-B14F-4D97-AF65-F5344CB8AC3E}">
        <p14:creationId xmlns:p14="http://schemas.microsoft.com/office/powerpoint/2010/main" val="569607421"/>
      </p:ext>
    </p:extLst>
  </p:cSld>
  <p:clrMapOvr>
    <a:masterClrMapping/>
  </p:clrMapOvr>
</p:sld>
</file>

<file path=ppt/theme/theme1.xml><?xml version="1.0" encoding="utf-8"?>
<a:theme xmlns:a="http://schemas.openxmlformats.org/drawingml/2006/main" name="Custom Design">
  <a:themeElements>
    <a:clrScheme name="Office">
      <a:dk1>
        <a:sysClr val="windowText" lastClr="000000"/>
      </a:dk1>
      <a:lt1>
        <a:sysClr val="window" lastClr="FFFFFF"/>
      </a:lt1>
      <a:dk2>
        <a:srgbClr val="0E2841"/>
      </a:dk2>
      <a:lt2>
        <a:srgbClr val="E8E8E8"/>
      </a:lt2>
      <a:accent1>
        <a:srgbClr val="156082"/>
      </a:accent1>
      <a:accent2>
        <a:srgbClr val="E97132"/>
      </a:accent2>
      <a:accent3>
        <a:srgbClr val="196B24"/>
      </a:accent3>
      <a:accent4>
        <a:srgbClr val="0F9ED5"/>
      </a:accent4>
      <a:accent5>
        <a:srgbClr val="A02B93"/>
      </a:accent5>
      <a:accent6>
        <a:srgbClr val="4EA72E"/>
      </a:accent6>
      <a:hlink>
        <a:srgbClr val="467886"/>
      </a:hlink>
      <a:folHlink>
        <a:srgbClr val="96607D"/>
      </a:folHlink>
    </a:clrScheme>
    <a:fontScheme name="Office">
      <a:majorFont>
        <a:latin typeface="Aptos Display" panose="02110004020202020204"/>
        <a:ea typeface=""/>
        <a:cs typeface=""/>
        <a:font script="Jpan" typeface="游ゴシック Light"/>
        <a:font script="Hang" typeface="맑은 고딕"/>
        <a:font script="Hans" typeface="等线 Light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  <a:font script="Armn" typeface="Arial"/>
        <a:font script="Bugi" typeface="Leelawadee UI"/>
        <a:font script="Bopo" typeface="Microsoft JhengHei"/>
        <a:font script="Java" typeface="Javanese Text"/>
        <a:font script="Lisu" typeface="Segoe UI"/>
        <a:font script="Mymr" typeface="Myanmar Text"/>
        <a:font script="Nkoo" typeface="Ebrima"/>
        <a:font script="Olck" typeface="Nirmala UI"/>
        <a:font script="Osma" typeface="Ebrima"/>
        <a:font script="Phag" typeface="Phagspa"/>
        <a:font script="Syrn" typeface="Estrangelo Edessa"/>
        <a:font script="Syrj" typeface="Estrangelo Edessa"/>
        <a:font script="Syre" typeface="Estrangelo Edessa"/>
        <a:font script="Sora" typeface="Nirmala UI"/>
        <a:font script="Tale" typeface="Microsoft Tai Le"/>
        <a:font script="Talu" typeface="Microsoft New Tai Lue"/>
        <a:font script="Tfng" typeface="Ebrima"/>
      </a:majorFont>
      <a:minorFont>
        <a:latin typeface="Aptos" panose="02110004020202020204"/>
        <a:ea typeface=""/>
        <a:cs typeface=""/>
        <a:font script="Jpan" typeface="游ゴシック"/>
        <a:font script="Hang" typeface="맑은 고딕"/>
        <a:font script="Hans" typeface="等线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  <a:font script="Armn" typeface="Arial"/>
        <a:font script="Bugi" typeface="Leelawadee UI"/>
        <a:font script="Bopo" typeface="Microsoft JhengHei"/>
        <a:font script="Java" typeface="Javanese Text"/>
        <a:font script="Lisu" typeface="Segoe UI"/>
        <a:font script="Mymr" typeface="Myanmar Text"/>
        <a:font script="Nkoo" typeface="Ebrima"/>
        <a:font script="Olck" typeface="Nirmala UI"/>
        <a:font script="Osma" typeface="Ebrima"/>
        <a:font script="Phag" typeface="Phagspa"/>
        <a:font script="Syrn" typeface="Estrangelo Edessa"/>
        <a:font script="Syrj" typeface="Estrangelo Edessa"/>
        <a:font script="Syre" typeface="Estrangelo Edessa"/>
        <a:font script="Sora" typeface="Nirmala UI"/>
        <a:font script="Tale" typeface="Microsoft Tai Le"/>
        <a:font script="Talu" typeface="Microsoft New Tai Lue"/>
        <a:font script="Tfng" typeface="Ebrima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lumMod val="110000"/>
                <a:satMod val="105000"/>
                <a:tint val="67000"/>
              </a:schemeClr>
            </a:gs>
            <a:gs pos="50000">
              <a:schemeClr val="phClr">
                <a:lumMod val="105000"/>
                <a:satMod val="103000"/>
                <a:tint val="73000"/>
              </a:schemeClr>
            </a:gs>
            <a:gs pos="100000">
              <a:schemeClr val="phClr">
                <a:lumMod val="105000"/>
                <a:satMod val="109000"/>
                <a:tint val="81000"/>
              </a:schemeClr>
            </a:gs>
          </a:gsLst>
          <a:lin ang="5400000" scaled="0"/>
        </a:gradFill>
        <a:gradFill rotWithShape="1">
          <a:gsLst>
            <a:gs pos="0">
              <a:schemeClr val="phClr">
                <a:satMod val="103000"/>
                <a:lumMod val="102000"/>
                <a:tint val="94000"/>
              </a:schemeClr>
            </a:gs>
            <a:gs pos="50000">
              <a:schemeClr val="phClr">
                <a:satMod val="110000"/>
                <a:lumMod val="100000"/>
                <a:shade val="100000"/>
              </a:schemeClr>
            </a:gs>
            <a:gs pos="100000">
              <a:schemeClr val="phClr">
                <a:lumMod val="99000"/>
                <a:satMod val="120000"/>
                <a:shade val="78000"/>
              </a:schemeClr>
            </a:gs>
          </a:gsLst>
          <a:lin ang="5400000" scaled="0"/>
        </a:gradFill>
      </a:fillStyleLst>
      <a:lnStyleLst>
        <a:ln w="12700" cap="flat" cmpd="sng" algn="ctr">
          <a:solidFill>
            <a:schemeClr val="phClr"/>
          </a:solidFill>
          <a:prstDash val="solid"/>
          <a:miter lim="800000"/>
        </a:ln>
        <a:ln w="19050" cap="flat" cmpd="sng" algn="ctr">
          <a:solidFill>
            <a:schemeClr val="phClr"/>
          </a:solidFill>
          <a:prstDash val="solid"/>
          <a:miter lim="800000"/>
        </a:ln>
        <a:ln w="25400" cap="flat" cmpd="sng" algn="ctr">
          <a:solidFill>
            <a:schemeClr val="phClr"/>
          </a:solidFill>
          <a:prstDash val="solid"/>
          <a:miter lim="800000"/>
        </a:ln>
      </a:lnStyleLst>
      <a:effectStyleLst>
        <a:effectStyle>
          <a:effectLst/>
        </a:effectStyle>
        <a:effectStyle>
          <a:effectLst/>
        </a:effectStyle>
        <a:effectStyle>
          <a:effectLst>
            <a:outerShdw blurRad="57150" dist="19050" dir="5400000" algn="ctr" rotWithShape="0">
              <a:srgbClr val="000000">
                <a:alpha val="63000"/>
              </a:srgbClr>
            </a:outerShdw>
          </a:effectLst>
        </a:effectStyle>
      </a:effectStyleLst>
      <a:bgFillStyleLst>
        <a:solidFill>
          <a:schemeClr val="phClr"/>
        </a:solidFill>
        <a:solidFill>
          <a:schemeClr val="phClr">
            <a:tint val="95000"/>
            <a:satMod val="170000"/>
          </a:schemeClr>
        </a:solidFill>
        <a:gradFill rotWithShape="1">
          <a:gsLst>
            <a:gs pos="0">
              <a:schemeClr val="phClr">
                <a:tint val="93000"/>
                <a:satMod val="150000"/>
                <a:shade val="98000"/>
                <a:lumMod val="102000"/>
              </a:schemeClr>
            </a:gs>
            <a:gs pos="50000">
              <a:schemeClr val="phClr">
                <a:tint val="98000"/>
                <a:satMod val="130000"/>
                <a:shade val="90000"/>
                <a:lumMod val="103000"/>
              </a:schemeClr>
            </a:gs>
            <a:gs pos="100000">
              <a:schemeClr val="phClr">
                <a:shade val="63000"/>
                <a:satMod val="120000"/>
              </a:schemeClr>
            </a:gs>
          </a:gsLst>
          <a:lin ang="5400000" scaled="0"/>
        </a:gradFill>
      </a:bgFillStyleLst>
    </a:fmtScheme>
  </a:themeElements>
  <a:objectDefaults>
    <a:lnDef>
      <a:spPr/>
      <a:bodyPr/>
      <a:lstStyle/>
      <a:style>
        <a:lnRef idx="2">
          <a:schemeClr val="accent1"/>
        </a:lnRef>
        <a:fillRef idx="0">
          <a:schemeClr val="accent1"/>
        </a:fillRef>
        <a:effectRef idx="1">
          <a:schemeClr val="accent1"/>
        </a:effectRef>
        <a:fontRef idx="minor">
          <a:schemeClr val="tx1"/>
        </a:fontRef>
      </a:style>
    </a:lnDef>
  </a:objectDefaults>
  <a:extraClrSchemeLst/>
  <a:extLst>
    <a:ext uri="{05A4C25C-085E-4340-85A3-A5531E510DB2}">
      <thm15:themeFamily xmlns:thm15="http://schemas.microsoft.com/office/thememl/2012/main" name="Office Theme" id="{2E142A2C-CD16-42D6-873A-C26D2A0506FA}" vid="{1BDDFF52-6CD6-40A5-AB3C-68EB2F1E4D0A}"/>
    </a:ext>
  </a:extLst>
</a:theme>
</file>

<file path=ppt/theme/theme2.xml><?xml version="1.0" encoding="utf-8"?>
<a:theme xmlns:a="http://schemas.openxmlformats.org/drawingml/2006/main" name="1_Office Theme">
  <a:themeElements>
    <a:clrScheme name="Office">
      <a:dk1>
        <a:sysClr val="windowText" lastClr="000000"/>
      </a:dk1>
      <a:lt1>
        <a:sysClr val="window" lastClr="FFFFFF"/>
      </a:lt1>
      <a:dk2>
        <a:srgbClr val="1F497D"/>
      </a:dk2>
      <a:lt2>
        <a:srgbClr val="EEECE1"/>
      </a:lt2>
      <a:accent1>
        <a:srgbClr val="4F81BD"/>
      </a:accent1>
      <a:accent2>
        <a:srgbClr val="C0504D"/>
      </a:accent2>
      <a:accent3>
        <a:srgbClr val="9BBB59"/>
      </a:accent3>
      <a:accent4>
        <a:srgbClr val="8064A2"/>
      </a:accent4>
      <a:accent5>
        <a:srgbClr val="4BACC6"/>
      </a:accent5>
      <a:accent6>
        <a:srgbClr val="F79646"/>
      </a:accent6>
      <a:hlink>
        <a:srgbClr val="0000FF"/>
      </a:hlink>
      <a:folHlink>
        <a:srgbClr val="800080"/>
      </a:folHlink>
    </a:clrScheme>
    <a:fontScheme name="Office">
      <a:majorFont>
        <a:latin typeface="Calibri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</a:majorFont>
      <a:minorFont>
        <a:latin typeface="Calibri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tint val="50000"/>
                <a:satMod val="300000"/>
              </a:schemeClr>
            </a:gs>
            <a:gs pos="35000">
              <a:schemeClr val="phClr">
                <a:tint val="37000"/>
                <a:satMod val="300000"/>
              </a:schemeClr>
            </a:gs>
            <a:gs pos="100000">
              <a:schemeClr val="phClr">
                <a:tint val="15000"/>
                <a:satMod val="350000"/>
              </a:schemeClr>
            </a:gs>
          </a:gsLst>
          <a:lin ang="16200000" scaled="1"/>
        </a:gradFill>
        <a:gradFill rotWithShape="1">
          <a:gsLst>
            <a:gs pos="0">
              <a:schemeClr val="phClr">
                <a:tint val="100000"/>
                <a:shade val="100000"/>
                <a:satMod val="130000"/>
              </a:schemeClr>
            </a:gs>
            <a:gs pos="100000">
              <a:schemeClr val="phClr">
                <a:tint val="50000"/>
                <a:shade val="100000"/>
                <a:satMod val="350000"/>
              </a:schemeClr>
            </a:gs>
          </a:gsLst>
          <a:lin ang="16200000" scaled="0"/>
        </a:gradFill>
      </a:fillStyleLst>
      <a:lnStyleLst>
        <a:ln w="9525" cap="flat" cmpd="sng" algn="ctr">
          <a:solidFill>
            <a:schemeClr val="phClr">
              <a:shade val="95000"/>
              <a:satMod val="105000"/>
            </a:schemeClr>
          </a:solidFill>
          <a:prstDash val="solid"/>
        </a:ln>
        <a:ln w="25400" cap="flat" cmpd="sng" algn="ctr">
          <a:solidFill>
            <a:schemeClr val="phClr"/>
          </a:solidFill>
          <a:prstDash val="solid"/>
        </a:ln>
        <a:ln w="38100" cap="flat" cmpd="sng" algn="ctr">
          <a:solidFill>
            <a:schemeClr val="phClr"/>
          </a:solidFill>
          <a:prstDash val="solid"/>
        </a:ln>
      </a:lnStyleLst>
      <a:effectStyleLst>
        <a:effectStyle>
          <a:effectLst>
            <a:outerShdw blurRad="40000" dist="20000" dir="5400000" rotWithShape="0">
              <a:srgbClr val="000000">
                <a:alpha val="38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  <a:scene3d>
            <a:camera prst="orthographicFront">
              <a:rot lat="0" lon="0" rev="0"/>
            </a:camera>
            <a:lightRig rig="threePt" dir="t">
              <a:rot lat="0" lon="0" rev="1200000"/>
            </a:lightRig>
          </a:scene3d>
          <a:sp3d>
            <a:bevelT w="63500" h="25400"/>
          </a:sp3d>
        </a:effectStyle>
      </a:effectStyleLst>
      <a:bgFillStyleLst>
        <a:solidFill>
          <a:schemeClr val="phClr"/>
        </a:solidFill>
        <a:gradFill rotWithShape="1">
          <a:gsLst>
            <a:gs pos="0">
              <a:schemeClr val="phClr">
                <a:tint val="40000"/>
                <a:satMod val="350000"/>
              </a:schemeClr>
            </a:gs>
            <a:gs pos="40000">
              <a:schemeClr val="phClr">
                <a:tint val="45000"/>
                <a:shade val="99000"/>
                <a:satMod val="350000"/>
              </a:schemeClr>
            </a:gs>
            <a:gs pos="100000">
              <a:schemeClr val="phClr">
                <a:shade val="20000"/>
                <a:satMod val="255000"/>
              </a:schemeClr>
            </a:gs>
          </a:gsLst>
          <a:path path="circle">
            <a:fillToRect l="50000" t="-80000" r="50000" b="180000"/>
          </a:path>
        </a:gradFill>
        <a:gradFill rotWithShape="1">
          <a:gsLst>
            <a:gs pos="0">
              <a:schemeClr val="phClr">
                <a:tint val="80000"/>
                <a:satMod val="300000"/>
              </a:schemeClr>
            </a:gs>
            <a:gs pos="100000">
              <a:schemeClr val="phClr">
                <a:shade val="30000"/>
                <a:satMod val="200000"/>
              </a:schemeClr>
            </a:gs>
          </a:gsLst>
          <a:path path="circle">
            <a:fillToRect l="50000" t="50000" r="50000" b="50000"/>
          </a:path>
        </a:gradFill>
      </a:bgFillStyleLst>
    </a:fmtScheme>
  </a:themeElements>
  <a:objectDefaults>
    <a:spDef>
      <a:spPr/>
      <a:bodyPr/>
      <a:lstStyle/>
      <a:style>
        <a:lnRef idx="1">
          <a:schemeClr val="accent1"/>
        </a:lnRef>
        <a:fillRef idx="3">
          <a:schemeClr val="accent1"/>
        </a:fillRef>
        <a:effectRef idx="2">
          <a:schemeClr val="accent1"/>
        </a:effectRef>
        <a:fontRef idx="minor">
          <a:schemeClr val="lt1"/>
        </a:fontRef>
      </a:style>
    </a:spDef>
    <a:lnDef>
      <a:spPr/>
      <a:bodyPr/>
      <a:lstStyle/>
      <a:style>
        <a:lnRef idx="2">
          <a:schemeClr val="accent1"/>
        </a:lnRef>
        <a:fillRef idx="0">
          <a:schemeClr val="accent1"/>
        </a:fillRef>
        <a:effectRef idx="1">
          <a:schemeClr val="accent1"/>
        </a:effectRef>
        <a:fontRef idx="minor">
          <a:schemeClr val="tx1"/>
        </a:fontRef>
      </a:style>
    </a:lnDef>
  </a:objectDefaults>
  <a:extraClrSchemeLst/>
</a:theme>
</file>

<file path=ppt/theme/theme3.xml><?xml version="1.0" encoding="utf-8"?>
<a:theme xmlns:a="http://schemas.openxmlformats.org/drawingml/2006/main" name="2_Office Theme">
  <a:themeElements>
    <a:clrScheme name="Office">
      <a:dk1>
        <a:sysClr val="windowText" lastClr="000000"/>
      </a:dk1>
      <a:lt1>
        <a:sysClr val="window" lastClr="FFFFFF"/>
      </a:lt1>
      <a:dk2>
        <a:srgbClr val="1F497D"/>
      </a:dk2>
      <a:lt2>
        <a:srgbClr val="EEECE1"/>
      </a:lt2>
      <a:accent1>
        <a:srgbClr val="4F81BD"/>
      </a:accent1>
      <a:accent2>
        <a:srgbClr val="C0504D"/>
      </a:accent2>
      <a:accent3>
        <a:srgbClr val="9BBB59"/>
      </a:accent3>
      <a:accent4>
        <a:srgbClr val="8064A2"/>
      </a:accent4>
      <a:accent5>
        <a:srgbClr val="4BACC6"/>
      </a:accent5>
      <a:accent6>
        <a:srgbClr val="F79646"/>
      </a:accent6>
      <a:hlink>
        <a:srgbClr val="0000FF"/>
      </a:hlink>
      <a:folHlink>
        <a:srgbClr val="800080"/>
      </a:folHlink>
    </a:clrScheme>
    <a:fontScheme name="Office">
      <a:majorFont>
        <a:latin typeface="Calibri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</a:majorFont>
      <a:minorFont>
        <a:latin typeface="Calibri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tint val="50000"/>
                <a:satMod val="300000"/>
              </a:schemeClr>
            </a:gs>
            <a:gs pos="35000">
              <a:schemeClr val="phClr">
                <a:tint val="37000"/>
                <a:satMod val="300000"/>
              </a:schemeClr>
            </a:gs>
            <a:gs pos="100000">
              <a:schemeClr val="phClr">
                <a:tint val="15000"/>
                <a:satMod val="350000"/>
              </a:schemeClr>
            </a:gs>
          </a:gsLst>
          <a:lin ang="16200000" scaled="1"/>
        </a:gradFill>
        <a:gradFill rotWithShape="1">
          <a:gsLst>
            <a:gs pos="0">
              <a:schemeClr val="phClr">
                <a:tint val="100000"/>
                <a:shade val="100000"/>
                <a:satMod val="130000"/>
              </a:schemeClr>
            </a:gs>
            <a:gs pos="100000">
              <a:schemeClr val="phClr">
                <a:tint val="50000"/>
                <a:shade val="100000"/>
                <a:satMod val="350000"/>
              </a:schemeClr>
            </a:gs>
          </a:gsLst>
          <a:lin ang="16200000" scaled="0"/>
        </a:gradFill>
      </a:fillStyleLst>
      <a:lnStyleLst>
        <a:ln w="9525" cap="flat" cmpd="sng" algn="ctr">
          <a:solidFill>
            <a:schemeClr val="phClr">
              <a:shade val="95000"/>
              <a:satMod val="105000"/>
            </a:schemeClr>
          </a:solidFill>
          <a:prstDash val="solid"/>
        </a:ln>
        <a:ln w="25400" cap="flat" cmpd="sng" algn="ctr">
          <a:solidFill>
            <a:schemeClr val="phClr"/>
          </a:solidFill>
          <a:prstDash val="solid"/>
        </a:ln>
        <a:ln w="38100" cap="flat" cmpd="sng" algn="ctr">
          <a:solidFill>
            <a:schemeClr val="phClr"/>
          </a:solidFill>
          <a:prstDash val="solid"/>
        </a:ln>
      </a:lnStyleLst>
      <a:effectStyleLst>
        <a:effectStyle>
          <a:effectLst>
            <a:outerShdw blurRad="40000" dist="20000" dir="5400000" rotWithShape="0">
              <a:srgbClr val="000000">
                <a:alpha val="38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  <a:scene3d>
            <a:camera prst="orthographicFront">
              <a:rot lat="0" lon="0" rev="0"/>
            </a:camera>
            <a:lightRig rig="threePt" dir="t">
              <a:rot lat="0" lon="0" rev="1200000"/>
            </a:lightRig>
          </a:scene3d>
          <a:sp3d>
            <a:bevelT w="63500" h="25400"/>
          </a:sp3d>
        </a:effectStyle>
      </a:effectStyleLst>
      <a:bgFillStyleLst>
        <a:solidFill>
          <a:schemeClr val="phClr"/>
        </a:solidFill>
        <a:gradFill rotWithShape="1">
          <a:gsLst>
            <a:gs pos="0">
              <a:schemeClr val="phClr">
                <a:tint val="40000"/>
                <a:satMod val="350000"/>
              </a:schemeClr>
            </a:gs>
            <a:gs pos="40000">
              <a:schemeClr val="phClr">
                <a:tint val="45000"/>
                <a:shade val="99000"/>
                <a:satMod val="350000"/>
              </a:schemeClr>
            </a:gs>
            <a:gs pos="100000">
              <a:schemeClr val="phClr">
                <a:shade val="20000"/>
                <a:satMod val="255000"/>
              </a:schemeClr>
            </a:gs>
          </a:gsLst>
          <a:path path="circle">
            <a:fillToRect l="50000" t="-80000" r="50000" b="180000"/>
          </a:path>
        </a:gradFill>
        <a:gradFill rotWithShape="1">
          <a:gsLst>
            <a:gs pos="0">
              <a:schemeClr val="phClr">
                <a:tint val="80000"/>
                <a:satMod val="300000"/>
              </a:schemeClr>
            </a:gs>
            <a:gs pos="100000">
              <a:schemeClr val="phClr">
                <a:shade val="30000"/>
                <a:satMod val="200000"/>
              </a:schemeClr>
            </a:gs>
          </a:gsLst>
          <a:path path="circle">
            <a:fillToRect l="50000" t="50000" r="50000" b="50000"/>
          </a:path>
        </a:gradFill>
      </a:bgFillStyleLst>
    </a:fmtScheme>
  </a:themeElements>
  <a:objectDefaults>
    <a:spDef>
      <a:spPr/>
      <a:bodyPr/>
      <a:lstStyle/>
      <a:style>
        <a:lnRef idx="1">
          <a:schemeClr val="accent1"/>
        </a:lnRef>
        <a:fillRef idx="3">
          <a:schemeClr val="accent1"/>
        </a:fillRef>
        <a:effectRef idx="2">
          <a:schemeClr val="accent1"/>
        </a:effectRef>
        <a:fontRef idx="minor">
          <a:schemeClr val="lt1"/>
        </a:fontRef>
      </a:style>
    </a:spDef>
    <a:lnDef>
      <a:spPr/>
      <a:bodyPr/>
      <a:lstStyle/>
      <a:style>
        <a:lnRef idx="2">
          <a:schemeClr val="accent1"/>
        </a:lnRef>
        <a:fillRef idx="0">
          <a:schemeClr val="accent1"/>
        </a:fillRef>
        <a:effectRef idx="1">
          <a:schemeClr val="accent1"/>
        </a:effectRef>
        <a:fontRef idx="minor">
          <a:schemeClr val="tx1"/>
        </a:fontRef>
      </a:style>
    </a:lnDef>
  </a:objectDefaults>
  <a:extraClrSchemeLst/>
</a:theme>
</file>

<file path=docProps/app.xml><?xml version="1.0" encoding="utf-8"?>
<Properties xmlns="http://schemas.openxmlformats.org/officeDocument/2006/extended-properties" xmlns:vt="http://schemas.openxmlformats.org/officeDocument/2006/docPropsVTypes">
  <TotalTime>0</TotalTime>
  <Words>0</Words>
  <Application>Microsoft Office PowerPoint</Application>
  <PresentationFormat>Custom</PresentationFormat>
  <Paragraphs>0</Paragraphs>
  <Slides>1</Slides>
  <Notes>0</Notes>
  <HiddenSlides>0</HiddenSlides>
  <MMClips>0</MMClips>
  <ScaleCrop>false</ScaleCrop>
  <HeadingPairs>
    <vt:vector size="6" baseType="variant">
      <vt:variant>
        <vt:lpstr>Fonts Used</vt:lpstr>
      </vt:variant>
      <vt:variant>
        <vt:i4>3</vt:i4>
      </vt:variant>
      <vt:variant>
        <vt:lpstr>Theme</vt:lpstr>
      </vt:variant>
      <vt:variant>
        <vt:i4>3</vt:i4>
      </vt:variant>
      <vt:variant>
        <vt:lpstr>Slide Titles</vt:lpstr>
      </vt:variant>
      <vt:variant>
        <vt:i4>1</vt:i4>
      </vt:variant>
    </vt:vector>
  </HeadingPairs>
  <TitlesOfParts>
    <vt:vector size="7" baseType="lpstr">
      <vt:lpstr>Aptos</vt:lpstr>
      <vt:lpstr>Arial</vt:lpstr>
      <vt:lpstr>Calibri</vt:lpstr>
      <vt:lpstr>Custom Design</vt:lpstr>
      <vt:lpstr>1_Office Theme</vt:lpstr>
      <vt:lpstr>2_Office Theme</vt:lpstr>
      <vt:lpstr>PowerPoint Presentation</vt:lpstr>
    </vt:vector>
  </TitlesOfParts>
  <Manager/>
  <Company/>
  <LinksUpToDate>false</LinksUpToDate>
  <SharedDoc>false</SharedDoc>
  <HyperlinkBase/>
  <HyperlinksChanged>false</HyperlinksChanged>
  <AppVersion>16.0000</AppVersion>
</Properties>
</file>

<file path=docProps/core.xml><?xml version="1.0" encoding="utf-8"?>
<cp:coreProperties xmlns:cp="http://schemas.openxmlformats.org/package/2006/metadata/core-properties" xmlns:dc="http://purl.org/dc/elements/1.1/" xmlns:dcterms="http://purl.org/dc/terms/" xmlns:dcmitype="http://purl.org/dc/dcmitype/" xmlns:xsi="http://www.w3.org/2001/XMLSchema-instance">
  <dc:title/>
  <dc:subject/>
  <dc:creator>Bertan</dc:creator>
  <cp:keywords/>
  <dc:description>generated using python-pptx</dc:description>
  <cp:lastModifiedBy>Bertan Bopp</cp:lastModifiedBy>
  <cp:revision>10</cp:revision>
  <dcterms:created xsi:type="dcterms:W3CDTF">2013-01-27T09:14:16Z</dcterms:created>
  <dcterms:modified xsi:type="dcterms:W3CDTF">2026-04-09T13:47:24Z</dcterms:modified>
  <cp:category/>
</cp:coreProperties>
</file>
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60" r:id="rId2"/>
    <p:sldMasterId id="2147483700" r:id="rId3"/>
  </p:sldMasterIdLst>
  <p:sldIdLst>
    <p:sldId id="257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CC0C"/>
    <a:srgbClr val="C4B5FD"/>
    <a:srgbClr val="5E4979"/>
    <a:srgbClr val="9954CC"/>
    <a:srgbClr val="7A5E9C"/>
    <a:srgbClr val="9F8AB8"/>
    <a:srgbClr val="684F85"/>
    <a:srgbClr val="EF4444"/>
    <a:srgbClr val="8B5CF6"/>
    <a:srgbClr val="FA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7994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9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noFill/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mPFS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4">
                      <a:lumMod val="40000"/>
                      <a:lumOff val="60000"/>
                    </a:schemeClr>
                  </a:gs>
                  <a:gs pos="46000">
                    <a:schemeClr val="accent4">
                      <a:lumMod val="95000"/>
                      <a:lumOff val="5000"/>
                    </a:schemeClr>
                  </a:gs>
                  <a:gs pos="100000">
                    <a:schemeClr val="accent4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4ED-4637-BBD5-E823919D19FA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4ED-4637-BBD5-E823919D19FA}"/>
              </c:ext>
            </c:extLst>
          </c:dPt>
          <c:cat>
            <c:strRef>
              <c:f>Sheet1!$A$2:$A$3</c:f>
              <c:strCache>
                <c:ptCount val="2"/>
                <c:pt idx="0">
                  <c:v>DRUG</c:v>
                </c:pt>
                <c:pt idx="1">
                  <c:v>CONTROL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ED-4637-BBD5-E823919D1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52489984"/>
        <c:axId val="1352488064"/>
      </c:barChart>
      <c:catAx>
        <c:axId val="135248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52488064"/>
        <c:crosses val="autoZero"/>
        <c:auto val="1"/>
        <c:lblAlgn val="ctr"/>
        <c:lblOffset val="100"/>
        <c:noMultiLvlLbl val="0"/>
      </c:catAx>
      <c:valAx>
        <c:axId val="1352488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52489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noFill/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DRUG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E88-4DB5-8805-A19E1DBBF83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BE88-4DB5-8805-A19E1DBBF83E}"/>
              </c:ext>
            </c:extLst>
          </c:dPt>
          <c:dPt>
            <c:idx val="2"/>
            <c:invertIfNegative val="0"/>
            <c:bubble3D val="0"/>
            <c:spPr>
              <a:solidFill>
                <a:srgbClr val="E6CC0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E88-4DB5-8805-A19E1DBBF83E}"/>
              </c:ext>
            </c:extLst>
          </c:dPt>
          <c:cat>
            <c:strRef>
              <c:f>Sheet1!$A$2:$A$4</c:f>
              <c:strCache>
                <c:ptCount val="3"/>
                <c:pt idx="0">
                  <c:v>CR</c:v>
                </c:pt>
                <c:pt idx="1">
                  <c:v>VGPR</c:v>
                </c:pt>
                <c:pt idx="2">
                  <c:v>PR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88-4DB5-8805-A19E1DBBF8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84682304"/>
        <c:axId val="1384683264"/>
      </c:barChart>
      <c:catAx>
        <c:axId val="13846823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84683264"/>
        <c:crosses val="autoZero"/>
        <c:auto val="1"/>
        <c:lblAlgn val="ctr"/>
        <c:lblOffset val="100"/>
        <c:noMultiLvlLbl val="0"/>
      </c:catAx>
      <c:valAx>
        <c:axId val="13846832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8468230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8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DA-4076-9415-FD33CDF66B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76014447"/>
        <c:axId val="1076011087"/>
      </c:barChart>
      <c:catAx>
        <c:axId val="10760144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76011087"/>
        <c:crosses val="autoZero"/>
        <c:auto val="1"/>
        <c:lblAlgn val="ctr"/>
        <c:lblOffset val="100"/>
        <c:noMultiLvlLbl val="0"/>
      </c:catAx>
      <c:valAx>
        <c:axId val="1076011087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760144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noFill/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mPFS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4">
                      <a:lumMod val="40000"/>
                      <a:lumOff val="60000"/>
                    </a:schemeClr>
                  </a:gs>
                  <a:gs pos="46000">
                    <a:schemeClr val="accent4">
                      <a:lumMod val="95000"/>
                      <a:lumOff val="5000"/>
                    </a:schemeClr>
                  </a:gs>
                  <a:gs pos="100000">
                    <a:schemeClr val="accent4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4ED-4637-BBD5-E823919D19FA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4ED-4637-BBD5-E823919D19FA}"/>
              </c:ext>
            </c:extLst>
          </c:dPt>
          <c:cat>
            <c:strRef>
              <c:f>Sheet1!$A$2:$A$3</c:f>
              <c:strCache>
                <c:ptCount val="2"/>
                <c:pt idx="0">
                  <c:v>DRUG</c:v>
                </c:pt>
                <c:pt idx="1">
                  <c:v>CONTROL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ED-4637-BBD5-E823919D1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52489984"/>
        <c:axId val="1352488064"/>
      </c:barChart>
      <c:catAx>
        <c:axId val="135248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52488064"/>
        <c:crosses val="autoZero"/>
        <c:auto val="1"/>
        <c:lblAlgn val="ctr"/>
        <c:lblOffset val="100"/>
        <c:noMultiLvlLbl val="0"/>
      </c:catAx>
      <c:valAx>
        <c:axId val="1352488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52489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noFill/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noFill/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DRUG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E88-4DB5-8805-A19E1DBBF83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BE88-4DB5-8805-A19E1DBBF83E}"/>
              </c:ext>
            </c:extLst>
          </c:dPt>
          <c:dPt>
            <c:idx val="2"/>
            <c:invertIfNegative val="0"/>
            <c:bubble3D val="0"/>
            <c:spPr>
              <a:solidFill>
                <a:srgbClr val="E6CC0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E88-4DB5-8805-A19E1DBBF83E}"/>
              </c:ext>
            </c:extLst>
          </c:dPt>
          <c:cat>
            <c:strRef>
              <c:f>Sheet1!$A$2:$A$4</c:f>
              <c:strCache>
                <c:ptCount val="3"/>
                <c:pt idx="0">
                  <c:v>CR</c:v>
                </c:pt>
                <c:pt idx="1">
                  <c:v>VGPR</c:v>
                </c:pt>
                <c:pt idx="2">
                  <c:v>PR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88-4DB5-8805-A19E1DBBF8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84682304"/>
        <c:axId val="1384683264"/>
      </c:barChart>
      <c:catAx>
        <c:axId val="13846823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84683264"/>
        <c:crosses val="autoZero"/>
        <c:auto val="1"/>
        <c:lblAlgn val="ctr"/>
        <c:lblOffset val="100"/>
        <c:noMultiLvlLbl val="0"/>
      </c:catAx>
      <c:valAx>
        <c:axId val="13846832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8468230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8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DA-4076-9415-FD33CDF66B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76014447"/>
        <c:axId val="1076011087"/>
      </c:barChart>
      <c:catAx>
        <c:axId val="10760144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76011087"/>
        <c:crosses val="autoZero"/>
        <c:auto val="1"/>
        <c:lblAlgn val="ctr"/>
        <c:lblOffset val="100"/>
        <c:noMultiLvlLbl val="0"/>
      </c:catAx>
      <c:valAx>
        <c:axId val="1076011087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760144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Relationship Id="rId4" Type="http://schemas.openxmlformats.org/officeDocument/2006/relationships/chart" Target="../charts/chart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3.xml"/><Relationship Id="rId4" Type="http://schemas.openxmlformats.org/officeDocument/2006/relationships/chart" Target="../charts/chart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1">
            <a:extLst>
              <a:ext uri="{FF2B5EF4-FFF2-40B4-BE49-F238E27FC236}">
                <a16:creationId xmlns:a16="http://schemas.microsoft.com/office/drawing/2014/main" id="{419616A8-3750-87D1-00DA-D4DF800B7408}"/>
              </a:ext>
            </a:extLst>
          </p:cNvPr>
          <p:cNvSpPr txBox="1"/>
          <p:nvPr userDrawn="1"/>
        </p:nvSpPr>
        <p:spPr>
          <a:xfrm>
            <a:off x="1522412" y="22631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{{drug_name}}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D5A52F22-BE22-FBB4-C057-435CC5E7C1AF}"/>
              </a:ext>
            </a:extLst>
          </p:cNvPr>
          <p:cNvSpPr txBox="1"/>
          <p:nvPr userDrawn="1"/>
        </p:nvSpPr>
        <p:spPr>
          <a:xfrm>
            <a:off x="1522412" y="29946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0" i="0">
                <a:solidFill>
                  <a:srgbClr val="C4B5FD"/>
                </a:solidFill>
                <a:latin typeface="Arial"/>
              </a:defRPr>
            </a:pPr>
            <a:r>
              <a:t>({{drug_brand}})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A23E87B6-ECC2-6D7D-30C1-6B05E9E8A9F4}"/>
              </a:ext>
            </a:extLst>
          </p:cNvPr>
          <p:cNvSpPr txBox="1"/>
          <p:nvPr userDrawn="1"/>
        </p:nvSpPr>
        <p:spPr>
          <a:xfrm>
            <a:off x="1522412" y="36347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{{indication_full}}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F41BE74F-2ED8-C795-6BB9-2F087DD6A570}"/>
              </a:ext>
            </a:extLst>
          </p:cNvPr>
          <p:cNvSpPr txBox="1"/>
          <p:nvPr userDrawn="1"/>
        </p:nvSpPr>
        <p:spPr>
          <a:xfrm>
            <a:off x="1522412" y="4320539"/>
            <a:ext cx="9144000" cy="292388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75000"/>
                  </a:schemeClr>
                </a:solidFill>
              </a:rPr>
              <a:t>{{scope}}</a:t>
            </a:r>
          </a:p>
        </p:txBody>
      </p:sp>
    </p:spTree>
    <p:extLst>
      <p:ext uri="{BB962C8B-B14F-4D97-AF65-F5344CB8AC3E}">
        <p14:creationId xmlns:p14="http://schemas.microsoft.com/office/powerpoint/2010/main" val="3378848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B9266F-5A0E-DE49-BB26-3FE53AD0801F}"/>
              </a:ext>
            </a:extLst>
          </p:cNvPr>
          <p:cNvSpPr txBox="1"/>
          <p:nvPr userDrawn="1"/>
        </p:nvSpPr>
        <p:spPr>
          <a:xfrm>
            <a:off x="458788" y="457200"/>
            <a:ext cx="3657600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0" b="1" i="0">
                <a:solidFill>
                  <a:srgbClr val="2D286B"/>
                </a:solidFill>
                <a:latin typeface="Arial"/>
              </a:defRPr>
            </a:pPr>
            <a:r>
              <a:rPr sz="12000" dirty="0">
                <a:solidFill>
                  <a:srgbClr val="586E92"/>
                </a:solidFill>
              </a:rPr>
              <a:t>{{</a:t>
            </a:r>
            <a:r>
              <a:rPr sz="12000" dirty="0" err="1">
                <a:solidFill>
                  <a:srgbClr val="586E92"/>
                </a:solidFill>
              </a:rPr>
              <a:t>section_number</a:t>
            </a:r>
            <a:r>
              <a:rPr sz="12000" dirty="0">
                <a:solidFill>
                  <a:srgbClr val="586E92"/>
                </a:solidFill>
              </a:rPr>
              <a:t>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3D816-67DA-FBCE-F649-A58ECE947C59}"/>
              </a:ext>
            </a:extLst>
          </p:cNvPr>
          <p:cNvSpPr txBox="1"/>
          <p:nvPr userDrawn="1"/>
        </p:nvSpPr>
        <p:spPr>
          <a:xfrm>
            <a:off x="733108" y="2926081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rPr sz="3200"/>
              <a:t>{{divider_title}}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D3959-A258-13C4-FA42-7FA969E84C54}"/>
              </a:ext>
            </a:extLst>
          </p:cNvPr>
          <p:cNvSpPr txBox="1"/>
          <p:nvPr userDrawn="1"/>
        </p:nvSpPr>
        <p:spPr>
          <a:xfrm>
            <a:off x="733108" y="352044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rPr sz="1600"/>
              <a:t>{{divider_subtitle}}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B5F80-ECB0-15E7-79CA-28676DF58FEE}"/>
              </a:ext>
            </a:extLst>
          </p:cNvPr>
          <p:cNvSpPr txBox="1"/>
          <p:nvPr userDrawn="1"/>
        </p:nvSpPr>
        <p:spPr>
          <a:xfrm>
            <a:off x="733108" y="4023361"/>
            <a:ext cx="6400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rPr sz="1100"/>
              <a:t>{{divider_description}}</a:t>
            </a:r>
          </a:p>
        </p:txBody>
      </p:sp>
    </p:spTree>
    <p:extLst>
      <p:ext uri="{BB962C8B-B14F-4D97-AF65-F5344CB8AC3E}">
        <p14:creationId xmlns:p14="http://schemas.microsoft.com/office/powerpoint/2010/main" val="218157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_8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AAFF8C-A048-B07E-4958-4F6AF55A2AE9}"/>
              </a:ext>
            </a:extLst>
          </p:cNvPr>
          <p:cNvSpPr txBox="1"/>
          <p:nvPr userDrawn="1"/>
        </p:nvSpPr>
        <p:spPr>
          <a:xfrm>
            <a:off x="475488" y="64008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{{</a:t>
            </a:r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guidelines_title</a:t>
            </a:r>
            <a:r>
              <a:rPr dirty="0">
                <a:solidFill>
                  <a:schemeClr val="tx1">
                    <a:lumMod val="95000"/>
                  </a:schemeClr>
                </a:solidFill>
              </a:rPr>
              <a:t>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02285-1FAD-424D-11AC-BE707F1C692C}"/>
              </a:ext>
            </a:extLst>
          </p:cNvPr>
          <p:cNvSpPr txBox="1"/>
          <p:nvPr userDrawn="1"/>
        </p:nvSpPr>
        <p:spPr>
          <a:xfrm>
            <a:off x="5486400" y="676656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</a:schemeClr>
                </a:solidFill>
              </a:rPr>
              <a:t>{{</a:t>
            </a: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guidelines_subtitle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}}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1EC80B-E692-A39B-A4FB-DE28053D5B59}"/>
              </a:ext>
            </a:extLst>
          </p:cNvPr>
          <p:cNvSpPr/>
          <p:nvPr userDrawn="1"/>
        </p:nvSpPr>
        <p:spPr>
          <a:xfrm>
            <a:off x="457200" y="1188720"/>
            <a:ext cx="11274552" cy="36576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6E8E07-E0BA-2575-CF47-5C7DAECC03D4}"/>
              </a:ext>
            </a:extLst>
          </p:cNvPr>
          <p:cNvSpPr txBox="1"/>
          <p:nvPr userDrawn="1"/>
        </p:nvSpPr>
        <p:spPr>
          <a:xfrm>
            <a:off x="530352" y="1261872"/>
            <a:ext cx="25968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Guideline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29EDE1-299F-D786-7908-F689D8C2B4E3}"/>
              </a:ext>
            </a:extLst>
          </p:cNvPr>
          <p:cNvSpPr txBox="1"/>
          <p:nvPr userDrawn="1"/>
        </p:nvSpPr>
        <p:spPr>
          <a:xfrm>
            <a:off x="3273552" y="126187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B73106-15B2-D1F5-570C-118C7AAD13E9}"/>
              </a:ext>
            </a:extLst>
          </p:cNvPr>
          <p:cNvSpPr txBox="1"/>
          <p:nvPr userDrawn="1"/>
        </p:nvSpPr>
        <p:spPr>
          <a:xfrm>
            <a:off x="4645152" y="126187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Status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2E07F1-297C-E12E-6CE0-D646B040A4A0}"/>
              </a:ext>
            </a:extLst>
          </p:cNvPr>
          <p:cNvSpPr txBox="1"/>
          <p:nvPr userDrawn="1"/>
        </p:nvSpPr>
        <p:spPr>
          <a:xfrm>
            <a:off x="6016752" y="1261872"/>
            <a:ext cx="30540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Recommendation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55EC86-B3A0-6AC6-B3A7-F94E20EDD953}"/>
              </a:ext>
            </a:extLst>
          </p:cNvPr>
          <p:cNvSpPr txBox="1"/>
          <p:nvPr userDrawn="1"/>
        </p:nvSpPr>
        <p:spPr>
          <a:xfrm>
            <a:off x="9217152" y="1261872"/>
            <a:ext cx="2898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Source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D4FCA1-E71A-9844-FC34-C6F54659D66A}"/>
              </a:ext>
            </a:extLst>
          </p:cNvPr>
          <p:cNvSpPr/>
          <p:nvPr userDrawn="1"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3A496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5365CD-FFA2-678F-C2B1-42272D19BF3B}"/>
              </a:ext>
            </a:extLst>
          </p:cNvPr>
          <p:cNvSpPr txBox="1"/>
          <p:nvPr userDrawn="1"/>
        </p:nvSpPr>
        <p:spPr>
          <a:xfrm>
            <a:off x="530352" y="1627632"/>
            <a:ext cx="25968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{{guideline_1}}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FFAB6B-9974-9C0B-99BF-B7A850A7C402}"/>
              </a:ext>
            </a:extLst>
          </p:cNvPr>
          <p:cNvSpPr txBox="1"/>
          <p:nvPr userDrawn="1"/>
        </p:nvSpPr>
        <p:spPr>
          <a:xfrm>
            <a:off x="3273552" y="162763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{{line_1}}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DBA1AD-0DC4-4C2E-A42D-6271E1DFFA36}"/>
              </a:ext>
            </a:extLst>
          </p:cNvPr>
          <p:cNvSpPr txBox="1"/>
          <p:nvPr userDrawn="1"/>
        </p:nvSpPr>
        <p:spPr>
          <a:xfrm>
            <a:off x="4645152" y="162763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{{status_1}}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9FD547-FAB4-E509-80F2-6097ED3544D4}"/>
              </a:ext>
            </a:extLst>
          </p:cNvPr>
          <p:cNvSpPr txBox="1"/>
          <p:nvPr userDrawn="1"/>
        </p:nvSpPr>
        <p:spPr>
          <a:xfrm>
            <a:off x="6016752" y="1627632"/>
            <a:ext cx="30540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{{recommendation_1}}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0A52D4-9C40-53A3-37A2-221097C6923B}"/>
              </a:ext>
            </a:extLst>
          </p:cNvPr>
          <p:cNvSpPr txBox="1"/>
          <p:nvPr userDrawn="1"/>
        </p:nvSpPr>
        <p:spPr>
          <a:xfrm>
            <a:off x="9217152" y="1627632"/>
            <a:ext cx="2898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{{source_1}}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A26DD6-48DC-C96C-DF1D-59238BED529B}"/>
              </a:ext>
            </a:extLst>
          </p:cNvPr>
          <p:cNvSpPr/>
          <p:nvPr userDrawn="1"/>
        </p:nvSpPr>
        <p:spPr>
          <a:xfrm>
            <a:off x="457200" y="2057400"/>
            <a:ext cx="11274552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C82971-8271-96E4-3CC6-CEE1C572612A}"/>
              </a:ext>
            </a:extLst>
          </p:cNvPr>
          <p:cNvSpPr txBox="1"/>
          <p:nvPr userDrawn="1"/>
        </p:nvSpPr>
        <p:spPr>
          <a:xfrm>
            <a:off x="530352" y="2130552"/>
            <a:ext cx="25968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{{guideline_2}}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51B0B1-1034-DA4E-3655-1B4FAF1B890D}"/>
              </a:ext>
            </a:extLst>
          </p:cNvPr>
          <p:cNvSpPr txBox="1"/>
          <p:nvPr userDrawn="1"/>
        </p:nvSpPr>
        <p:spPr>
          <a:xfrm>
            <a:off x="3273552" y="213055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{{line_2}}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D6A588-3088-4626-57BB-6B185CF4CFA1}"/>
              </a:ext>
            </a:extLst>
          </p:cNvPr>
          <p:cNvSpPr txBox="1"/>
          <p:nvPr userDrawn="1"/>
        </p:nvSpPr>
        <p:spPr>
          <a:xfrm>
            <a:off x="4645152" y="213055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{{status_2}}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357EAB-A5FF-115C-6C3E-696DB46AFB5B}"/>
              </a:ext>
            </a:extLst>
          </p:cNvPr>
          <p:cNvSpPr txBox="1"/>
          <p:nvPr userDrawn="1"/>
        </p:nvSpPr>
        <p:spPr>
          <a:xfrm>
            <a:off x="6016752" y="2130552"/>
            <a:ext cx="30540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{{recommendation_2}}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4DC9CD-A33E-6529-3724-39B2411223E0}"/>
              </a:ext>
            </a:extLst>
          </p:cNvPr>
          <p:cNvSpPr txBox="1"/>
          <p:nvPr userDrawn="1"/>
        </p:nvSpPr>
        <p:spPr>
          <a:xfrm>
            <a:off x="9217152" y="2130552"/>
            <a:ext cx="2898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{{source_2}}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3CB158-C4D3-52DA-D746-CC4EB832D169}"/>
              </a:ext>
            </a:extLst>
          </p:cNvPr>
          <p:cNvSpPr/>
          <p:nvPr userDrawn="1"/>
        </p:nvSpPr>
        <p:spPr>
          <a:xfrm>
            <a:off x="457200" y="2560320"/>
            <a:ext cx="11274552" cy="502920"/>
          </a:xfrm>
          <a:prstGeom prst="rect">
            <a:avLst/>
          </a:prstGeom>
          <a:solidFill>
            <a:srgbClr val="3A496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00E9A3-356C-0717-4E98-98996374D014}"/>
              </a:ext>
            </a:extLst>
          </p:cNvPr>
          <p:cNvSpPr txBox="1"/>
          <p:nvPr userDrawn="1"/>
        </p:nvSpPr>
        <p:spPr>
          <a:xfrm>
            <a:off x="530352" y="2633472"/>
            <a:ext cx="25968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{{guideline_3}}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8D28CB-23E8-5E28-2F47-C4B95A51109D}"/>
              </a:ext>
            </a:extLst>
          </p:cNvPr>
          <p:cNvSpPr txBox="1"/>
          <p:nvPr userDrawn="1"/>
        </p:nvSpPr>
        <p:spPr>
          <a:xfrm>
            <a:off x="3273552" y="263347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{{line_3}}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1B1477-CDDB-74D8-918E-C5F755158E3A}"/>
              </a:ext>
            </a:extLst>
          </p:cNvPr>
          <p:cNvSpPr txBox="1"/>
          <p:nvPr userDrawn="1"/>
        </p:nvSpPr>
        <p:spPr>
          <a:xfrm>
            <a:off x="4645152" y="263347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{{status_3}}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E97C02-13F7-F518-B3D9-86EFF26D3262}"/>
              </a:ext>
            </a:extLst>
          </p:cNvPr>
          <p:cNvSpPr txBox="1"/>
          <p:nvPr userDrawn="1"/>
        </p:nvSpPr>
        <p:spPr>
          <a:xfrm>
            <a:off x="6016752" y="2633472"/>
            <a:ext cx="30540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{{recommendation_3}}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CDC3DD-886A-C64B-56B1-CD2620BA0BEB}"/>
              </a:ext>
            </a:extLst>
          </p:cNvPr>
          <p:cNvSpPr txBox="1"/>
          <p:nvPr userDrawn="1"/>
        </p:nvSpPr>
        <p:spPr>
          <a:xfrm>
            <a:off x="9217152" y="2633472"/>
            <a:ext cx="2898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{{source_3}}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3B0CF4-ED0B-0AF7-83C0-21DD38D344D7}"/>
              </a:ext>
            </a:extLst>
          </p:cNvPr>
          <p:cNvSpPr/>
          <p:nvPr userDrawn="1"/>
        </p:nvSpPr>
        <p:spPr>
          <a:xfrm>
            <a:off x="457200" y="3063240"/>
            <a:ext cx="11274552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FA8B08-E876-6E37-346A-191BD18BD193}"/>
              </a:ext>
            </a:extLst>
          </p:cNvPr>
          <p:cNvSpPr txBox="1"/>
          <p:nvPr userDrawn="1"/>
        </p:nvSpPr>
        <p:spPr>
          <a:xfrm>
            <a:off x="530352" y="3136392"/>
            <a:ext cx="25968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{{guideline_4}}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7D5EDE-CF66-1263-F1E5-BE79059337AE}"/>
              </a:ext>
            </a:extLst>
          </p:cNvPr>
          <p:cNvSpPr txBox="1"/>
          <p:nvPr userDrawn="1"/>
        </p:nvSpPr>
        <p:spPr>
          <a:xfrm>
            <a:off x="3273552" y="313639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{{line_4}}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8EDD9E-3021-8678-FC47-FDC088C7E5B5}"/>
              </a:ext>
            </a:extLst>
          </p:cNvPr>
          <p:cNvSpPr txBox="1"/>
          <p:nvPr userDrawn="1"/>
        </p:nvSpPr>
        <p:spPr>
          <a:xfrm>
            <a:off x="4645152" y="313639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{{status_4}}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A747AF-CDD0-EBF2-8D3C-E1B92F83FEB0}"/>
              </a:ext>
            </a:extLst>
          </p:cNvPr>
          <p:cNvSpPr txBox="1"/>
          <p:nvPr userDrawn="1"/>
        </p:nvSpPr>
        <p:spPr>
          <a:xfrm>
            <a:off x="6016752" y="3136392"/>
            <a:ext cx="30540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{{recommendation_4}}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D20574-68F3-0849-5EB8-482CFDB57C03}"/>
              </a:ext>
            </a:extLst>
          </p:cNvPr>
          <p:cNvSpPr txBox="1"/>
          <p:nvPr userDrawn="1"/>
        </p:nvSpPr>
        <p:spPr>
          <a:xfrm>
            <a:off x="9217152" y="3136392"/>
            <a:ext cx="2898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{{source_4}}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53DCE9-AC18-BD22-1CEA-4BA3306FE3F4}"/>
              </a:ext>
            </a:extLst>
          </p:cNvPr>
          <p:cNvSpPr/>
          <p:nvPr userDrawn="1"/>
        </p:nvSpPr>
        <p:spPr>
          <a:xfrm>
            <a:off x="457200" y="3566160"/>
            <a:ext cx="11274552" cy="502920"/>
          </a:xfrm>
          <a:prstGeom prst="rect">
            <a:avLst/>
          </a:prstGeom>
          <a:solidFill>
            <a:srgbClr val="3A496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FB69D7-5033-71CD-D093-695262D9E5B9}"/>
              </a:ext>
            </a:extLst>
          </p:cNvPr>
          <p:cNvSpPr txBox="1"/>
          <p:nvPr userDrawn="1"/>
        </p:nvSpPr>
        <p:spPr>
          <a:xfrm>
            <a:off x="530352" y="3639312"/>
            <a:ext cx="25968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{{guideline_5}}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680A73-76C4-4775-0366-92472E4DD61F}"/>
              </a:ext>
            </a:extLst>
          </p:cNvPr>
          <p:cNvSpPr txBox="1"/>
          <p:nvPr userDrawn="1"/>
        </p:nvSpPr>
        <p:spPr>
          <a:xfrm>
            <a:off x="3273552" y="363931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{{line_5}}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9B03E2-32CA-194F-26B5-05AF86AA76D2}"/>
              </a:ext>
            </a:extLst>
          </p:cNvPr>
          <p:cNvSpPr txBox="1"/>
          <p:nvPr userDrawn="1"/>
        </p:nvSpPr>
        <p:spPr>
          <a:xfrm>
            <a:off x="4645152" y="363931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{{status_5}}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DB84F2-DF8B-9BF0-A796-55DA59455AEC}"/>
              </a:ext>
            </a:extLst>
          </p:cNvPr>
          <p:cNvSpPr txBox="1"/>
          <p:nvPr userDrawn="1"/>
        </p:nvSpPr>
        <p:spPr>
          <a:xfrm>
            <a:off x="6016752" y="3639312"/>
            <a:ext cx="30540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{{recommendation_5}}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26C0A5-5559-43E7-6B6A-98062C4C4D8E}"/>
              </a:ext>
            </a:extLst>
          </p:cNvPr>
          <p:cNvSpPr txBox="1"/>
          <p:nvPr userDrawn="1"/>
        </p:nvSpPr>
        <p:spPr>
          <a:xfrm>
            <a:off x="9217152" y="3639312"/>
            <a:ext cx="2898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{{source_5}}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B9F3BEC-A527-91C7-2ABF-775DBBC6E47F}"/>
              </a:ext>
            </a:extLst>
          </p:cNvPr>
          <p:cNvSpPr/>
          <p:nvPr userDrawn="1"/>
        </p:nvSpPr>
        <p:spPr>
          <a:xfrm>
            <a:off x="457200" y="4069080"/>
            <a:ext cx="11274552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B74684-FFC6-2E7A-F7B2-7F2FBB078E9B}"/>
              </a:ext>
            </a:extLst>
          </p:cNvPr>
          <p:cNvSpPr txBox="1"/>
          <p:nvPr userDrawn="1"/>
        </p:nvSpPr>
        <p:spPr>
          <a:xfrm>
            <a:off x="530352" y="4142232"/>
            <a:ext cx="25968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{{guideline_6}}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9598A3-942A-9627-8C86-12431A7C4803}"/>
              </a:ext>
            </a:extLst>
          </p:cNvPr>
          <p:cNvSpPr txBox="1"/>
          <p:nvPr userDrawn="1"/>
        </p:nvSpPr>
        <p:spPr>
          <a:xfrm>
            <a:off x="3273552" y="414223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{{line_6}}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687CCB-B637-8EAA-BE76-1AE81DAA7396}"/>
              </a:ext>
            </a:extLst>
          </p:cNvPr>
          <p:cNvSpPr txBox="1"/>
          <p:nvPr userDrawn="1"/>
        </p:nvSpPr>
        <p:spPr>
          <a:xfrm>
            <a:off x="4645152" y="414223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{{status_6}}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55D27C-E8B6-2CA0-B38E-D98BDA9F05C3}"/>
              </a:ext>
            </a:extLst>
          </p:cNvPr>
          <p:cNvSpPr txBox="1"/>
          <p:nvPr userDrawn="1"/>
        </p:nvSpPr>
        <p:spPr>
          <a:xfrm>
            <a:off x="6016752" y="4142232"/>
            <a:ext cx="30540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{{recommendation_6}}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2B1105-243C-7DF6-26D3-2FBF5D5C15F1}"/>
              </a:ext>
            </a:extLst>
          </p:cNvPr>
          <p:cNvSpPr txBox="1"/>
          <p:nvPr userDrawn="1"/>
        </p:nvSpPr>
        <p:spPr>
          <a:xfrm>
            <a:off x="9217152" y="4142232"/>
            <a:ext cx="2898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{{source_6}}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1B9135E-6414-2473-BA39-7CADCD3063A6}"/>
              </a:ext>
            </a:extLst>
          </p:cNvPr>
          <p:cNvSpPr/>
          <p:nvPr userDrawn="1"/>
        </p:nvSpPr>
        <p:spPr>
          <a:xfrm>
            <a:off x="457200" y="4572000"/>
            <a:ext cx="11274552" cy="502920"/>
          </a:xfrm>
          <a:prstGeom prst="rect">
            <a:avLst/>
          </a:prstGeom>
          <a:solidFill>
            <a:srgbClr val="3A496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F902EA-6BB9-9D0F-E69C-BD2A158781F1}"/>
              </a:ext>
            </a:extLst>
          </p:cNvPr>
          <p:cNvSpPr txBox="1"/>
          <p:nvPr userDrawn="1"/>
        </p:nvSpPr>
        <p:spPr>
          <a:xfrm>
            <a:off x="530352" y="4645152"/>
            <a:ext cx="25968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{{guideline_7}}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C0DA2B-1CB5-B9E8-3D3F-9781D1AF20E4}"/>
              </a:ext>
            </a:extLst>
          </p:cNvPr>
          <p:cNvSpPr txBox="1"/>
          <p:nvPr userDrawn="1"/>
        </p:nvSpPr>
        <p:spPr>
          <a:xfrm>
            <a:off x="3273552" y="464515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{{line_7}}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82052B-ABD5-D483-6457-662BC566B923}"/>
              </a:ext>
            </a:extLst>
          </p:cNvPr>
          <p:cNvSpPr txBox="1"/>
          <p:nvPr userDrawn="1"/>
        </p:nvSpPr>
        <p:spPr>
          <a:xfrm>
            <a:off x="4645152" y="464515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{{status_7}}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85F228-8C53-4080-9026-11D8AE89DC4F}"/>
              </a:ext>
            </a:extLst>
          </p:cNvPr>
          <p:cNvSpPr txBox="1"/>
          <p:nvPr userDrawn="1"/>
        </p:nvSpPr>
        <p:spPr>
          <a:xfrm>
            <a:off x="6016752" y="4645152"/>
            <a:ext cx="30540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{{recommendation_7}}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B8AA56-FA2F-8ECD-B2F3-7B8000360FCA}"/>
              </a:ext>
            </a:extLst>
          </p:cNvPr>
          <p:cNvSpPr txBox="1"/>
          <p:nvPr userDrawn="1"/>
        </p:nvSpPr>
        <p:spPr>
          <a:xfrm>
            <a:off x="9217152" y="4645152"/>
            <a:ext cx="2898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{{source_7}}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913180E-8FE5-6AAF-3150-E4780EBD90E9}"/>
              </a:ext>
            </a:extLst>
          </p:cNvPr>
          <p:cNvSpPr/>
          <p:nvPr userDrawn="1"/>
        </p:nvSpPr>
        <p:spPr>
          <a:xfrm>
            <a:off x="457200" y="5074920"/>
            <a:ext cx="11274552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312AAF-27F1-FD5C-C64C-F75C0402964F}"/>
              </a:ext>
            </a:extLst>
          </p:cNvPr>
          <p:cNvSpPr txBox="1"/>
          <p:nvPr userDrawn="1"/>
        </p:nvSpPr>
        <p:spPr>
          <a:xfrm>
            <a:off x="530352" y="5148072"/>
            <a:ext cx="25968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{{guideline_8}}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984194-D158-550F-8B4C-19DE2418B8D8}"/>
              </a:ext>
            </a:extLst>
          </p:cNvPr>
          <p:cNvSpPr txBox="1"/>
          <p:nvPr userDrawn="1"/>
        </p:nvSpPr>
        <p:spPr>
          <a:xfrm>
            <a:off x="3273552" y="514807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{{line_8}}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C409E8-D530-F8E3-30D7-A6DF30654C9B}"/>
              </a:ext>
            </a:extLst>
          </p:cNvPr>
          <p:cNvSpPr txBox="1"/>
          <p:nvPr userDrawn="1"/>
        </p:nvSpPr>
        <p:spPr>
          <a:xfrm>
            <a:off x="4645152" y="5148072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{{status_8}}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2803D9-05AE-FA36-54F9-37E11352D382}"/>
              </a:ext>
            </a:extLst>
          </p:cNvPr>
          <p:cNvSpPr txBox="1"/>
          <p:nvPr userDrawn="1"/>
        </p:nvSpPr>
        <p:spPr>
          <a:xfrm>
            <a:off x="6016752" y="5148072"/>
            <a:ext cx="30540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{{recommendation_8}}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699D31-4639-6F3C-0B24-8AF59F0766C1}"/>
              </a:ext>
            </a:extLst>
          </p:cNvPr>
          <p:cNvSpPr txBox="1"/>
          <p:nvPr userDrawn="1"/>
        </p:nvSpPr>
        <p:spPr>
          <a:xfrm>
            <a:off x="9217152" y="5148072"/>
            <a:ext cx="2898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{{source_8}}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D1995F-5FA4-ABFC-204D-18A6A66ABC04}"/>
              </a:ext>
            </a:extLst>
          </p:cNvPr>
          <p:cNvSpPr txBox="1"/>
          <p:nvPr userDrawn="1"/>
        </p:nvSpPr>
        <p:spPr>
          <a:xfrm>
            <a:off x="457200" y="5760720"/>
            <a:ext cx="112745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75000"/>
                  </a:schemeClr>
                </a:solidFill>
              </a:rPr>
              <a:t>{{</a:t>
            </a:r>
            <a:r>
              <a:rPr dirty="0" err="1">
                <a:solidFill>
                  <a:schemeClr val="tx1">
                    <a:lumMod val="75000"/>
                  </a:schemeClr>
                </a:solidFill>
              </a:rPr>
              <a:t>key_message</a:t>
            </a:r>
            <a:r>
              <a:rPr dirty="0">
                <a:solidFill>
                  <a:schemeClr val="tx1">
                    <a:lumMod val="75000"/>
                  </a:schemeClr>
                </a:solidFill>
              </a:rPr>
              <a:t>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E8D4C4-1312-BD36-754E-935CEFA52116}"/>
              </a:ext>
            </a:extLst>
          </p:cNvPr>
          <p:cNvSpPr txBox="1"/>
          <p:nvPr userDrawn="1"/>
        </p:nvSpPr>
        <p:spPr>
          <a:xfrm>
            <a:off x="1600200" y="137160"/>
            <a:ext cx="1737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50000"/>
                    <a:lumOff val="50000"/>
                  </a:schemeClr>
                </a:solidFill>
              </a:rPr>
              <a:t>GUIDELINES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894FBB-E974-F65B-BB59-582463105B80}"/>
              </a:ext>
            </a:extLst>
          </p:cNvPr>
          <p:cNvSpPr txBox="1"/>
          <p:nvPr userDrawn="1"/>
        </p:nvSpPr>
        <p:spPr>
          <a:xfrm>
            <a:off x="3566160" y="10972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>
                    <a:lumMod val="50000"/>
                    <a:lumOff val="50000"/>
                  </a:schemeClr>
                </a:solidFill>
              </a:rPr>
              <a:t>{{drug_label}}</a:t>
            </a:r>
          </a:p>
        </p:txBody>
      </p:sp>
    </p:spTree>
    <p:extLst>
      <p:ext uri="{BB962C8B-B14F-4D97-AF65-F5344CB8AC3E}">
        <p14:creationId xmlns:p14="http://schemas.microsoft.com/office/powerpoint/2010/main" val="1596136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_LINES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3">
            <a:extLst>
              <a:ext uri="{FF2B5EF4-FFF2-40B4-BE49-F238E27FC236}">
                <a16:creationId xmlns:a16="http://schemas.microsoft.com/office/drawing/2014/main" id="{E7CA2A23-C1D6-19C9-B386-4CC57FF6DE3B}"/>
              </a:ext>
            </a:extLst>
          </p:cNvPr>
          <p:cNvSpPr/>
          <p:nvPr userDrawn="1"/>
        </p:nvSpPr>
        <p:spPr>
          <a:xfrm>
            <a:off x="166180" y="658368"/>
            <a:ext cx="11859768" cy="140589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2BA00E-5CA0-8EB9-B5F7-04A28350D7F0}"/>
              </a:ext>
            </a:extLst>
          </p:cNvPr>
          <p:cNvSpPr/>
          <p:nvPr userDrawn="1"/>
        </p:nvSpPr>
        <p:spPr>
          <a:xfrm>
            <a:off x="330772" y="74980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2EECF-C655-AC55-FA22-4669EFD50164}"/>
              </a:ext>
            </a:extLst>
          </p:cNvPr>
          <p:cNvSpPr txBox="1"/>
          <p:nvPr userDrawn="1"/>
        </p:nvSpPr>
        <p:spPr>
          <a:xfrm>
            <a:off x="330772" y="73860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 dirty="0"/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0B93EF-9CFA-6CB4-5ADE-0B00E7672268}"/>
              </a:ext>
            </a:extLst>
          </p:cNvPr>
          <p:cNvSpPr txBox="1"/>
          <p:nvPr userDrawn="1"/>
        </p:nvSpPr>
        <p:spPr>
          <a:xfrm>
            <a:off x="733108" y="76809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10B981"/>
                </a:solidFill>
                <a:latin typeface="Arial"/>
              </a:defRPr>
            </a:pPr>
            <a:r>
              <a:rPr sz="1100"/>
              <a:t>STRENGTHS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607CD1-8CD7-840C-C410-EF57A9524E74}"/>
              </a:ext>
            </a:extLst>
          </p:cNvPr>
          <p:cNvSpPr txBox="1"/>
          <p:nvPr userDrawn="1"/>
        </p:nvSpPr>
        <p:spPr>
          <a:xfrm>
            <a:off x="2196148" y="74980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114DBD-8B13-27F9-AD0B-0BB3400BD1A2}"/>
              </a:ext>
            </a:extLst>
          </p:cNvPr>
          <p:cNvSpPr txBox="1"/>
          <p:nvPr userDrawn="1"/>
        </p:nvSpPr>
        <p:spPr>
          <a:xfrm>
            <a:off x="2342452" y="74980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{{strength_1}}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5E868F-36F5-000E-EFD0-B687C9FD1283}"/>
              </a:ext>
            </a:extLst>
          </p:cNvPr>
          <p:cNvSpPr txBox="1"/>
          <p:nvPr userDrawn="1"/>
        </p:nvSpPr>
        <p:spPr>
          <a:xfrm>
            <a:off x="2196148" y="98755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3B408D-EED7-2091-F5F4-665972739202}"/>
              </a:ext>
            </a:extLst>
          </p:cNvPr>
          <p:cNvSpPr txBox="1"/>
          <p:nvPr userDrawn="1"/>
        </p:nvSpPr>
        <p:spPr>
          <a:xfrm>
            <a:off x="2342452" y="98755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{{strength_2}}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71225-4E9A-40AB-C1C2-722134B40637}"/>
              </a:ext>
            </a:extLst>
          </p:cNvPr>
          <p:cNvSpPr txBox="1"/>
          <p:nvPr userDrawn="1"/>
        </p:nvSpPr>
        <p:spPr>
          <a:xfrm>
            <a:off x="2196148" y="1225295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B86951-0D85-6A53-549F-0A184E9EDF69}"/>
              </a:ext>
            </a:extLst>
          </p:cNvPr>
          <p:cNvSpPr txBox="1"/>
          <p:nvPr userDrawn="1"/>
        </p:nvSpPr>
        <p:spPr>
          <a:xfrm>
            <a:off x="2342452" y="1225296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 dirty="0"/>
              <a:t>{{strength_3}}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93775-38F4-8147-5BAA-69C64583D725}"/>
              </a:ext>
            </a:extLst>
          </p:cNvPr>
          <p:cNvSpPr txBox="1"/>
          <p:nvPr userDrawn="1"/>
        </p:nvSpPr>
        <p:spPr>
          <a:xfrm>
            <a:off x="7133908" y="74980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22AA7E-68E0-14DE-1922-1467DF643D57}"/>
              </a:ext>
            </a:extLst>
          </p:cNvPr>
          <p:cNvSpPr txBox="1"/>
          <p:nvPr userDrawn="1"/>
        </p:nvSpPr>
        <p:spPr>
          <a:xfrm>
            <a:off x="7280212" y="74980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{{strength_4}}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A1FAF9-120E-744C-DCC5-092D5EA788FD}"/>
              </a:ext>
            </a:extLst>
          </p:cNvPr>
          <p:cNvSpPr txBox="1"/>
          <p:nvPr userDrawn="1"/>
        </p:nvSpPr>
        <p:spPr>
          <a:xfrm>
            <a:off x="7133908" y="98755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093ED4-4F25-A812-E86C-CD8D4D46C0CC}"/>
              </a:ext>
            </a:extLst>
          </p:cNvPr>
          <p:cNvSpPr txBox="1"/>
          <p:nvPr userDrawn="1"/>
        </p:nvSpPr>
        <p:spPr>
          <a:xfrm>
            <a:off x="7280212" y="98755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{{strength_5}}</a:t>
            </a:r>
          </a:p>
        </p:txBody>
      </p:sp>
      <p:sp>
        <p:nvSpPr>
          <p:cNvPr id="22" name="Rounded Rectangle 28">
            <a:extLst>
              <a:ext uri="{FF2B5EF4-FFF2-40B4-BE49-F238E27FC236}">
                <a16:creationId xmlns:a16="http://schemas.microsoft.com/office/drawing/2014/main" id="{54C5D95F-9CA5-9E9E-ABBF-7039A7FB83EF}"/>
              </a:ext>
            </a:extLst>
          </p:cNvPr>
          <p:cNvSpPr/>
          <p:nvPr userDrawn="1"/>
        </p:nvSpPr>
        <p:spPr>
          <a:xfrm>
            <a:off x="166180" y="2155698"/>
            <a:ext cx="11859768" cy="140589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76BCD26-7606-95EC-C8EC-9C906A9D1696}"/>
              </a:ext>
            </a:extLst>
          </p:cNvPr>
          <p:cNvSpPr/>
          <p:nvPr userDrawn="1"/>
        </p:nvSpPr>
        <p:spPr>
          <a:xfrm>
            <a:off x="330772" y="2247138"/>
            <a:ext cx="310896" cy="3108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D47B0B-4791-53BE-8F72-2FB3095F5A62}"/>
              </a:ext>
            </a:extLst>
          </p:cNvPr>
          <p:cNvSpPr txBox="1"/>
          <p:nvPr userDrawn="1"/>
        </p:nvSpPr>
        <p:spPr>
          <a:xfrm>
            <a:off x="330772" y="223593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/>
              <a:t>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B611FE-9132-FD6E-3430-8112ED822833}"/>
              </a:ext>
            </a:extLst>
          </p:cNvPr>
          <p:cNvSpPr txBox="1"/>
          <p:nvPr userDrawn="1"/>
        </p:nvSpPr>
        <p:spPr>
          <a:xfrm>
            <a:off x="733108" y="226542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EF4444"/>
                </a:solidFill>
                <a:latin typeface="Arial"/>
              </a:defRPr>
            </a:pPr>
            <a:r>
              <a:rPr sz="1100" dirty="0"/>
              <a:t>WEAKNESSES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660024-FA66-8ACF-3FEF-25865BE541AE}"/>
              </a:ext>
            </a:extLst>
          </p:cNvPr>
          <p:cNvSpPr txBox="1"/>
          <p:nvPr userDrawn="1"/>
        </p:nvSpPr>
        <p:spPr>
          <a:xfrm>
            <a:off x="2196148" y="224713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A08EC2-74D8-4568-B9AD-4443A29B35B7}"/>
              </a:ext>
            </a:extLst>
          </p:cNvPr>
          <p:cNvSpPr txBox="1"/>
          <p:nvPr userDrawn="1"/>
        </p:nvSpPr>
        <p:spPr>
          <a:xfrm>
            <a:off x="2342452" y="224713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{{weakness_1}}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8297C3-3BF2-4F4D-0C68-D75D3854322D}"/>
              </a:ext>
            </a:extLst>
          </p:cNvPr>
          <p:cNvSpPr txBox="1"/>
          <p:nvPr userDrawn="1"/>
        </p:nvSpPr>
        <p:spPr>
          <a:xfrm>
            <a:off x="2196148" y="248488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EFBA46-535E-699E-C133-8C47BA954746}"/>
              </a:ext>
            </a:extLst>
          </p:cNvPr>
          <p:cNvSpPr txBox="1"/>
          <p:nvPr userDrawn="1"/>
        </p:nvSpPr>
        <p:spPr>
          <a:xfrm>
            <a:off x="2342452" y="248488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{{weakness_2}}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0A752A-671B-2B9E-9C03-47CEA9BC7339}"/>
              </a:ext>
            </a:extLst>
          </p:cNvPr>
          <p:cNvSpPr txBox="1"/>
          <p:nvPr userDrawn="1"/>
        </p:nvSpPr>
        <p:spPr>
          <a:xfrm>
            <a:off x="2196148" y="272262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80A2FC-FA5D-D427-302D-3470431F7617}"/>
              </a:ext>
            </a:extLst>
          </p:cNvPr>
          <p:cNvSpPr txBox="1"/>
          <p:nvPr userDrawn="1"/>
        </p:nvSpPr>
        <p:spPr>
          <a:xfrm>
            <a:off x="2342452" y="272262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{{weakness_3}}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B0FD63-7378-B84E-FF63-A29D78F13803}"/>
              </a:ext>
            </a:extLst>
          </p:cNvPr>
          <p:cNvSpPr txBox="1"/>
          <p:nvPr userDrawn="1"/>
        </p:nvSpPr>
        <p:spPr>
          <a:xfrm>
            <a:off x="7133908" y="224713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9AC10F-754C-0F7C-23D5-91CB39C7422B}"/>
              </a:ext>
            </a:extLst>
          </p:cNvPr>
          <p:cNvSpPr txBox="1"/>
          <p:nvPr userDrawn="1"/>
        </p:nvSpPr>
        <p:spPr>
          <a:xfrm>
            <a:off x="7280212" y="224713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{{weakness_4}}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4CCD57-4B33-0190-5309-EFAF6A4366C5}"/>
              </a:ext>
            </a:extLst>
          </p:cNvPr>
          <p:cNvSpPr txBox="1"/>
          <p:nvPr userDrawn="1"/>
        </p:nvSpPr>
        <p:spPr>
          <a:xfrm>
            <a:off x="7133908" y="248488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3BAB95-713A-D1E1-3BBD-C2473C9D2AF1}"/>
              </a:ext>
            </a:extLst>
          </p:cNvPr>
          <p:cNvSpPr txBox="1"/>
          <p:nvPr userDrawn="1"/>
        </p:nvSpPr>
        <p:spPr>
          <a:xfrm>
            <a:off x="7280212" y="248488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{{weakness_5}}</a:t>
            </a:r>
          </a:p>
        </p:txBody>
      </p:sp>
      <p:sp>
        <p:nvSpPr>
          <p:cNvPr id="37" name="Rounded Rectangle 43">
            <a:extLst>
              <a:ext uri="{FF2B5EF4-FFF2-40B4-BE49-F238E27FC236}">
                <a16:creationId xmlns:a16="http://schemas.microsoft.com/office/drawing/2014/main" id="{3985258F-3CB0-241C-262A-513618800CE1}"/>
              </a:ext>
            </a:extLst>
          </p:cNvPr>
          <p:cNvSpPr/>
          <p:nvPr userDrawn="1"/>
        </p:nvSpPr>
        <p:spPr>
          <a:xfrm>
            <a:off x="166180" y="3653028"/>
            <a:ext cx="11859768" cy="140589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65A7309-3CE4-CA9D-C272-2D912B879E63}"/>
              </a:ext>
            </a:extLst>
          </p:cNvPr>
          <p:cNvSpPr/>
          <p:nvPr userDrawn="1"/>
        </p:nvSpPr>
        <p:spPr>
          <a:xfrm>
            <a:off x="330772" y="3744468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94ED3A-1E44-F1AC-A786-B454D0209F8C}"/>
              </a:ext>
            </a:extLst>
          </p:cNvPr>
          <p:cNvSpPr txBox="1"/>
          <p:nvPr userDrawn="1"/>
        </p:nvSpPr>
        <p:spPr>
          <a:xfrm>
            <a:off x="330772" y="373326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/>
              <a:t>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5DD2CD-996F-953F-29AF-D155E704AB04}"/>
              </a:ext>
            </a:extLst>
          </p:cNvPr>
          <p:cNvSpPr txBox="1"/>
          <p:nvPr userDrawn="1"/>
        </p:nvSpPr>
        <p:spPr>
          <a:xfrm>
            <a:off x="733108" y="3762756"/>
            <a:ext cx="1572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3B82F6"/>
                </a:solidFill>
                <a:latin typeface="Arial"/>
              </a:defRPr>
            </a:pPr>
            <a:r>
              <a:rPr sz="1100" dirty="0"/>
              <a:t>OPPORTUNITIES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EF6056-FDCF-431E-61E3-8F023B47A415}"/>
              </a:ext>
            </a:extLst>
          </p:cNvPr>
          <p:cNvSpPr txBox="1"/>
          <p:nvPr userDrawn="1"/>
        </p:nvSpPr>
        <p:spPr>
          <a:xfrm>
            <a:off x="2196148" y="374446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075A89-1065-8F41-9F15-B6540C8CFEA0}"/>
              </a:ext>
            </a:extLst>
          </p:cNvPr>
          <p:cNvSpPr txBox="1"/>
          <p:nvPr userDrawn="1"/>
        </p:nvSpPr>
        <p:spPr>
          <a:xfrm>
            <a:off x="2342452" y="374446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{{opportunity_1}}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40E84B-C7DF-5184-25C6-7EC5876A8C47}"/>
              </a:ext>
            </a:extLst>
          </p:cNvPr>
          <p:cNvSpPr txBox="1"/>
          <p:nvPr userDrawn="1"/>
        </p:nvSpPr>
        <p:spPr>
          <a:xfrm>
            <a:off x="2196148" y="3982211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5374BA-0EFD-3282-1593-911709BE1129}"/>
              </a:ext>
            </a:extLst>
          </p:cNvPr>
          <p:cNvSpPr txBox="1"/>
          <p:nvPr userDrawn="1"/>
        </p:nvSpPr>
        <p:spPr>
          <a:xfrm>
            <a:off x="2342452" y="398221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{{opportunity_2}}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5F67F9-4AB1-1182-6692-A0C5C46D4918}"/>
              </a:ext>
            </a:extLst>
          </p:cNvPr>
          <p:cNvSpPr txBox="1"/>
          <p:nvPr userDrawn="1"/>
        </p:nvSpPr>
        <p:spPr>
          <a:xfrm>
            <a:off x="2196148" y="421995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06BDF5-FEBA-9C86-1AC1-D19B7321261C}"/>
              </a:ext>
            </a:extLst>
          </p:cNvPr>
          <p:cNvSpPr txBox="1"/>
          <p:nvPr userDrawn="1"/>
        </p:nvSpPr>
        <p:spPr>
          <a:xfrm>
            <a:off x="2342452" y="421995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{{opportunity_3}}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038D44-0244-EDF3-706D-D900B62A0B0A}"/>
              </a:ext>
            </a:extLst>
          </p:cNvPr>
          <p:cNvSpPr txBox="1"/>
          <p:nvPr userDrawn="1"/>
        </p:nvSpPr>
        <p:spPr>
          <a:xfrm>
            <a:off x="7133908" y="374446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C71871-9E0D-3A54-A975-493EA424D99F}"/>
              </a:ext>
            </a:extLst>
          </p:cNvPr>
          <p:cNvSpPr txBox="1"/>
          <p:nvPr userDrawn="1"/>
        </p:nvSpPr>
        <p:spPr>
          <a:xfrm>
            <a:off x="7280212" y="374446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{{opportunity_4}}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C9E8FB-F6D5-73FA-5F6A-6540D379A41D}"/>
              </a:ext>
            </a:extLst>
          </p:cNvPr>
          <p:cNvSpPr txBox="1"/>
          <p:nvPr userDrawn="1"/>
        </p:nvSpPr>
        <p:spPr>
          <a:xfrm>
            <a:off x="7133908" y="3982211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EE609E-E60B-773C-D28C-978C1D932914}"/>
              </a:ext>
            </a:extLst>
          </p:cNvPr>
          <p:cNvSpPr txBox="1"/>
          <p:nvPr userDrawn="1"/>
        </p:nvSpPr>
        <p:spPr>
          <a:xfrm>
            <a:off x="7280212" y="398221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{{opportunity_5}}</a:t>
            </a:r>
          </a:p>
        </p:txBody>
      </p:sp>
      <p:sp>
        <p:nvSpPr>
          <p:cNvPr id="52" name="Rounded Rectangle 58">
            <a:extLst>
              <a:ext uri="{FF2B5EF4-FFF2-40B4-BE49-F238E27FC236}">
                <a16:creationId xmlns:a16="http://schemas.microsoft.com/office/drawing/2014/main" id="{C0B2193F-30DC-BA85-DFA0-A287D5457D96}"/>
              </a:ext>
            </a:extLst>
          </p:cNvPr>
          <p:cNvSpPr/>
          <p:nvPr userDrawn="1"/>
        </p:nvSpPr>
        <p:spPr>
          <a:xfrm>
            <a:off x="166180" y="5150358"/>
            <a:ext cx="11859768" cy="140589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D769CE6-017B-31DF-1AA1-A15DE963225A}"/>
              </a:ext>
            </a:extLst>
          </p:cNvPr>
          <p:cNvSpPr/>
          <p:nvPr userDrawn="1"/>
        </p:nvSpPr>
        <p:spPr>
          <a:xfrm>
            <a:off x="330772" y="524179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7320FF-8524-9780-07C6-2A46A5AA25B1}"/>
              </a:ext>
            </a:extLst>
          </p:cNvPr>
          <p:cNvSpPr txBox="1"/>
          <p:nvPr userDrawn="1"/>
        </p:nvSpPr>
        <p:spPr>
          <a:xfrm>
            <a:off x="320940" y="523059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 dirty="0"/>
              <a:t>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E936FF-91C2-7CC6-4E86-017270636F96}"/>
              </a:ext>
            </a:extLst>
          </p:cNvPr>
          <p:cNvSpPr txBox="1"/>
          <p:nvPr userDrawn="1"/>
        </p:nvSpPr>
        <p:spPr>
          <a:xfrm>
            <a:off x="733108" y="526008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rPr sz="1100"/>
              <a:t>THREATS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5B78080-6B81-04FB-B1C6-9526ACB37CEA}"/>
              </a:ext>
            </a:extLst>
          </p:cNvPr>
          <p:cNvSpPr txBox="1"/>
          <p:nvPr userDrawn="1"/>
        </p:nvSpPr>
        <p:spPr>
          <a:xfrm>
            <a:off x="2196148" y="524179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E5BE9E-FDAB-A6E3-9736-1E6C8CAC593E}"/>
              </a:ext>
            </a:extLst>
          </p:cNvPr>
          <p:cNvSpPr txBox="1"/>
          <p:nvPr userDrawn="1"/>
        </p:nvSpPr>
        <p:spPr>
          <a:xfrm>
            <a:off x="2342452" y="524179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{{threat_1}}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E3E05A-2814-1372-3BA1-B805D6BCEEA8}"/>
              </a:ext>
            </a:extLst>
          </p:cNvPr>
          <p:cNvSpPr txBox="1"/>
          <p:nvPr userDrawn="1"/>
        </p:nvSpPr>
        <p:spPr>
          <a:xfrm>
            <a:off x="2196148" y="547954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6478C3-20FD-9C11-FC5C-7DD45E3F480B}"/>
              </a:ext>
            </a:extLst>
          </p:cNvPr>
          <p:cNvSpPr txBox="1"/>
          <p:nvPr userDrawn="1"/>
        </p:nvSpPr>
        <p:spPr>
          <a:xfrm>
            <a:off x="2342452" y="547954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{{threat_2}}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037769-66F3-115A-63EC-A85986B0549A}"/>
              </a:ext>
            </a:extLst>
          </p:cNvPr>
          <p:cNvSpPr txBox="1"/>
          <p:nvPr userDrawn="1"/>
        </p:nvSpPr>
        <p:spPr>
          <a:xfrm>
            <a:off x="2196148" y="571728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EA6DFB-4E43-D9AF-E3DA-8CB4418CEA14}"/>
              </a:ext>
            </a:extLst>
          </p:cNvPr>
          <p:cNvSpPr txBox="1"/>
          <p:nvPr userDrawn="1"/>
        </p:nvSpPr>
        <p:spPr>
          <a:xfrm>
            <a:off x="2342452" y="571728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{{threat_3}}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CFA548-EC4B-9C67-EDF4-E7C3776A5FC4}"/>
              </a:ext>
            </a:extLst>
          </p:cNvPr>
          <p:cNvSpPr txBox="1"/>
          <p:nvPr userDrawn="1"/>
        </p:nvSpPr>
        <p:spPr>
          <a:xfrm>
            <a:off x="7133908" y="524179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7D3F02-30AD-54D1-C5A2-53BE6C3F6E44}"/>
              </a:ext>
            </a:extLst>
          </p:cNvPr>
          <p:cNvSpPr txBox="1"/>
          <p:nvPr userDrawn="1"/>
        </p:nvSpPr>
        <p:spPr>
          <a:xfrm>
            <a:off x="7280212" y="524179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{{threat_4}}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E47283-8521-1C2B-B475-BF623094CA3B}"/>
              </a:ext>
            </a:extLst>
          </p:cNvPr>
          <p:cNvSpPr txBox="1"/>
          <p:nvPr userDrawn="1"/>
        </p:nvSpPr>
        <p:spPr>
          <a:xfrm>
            <a:off x="7133908" y="547954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EC77C2B-A6C2-18C2-4195-6F1831C5C665}"/>
              </a:ext>
            </a:extLst>
          </p:cNvPr>
          <p:cNvSpPr txBox="1"/>
          <p:nvPr userDrawn="1"/>
        </p:nvSpPr>
        <p:spPr>
          <a:xfrm>
            <a:off x="7280212" y="547954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{{threat_5}}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C0E91D6-04B9-08FA-EDF6-C615B3E3F34B}"/>
              </a:ext>
            </a:extLst>
          </p:cNvPr>
          <p:cNvSpPr/>
          <p:nvPr userDrawn="1"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05BBE06-B8B9-D600-BD2D-98D2D81346C7}"/>
              </a:ext>
            </a:extLst>
          </p:cNvPr>
          <p:cNvSpPr txBox="1"/>
          <p:nvPr userDrawn="1"/>
        </p:nvSpPr>
        <p:spPr>
          <a:xfrm>
            <a:off x="1464628" y="17419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>
                <a:solidFill>
                  <a:srgbClr val="7030A0"/>
                </a:solidFill>
              </a:rPr>
              <a:t>SWOT ANALYSIS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93E6A5-2DC9-D7DE-C108-57B0FD5B7EB4}"/>
              </a:ext>
            </a:extLst>
          </p:cNvPr>
          <p:cNvSpPr txBox="1"/>
          <p:nvPr userDrawn="1"/>
        </p:nvSpPr>
        <p:spPr>
          <a:xfrm>
            <a:off x="3201988" y="15590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 dirty="0">
                <a:solidFill>
                  <a:schemeClr val="tx1">
                    <a:lumMod val="50000"/>
                  </a:schemeClr>
                </a:solidFill>
              </a:rPr>
              <a:t>{{</a:t>
            </a:r>
            <a:r>
              <a:rPr sz="1100" dirty="0" err="1">
                <a:solidFill>
                  <a:schemeClr val="tx1">
                    <a:lumMod val="50000"/>
                  </a:schemeClr>
                </a:solidFill>
              </a:rPr>
              <a:t>drug_label</a:t>
            </a:r>
            <a:r>
              <a:rPr sz="1100" dirty="0">
                <a:solidFill>
                  <a:schemeClr val="tx1">
                    <a:lumMod val="50000"/>
                  </a:schemeClr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87280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_SUMMARY_CARDS_4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CFF3963-7AC2-332E-CF72-A7B432FAD9D7}"/>
              </a:ext>
            </a:extLst>
          </p:cNvPr>
          <p:cNvSpPr txBox="1"/>
          <p:nvPr userDrawn="1"/>
        </p:nvSpPr>
        <p:spPr>
          <a:xfrm>
            <a:off x="1445768" y="150722"/>
            <a:ext cx="17529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1100" dirty="0">
                <a:solidFill>
                  <a:srgbClr val="3A4961"/>
                </a:solidFill>
              </a:rPr>
              <a:t>EXECUTIVE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C30133-76D3-EECF-2513-45C50DD57854}"/>
              </a:ext>
            </a:extLst>
          </p:cNvPr>
          <p:cNvSpPr txBox="1"/>
          <p:nvPr userDrawn="1"/>
        </p:nvSpPr>
        <p:spPr>
          <a:xfrm>
            <a:off x="3381600" y="132434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dirty="0">
                <a:solidFill>
                  <a:srgbClr val="3A4961"/>
                </a:solidFill>
              </a:rPr>
              <a:t>{{</a:t>
            </a:r>
            <a:r>
              <a:rPr dirty="0" err="1">
                <a:solidFill>
                  <a:srgbClr val="3A4961"/>
                </a:solidFill>
              </a:rPr>
              <a:t>drug_label</a:t>
            </a:r>
            <a:r>
              <a:rPr dirty="0">
                <a:solidFill>
                  <a:srgbClr val="3A4961"/>
                </a:solidFill>
              </a:rPr>
              <a:t>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A7CD16-8FB9-683E-AD45-2DBA7DDCF9DB}"/>
              </a:ext>
            </a:extLst>
          </p:cNvPr>
          <p:cNvSpPr txBox="1"/>
          <p:nvPr userDrawn="1"/>
        </p:nvSpPr>
        <p:spPr>
          <a:xfrm>
            <a:off x="8868000" y="150722"/>
            <a:ext cx="1097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rPr dirty="0">
                <a:solidFill>
                  <a:srgbClr val="3A4961"/>
                </a:solidFill>
              </a:rPr>
              <a:t>{{</a:t>
            </a:r>
            <a:r>
              <a:rPr dirty="0" err="1">
                <a:solidFill>
                  <a:srgbClr val="3A4961"/>
                </a:solidFill>
              </a:rPr>
              <a:t>phase_badge</a:t>
            </a:r>
            <a:r>
              <a:rPr dirty="0">
                <a:solidFill>
                  <a:srgbClr val="3A4961"/>
                </a:solidFill>
              </a:rPr>
              <a:t>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815D6C-A48A-1F86-8301-713550537906}"/>
              </a:ext>
            </a:extLst>
          </p:cNvPr>
          <p:cNvSpPr txBox="1"/>
          <p:nvPr userDrawn="1"/>
        </p:nvSpPr>
        <p:spPr>
          <a:xfrm>
            <a:off x="10056720" y="150722"/>
            <a:ext cx="1188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rPr dirty="0">
                <a:solidFill>
                  <a:srgbClr val="3A4961"/>
                </a:solidFill>
              </a:rPr>
              <a:t>{{</a:t>
            </a:r>
            <a:r>
              <a:rPr dirty="0" err="1">
                <a:solidFill>
                  <a:srgbClr val="3A4961"/>
                </a:solidFill>
              </a:rPr>
              <a:t>scope_badge</a:t>
            </a:r>
            <a:r>
              <a:rPr dirty="0">
                <a:solidFill>
                  <a:srgbClr val="3A4961"/>
                </a:solidFill>
              </a:rPr>
              <a:t>}}</a:t>
            </a: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4A1B2F87-1402-BE14-FE52-60630C485978}"/>
              </a:ext>
            </a:extLst>
          </p:cNvPr>
          <p:cNvSpPr/>
          <p:nvPr userDrawn="1"/>
        </p:nvSpPr>
        <p:spPr>
          <a:xfrm>
            <a:off x="164592" y="658368"/>
            <a:ext cx="11859768" cy="594360"/>
          </a:xfrm>
          <a:prstGeom prst="roundRect">
            <a:avLst/>
          </a:prstGeom>
          <a:solidFill>
            <a:srgbClr val="D9D9D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54155F-8FF1-0F22-EC5A-5346A26AB19B}"/>
              </a:ext>
            </a:extLst>
          </p:cNvPr>
          <p:cNvSpPr txBox="1"/>
          <p:nvPr userDrawn="1"/>
        </p:nvSpPr>
        <p:spPr>
          <a:xfrm>
            <a:off x="329184" y="713232"/>
            <a:ext cx="1097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rgbClr val="3A4961"/>
                </a:solidFill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1E0008-7D41-8386-1A08-F63F2EB83433}"/>
              </a:ext>
            </a:extLst>
          </p:cNvPr>
          <p:cNvSpPr txBox="1"/>
          <p:nvPr userDrawn="1"/>
        </p:nvSpPr>
        <p:spPr>
          <a:xfrm>
            <a:off x="329184" y="896112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{{</a:t>
            </a:r>
            <a:r>
              <a:rPr dirty="0" err="1">
                <a:solidFill>
                  <a:schemeClr val="bg1"/>
                </a:solidFill>
              </a:rPr>
              <a:t>key_message</a:t>
            </a:r>
            <a:r>
              <a:rPr dirty="0">
                <a:solidFill>
                  <a:schemeClr val="bg1"/>
                </a:solidFill>
              </a:rPr>
              <a:t>}}</a:t>
            </a:r>
          </a:p>
        </p:txBody>
      </p:sp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98E466E4-1398-947D-6620-455FC1679618}"/>
              </a:ext>
            </a:extLst>
          </p:cNvPr>
          <p:cNvSpPr/>
          <p:nvPr userDrawn="1"/>
        </p:nvSpPr>
        <p:spPr>
          <a:xfrm>
            <a:off x="164592" y="1380744"/>
            <a:ext cx="2882646" cy="1005840"/>
          </a:xfrm>
          <a:prstGeom prst="roundRect">
            <a:avLst/>
          </a:prstGeom>
          <a:solidFill>
            <a:srgbClr val="3A496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B9915B-38AC-2B30-9562-44A3FA4A9508}"/>
              </a:ext>
            </a:extLst>
          </p:cNvPr>
          <p:cNvSpPr/>
          <p:nvPr userDrawn="1"/>
        </p:nvSpPr>
        <p:spPr>
          <a:xfrm>
            <a:off x="155449" y="1517052"/>
            <a:ext cx="45719" cy="7232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584641-E81E-275A-A6E4-2E96A4D5F29D}"/>
              </a:ext>
            </a:extLst>
          </p:cNvPr>
          <p:cNvSpPr txBox="1"/>
          <p:nvPr userDrawn="1"/>
        </p:nvSpPr>
        <p:spPr>
          <a:xfrm>
            <a:off x="292608" y="1472184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{{kpi_1_label}}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2FBFBC-C496-B561-2379-3BB33CFBD19F}"/>
              </a:ext>
            </a:extLst>
          </p:cNvPr>
          <p:cNvSpPr txBox="1"/>
          <p:nvPr userDrawn="1"/>
        </p:nvSpPr>
        <p:spPr>
          <a:xfrm>
            <a:off x="292608" y="1590896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{{kpi_1_value}}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80350A-368C-FFE2-0084-3B3432554863}"/>
              </a:ext>
            </a:extLst>
          </p:cNvPr>
          <p:cNvSpPr txBox="1"/>
          <p:nvPr userDrawn="1"/>
        </p:nvSpPr>
        <p:spPr>
          <a:xfrm>
            <a:off x="292608" y="1984248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{{kpi_1_detail}}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544209-138E-64FF-37E9-FB457740D9F1}"/>
              </a:ext>
            </a:extLst>
          </p:cNvPr>
          <p:cNvSpPr txBox="1"/>
          <p:nvPr userDrawn="1"/>
        </p:nvSpPr>
        <p:spPr>
          <a:xfrm>
            <a:off x="292608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{{kpi_1_context}}</a:t>
            </a:r>
          </a:p>
        </p:txBody>
      </p:sp>
      <p:sp>
        <p:nvSpPr>
          <p:cNvPr id="21" name="Rounded Rectangle 23">
            <a:extLst>
              <a:ext uri="{FF2B5EF4-FFF2-40B4-BE49-F238E27FC236}">
                <a16:creationId xmlns:a16="http://schemas.microsoft.com/office/drawing/2014/main" id="{A87510A2-5D31-7487-B493-EED0F74C7066}"/>
              </a:ext>
            </a:extLst>
          </p:cNvPr>
          <p:cNvSpPr/>
          <p:nvPr userDrawn="1"/>
        </p:nvSpPr>
        <p:spPr>
          <a:xfrm>
            <a:off x="3156966" y="1380744"/>
            <a:ext cx="2882646" cy="1005840"/>
          </a:xfrm>
          <a:prstGeom prst="roundRect">
            <a:avLst/>
          </a:prstGeom>
          <a:solidFill>
            <a:srgbClr val="3A496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A247FC-4D5E-7B58-9D02-C3642089E363}"/>
              </a:ext>
            </a:extLst>
          </p:cNvPr>
          <p:cNvSpPr/>
          <p:nvPr userDrawn="1"/>
        </p:nvSpPr>
        <p:spPr>
          <a:xfrm>
            <a:off x="3138678" y="1517052"/>
            <a:ext cx="45719" cy="7232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D8B23D-0AFB-00D8-1ABF-00AB45CCC702}"/>
              </a:ext>
            </a:extLst>
          </p:cNvPr>
          <p:cNvSpPr txBox="1"/>
          <p:nvPr userDrawn="1"/>
        </p:nvSpPr>
        <p:spPr>
          <a:xfrm>
            <a:off x="3284982" y="1472184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{{kpi_2_label}}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239D6B-76C4-47C6-67B1-93323AB9F715}"/>
              </a:ext>
            </a:extLst>
          </p:cNvPr>
          <p:cNvSpPr txBox="1"/>
          <p:nvPr userDrawn="1"/>
        </p:nvSpPr>
        <p:spPr>
          <a:xfrm>
            <a:off x="3284982" y="1590896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6366F1"/>
                </a:solidFill>
                <a:latin typeface="Arial"/>
              </a:defRPr>
            </a:pPr>
            <a:r>
              <a:t>{{kpi_2_value}}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92E2CF-7FDE-FA7D-744B-57867CEE5184}"/>
              </a:ext>
            </a:extLst>
          </p:cNvPr>
          <p:cNvSpPr txBox="1"/>
          <p:nvPr userDrawn="1"/>
        </p:nvSpPr>
        <p:spPr>
          <a:xfrm>
            <a:off x="3284982" y="1984248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{{kpi_2_detail}}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F5D474-EB4A-78FF-4A7F-8CF90BB259CD}"/>
              </a:ext>
            </a:extLst>
          </p:cNvPr>
          <p:cNvSpPr txBox="1"/>
          <p:nvPr userDrawn="1"/>
        </p:nvSpPr>
        <p:spPr>
          <a:xfrm>
            <a:off x="3284982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{{kpi_2_context}}</a:t>
            </a:r>
          </a:p>
        </p:txBody>
      </p:sp>
      <p:sp>
        <p:nvSpPr>
          <p:cNvPr id="27" name="Rounded Rectangle 29">
            <a:extLst>
              <a:ext uri="{FF2B5EF4-FFF2-40B4-BE49-F238E27FC236}">
                <a16:creationId xmlns:a16="http://schemas.microsoft.com/office/drawing/2014/main" id="{88A0A224-9532-E56A-9E83-FF6982B1E6DC}"/>
              </a:ext>
            </a:extLst>
          </p:cNvPr>
          <p:cNvSpPr/>
          <p:nvPr userDrawn="1"/>
        </p:nvSpPr>
        <p:spPr>
          <a:xfrm>
            <a:off x="6149340" y="1380744"/>
            <a:ext cx="2882646" cy="1005840"/>
          </a:xfrm>
          <a:prstGeom prst="roundRect">
            <a:avLst/>
          </a:prstGeom>
          <a:solidFill>
            <a:srgbClr val="3A496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D6FD9-90AB-D37A-A88D-760CC63714F8}"/>
              </a:ext>
            </a:extLst>
          </p:cNvPr>
          <p:cNvSpPr/>
          <p:nvPr userDrawn="1"/>
        </p:nvSpPr>
        <p:spPr>
          <a:xfrm>
            <a:off x="6140197" y="1517052"/>
            <a:ext cx="45719" cy="682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B1CBD9-A41D-4E75-F747-4785BD56D81D}"/>
              </a:ext>
            </a:extLst>
          </p:cNvPr>
          <p:cNvSpPr txBox="1"/>
          <p:nvPr userDrawn="1"/>
        </p:nvSpPr>
        <p:spPr>
          <a:xfrm>
            <a:off x="6277356" y="1472184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{{kpi_3_label}}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4B22D1-AFD4-9B45-A5E4-9C036FE49405}"/>
              </a:ext>
            </a:extLst>
          </p:cNvPr>
          <p:cNvSpPr txBox="1"/>
          <p:nvPr userDrawn="1"/>
        </p:nvSpPr>
        <p:spPr>
          <a:xfrm>
            <a:off x="6277356" y="1590896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3B82F6"/>
                </a:solidFill>
                <a:latin typeface="Arial"/>
              </a:defRPr>
            </a:pPr>
            <a:r>
              <a:t>{{kpi_3_value}}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05AEEE-778F-2197-1C2A-1BF056589C3A}"/>
              </a:ext>
            </a:extLst>
          </p:cNvPr>
          <p:cNvSpPr txBox="1"/>
          <p:nvPr userDrawn="1"/>
        </p:nvSpPr>
        <p:spPr>
          <a:xfrm>
            <a:off x="6277356" y="1984248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{{kpi_3_detail}}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C3162D-3285-191B-BD3E-2D5D3E54518B}"/>
              </a:ext>
            </a:extLst>
          </p:cNvPr>
          <p:cNvSpPr txBox="1"/>
          <p:nvPr userDrawn="1"/>
        </p:nvSpPr>
        <p:spPr>
          <a:xfrm>
            <a:off x="6277356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{{kpi_3_context}}</a:t>
            </a:r>
          </a:p>
        </p:txBody>
      </p:sp>
      <p:sp>
        <p:nvSpPr>
          <p:cNvPr id="33" name="Rounded Rectangle 35">
            <a:extLst>
              <a:ext uri="{FF2B5EF4-FFF2-40B4-BE49-F238E27FC236}">
                <a16:creationId xmlns:a16="http://schemas.microsoft.com/office/drawing/2014/main" id="{8F6F6D4C-322D-1661-58CD-44F079BE4212}"/>
              </a:ext>
            </a:extLst>
          </p:cNvPr>
          <p:cNvSpPr/>
          <p:nvPr userDrawn="1"/>
        </p:nvSpPr>
        <p:spPr>
          <a:xfrm>
            <a:off x="9141714" y="1380744"/>
            <a:ext cx="2882646" cy="1005840"/>
          </a:xfrm>
          <a:prstGeom prst="roundRect">
            <a:avLst/>
          </a:prstGeom>
          <a:solidFill>
            <a:srgbClr val="3A496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4BC39E-F706-CF26-AE0A-3ECAEAF1262C}"/>
              </a:ext>
            </a:extLst>
          </p:cNvPr>
          <p:cNvSpPr/>
          <p:nvPr userDrawn="1"/>
        </p:nvSpPr>
        <p:spPr>
          <a:xfrm>
            <a:off x="9123426" y="1522898"/>
            <a:ext cx="45719" cy="670801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013C5E-7424-B63D-5FE5-B27AAE8EACFC}"/>
              </a:ext>
            </a:extLst>
          </p:cNvPr>
          <p:cNvSpPr txBox="1"/>
          <p:nvPr userDrawn="1"/>
        </p:nvSpPr>
        <p:spPr>
          <a:xfrm>
            <a:off x="9269730" y="1472184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{{kpi_4_label}}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47DAA4-F320-8AEF-789D-CB226EBB58C9}"/>
              </a:ext>
            </a:extLst>
          </p:cNvPr>
          <p:cNvSpPr txBox="1"/>
          <p:nvPr userDrawn="1"/>
        </p:nvSpPr>
        <p:spPr>
          <a:xfrm>
            <a:off x="9269730" y="1590896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06B6D4"/>
                </a:solidFill>
                <a:latin typeface="Arial"/>
              </a:defRPr>
            </a:pPr>
            <a:r>
              <a:t>{{kpi_4_value}}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0695C7-6EDB-DEDC-B630-DCB976AC545A}"/>
              </a:ext>
            </a:extLst>
          </p:cNvPr>
          <p:cNvSpPr txBox="1"/>
          <p:nvPr userDrawn="1"/>
        </p:nvSpPr>
        <p:spPr>
          <a:xfrm>
            <a:off x="9269730" y="1984248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{{kpi_4_detail}}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B8E158-3E1D-E5F5-FDA6-580F67D1C1FC}"/>
              </a:ext>
            </a:extLst>
          </p:cNvPr>
          <p:cNvSpPr txBox="1"/>
          <p:nvPr userDrawn="1"/>
        </p:nvSpPr>
        <p:spPr>
          <a:xfrm>
            <a:off x="9269730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{{kpi_4_context}}</a:t>
            </a:r>
          </a:p>
        </p:txBody>
      </p:sp>
      <p:sp>
        <p:nvSpPr>
          <p:cNvPr id="39" name="Rounded Rectangle 41">
            <a:extLst>
              <a:ext uri="{FF2B5EF4-FFF2-40B4-BE49-F238E27FC236}">
                <a16:creationId xmlns:a16="http://schemas.microsoft.com/office/drawing/2014/main" id="{6B30529D-ABD5-715B-914A-F53BF8ACC07E}"/>
              </a:ext>
            </a:extLst>
          </p:cNvPr>
          <p:cNvSpPr/>
          <p:nvPr userDrawn="1"/>
        </p:nvSpPr>
        <p:spPr>
          <a:xfrm>
            <a:off x="164592" y="2857057"/>
            <a:ext cx="5865876" cy="3589462"/>
          </a:xfrm>
          <a:prstGeom prst="roundRect">
            <a:avLst/>
          </a:prstGeom>
          <a:solidFill>
            <a:srgbClr val="3A496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2349A5-81D9-E38F-766B-71B21BEF4D84}"/>
              </a:ext>
            </a:extLst>
          </p:cNvPr>
          <p:cNvSpPr/>
          <p:nvPr userDrawn="1"/>
        </p:nvSpPr>
        <p:spPr>
          <a:xfrm>
            <a:off x="164592" y="2532888"/>
            <a:ext cx="5865876" cy="292608"/>
          </a:xfrm>
          <a:prstGeom prst="rect">
            <a:avLst/>
          </a:prstGeom>
          <a:solidFill>
            <a:srgbClr val="3A4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B9B3F6-3312-6E9A-48AF-96FE7D56E2F7}"/>
              </a:ext>
            </a:extLst>
          </p:cNvPr>
          <p:cNvSpPr/>
          <p:nvPr userDrawn="1"/>
        </p:nvSpPr>
        <p:spPr>
          <a:xfrm>
            <a:off x="351600" y="2683320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F854E2-38CF-D954-A3CD-96DC9F2A5B23}"/>
              </a:ext>
            </a:extLst>
          </p:cNvPr>
          <p:cNvSpPr txBox="1"/>
          <p:nvPr userDrawn="1"/>
        </p:nvSpPr>
        <p:spPr>
          <a:xfrm>
            <a:off x="292608" y="323486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9A129C-D4B6-2CA2-95AE-4D027913C379}"/>
              </a:ext>
            </a:extLst>
          </p:cNvPr>
          <p:cNvSpPr txBox="1"/>
          <p:nvPr userDrawn="1"/>
        </p:nvSpPr>
        <p:spPr>
          <a:xfrm>
            <a:off x="457200" y="3202776"/>
            <a:ext cx="5408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100" dirty="0">
                <a:solidFill>
                  <a:schemeClr val="tx1">
                    <a:lumMod val="95000"/>
                  </a:schemeClr>
                </a:solidFill>
              </a:rPr>
              <a:t>{{finding_1}}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9CF7A3-A9A7-DB0C-A0E0-231BD3DA5599}"/>
              </a:ext>
            </a:extLst>
          </p:cNvPr>
          <p:cNvSpPr txBox="1"/>
          <p:nvPr userDrawn="1"/>
        </p:nvSpPr>
        <p:spPr>
          <a:xfrm>
            <a:off x="292608" y="360286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2AEA86-F15D-3823-6D48-89D4FBC050D1}"/>
              </a:ext>
            </a:extLst>
          </p:cNvPr>
          <p:cNvSpPr txBox="1"/>
          <p:nvPr userDrawn="1"/>
        </p:nvSpPr>
        <p:spPr>
          <a:xfrm>
            <a:off x="457200" y="3586824"/>
            <a:ext cx="5408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100">
                <a:solidFill>
                  <a:schemeClr val="tx1">
                    <a:lumMod val="95000"/>
                  </a:schemeClr>
                </a:solidFill>
              </a:rPr>
              <a:t>{{finding_2}}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DED803-8187-4970-A973-AA06B25D0CE5}"/>
              </a:ext>
            </a:extLst>
          </p:cNvPr>
          <p:cNvSpPr txBox="1"/>
          <p:nvPr userDrawn="1"/>
        </p:nvSpPr>
        <p:spPr>
          <a:xfrm>
            <a:off x="292608" y="398691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596A49-21F1-FE40-3920-958BB4CDA300}"/>
              </a:ext>
            </a:extLst>
          </p:cNvPr>
          <p:cNvSpPr txBox="1"/>
          <p:nvPr userDrawn="1"/>
        </p:nvSpPr>
        <p:spPr>
          <a:xfrm>
            <a:off x="457200" y="3970872"/>
            <a:ext cx="5408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100">
                <a:solidFill>
                  <a:schemeClr val="tx1">
                    <a:lumMod val="95000"/>
                  </a:schemeClr>
                </a:solidFill>
              </a:rPr>
              <a:t>{{finding_3}}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E91A21-171F-DB00-0873-6BCFFAE636A6}"/>
              </a:ext>
            </a:extLst>
          </p:cNvPr>
          <p:cNvSpPr txBox="1"/>
          <p:nvPr userDrawn="1"/>
        </p:nvSpPr>
        <p:spPr>
          <a:xfrm>
            <a:off x="292608" y="43870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280009-B686-9E63-497A-7FACC33C7299}"/>
              </a:ext>
            </a:extLst>
          </p:cNvPr>
          <p:cNvSpPr txBox="1"/>
          <p:nvPr userDrawn="1"/>
        </p:nvSpPr>
        <p:spPr>
          <a:xfrm>
            <a:off x="457200" y="4354920"/>
            <a:ext cx="5408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100">
                <a:solidFill>
                  <a:schemeClr val="tx1">
                    <a:lumMod val="95000"/>
                  </a:schemeClr>
                </a:solidFill>
              </a:rPr>
              <a:t>{{finding_4}}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089293-600F-F580-683F-8F18937C5407}"/>
              </a:ext>
            </a:extLst>
          </p:cNvPr>
          <p:cNvSpPr txBox="1"/>
          <p:nvPr userDrawn="1"/>
        </p:nvSpPr>
        <p:spPr>
          <a:xfrm>
            <a:off x="292608" y="477105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4B12A7-3905-8A56-5C94-1738036EFE3D}"/>
              </a:ext>
            </a:extLst>
          </p:cNvPr>
          <p:cNvSpPr txBox="1"/>
          <p:nvPr userDrawn="1"/>
        </p:nvSpPr>
        <p:spPr>
          <a:xfrm>
            <a:off x="457200" y="4738968"/>
            <a:ext cx="5408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100" dirty="0">
                <a:solidFill>
                  <a:schemeClr val="tx1">
                    <a:lumMod val="95000"/>
                  </a:schemeClr>
                </a:solidFill>
              </a:rPr>
              <a:t>{{finding_5}}</a:t>
            </a:r>
          </a:p>
        </p:txBody>
      </p:sp>
      <p:sp>
        <p:nvSpPr>
          <p:cNvPr id="54" name="Rounded Rectangle 56">
            <a:extLst>
              <a:ext uri="{FF2B5EF4-FFF2-40B4-BE49-F238E27FC236}">
                <a16:creationId xmlns:a16="http://schemas.microsoft.com/office/drawing/2014/main" id="{9CC46D50-7068-A229-DFA0-F0A326E8433E}"/>
              </a:ext>
            </a:extLst>
          </p:cNvPr>
          <p:cNvSpPr/>
          <p:nvPr userDrawn="1"/>
        </p:nvSpPr>
        <p:spPr>
          <a:xfrm>
            <a:off x="6158483" y="2836872"/>
            <a:ext cx="5865876" cy="3609647"/>
          </a:xfrm>
          <a:prstGeom prst="roundRect">
            <a:avLst/>
          </a:prstGeom>
          <a:solidFill>
            <a:srgbClr val="3A496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9206875-AC39-097E-73CF-279D79B016CB}"/>
              </a:ext>
            </a:extLst>
          </p:cNvPr>
          <p:cNvSpPr/>
          <p:nvPr userDrawn="1"/>
        </p:nvSpPr>
        <p:spPr>
          <a:xfrm>
            <a:off x="6158483" y="2532888"/>
            <a:ext cx="5865876" cy="292608"/>
          </a:xfrm>
          <a:prstGeom prst="rect">
            <a:avLst/>
          </a:prstGeom>
          <a:solidFill>
            <a:srgbClr val="3A4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24FEEB-A0EB-4706-EB53-9B85169B44B2}"/>
              </a:ext>
            </a:extLst>
          </p:cNvPr>
          <p:cNvSpPr/>
          <p:nvPr userDrawn="1"/>
        </p:nvSpPr>
        <p:spPr>
          <a:xfrm>
            <a:off x="6286499" y="2673488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D477F0E-AACD-717D-E331-438E618420A9}"/>
              </a:ext>
            </a:extLst>
          </p:cNvPr>
          <p:cNvSpPr/>
          <p:nvPr userDrawn="1"/>
        </p:nvSpPr>
        <p:spPr>
          <a:xfrm>
            <a:off x="6286499" y="3309088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221BBC-5E81-62E3-85D7-C24D8F7435D4}"/>
              </a:ext>
            </a:extLst>
          </p:cNvPr>
          <p:cNvSpPr txBox="1"/>
          <p:nvPr userDrawn="1"/>
        </p:nvSpPr>
        <p:spPr>
          <a:xfrm>
            <a:off x="6377938" y="3203688"/>
            <a:ext cx="5701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200" dirty="0"/>
              <a:t>{{impl_1_title}}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2D694A-3884-879A-2668-03D13B1B06A3}"/>
              </a:ext>
            </a:extLst>
          </p:cNvPr>
          <p:cNvSpPr txBox="1"/>
          <p:nvPr userDrawn="1"/>
        </p:nvSpPr>
        <p:spPr>
          <a:xfrm>
            <a:off x="6377939" y="3433824"/>
            <a:ext cx="55001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85000"/>
                  </a:schemeClr>
                </a:solidFill>
              </a:rPr>
              <a:t>{{impl_1_text}}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F13A1E2-A951-A8FC-5938-8664DD989754}"/>
              </a:ext>
            </a:extLst>
          </p:cNvPr>
          <p:cNvSpPr/>
          <p:nvPr userDrawn="1"/>
        </p:nvSpPr>
        <p:spPr>
          <a:xfrm>
            <a:off x="6286499" y="3844758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EDED9C-F4C5-9B53-D95F-F9B04979FBA5}"/>
              </a:ext>
            </a:extLst>
          </p:cNvPr>
          <p:cNvSpPr txBox="1"/>
          <p:nvPr userDrawn="1"/>
        </p:nvSpPr>
        <p:spPr>
          <a:xfrm>
            <a:off x="6377937" y="3739358"/>
            <a:ext cx="5646295" cy="286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200" dirty="0"/>
              <a:t>{{impl_2_title}}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CE7416-D306-7DF1-A28A-D1BDDA570DFB}"/>
              </a:ext>
            </a:extLst>
          </p:cNvPr>
          <p:cNvSpPr txBox="1"/>
          <p:nvPr userDrawn="1"/>
        </p:nvSpPr>
        <p:spPr>
          <a:xfrm>
            <a:off x="6377939" y="3969494"/>
            <a:ext cx="55001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85000"/>
                  </a:schemeClr>
                </a:solidFill>
              </a:rPr>
              <a:t>{{impl_2_text}}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4AEA924-39D4-A5F4-6E21-B5474D6FE061}"/>
              </a:ext>
            </a:extLst>
          </p:cNvPr>
          <p:cNvSpPr/>
          <p:nvPr userDrawn="1"/>
        </p:nvSpPr>
        <p:spPr>
          <a:xfrm>
            <a:off x="6286499" y="4383016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2F3E6E-05FB-4508-45A7-226809A49DC5}"/>
              </a:ext>
            </a:extLst>
          </p:cNvPr>
          <p:cNvSpPr txBox="1"/>
          <p:nvPr userDrawn="1"/>
        </p:nvSpPr>
        <p:spPr>
          <a:xfrm>
            <a:off x="6377938" y="4277616"/>
            <a:ext cx="5518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200" dirty="0"/>
              <a:t>{{impl_3_title}}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2BEA73-2DE2-FB6B-BA50-8D0F6FC5DA06}"/>
              </a:ext>
            </a:extLst>
          </p:cNvPr>
          <p:cNvSpPr txBox="1"/>
          <p:nvPr userDrawn="1"/>
        </p:nvSpPr>
        <p:spPr>
          <a:xfrm>
            <a:off x="6377939" y="4507752"/>
            <a:ext cx="55001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85000"/>
                  </a:schemeClr>
                </a:solidFill>
              </a:rPr>
              <a:t>{{impl_3_text}}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E7BCA58-2410-57E3-D68B-692A15CFC508}"/>
              </a:ext>
            </a:extLst>
          </p:cNvPr>
          <p:cNvSpPr/>
          <p:nvPr userDrawn="1"/>
        </p:nvSpPr>
        <p:spPr>
          <a:xfrm>
            <a:off x="6286499" y="4911442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2D2934E-27C5-0AC9-8C90-0B7D38EA5AAB}"/>
              </a:ext>
            </a:extLst>
          </p:cNvPr>
          <p:cNvSpPr txBox="1"/>
          <p:nvPr userDrawn="1"/>
        </p:nvSpPr>
        <p:spPr>
          <a:xfrm>
            <a:off x="6377938" y="4806042"/>
            <a:ext cx="55001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200" dirty="0"/>
              <a:t>{{impl_4_title}}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47D685-3200-E0E2-BA8A-50115E43587E}"/>
              </a:ext>
            </a:extLst>
          </p:cNvPr>
          <p:cNvSpPr txBox="1"/>
          <p:nvPr userDrawn="1"/>
        </p:nvSpPr>
        <p:spPr>
          <a:xfrm>
            <a:off x="6377939" y="5036178"/>
            <a:ext cx="55001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85000"/>
                  </a:schemeClr>
                </a:solidFill>
              </a:rPr>
              <a:t>{{impl_4_text}}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B4E8E3B-81A7-1487-0436-885E3194E1FD}"/>
              </a:ext>
            </a:extLst>
          </p:cNvPr>
          <p:cNvSpPr/>
          <p:nvPr userDrawn="1"/>
        </p:nvSpPr>
        <p:spPr>
          <a:xfrm>
            <a:off x="6286499" y="5439868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7F14F64-B9F5-FD7E-C474-780EBF17CD85}"/>
              </a:ext>
            </a:extLst>
          </p:cNvPr>
          <p:cNvSpPr txBox="1"/>
          <p:nvPr userDrawn="1"/>
        </p:nvSpPr>
        <p:spPr>
          <a:xfrm>
            <a:off x="6377938" y="5334468"/>
            <a:ext cx="56281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200" dirty="0"/>
              <a:t>{{impl_5_title}}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8CC44E-850E-4FD7-2733-D96FA948BF7D}"/>
              </a:ext>
            </a:extLst>
          </p:cNvPr>
          <p:cNvSpPr txBox="1"/>
          <p:nvPr userDrawn="1"/>
        </p:nvSpPr>
        <p:spPr>
          <a:xfrm>
            <a:off x="6377939" y="5564604"/>
            <a:ext cx="55001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85000"/>
                  </a:schemeClr>
                </a:solidFill>
              </a:rPr>
              <a:t>{{impl_5_text}}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8F668EC-1A87-6C5C-B4EB-0D3FD5F1B867}"/>
              </a:ext>
            </a:extLst>
          </p:cNvPr>
          <p:cNvSpPr/>
          <p:nvPr userDrawn="1"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CE36662-26B6-BAE0-05D7-D1FEDF37A74B}"/>
              </a:ext>
            </a:extLst>
          </p:cNvPr>
          <p:cNvSpPr/>
          <p:nvPr userDrawn="1"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D35E5A2-8B27-D577-923D-865CB6B3548A}"/>
              </a:ext>
            </a:extLst>
          </p:cNvPr>
          <p:cNvSpPr txBox="1"/>
          <p:nvPr userDrawn="1"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{{footer_refs}}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4E25C3-14F3-FE43-3198-6B0056577E34}"/>
              </a:ext>
            </a:extLst>
          </p:cNvPr>
          <p:cNvSpPr txBox="1"/>
          <p:nvPr userDrawn="1"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{{confidence}}% Confidence · medaccur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9A7CE2-B758-0041-DBDD-28555229730E}"/>
              </a:ext>
            </a:extLst>
          </p:cNvPr>
          <p:cNvSpPr txBox="1"/>
          <p:nvPr userDrawn="1"/>
        </p:nvSpPr>
        <p:spPr>
          <a:xfrm>
            <a:off x="441664" y="2606040"/>
            <a:ext cx="54086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Key Findings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AF2C70-28AC-06A4-912E-C997A68D4C43}"/>
              </a:ext>
            </a:extLst>
          </p:cNvPr>
          <p:cNvSpPr txBox="1"/>
          <p:nvPr userDrawn="1"/>
        </p:nvSpPr>
        <p:spPr>
          <a:xfrm>
            <a:off x="6396227" y="2606040"/>
            <a:ext cx="54086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</a:schemeClr>
                </a:solidFill>
              </a:rPr>
              <a:t>Implications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25342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0591-5264-4AB0-D8BD-5AD5C1815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2425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4180C-7B1B-D59C-51D4-FD633FFC6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620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CE833-01AE-4263-75B8-C11B272DE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620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C2942D-54B8-8939-F9A8-FF6522D7F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3" y="1681163"/>
            <a:ext cx="518160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6DC9B-0E0F-B2AE-C955-FE56A0813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3" y="2505075"/>
            <a:ext cx="518160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B7C202-2E08-1146-F7B0-BEDB808CDA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36A0D25F-69DC-4BF5-9F5D-7D1CC5F42172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4EA79-784F-0B29-698A-4D5044F9B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88194-35FF-9929-9DD4-B7C44607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341423E-1D05-4350-9D21-3EB43913DE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701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54C1-6BE0-D381-AA25-4E77EFDE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2425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5A2E88-2CDC-2615-82C0-71EC29129E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36A0D25F-69DC-4BF5-9F5D-7D1CC5F42172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04FD4-2332-315B-CFC2-5E24A5B6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72652-6CE6-61F1-D930-B3522EC3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341423E-1D05-4350-9D21-3EB43913DE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27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42A2B3-C831-4204-7E4A-10516D2A1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36A0D25F-69DC-4BF5-9F5D-7D1CC5F42172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35451E-0D93-9100-34EF-F025E3EC7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B21EA-2989-7AA1-33C1-BC99EA68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341423E-1D05-4350-9D21-3EB43913DE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22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269B-BEEE-CFCA-95CB-08563894E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06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1BD96-57DA-60C5-DDC3-62927F757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987425"/>
            <a:ext cx="61706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67D93-6256-767A-BEF2-CC085B751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06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7F1F3-4EC4-B487-752F-B18D87C4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36A0D25F-69DC-4BF5-9F5D-7D1CC5F42172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27484-90FF-718F-9E6E-1ACBA2E80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EDC47-CC30-9F03-79CF-3E6E3EC5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341423E-1D05-4350-9D21-3EB43913DE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7302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A17BB-843A-5B9C-E7A9-DBE0B0CE6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06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70E78-9EE0-60D7-EC37-573DA4026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987425"/>
            <a:ext cx="6170613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F609B-018F-3E78-5DC6-CE878D19D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06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A6E59-E2DB-29D4-2D08-4C9A3BE2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36A0D25F-69DC-4BF5-9F5D-7D1CC5F42172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EA6DB-EED7-CA08-C48B-1EAC25516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BFD3F-52E0-7D12-1C31-CAAD551E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341423E-1D05-4350-9D21-3EB43913DE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984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2E37-31E0-E7E4-5FC1-4470EC2E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2425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42D32-AB77-25CB-811A-40DA79737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24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B9A7E-E7ED-C00C-F847-E058C9A0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36A0D25F-69DC-4BF5-9F5D-7D1CC5F42172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0A379-8F21-6D6D-FA46-08620E97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08F57-0D9D-83CD-3904-BA0E126CE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341423E-1D05-4350-9D21-3EB43913DE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2654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B3DBFD-8B44-E09E-5631-989F9FE3F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3313" y="365125"/>
            <a:ext cx="2627312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28E3A4-24C1-5604-2C63-F817C9EBE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271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89983-2152-F1DC-2A21-F59D84F7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36A0D25F-69DC-4BF5-9F5D-7D1CC5F42172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878AB-8726-5F92-26C3-11D20B815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ACA67-C460-B387-C501-7F10619BC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341423E-1D05-4350-9D21-3EB43913DE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6112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1">
            <a:extLst>
              <a:ext uri="{FF2B5EF4-FFF2-40B4-BE49-F238E27FC236}">
                <a16:creationId xmlns:a16="http://schemas.microsoft.com/office/drawing/2014/main" id="{309CE864-51AC-3E95-713D-C36205143FD3}"/>
              </a:ext>
            </a:extLst>
          </p:cNvPr>
          <p:cNvSpPr txBox="1"/>
          <p:nvPr userDrawn="1"/>
        </p:nvSpPr>
        <p:spPr>
          <a:xfrm>
            <a:off x="1522412" y="2263140"/>
            <a:ext cx="9144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{{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drug_name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}}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F10D05E5-BF04-627E-E0D9-EC9C7B0349B8}"/>
              </a:ext>
            </a:extLst>
          </p:cNvPr>
          <p:cNvSpPr txBox="1"/>
          <p:nvPr userDrawn="1"/>
        </p:nvSpPr>
        <p:spPr>
          <a:xfrm>
            <a:off x="1522412" y="29946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0" i="0">
                <a:solidFill>
                  <a:srgbClr val="C4B5FD"/>
                </a:solidFill>
                <a:latin typeface="Arial"/>
              </a:defRPr>
            </a:pPr>
            <a:r>
              <a:rPr dirty="0">
                <a:solidFill>
                  <a:schemeClr val="accent4"/>
                </a:solidFill>
              </a:rPr>
              <a:t>({{</a:t>
            </a:r>
            <a:r>
              <a:rPr dirty="0" err="1">
                <a:solidFill>
                  <a:schemeClr val="accent4"/>
                </a:solidFill>
              </a:rPr>
              <a:t>drug_brand</a:t>
            </a:r>
            <a:r>
              <a:rPr dirty="0">
                <a:solidFill>
                  <a:schemeClr val="accent4"/>
                </a:solidFill>
              </a:rPr>
              <a:t>}})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0FAC5957-CA1D-6056-8A38-A638A29703AF}"/>
              </a:ext>
            </a:extLst>
          </p:cNvPr>
          <p:cNvSpPr txBox="1"/>
          <p:nvPr userDrawn="1"/>
        </p:nvSpPr>
        <p:spPr>
          <a:xfrm>
            <a:off x="1522412" y="36347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{{indication_full}}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220CCBE6-59EC-0F72-2C84-9F4F63F0C7FC}"/>
              </a:ext>
            </a:extLst>
          </p:cNvPr>
          <p:cNvSpPr txBox="1"/>
          <p:nvPr userDrawn="1"/>
        </p:nvSpPr>
        <p:spPr>
          <a:xfrm>
            <a:off x="1522412" y="4320539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75000"/>
                  </a:schemeClr>
                </a:solidFill>
              </a:rPr>
              <a:t>{{scope}}</a:t>
            </a:r>
          </a:p>
        </p:txBody>
      </p:sp>
    </p:spTree>
    <p:extLst>
      <p:ext uri="{BB962C8B-B14F-4D97-AF65-F5344CB8AC3E}">
        <p14:creationId xmlns:p14="http://schemas.microsoft.com/office/powerpoint/2010/main" val="1545639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ASE_OVERVIEW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48866153-5516-2800-3D2F-87539A3808B0}"/>
              </a:ext>
            </a:extLst>
          </p:cNvPr>
          <p:cNvSpPr/>
          <p:nvPr userDrawn="1"/>
        </p:nvSpPr>
        <p:spPr>
          <a:xfrm>
            <a:off x="164592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01A3DE-9A57-71AF-11D1-5F78D4881AD0}"/>
              </a:ext>
            </a:extLst>
          </p:cNvPr>
          <p:cNvSpPr/>
          <p:nvPr userDrawn="1"/>
        </p:nvSpPr>
        <p:spPr>
          <a:xfrm>
            <a:off x="164592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169F00-C677-36A3-7B06-63ACCA751C45}"/>
              </a:ext>
            </a:extLst>
          </p:cNvPr>
          <p:cNvSpPr/>
          <p:nvPr userDrawn="1"/>
        </p:nvSpPr>
        <p:spPr>
          <a:xfrm>
            <a:off x="164592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1F28AF-237E-4E1B-ACB2-4A48BD8BD1D3}"/>
              </a:ext>
            </a:extLst>
          </p:cNvPr>
          <p:cNvSpPr/>
          <p:nvPr userDrawn="1"/>
        </p:nvSpPr>
        <p:spPr>
          <a:xfrm>
            <a:off x="292608" y="808800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25AC2-CE25-AF5C-0BA5-88635341AD6F}"/>
              </a:ext>
            </a:extLst>
          </p:cNvPr>
          <p:cNvSpPr txBox="1"/>
          <p:nvPr userDrawn="1"/>
        </p:nvSpPr>
        <p:spPr>
          <a:xfrm>
            <a:off x="402336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{{disease_subtitle}}</a:t>
            </a:r>
          </a:p>
        </p:txBody>
      </p:sp>
      <p:sp>
        <p:nvSpPr>
          <p:cNvPr id="11" name="Rounded Rectangle 14">
            <a:extLst>
              <a:ext uri="{FF2B5EF4-FFF2-40B4-BE49-F238E27FC236}">
                <a16:creationId xmlns:a16="http://schemas.microsoft.com/office/drawing/2014/main" id="{B8FC3C85-DCCF-9633-D117-6431AF2825A2}"/>
              </a:ext>
            </a:extLst>
          </p:cNvPr>
          <p:cNvSpPr/>
          <p:nvPr userDrawn="1"/>
        </p:nvSpPr>
        <p:spPr>
          <a:xfrm>
            <a:off x="292608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7ABF28-66E7-35D5-51CB-4A5E065D2CFE}"/>
              </a:ext>
            </a:extLst>
          </p:cNvPr>
          <p:cNvSpPr/>
          <p:nvPr userDrawn="1"/>
        </p:nvSpPr>
        <p:spPr>
          <a:xfrm>
            <a:off x="292608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C1CFCC-8A86-0543-0E43-B6F218F434E6}"/>
              </a:ext>
            </a:extLst>
          </p:cNvPr>
          <p:cNvSpPr txBox="1"/>
          <p:nvPr userDrawn="1"/>
        </p:nvSpPr>
        <p:spPr>
          <a:xfrm>
            <a:off x="365760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{{epi_kpi_1_label}}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CECA4F-C0C2-36F2-6E93-0BC6FE7225A3}"/>
              </a:ext>
            </a:extLst>
          </p:cNvPr>
          <p:cNvSpPr txBox="1"/>
          <p:nvPr userDrawn="1"/>
        </p:nvSpPr>
        <p:spPr>
          <a:xfrm>
            <a:off x="292608" y="1298448"/>
            <a:ext cx="1116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200" dirty="0"/>
              <a:t>{{epi_kpi_1_value}}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D84E13-95BF-1129-ED26-5B02D8B3561E}"/>
              </a:ext>
            </a:extLst>
          </p:cNvPr>
          <p:cNvSpPr txBox="1"/>
          <p:nvPr userDrawn="1"/>
        </p:nvSpPr>
        <p:spPr>
          <a:xfrm>
            <a:off x="365760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{{epi_kpi_1_context}}</a:t>
            </a:r>
          </a:p>
        </p:txBody>
      </p:sp>
      <p:sp>
        <p:nvSpPr>
          <p:cNvPr id="16" name="Rounded Rectangle 19">
            <a:extLst>
              <a:ext uri="{FF2B5EF4-FFF2-40B4-BE49-F238E27FC236}">
                <a16:creationId xmlns:a16="http://schemas.microsoft.com/office/drawing/2014/main" id="{D4785542-9093-72BC-0A1B-4B38C3FF4821}"/>
              </a:ext>
            </a:extLst>
          </p:cNvPr>
          <p:cNvSpPr/>
          <p:nvPr userDrawn="1"/>
        </p:nvSpPr>
        <p:spPr>
          <a:xfrm>
            <a:off x="1500631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D7B822-65FD-99D6-00CF-94BF80BA4AEC}"/>
              </a:ext>
            </a:extLst>
          </p:cNvPr>
          <p:cNvSpPr/>
          <p:nvPr userDrawn="1"/>
        </p:nvSpPr>
        <p:spPr>
          <a:xfrm>
            <a:off x="1500631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2CFCE4-7975-7A6D-95D5-852C05BCD92C}"/>
              </a:ext>
            </a:extLst>
          </p:cNvPr>
          <p:cNvSpPr txBox="1"/>
          <p:nvPr userDrawn="1"/>
        </p:nvSpPr>
        <p:spPr>
          <a:xfrm>
            <a:off x="1573784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{{epi_kpi_2_label}}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1E853-CB6A-C2A9-FB7E-B2B0D699DC14}"/>
              </a:ext>
            </a:extLst>
          </p:cNvPr>
          <p:cNvSpPr txBox="1"/>
          <p:nvPr userDrawn="1"/>
        </p:nvSpPr>
        <p:spPr>
          <a:xfrm>
            <a:off x="1500632" y="1298448"/>
            <a:ext cx="1116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200"/>
              <a:t>{{epi_kpi_2_value}}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143549-94D7-3B4E-1754-8786BA2729DE}"/>
              </a:ext>
            </a:extLst>
          </p:cNvPr>
          <p:cNvSpPr txBox="1"/>
          <p:nvPr userDrawn="1"/>
        </p:nvSpPr>
        <p:spPr>
          <a:xfrm>
            <a:off x="1573784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{{epi_kpi_2_context}}</a:t>
            </a:r>
          </a:p>
        </p:txBody>
      </p:sp>
      <p:sp>
        <p:nvSpPr>
          <p:cNvPr id="21" name="Rounded Rectangle 24">
            <a:extLst>
              <a:ext uri="{FF2B5EF4-FFF2-40B4-BE49-F238E27FC236}">
                <a16:creationId xmlns:a16="http://schemas.microsoft.com/office/drawing/2014/main" id="{5A43CA69-D7D1-2025-67BB-28BFAF404F0E}"/>
              </a:ext>
            </a:extLst>
          </p:cNvPr>
          <p:cNvSpPr/>
          <p:nvPr userDrawn="1"/>
        </p:nvSpPr>
        <p:spPr>
          <a:xfrm>
            <a:off x="2708655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415A47-5703-FC59-736F-F1A7719F72B4}"/>
              </a:ext>
            </a:extLst>
          </p:cNvPr>
          <p:cNvSpPr/>
          <p:nvPr userDrawn="1"/>
        </p:nvSpPr>
        <p:spPr>
          <a:xfrm>
            <a:off x="2708655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F78FE7-9DA2-2785-3D8F-275A48011A60}"/>
              </a:ext>
            </a:extLst>
          </p:cNvPr>
          <p:cNvSpPr txBox="1"/>
          <p:nvPr userDrawn="1"/>
        </p:nvSpPr>
        <p:spPr>
          <a:xfrm>
            <a:off x="2781807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{{epi_kpi_3_label}}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FE22A2-9811-CB69-8788-743D5A1D8EB0}"/>
              </a:ext>
            </a:extLst>
          </p:cNvPr>
          <p:cNvSpPr txBox="1"/>
          <p:nvPr userDrawn="1"/>
        </p:nvSpPr>
        <p:spPr>
          <a:xfrm>
            <a:off x="2708655" y="1298448"/>
            <a:ext cx="1116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200"/>
              <a:t>{{epi_kpi_3_value}}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0D8C5D-DD94-8B73-1CBF-F4416037CD98}"/>
              </a:ext>
            </a:extLst>
          </p:cNvPr>
          <p:cNvSpPr txBox="1"/>
          <p:nvPr userDrawn="1"/>
        </p:nvSpPr>
        <p:spPr>
          <a:xfrm>
            <a:off x="2781807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{{epi_kpi_3_context}}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232A92-D480-7E2B-1C7F-00086F744EED}"/>
              </a:ext>
            </a:extLst>
          </p:cNvPr>
          <p:cNvSpPr txBox="1"/>
          <p:nvPr userDrawn="1"/>
        </p:nvSpPr>
        <p:spPr>
          <a:xfrm>
            <a:off x="292608" y="1847088"/>
            <a:ext cx="362407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EPIDEMIOLOGICAL FACTS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8C96E6-B97F-9A31-A761-C803006572A9}"/>
              </a:ext>
            </a:extLst>
          </p:cNvPr>
          <p:cNvSpPr txBox="1"/>
          <p:nvPr userDrawn="1"/>
        </p:nvSpPr>
        <p:spPr>
          <a:xfrm>
            <a:off x="292608" y="204825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29C38F-8295-8097-E9A7-39A4B1979B3A}"/>
              </a:ext>
            </a:extLst>
          </p:cNvPr>
          <p:cNvSpPr txBox="1"/>
          <p:nvPr userDrawn="1"/>
        </p:nvSpPr>
        <p:spPr>
          <a:xfrm>
            <a:off x="438912" y="2048256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{{fact_1}}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003F04-B772-5D19-F7F1-43E277A88D75}"/>
              </a:ext>
            </a:extLst>
          </p:cNvPr>
          <p:cNvSpPr txBox="1"/>
          <p:nvPr userDrawn="1"/>
        </p:nvSpPr>
        <p:spPr>
          <a:xfrm>
            <a:off x="292608" y="235915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A2C451-D0B9-02C3-F014-B555D752E722}"/>
              </a:ext>
            </a:extLst>
          </p:cNvPr>
          <p:cNvSpPr txBox="1"/>
          <p:nvPr userDrawn="1"/>
        </p:nvSpPr>
        <p:spPr>
          <a:xfrm>
            <a:off x="438912" y="2359152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{{fact_2}}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F1A32C-0158-2846-98CB-43C79A832BD7}"/>
              </a:ext>
            </a:extLst>
          </p:cNvPr>
          <p:cNvSpPr txBox="1"/>
          <p:nvPr userDrawn="1"/>
        </p:nvSpPr>
        <p:spPr>
          <a:xfrm>
            <a:off x="292608" y="267004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ACF049-B3D7-2BAE-4474-E3F1705F3F48}"/>
              </a:ext>
            </a:extLst>
          </p:cNvPr>
          <p:cNvSpPr txBox="1"/>
          <p:nvPr userDrawn="1"/>
        </p:nvSpPr>
        <p:spPr>
          <a:xfrm>
            <a:off x="438912" y="2670048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{{fact_3}}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FBA1DA-94F1-56E0-BE7C-3FBCDEA0F3CC}"/>
              </a:ext>
            </a:extLst>
          </p:cNvPr>
          <p:cNvSpPr txBox="1"/>
          <p:nvPr userDrawn="1"/>
        </p:nvSpPr>
        <p:spPr>
          <a:xfrm>
            <a:off x="292608" y="298094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F29FF0-681E-5FA1-FFFC-1C321D622A7E}"/>
              </a:ext>
            </a:extLst>
          </p:cNvPr>
          <p:cNvSpPr txBox="1"/>
          <p:nvPr userDrawn="1"/>
        </p:nvSpPr>
        <p:spPr>
          <a:xfrm>
            <a:off x="438912" y="2980944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{{fact_4}}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C15ACC-CCF7-D452-E4CB-D34ED995BECC}"/>
              </a:ext>
            </a:extLst>
          </p:cNvPr>
          <p:cNvSpPr txBox="1"/>
          <p:nvPr userDrawn="1"/>
        </p:nvSpPr>
        <p:spPr>
          <a:xfrm>
            <a:off x="292608" y="32918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6AF914-373B-B2EB-759A-F7E1B7398E53}"/>
              </a:ext>
            </a:extLst>
          </p:cNvPr>
          <p:cNvSpPr txBox="1"/>
          <p:nvPr userDrawn="1"/>
        </p:nvSpPr>
        <p:spPr>
          <a:xfrm>
            <a:off x="438912" y="3291839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{{fact_5}}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FD7D86-5C3A-B9AD-53C2-CF38FB3342D3}"/>
              </a:ext>
            </a:extLst>
          </p:cNvPr>
          <p:cNvSpPr txBox="1"/>
          <p:nvPr userDrawn="1"/>
        </p:nvSpPr>
        <p:spPr>
          <a:xfrm>
            <a:off x="292608" y="3602735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B00688-093A-A34B-9FA4-68AB16D3A5C9}"/>
              </a:ext>
            </a:extLst>
          </p:cNvPr>
          <p:cNvSpPr txBox="1"/>
          <p:nvPr userDrawn="1"/>
        </p:nvSpPr>
        <p:spPr>
          <a:xfrm>
            <a:off x="438912" y="3602735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{{fact_6}}</a:t>
            </a:r>
          </a:p>
        </p:txBody>
      </p:sp>
      <p:sp>
        <p:nvSpPr>
          <p:cNvPr id="39" name="Rounded Rectangle 42">
            <a:extLst>
              <a:ext uri="{FF2B5EF4-FFF2-40B4-BE49-F238E27FC236}">
                <a16:creationId xmlns:a16="http://schemas.microsoft.com/office/drawing/2014/main" id="{004F2D57-B5E9-570B-F0F8-11D493858F0F}"/>
              </a:ext>
            </a:extLst>
          </p:cNvPr>
          <p:cNvSpPr/>
          <p:nvPr userDrawn="1"/>
        </p:nvSpPr>
        <p:spPr>
          <a:xfrm>
            <a:off x="4154423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D33B5C-83DF-30A5-C11A-CD6814C937D6}"/>
              </a:ext>
            </a:extLst>
          </p:cNvPr>
          <p:cNvSpPr/>
          <p:nvPr userDrawn="1"/>
        </p:nvSpPr>
        <p:spPr>
          <a:xfrm>
            <a:off x="4154423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ABFC3D-542B-4353-128C-E3A9F4260E03}"/>
              </a:ext>
            </a:extLst>
          </p:cNvPr>
          <p:cNvSpPr/>
          <p:nvPr userDrawn="1"/>
        </p:nvSpPr>
        <p:spPr>
          <a:xfrm>
            <a:off x="4154423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2EC5973-9866-9B51-62B5-D9B4F0211F34}"/>
              </a:ext>
            </a:extLst>
          </p:cNvPr>
          <p:cNvSpPr/>
          <p:nvPr userDrawn="1"/>
        </p:nvSpPr>
        <p:spPr>
          <a:xfrm>
            <a:off x="4282439" y="808800"/>
            <a:ext cx="64008" cy="6400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01FAA9-3925-F692-E0F8-4B7704E7C5B1}"/>
              </a:ext>
            </a:extLst>
          </p:cNvPr>
          <p:cNvSpPr txBox="1"/>
          <p:nvPr userDrawn="1"/>
        </p:nvSpPr>
        <p:spPr>
          <a:xfrm>
            <a:off x="4392167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Pathophysiology &amp; Targets</a:t>
            </a:r>
          </a:p>
        </p:txBody>
      </p:sp>
      <p:sp>
        <p:nvSpPr>
          <p:cNvPr id="44" name="Rounded Rectangle 47">
            <a:extLst>
              <a:ext uri="{FF2B5EF4-FFF2-40B4-BE49-F238E27FC236}">
                <a16:creationId xmlns:a16="http://schemas.microsoft.com/office/drawing/2014/main" id="{5CF50F60-F320-37C1-74E9-BB85425E818F}"/>
              </a:ext>
            </a:extLst>
          </p:cNvPr>
          <p:cNvSpPr/>
          <p:nvPr userDrawn="1"/>
        </p:nvSpPr>
        <p:spPr>
          <a:xfrm>
            <a:off x="4282439" y="1097280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3D9360-9BA6-8AF4-04D2-9D9E388E260E}"/>
              </a:ext>
            </a:extLst>
          </p:cNvPr>
          <p:cNvSpPr/>
          <p:nvPr userDrawn="1"/>
        </p:nvSpPr>
        <p:spPr>
          <a:xfrm>
            <a:off x="4282439" y="1097280"/>
            <a:ext cx="36576" cy="5852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A32BC0-DE05-7D96-362E-57B18BFC1943}"/>
              </a:ext>
            </a:extLst>
          </p:cNvPr>
          <p:cNvSpPr txBox="1"/>
          <p:nvPr userDrawn="1"/>
        </p:nvSpPr>
        <p:spPr>
          <a:xfrm>
            <a:off x="4392167" y="1152144"/>
            <a:ext cx="88775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{{target_1_name}}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32E8B1-3E96-9D15-53D8-72DBF52B1CC3}"/>
              </a:ext>
            </a:extLst>
          </p:cNvPr>
          <p:cNvSpPr txBox="1"/>
          <p:nvPr userDrawn="1"/>
        </p:nvSpPr>
        <p:spPr>
          <a:xfrm>
            <a:off x="4392167" y="1316736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{{target_1_desc}}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C961DE-B457-DB40-080A-652322C75040}"/>
              </a:ext>
            </a:extLst>
          </p:cNvPr>
          <p:cNvSpPr txBox="1"/>
          <p:nvPr userDrawn="1"/>
        </p:nvSpPr>
        <p:spPr>
          <a:xfrm>
            <a:off x="4392167" y="1481328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{{target_1_detail}}</a:t>
            </a:r>
          </a:p>
        </p:txBody>
      </p:sp>
      <p:sp>
        <p:nvSpPr>
          <p:cNvPr id="49" name="Rounded Rectangle 52">
            <a:extLst>
              <a:ext uri="{FF2B5EF4-FFF2-40B4-BE49-F238E27FC236}">
                <a16:creationId xmlns:a16="http://schemas.microsoft.com/office/drawing/2014/main" id="{50880DAB-A249-17BC-1A0B-71B63FCE48A0}"/>
              </a:ext>
            </a:extLst>
          </p:cNvPr>
          <p:cNvSpPr/>
          <p:nvPr userDrawn="1"/>
        </p:nvSpPr>
        <p:spPr>
          <a:xfrm>
            <a:off x="4282439" y="1755648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CBC60F7-F0DB-AD5A-BEDB-C2340825223A}"/>
              </a:ext>
            </a:extLst>
          </p:cNvPr>
          <p:cNvSpPr/>
          <p:nvPr userDrawn="1"/>
        </p:nvSpPr>
        <p:spPr>
          <a:xfrm>
            <a:off x="4282439" y="1755648"/>
            <a:ext cx="36576" cy="5852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715A92-03C4-FF2F-A478-51FF83CA4345}"/>
              </a:ext>
            </a:extLst>
          </p:cNvPr>
          <p:cNvSpPr txBox="1"/>
          <p:nvPr userDrawn="1"/>
        </p:nvSpPr>
        <p:spPr>
          <a:xfrm>
            <a:off x="4392167" y="1810512"/>
            <a:ext cx="887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{{target_2_name}}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928093-2C79-AE9C-696D-65FD118BB7AC}"/>
              </a:ext>
            </a:extLst>
          </p:cNvPr>
          <p:cNvSpPr txBox="1"/>
          <p:nvPr userDrawn="1"/>
        </p:nvSpPr>
        <p:spPr>
          <a:xfrm>
            <a:off x="4392167" y="1975104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{{target_2_desc}}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69F524-205F-345C-ED81-A93257DEBA22}"/>
              </a:ext>
            </a:extLst>
          </p:cNvPr>
          <p:cNvSpPr txBox="1"/>
          <p:nvPr userDrawn="1"/>
        </p:nvSpPr>
        <p:spPr>
          <a:xfrm>
            <a:off x="4392167" y="2139696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{{target_2_detail}}</a:t>
            </a:r>
          </a:p>
        </p:txBody>
      </p:sp>
      <p:sp>
        <p:nvSpPr>
          <p:cNvPr id="54" name="Rounded Rectangle 57">
            <a:extLst>
              <a:ext uri="{FF2B5EF4-FFF2-40B4-BE49-F238E27FC236}">
                <a16:creationId xmlns:a16="http://schemas.microsoft.com/office/drawing/2014/main" id="{72135119-21E3-8692-B92E-6EF5FE79A27F}"/>
              </a:ext>
            </a:extLst>
          </p:cNvPr>
          <p:cNvSpPr/>
          <p:nvPr userDrawn="1"/>
        </p:nvSpPr>
        <p:spPr>
          <a:xfrm>
            <a:off x="4282439" y="2414015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10D4529-5334-7185-B617-6707BF1385F1}"/>
              </a:ext>
            </a:extLst>
          </p:cNvPr>
          <p:cNvSpPr/>
          <p:nvPr userDrawn="1"/>
        </p:nvSpPr>
        <p:spPr>
          <a:xfrm>
            <a:off x="4282439" y="2414015"/>
            <a:ext cx="36576" cy="5852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DCFA7E-56D5-D389-892F-F41C5DFDF24B}"/>
              </a:ext>
            </a:extLst>
          </p:cNvPr>
          <p:cNvSpPr txBox="1"/>
          <p:nvPr userDrawn="1"/>
        </p:nvSpPr>
        <p:spPr>
          <a:xfrm>
            <a:off x="4392167" y="2468879"/>
            <a:ext cx="887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{{target_3_name}}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AE594E-A476-2228-8C11-AB1CF51A86B0}"/>
              </a:ext>
            </a:extLst>
          </p:cNvPr>
          <p:cNvSpPr txBox="1"/>
          <p:nvPr userDrawn="1"/>
        </p:nvSpPr>
        <p:spPr>
          <a:xfrm>
            <a:off x="4392167" y="2633472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{{target_3_desc}}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1DB259-630D-DEC0-BE12-7481B37EA629}"/>
              </a:ext>
            </a:extLst>
          </p:cNvPr>
          <p:cNvSpPr txBox="1"/>
          <p:nvPr userDrawn="1"/>
        </p:nvSpPr>
        <p:spPr>
          <a:xfrm>
            <a:off x="4392167" y="2798063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{{target_3_detail}}</a:t>
            </a:r>
          </a:p>
        </p:txBody>
      </p:sp>
      <p:sp>
        <p:nvSpPr>
          <p:cNvPr id="59" name="Rounded Rectangle 62">
            <a:extLst>
              <a:ext uri="{FF2B5EF4-FFF2-40B4-BE49-F238E27FC236}">
                <a16:creationId xmlns:a16="http://schemas.microsoft.com/office/drawing/2014/main" id="{4B34C5BB-40B4-EE6D-056F-DF75586D9B5D}"/>
              </a:ext>
            </a:extLst>
          </p:cNvPr>
          <p:cNvSpPr/>
          <p:nvPr userDrawn="1"/>
        </p:nvSpPr>
        <p:spPr>
          <a:xfrm>
            <a:off x="4282439" y="3072384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518FE-59BB-B374-0E05-14D74565FBCB}"/>
              </a:ext>
            </a:extLst>
          </p:cNvPr>
          <p:cNvSpPr/>
          <p:nvPr userDrawn="1"/>
        </p:nvSpPr>
        <p:spPr>
          <a:xfrm>
            <a:off x="4282439" y="3072384"/>
            <a:ext cx="36576" cy="5852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E9D6D5-B8E4-A599-90E4-E31FB9D58767}"/>
              </a:ext>
            </a:extLst>
          </p:cNvPr>
          <p:cNvSpPr txBox="1"/>
          <p:nvPr userDrawn="1"/>
        </p:nvSpPr>
        <p:spPr>
          <a:xfrm>
            <a:off x="4392167" y="3127248"/>
            <a:ext cx="792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06B6D4"/>
                </a:solidFill>
                <a:latin typeface="Arial"/>
              </a:defRPr>
            </a:pPr>
            <a:r>
              <a:rPr dirty="0"/>
              <a:t>{{target_4_name}}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4CBA37-7A4B-2084-CF64-C43DEAC494C4}"/>
              </a:ext>
            </a:extLst>
          </p:cNvPr>
          <p:cNvSpPr txBox="1"/>
          <p:nvPr userDrawn="1"/>
        </p:nvSpPr>
        <p:spPr>
          <a:xfrm>
            <a:off x="4392167" y="3291840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{{target_4_desc}}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A91AE3-4284-2627-0391-AAB192223E6E}"/>
              </a:ext>
            </a:extLst>
          </p:cNvPr>
          <p:cNvSpPr txBox="1"/>
          <p:nvPr userDrawn="1"/>
        </p:nvSpPr>
        <p:spPr>
          <a:xfrm>
            <a:off x="4392167" y="3456432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{{target_4_detail}}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A4D4CB-FF09-1CFD-7356-D4EE190723CD}"/>
              </a:ext>
            </a:extLst>
          </p:cNvPr>
          <p:cNvSpPr txBox="1"/>
          <p:nvPr userDrawn="1"/>
        </p:nvSpPr>
        <p:spPr>
          <a:xfrm>
            <a:off x="4282439" y="3822191"/>
            <a:ext cx="362407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DISEASE BIOLOGY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92CAB8-65CA-A783-AEF0-67CDBF05D587}"/>
              </a:ext>
            </a:extLst>
          </p:cNvPr>
          <p:cNvSpPr txBox="1"/>
          <p:nvPr userDrawn="1"/>
        </p:nvSpPr>
        <p:spPr>
          <a:xfrm>
            <a:off x="4282439" y="400507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08337F-9073-EBC1-D691-A416454EA654}"/>
              </a:ext>
            </a:extLst>
          </p:cNvPr>
          <p:cNvSpPr txBox="1"/>
          <p:nvPr userDrawn="1"/>
        </p:nvSpPr>
        <p:spPr>
          <a:xfrm>
            <a:off x="4410456" y="4005072"/>
            <a:ext cx="3496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{{biology_1}}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D24E49-540F-EFD7-26D6-3359CC105B93}"/>
              </a:ext>
            </a:extLst>
          </p:cNvPr>
          <p:cNvSpPr txBox="1"/>
          <p:nvPr userDrawn="1"/>
        </p:nvSpPr>
        <p:spPr>
          <a:xfrm>
            <a:off x="4282439" y="42611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149C62E-1A82-8FD1-D4AB-3E5DC2213052}"/>
              </a:ext>
            </a:extLst>
          </p:cNvPr>
          <p:cNvSpPr txBox="1"/>
          <p:nvPr userDrawn="1"/>
        </p:nvSpPr>
        <p:spPr>
          <a:xfrm>
            <a:off x="4410456" y="4261104"/>
            <a:ext cx="3496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{{biology_2}}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0AD1F8-44F6-77B1-60B7-E07B6FFF9C3A}"/>
              </a:ext>
            </a:extLst>
          </p:cNvPr>
          <p:cNvSpPr txBox="1"/>
          <p:nvPr userDrawn="1"/>
        </p:nvSpPr>
        <p:spPr>
          <a:xfrm>
            <a:off x="4282439" y="45171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2CBA71-32F4-BB95-F1C8-95E5CE882893}"/>
              </a:ext>
            </a:extLst>
          </p:cNvPr>
          <p:cNvSpPr txBox="1"/>
          <p:nvPr userDrawn="1"/>
        </p:nvSpPr>
        <p:spPr>
          <a:xfrm>
            <a:off x="4410456" y="4517136"/>
            <a:ext cx="3496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{{biology_3}}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32494A-2AD8-5151-1C26-3C4261E0A3B0}"/>
              </a:ext>
            </a:extLst>
          </p:cNvPr>
          <p:cNvSpPr txBox="1"/>
          <p:nvPr userDrawn="1"/>
        </p:nvSpPr>
        <p:spPr>
          <a:xfrm>
            <a:off x="4282439" y="4773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B47A25F-7E07-F3A4-D835-EAF28C92393F}"/>
              </a:ext>
            </a:extLst>
          </p:cNvPr>
          <p:cNvSpPr txBox="1"/>
          <p:nvPr userDrawn="1"/>
        </p:nvSpPr>
        <p:spPr>
          <a:xfrm>
            <a:off x="4410456" y="4773168"/>
            <a:ext cx="3496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{{biology_4}}</a:t>
            </a:r>
          </a:p>
        </p:txBody>
      </p:sp>
      <p:sp>
        <p:nvSpPr>
          <p:cNvPr id="73" name="Rounded Rectangle 76">
            <a:extLst>
              <a:ext uri="{FF2B5EF4-FFF2-40B4-BE49-F238E27FC236}">
                <a16:creationId xmlns:a16="http://schemas.microsoft.com/office/drawing/2014/main" id="{AFD376E6-01EF-6F41-0D43-03CE419BF00B}"/>
              </a:ext>
            </a:extLst>
          </p:cNvPr>
          <p:cNvSpPr/>
          <p:nvPr userDrawn="1"/>
        </p:nvSpPr>
        <p:spPr>
          <a:xfrm>
            <a:off x="8144255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EC928E6-FD25-BAC9-D0BB-AA49C3F31933}"/>
              </a:ext>
            </a:extLst>
          </p:cNvPr>
          <p:cNvSpPr/>
          <p:nvPr userDrawn="1"/>
        </p:nvSpPr>
        <p:spPr>
          <a:xfrm>
            <a:off x="8144255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399E179-3217-6114-A536-287BA63EFE0E}"/>
              </a:ext>
            </a:extLst>
          </p:cNvPr>
          <p:cNvSpPr/>
          <p:nvPr userDrawn="1"/>
        </p:nvSpPr>
        <p:spPr>
          <a:xfrm>
            <a:off x="8144255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9A0971F-FD9F-65CD-1205-0B498FC02FBC}"/>
              </a:ext>
            </a:extLst>
          </p:cNvPr>
          <p:cNvSpPr/>
          <p:nvPr userDrawn="1"/>
        </p:nvSpPr>
        <p:spPr>
          <a:xfrm>
            <a:off x="8272271" y="808800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4254102-CB7B-1815-4959-BF4C7BE4407A}"/>
              </a:ext>
            </a:extLst>
          </p:cNvPr>
          <p:cNvSpPr txBox="1"/>
          <p:nvPr userDrawn="1"/>
        </p:nvSpPr>
        <p:spPr>
          <a:xfrm>
            <a:off x="8381999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Current Treatment Landscape</a:t>
            </a:r>
          </a:p>
        </p:txBody>
      </p:sp>
      <p:sp>
        <p:nvSpPr>
          <p:cNvPr id="78" name="Rounded Rectangle 81">
            <a:extLst>
              <a:ext uri="{FF2B5EF4-FFF2-40B4-BE49-F238E27FC236}">
                <a16:creationId xmlns:a16="http://schemas.microsoft.com/office/drawing/2014/main" id="{9B4B72AE-2532-2CF4-66DF-3DF58609CA30}"/>
              </a:ext>
            </a:extLst>
          </p:cNvPr>
          <p:cNvSpPr/>
          <p:nvPr userDrawn="1"/>
        </p:nvSpPr>
        <p:spPr>
          <a:xfrm>
            <a:off x="8272271" y="1097280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5D740B-AC6D-820F-55C9-2CF215026F3D}"/>
              </a:ext>
            </a:extLst>
          </p:cNvPr>
          <p:cNvSpPr txBox="1"/>
          <p:nvPr userDrawn="1"/>
        </p:nvSpPr>
        <p:spPr>
          <a:xfrm>
            <a:off x="8812623" y="1170432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10B981"/>
                </a:solidFill>
                <a:latin typeface="Arial"/>
              </a:defRPr>
            </a:pPr>
            <a:r>
              <a:rPr dirty="0"/>
              <a:t>{{tx_1l_label}}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E595C4-E66B-791E-8F41-E3C3A439F59E}"/>
              </a:ext>
            </a:extLst>
          </p:cNvPr>
          <p:cNvSpPr txBox="1"/>
          <p:nvPr userDrawn="1"/>
        </p:nvSpPr>
        <p:spPr>
          <a:xfrm>
            <a:off x="8812623" y="1371600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{{tx_1l_detail}}</a:t>
            </a:r>
            <a:br/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D85F2AD-1EE1-DA61-BE94-EC5C48017177}"/>
              </a:ext>
            </a:extLst>
          </p:cNvPr>
          <p:cNvSpPr/>
          <p:nvPr userDrawn="1"/>
        </p:nvSpPr>
        <p:spPr>
          <a:xfrm>
            <a:off x="8473439" y="1865376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7">
            <a:extLst>
              <a:ext uri="{FF2B5EF4-FFF2-40B4-BE49-F238E27FC236}">
                <a16:creationId xmlns:a16="http://schemas.microsoft.com/office/drawing/2014/main" id="{67D3BD97-B8D8-0501-D49D-A323E783FA29}"/>
              </a:ext>
            </a:extLst>
          </p:cNvPr>
          <p:cNvSpPr/>
          <p:nvPr userDrawn="1"/>
        </p:nvSpPr>
        <p:spPr>
          <a:xfrm>
            <a:off x="8272271" y="2029967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3E90121-55EC-1651-DFED-5748C84B8F1C}"/>
              </a:ext>
            </a:extLst>
          </p:cNvPr>
          <p:cNvSpPr txBox="1"/>
          <p:nvPr userDrawn="1"/>
        </p:nvSpPr>
        <p:spPr>
          <a:xfrm>
            <a:off x="8812623" y="2103120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{{tx_2l_label}}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351EA45-540B-5CDE-DAC1-8A6EC1C0A63A}"/>
              </a:ext>
            </a:extLst>
          </p:cNvPr>
          <p:cNvSpPr txBox="1"/>
          <p:nvPr userDrawn="1"/>
        </p:nvSpPr>
        <p:spPr>
          <a:xfrm>
            <a:off x="8812623" y="2304287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{{tx_2l_detail}}</a:t>
            </a:r>
            <a:br/>
            <a:endParaRPr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22A9A20-18F7-C6DD-B17A-3C0769391D48}"/>
              </a:ext>
            </a:extLst>
          </p:cNvPr>
          <p:cNvSpPr/>
          <p:nvPr userDrawn="1"/>
        </p:nvSpPr>
        <p:spPr>
          <a:xfrm>
            <a:off x="8473439" y="2798063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93">
            <a:extLst>
              <a:ext uri="{FF2B5EF4-FFF2-40B4-BE49-F238E27FC236}">
                <a16:creationId xmlns:a16="http://schemas.microsoft.com/office/drawing/2014/main" id="{8B8570F6-DAE4-E7BA-4596-D89BB8B71ED7}"/>
              </a:ext>
            </a:extLst>
          </p:cNvPr>
          <p:cNvSpPr/>
          <p:nvPr userDrawn="1"/>
        </p:nvSpPr>
        <p:spPr>
          <a:xfrm>
            <a:off x="8272271" y="2962656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592B86B-93BD-FED5-7544-FD2A84B8A222}"/>
              </a:ext>
            </a:extLst>
          </p:cNvPr>
          <p:cNvSpPr txBox="1"/>
          <p:nvPr userDrawn="1"/>
        </p:nvSpPr>
        <p:spPr>
          <a:xfrm>
            <a:off x="8812623" y="3035808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{{tx_3l_label}}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36C8ACB-6A0E-B259-1F31-C193D5293F77}"/>
              </a:ext>
            </a:extLst>
          </p:cNvPr>
          <p:cNvSpPr txBox="1"/>
          <p:nvPr userDrawn="1"/>
        </p:nvSpPr>
        <p:spPr>
          <a:xfrm>
            <a:off x="8812623" y="3236975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{{tx_3l_detail}}</a:t>
            </a:r>
            <a:br/>
            <a:br/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57572C9-CAD6-3E63-0845-53BAEEC2F504}"/>
              </a:ext>
            </a:extLst>
          </p:cNvPr>
          <p:cNvSpPr/>
          <p:nvPr userDrawn="1"/>
        </p:nvSpPr>
        <p:spPr>
          <a:xfrm>
            <a:off x="8473439" y="3730752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9">
            <a:extLst>
              <a:ext uri="{FF2B5EF4-FFF2-40B4-BE49-F238E27FC236}">
                <a16:creationId xmlns:a16="http://schemas.microsoft.com/office/drawing/2014/main" id="{3798337B-87B9-B802-7015-4DD5CD31E3D9}"/>
              </a:ext>
            </a:extLst>
          </p:cNvPr>
          <p:cNvSpPr/>
          <p:nvPr userDrawn="1"/>
        </p:nvSpPr>
        <p:spPr>
          <a:xfrm>
            <a:off x="8272271" y="3895344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FDA90DF-DCFB-C7B3-B297-39BC8F502149}"/>
              </a:ext>
            </a:extLst>
          </p:cNvPr>
          <p:cNvSpPr txBox="1"/>
          <p:nvPr userDrawn="1"/>
        </p:nvSpPr>
        <p:spPr>
          <a:xfrm>
            <a:off x="8812623" y="3968496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EF4444"/>
                </a:solidFill>
                <a:latin typeface="Arial"/>
              </a:defRPr>
            </a:pPr>
            <a:r>
              <a:t>{{tx_rrmm_label}}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4968DD8-A2F0-7B41-A052-77B89975AB96}"/>
              </a:ext>
            </a:extLst>
          </p:cNvPr>
          <p:cNvSpPr txBox="1"/>
          <p:nvPr userDrawn="1"/>
        </p:nvSpPr>
        <p:spPr>
          <a:xfrm>
            <a:off x="8812623" y="4169663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{{</a:t>
            </a:r>
            <a:r>
              <a:rPr dirty="0" err="1"/>
              <a:t>tx_rrmm_detail</a:t>
            </a:r>
            <a:r>
              <a:rPr dirty="0"/>
              <a:t>}}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01" name="Rounded Rectangle 104">
            <a:extLst>
              <a:ext uri="{FF2B5EF4-FFF2-40B4-BE49-F238E27FC236}">
                <a16:creationId xmlns:a16="http://schemas.microsoft.com/office/drawing/2014/main" id="{6294FB06-B582-72EF-B257-2772FA7C127F}"/>
              </a:ext>
            </a:extLst>
          </p:cNvPr>
          <p:cNvSpPr/>
          <p:nvPr userDrawn="1"/>
        </p:nvSpPr>
        <p:spPr>
          <a:xfrm>
            <a:off x="8272271" y="4919470"/>
            <a:ext cx="3624071" cy="655419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740B0C3-5736-63AB-98F5-99040AE95925}"/>
              </a:ext>
            </a:extLst>
          </p:cNvPr>
          <p:cNvSpPr/>
          <p:nvPr userDrawn="1"/>
        </p:nvSpPr>
        <p:spPr>
          <a:xfrm>
            <a:off x="8272270" y="4919471"/>
            <a:ext cx="45719" cy="65541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5310323-0FCD-BC7E-FBA3-406EC9F735E4}"/>
              </a:ext>
            </a:extLst>
          </p:cNvPr>
          <p:cNvSpPr txBox="1"/>
          <p:nvPr userDrawn="1"/>
        </p:nvSpPr>
        <p:spPr>
          <a:xfrm>
            <a:off x="8381999" y="4974335"/>
            <a:ext cx="35143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EF4444"/>
                </a:solidFill>
                <a:latin typeface="Arial"/>
              </a:defRPr>
            </a:pPr>
            <a:r>
              <a:t>UNMET NEED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3E46BBC-1BA9-E4A4-19DA-7599540BB7C2}"/>
              </a:ext>
            </a:extLst>
          </p:cNvPr>
          <p:cNvSpPr txBox="1"/>
          <p:nvPr userDrawn="1"/>
        </p:nvSpPr>
        <p:spPr>
          <a:xfrm>
            <a:off x="8381999" y="5120639"/>
            <a:ext cx="3514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{{unmet_need_statement}}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B47C2C66-96A1-BCC3-3F04-F1EA842FE624}"/>
              </a:ext>
            </a:extLst>
          </p:cNvPr>
          <p:cNvSpPr/>
          <p:nvPr userDrawn="1"/>
        </p:nvSpPr>
        <p:spPr>
          <a:xfrm>
            <a:off x="8272271" y="1106516"/>
            <a:ext cx="621564" cy="7680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793CDB2B-1F53-840B-0ED5-6570E1B91AF5}"/>
              </a:ext>
            </a:extLst>
          </p:cNvPr>
          <p:cNvSpPr/>
          <p:nvPr userDrawn="1"/>
        </p:nvSpPr>
        <p:spPr>
          <a:xfrm>
            <a:off x="8272271" y="2041605"/>
            <a:ext cx="621564" cy="7680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6435F1A2-7330-CBB7-9744-7467F62028D7}"/>
              </a:ext>
            </a:extLst>
          </p:cNvPr>
          <p:cNvSpPr/>
          <p:nvPr userDrawn="1"/>
        </p:nvSpPr>
        <p:spPr>
          <a:xfrm>
            <a:off x="8272270" y="2962839"/>
            <a:ext cx="621564" cy="76809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D4BCB7E-37F5-A074-9562-09338B59948E}"/>
              </a:ext>
            </a:extLst>
          </p:cNvPr>
          <p:cNvSpPr/>
          <p:nvPr userDrawn="1"/>
        </p:nvSpPr>
        <p:spPr>
          <a:xfrm>
            <a:off x="8272270" y="3904580"/>
            <a:ext cx="621564" cy="7680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4D847E-38CC-5F6C-5110-0372F60DFDD4}"/>
              </a:ext>
            </a:extLst>
          </p:cNvPr>
          <p:cNvSpPr txBox="1"/>
          <p:nvPr userDrawn="1"/>
        </p:nvSpPr>
        <p:spPr>
          <a:xfrm>
            <a:off x="8219379" y="1098110"/>
            <a:ext cx="51831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{{tx_1l_badge}}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FA4FAC1-B9B2-8E0C-7F71-13DDF13576B9}"/>
              </a:ext>
            </a:extLst>
          </p:cNvPr>
          <p:cNvSpPr txBox="1"/>
          <p:nvPr userDrawn="1"/>
        </p:nvSpPr>
        <p:spPr>
          <a:xfrm>
            <a:off x="8189884" y="2963486"/>
            <a:ext cx="6001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{{tx_3l_badge}}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C8E489D-982E-732B-01AE-A2274972F5C4}"/>
              </a:ext>
            </a:extLst>
          </p:cNvPr>
          <p:cNvSpPr txBox="1"/>
          <p:nvPr userDrawn="1"/>
        </p:nvSpPr>
        <p:spPr>
          <a:xfrm>
            <a:off x="8199119" y="3893193"/>
            <a:ext cx="6183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{{tx_rrmm_badge}}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5C66626-CBE1-1FD9-7DD0-562C2B3A7218}"/>
              </a:ext>
            </a:extLst>
          </p:cNvPr>
          <p:cNvSpPr txBox="1"/>
          <p:nvPr userDrawn="1"/>
        </p:nvSpPr>
        <p:spPr>
          <a:xfrm>
            <a:off x="8219379" y="2030442"/>
            <a:ext cx="51831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{{tx_2l_badge}}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0E4547A-73D4-91C8-3821-E7105DA6BDD1}"/>
              </a:ext>
            </a:extLst>
          </p:cNvPr>
          <p:cNvSpPr txBox="1"/>
          <p:nvPr userDrawn="1"/>
        </p:nvSpPr>
        <p:spPr>
          <a:xfrm>
            <a:off x="1463040" y="1557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DISEASE OVERVIEW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6B17ACA-6A9E-FCD9-AD33-C2D24F74CBBC}"/>
              </a:ext>
            </a:extLst>
          </p:cNvPr>
          <p:cNvSpPr txBox="1"/>
          <p:nvPr userDrawn="1"/>
        </p:nvSpPr>
        <p:spPr>
          <a:xfrm>
            <a:off x="3200400" y="1374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{{disease_name}}</a:t>
            </a:r>
          </a:p>
        </p:txBody>
      </p:sp>
    </p:spTree>
    <p:extLst>
      <p:ext uri="{BB962C8B-B14F-4D97-AF65-F5344CB8AC3E}">
        <p14:creationId xmlns:p14="http://schemas.microsoft.com/office/powerpoint/2010/main" val="2264970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_ACCES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58FCB9-9AF3-749C-C3E3-C6D95ADC2FD0}"/>
              </a:ext>
            </a:extLst>
          </p:cNvPr>
          <p:cNvSpPr/>
          <p:nvPr userDrawn="1"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AFB7E-6256-9AAC-9583-E94DB12E73F0}"/>
              </a:ext>
            </a:extLst>
          </p:cNvPr>
          <p:cNvSpPr txBox="1"/>
          <p:nvPr userDrawn="1"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{{market_access_title}}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E8ACF-197E-06A5-03B5-5D8B04CB5B9B}"/>
              </a:ext>
            </a:extLst>
          </p:cNvPr>
          <p:cNvSpPr txBox="1"/>
          <p:nvPr userDrawn="1"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{{market_access_subtitle}}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F8251A8E-AB49-ED67-0EFE-B0ADC57798CB}"/>
              </a:ext>
            </a:extLst>
          </p:cNvPr>
          <p:cNvSpPr/>
          <p:nvPr userDrawn="1"/>
        </p:nvSpPr>
        <p:spPr>
          <a:xfrm>
            <a:off x="457200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1FC89B-7C21-48D9-23C0-A16503790098}"/>
              </a:ext>
            </a:extLst>
          </p:cNvPr>
          <p:cNvSpPr/>
          <p:nvPr userDrawn="1"/>
        </p:nvSpPr>
        <p:spPr>
          <a:xfrm>
            <a:off x="457200" y="1188720"/>
            <a:ext cx="3666744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309A1-4CFE-5238-059B-E83911E0E274}"/>
              </a:ext>
            </a:extLst>
          </p:cNvPr>
          <p:cNvSpPr txBox="1"/>
          <p:nvPr userDrawn="1"/>
        </p:nvSpPr>
        <p:spPr>
          <a:xfrm>
            <a:off x="594360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t>EMA 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ABEB48-A76D-CE28-81BA-AE331252E9C8}"/>
              </a:ext>
            </a:extLst>
          </p:cNvPr>
          <p:cNvSpPr txBox="1"/>
          <p:nvPr userDrawn="1"/>
        </p:nvSpPr>
        <p:spPr>
          <a:xfrm>
            <a:off x="594360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{{approval_1_detail}}</a:t>
            </a:r>
          </a:p>
        </p:txBody>
      </p:sp>
      <p:sp>
        <p:nvSpPr>
          <p:cNvPr id="9" name="Rounded Rectangle 22">
            <a:extLst>
              <a:ext uri="{FF2B5EF4-FFF2-40B4-BE49-F238E27FC236}">
                <a16:creationId xmlns:a16="http://schemas.microsoft.com/office/drawing/2014/main" id="{74DF635D-8D9C-A613-550A-179CAB5E033A}"/>
              </a:ext>
            </a:extLst>
          </p:cNvPr>
          <p:cNvSpPr/>
          <p:nvPr userDrawn="1"/>
        </p:nvSpPr>
        <p:spPr>
          <a:xfrm>
            <a:off x="4261104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0750EE-103B-D400-9E77-0EE6AD29A670}"/>
              </a:ext>
            </a:extLst>
          </p:cNvPr>
          <p:cNvSpPr/>
          <p:nvPr userDrawn="1"/>
        </p:nvSpPr>
        <p:spPr>
          <a:xfrm>
            <a:off x="4261104" y="1188720"/>
            <a:ext cx="3666744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F3C82-F149-0065-2BDD-4EDDC40C1AEA}"/>
              </a:ext>
            </a:extLst>
          </p:cNvPr>
          <p:cNvSpPr txBox="1"/>
          <p:nvPr userDrawn="1"/>
        </p:nvSpPr>
        <p:spPr>
          <a:xfrm>
            <a:off x="4398264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66F1"/>
                </a:solidFill>
                <a:latin typeface="Calibri"/>
              </a:defRPr>
            </a:pPr>
            <a:r>
              <a:t>FDA Status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FD576E-A400-EA39-ACB7-E5A90F9A7798}"/>
              </a:ext>
            </a:extLst>
          </p:cNvPr>
          <p:cNvSpPr txBox="1"/>
          <p:nvPr userDrawn="1"/>
        </p:nvSpPr>
        <p:spPr>
          <a:xfrm>
            <a:off x="4398264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{{approval_2_detail}}</a:t>
            </a:r>
          </a:p>
        </p:txBody>
      </p:sp>
      <p:sp>
        <p:nvSpPr>
          <p:cNvPr id="13" name="Rounded Rectangle 26">
            <a:extLst>
              <a:ext uri="{FF2B5EF4-FFF2-40B4-BE49-F238E27FC236}">
                <a16:creationId xmlns:a16="http://schemas.microsoft.com/office/drawing/2014/main" id="{4C58F7BE-F9A5-0463-A605-369777F6772A}"/>
              </a:ext>
            </a:extLst>
          </p:cNvPr>
          <p:cNvSpPr/>
          <p:nvPr userDrawn="1"/>
        </p:nvSpPr>
        <p:spPr>
          <a:xfrm>
            <a:off x="8065008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BB2A90-5F9D-184A-626D-70238F67ED9B}"/>
              </a:ext>
            </a:extLst>
          </p:cNvPr>
          <p:cNvSpPr/>
          <p:nvPr userDrawn="1"/>
        </p:nvSpPr>
        <p:spPr>
          <a:xfrm>
            <a:off x="8065008" y="1188720"/>
            <a:ext cx="3666744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D15C98-8647-337D-E1A8-3AB940CBC965}"/>
              </a:ext>
            </a:extLst>
          </p:cNvPr>
          <p:cNvSpPr txBox="1"/>
          <p:nvPr userDrawn="1"/>
        </p:nvSpPr>
        <p:spPr>
          <a:xfrm>
            <a:off x="8202168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Calibri"/>
              </a:defRPr>
            </a:pPr>
            <a:r>
              <a:t>{{country}} Status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4DD8CD-B826-894C-0734-AFC5F8D77478}"/>
              </a:ext>
            </a:extLst>
          </p:cNvPr>
          <p:cNvSpPr txBox="1"/>
          <p:nvPr userDrawn="1"/>
        </p:nvSpPr>
        <p:spPr>
          <a:xfrm>
            <a:off x="8202168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{{approval_3_detail}}</a:t>
            </a:r>
          </a:p>
        </p:txBody>
      </p:sp>
      <p:sp>
        <p:nvSpPr>
          <p:cNvPr id="17" name="Rounded Rectangle 30">
            <a:extLst>
              <a:ext uri="{FF2B5EF4-FFF2-40B4-BE49-F238E27FC236}">
                <a16:creationId xmlns:a16="http://schemas.microsoft.com/office/drawing/2014/main" id="{609E3A8D-72BC-3C41-02E4-DE91466D5941}"/>
              </a:ext>
            </a:extLst>
          </p:cNvPr>
          <p:cNvSpPr/>
          <p:nvPr userDrawn="1"/>
        </p:nvSpPr>
        <p:spPr>
          <a:xfrm>
            <a:off x="457200" y="3017520"/>
            <a:ext cx="11274552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9292CF-1216-6E66-0611-1FD41E4F3FFB}"/>
              </a:ext>
            </a:extLst>
          </p:cNvPr>
          <p:cNvSpPr txBox="1"/>
          <p:nvPr userDrawn="1"/>
        </p:nvSpPr>
        <p:spPr>
          <a:xfrm>
            <a:off x="640080" y="31272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t>REIMBURSEMENT STATUS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78F42C-4949-0595-EE8D-FF281EC543F4}"/>
              </a:ext>
            </a:extLst>
          </p:cNvPr>
          <p:cNvSpPr txBox="1"/>
          <p:nvPr userDrawn="1"/>
        </p:nvSpPr>
        <p:spPr>
          <a:xfrm>
            <a:off x="6400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Combination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25F962-35A0-2B57-0988-3037D8EF24E3}"/>
              </a:ext>
            </a:extLst>
          </p:cNvPr>
          <p:cNvSpPr txBox="1"/>
          <p:nvPr userDrawn="1"/>
        </p:nvSpPr>
        <p:spPr>
          <a:xfrm>
            <a:off x="33832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F87675-287E-4460-7281-5106FB7FE2C8}"/>
              </a:ext>
            </a:extLst>
          </p:cNvPr>
          <p:cNvSpPr txBox="1"/>
          <p:nvPr userDrawn="1"/>
        </p:nvSpPr>
        <p:spPr>
          <a:xfrm>
            <a:off x="61264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HTA Decision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B9524C-AB88-2314-3AC4-6F1B7E633116}"/>
              </a:ext>
            </a:extLst>
          </p:cNvPr>
          <p:cNvSpPr txBox="1"/>
          <p:nvPr userDrawn="1"/>
        </p:nvSpPr>
        <p:spPr>
          <a:xfrm>
            <a:off x="88696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Conditions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F24681-3321-27AA-829F-0942BAC70739}"/>
              </a:ext>
            </a:extLst>
          </p:cNvPr>
          <p:cNvSpPr txBox="1"/>
          <p:nvPr userDrawn="1"/>
        </p:nvSpPr>
        <p:spPr>
          <a:xfrm>
            <a:off x="6400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{{reimb_1_combo}}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B1A5A7-7AB3-E988-AB93-6DE6A06B4536}"/>
              </a:ext>
            </a:extLst>
          </p:cNvPr>
          <p:cNvSpPr txBox="1"/>
          <p:nvPr userDrawn="1"/>
        </p:nvSpPr>
        <p:spPr>
          <a:xfrm>
            <a:off x="33832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{{reimb_1_status}}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AA055E-5373-EF5E-A21F-CE95481F8A39}"/>
              </a:ext>
            </a:extLst>
          </p:cNvPr>
          <p:cNvSpPr txBox="1"/>
          <p:nvPr userDrawn="1"/>
        </p:nvSpPr>
        <p:spPr>
          <a:xfrm>
            <a:off x="61264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{{reimb_1_hta}}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7318A8-C0D0-11D5-FD5A-F0FF698EC61C}"/>
              </a:ext>
            </a:extLst>
          </p:cNvPr>
          <p:cNvSpPr txBox="1"/>
          <p:nvPr userDrawn="1"/>
        </p:nvSpPr>
        <p:spPr>
          <a:xfrm>
            <a:off x="88696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{{reimb_1_conditions}}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397AF6-F94C-EAB0-2B65-2DCB903E2621}"/>
              </a:ext>
            </a:extLst>
          </p:cNvPr>
          <p:cNvSpPr txBox="1"/>
          <p:nvPr userDrawn="1"/>
        </p:nvSpPr>
        <p:spPr>
          <a:xfrm>
            <a:off x="6400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{{reimb_2_combo}}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C75B0C-037B-6910-E04D-30059C7C9DA9}"/>
              </a:ext>
            </a:extLst>
          </p:cNvPr>
          <p:cNvSpPr txBox="1"/>
          <p:nvPr userDrawn="1"/>
        </p:nvSpPr>
        <p:spPr>
          <a:xfrm>
            <a:off x="33832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{{reimb_2_status}}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17019-361C-4F76-5F1F-1BDB5430354C}"/>
              </a:ext>
            </a:extLst>
          </p:cNvPr>
          <p:cNvSpPr txBox="1"/>
          <p:nvPr userDrawn="1"/>
        </p:nvSpPr>
        <p:spPr>
          <a:xfrm>
            <a:off x="61264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{{reimb_2_hta}}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C81081-40F9-2A3E-BBA9-071636A0F592}"/>
              </a:ext>
            </a:extLst>
          </p:cNvPr>
          <p:cNvSpPr txBox="1"/>
          <p:nvPr userDrawn="1"/>
        </p:nvSpPr>
        <p:spPr>
          <a:xfrm>
            <a:off x="88696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{{reimb_2_conditions}}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871F62-EBE3-18F6-7B41-15CE654AB55B}"/>
              </a:ext>
            </a:extLst>
          </p:cNvPr>
          <p:cNvSpPr txBox="1"/>
          <p:nvPr userDrawn="1"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{{reimb_3_combo}}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C54377-4A02-8CF5-3F9E-6426E59A1E14}"/>
              </a:ext>
            </a:extLst>
          </p:cNvPr>
          <p:cNvSpPr txBox="1"/>
          <p:nvPr userDrawn="1"/>
        </p:nvSpPr>
        <p:spPr>
          <a:xfrm>
            <a:off x="33832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{{reimb_3_status}}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A775C2-E5A0-0F76-8256-039A0ABB39EE}"/>
              </a:ext>
            </a:extLst>
          </p:cNvPr>
          <p:cNvSpPr txBox="1"/>
          <p:nvPr userDrawn="1"/>
        </p:nvSpPr>
        <p:spPr>
          <a:xfrm>
            <a:off x="61264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{{reimb_3_hta}}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D78331-74A6-FF11-38EF-CD097A7D0C77}"/>
              </a:ext>
            </a:extLst>
          </p:cNvPr>
          <p:cNvSpPr txBox="1"/>
          <p:nvPr userDrawn="1"/>
        </p:nvSpPr>
        <p:spPr>
          <a:xfrm>
            <a:off x="88696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{{reimb_3_conditions}}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106AC2-831D-DB47-E5BD-97D0B1AD2F65}"/>
              </a:ext>
            </a:extLst>
          </p:cNvPr>
          <p:cNvSpPr txBox="1"/>
          <p:nvPr userDrawn="1"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{{access_barriers}}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1FFCE2-A98A-56F8-6C3A-D55794BDF648}"/>
              </a:ext>
            </a:extLst>
          </p:cNvPr>
          <p:cNvSpPr txBox="1"/>
          <p:nvPr userDrawn="1"/>
        </p:nvSpPr>
        <p:spPr>
          <a:xfrm>
            <a:off x="640080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0B981"/>
                </a:solidFill>
                <a:latin typeface="Calibri"/>
              </a:defRPr>
            </a:pPr>
            <a:r>
              <a:t>{{upcoming_changes}}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3B7C8F-C0BF-BDDC-1537-6F8977FD65E3}"/>
              </a:ext>
            </a:extLst>
          </p:cNvPr>
          <p:cNvSpPr txBox="1"/>
          <p:nvPr userDrawn="1"/>
        </p:nvSpPr>
        <p:spPr>
          <a:xfrm>
            <a:off x="1489368" y="146396"/>
            <a:ext cx="1737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ACCESS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1C1036-202C-20D0-2599-6A1B4E883085}"/>
              </a:ext>
            </a:extLst>
          </p:cNvPr>
          <p:cNvSpPr txBox="1"/>
          <p:nvPr userDrawn="1"/>
        </p:nvSpPr>
        <p:spPr>
          <a:xfrm>
            <a:off x="3473800" y="128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813332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_NARRATIV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3868F7B8-ACB4-7097-EDC1-EA24048E2916}"/>
              </a:ext>
            </a:extLst>
          </p:cNvPr>
          <p:cNvSpPr/>
          <p:nvPr userDrawn="1"/>
        </p:nvSpPr>
        <p:spPr>
          <a:xfrm>
            <a:off x="166180" y="658368"/>
            <a:ext cx="11859768" cy="502920"/>
          </a:xfrm>
          <a:prstGeom prst="roundRect">
            <a:avLst/>
          </a:prstGeom>
          <a:solidFill>
            <a:srgbClr val="684F8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844DD-96C0-FCDC-80A0-5D989D04ECF8}"/>
              </a:ext>
            </a:extLst>
          </p:cNvPr>
          <p:cNvSpPr txBox="1"/>
          <p:nvPr userDrawn="1"/>
        </p:nvSpPr>
        <p:spPr>
          <a:xfrm>
            <a:off x="330772" y="713232"/>
            <a:ext cx="11201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800" b="1">
                <a:solidFill>
                  <a:srgbClr val="94A3B8"/>
                </a:solidFill>
                <a:latin typeface="Arial"/>
              </a:rPr>
              <a:t>CORE SCIENTIFIC MESSAGE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D51AC-36A5-C784-EF53-FE6FEA924336}"/>
              </a:ext>
            </a:extLst>
          </p:cNvPr>
          <p:cNvSpPr txBox="1"/>
          <p:nvPr userDrawn="1"/>
        </p:nvSpPr>
        <p:spPr>
          <a:xfrm>
            <a:off x="330772" y="877824"/>
            <a:ext cx="11201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rPr lang="de-DE" sz="1100" dirty="0"/>
              <a:t>{{core_message}}</a:t>
            </a:r>
            <a:endParaRPr sz="11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ounded Rectangle 13">
            <a:extLst>
              <a:ext uri="{FF2B5EF4-FFF2-40B4-BE49-F238E27FC236}">
                <a16:creationId xmlns:a16="http://schemas.microsoft.com/office/drawing/2014/main" id="{1961736B-D3BE-24F8-EC10-D37EE81A414E}"/>
              </a:ext>
            </a:extLst>
          </p:cNvPr>
          <p:cNvSpPr/>
          <p:nvPr userDrawn="1"/>
        </p:nvSpPr>
        <p:spPr>
          <a:xfrm>
            <a:off x="166180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CCD500-335A-3ECF-1612-BD6B7E497A98}"/>
              </a:ext>
            </a:extLst>
          </p:cNvPr>
          <p:cNvSpPr/>
          <p:nvPr userDrawn="1"/>
        </p:nvSpPr>
        <p:spPr>
          <a:xfrm>
            <a:off x="166180" y="1426464"/>
            <a:ext cx="2882646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D9CE4-F230-5D26-E4D8-3D880EC5A52E}"/>
              </a:ext>
            </a:extLst>
          </p:cNvPr>
          <p:cNvSpPr txBox="1"/>
          <p:nvPr userDrawn="1"/>
        </p:nvSpPr>
        <p:spPr>
          <a:xfrm>
            <a:off x="257620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PHASE 3 EFFICACY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89805-4C0A-EF74-E5CE-951E6D592868}"/>
              </a:ext>
            </a:extLst>
          </p:cNvPr>
          <p:cNvSpPr txBox="1"/>
          <p:nvPr userDrawn="1"/>
        </p:nvSpPr>
        <p:spPr>
          <a:xfrm>
            <a:off x="257620" y="1627633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{{nar_col_1_trial}}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DBD010-88C2-0552-B863-A46DDC2051D1}"/>
              </a:ext>
            </a:extLst>
          </p:cNvPr>
          <p:cNvSpPr txBox="1"/>
          <p:nvPr userDrawn="1"/>
        </p:nvSpPr>
        <p:spPr>
          <a:xfrm>
            <a:off x="275908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607CAC-9204-67B2-FA93-CFF35B7682C4}"/>
              </a:ext>
            </a:extLst>
          </p:cNvPr>
          <p:cNvSpPr txBox="1"/>
          <p:nvPr userDrawn="1"/>
        </p:nvSpPr>
        <p:spPr>
          <a:xfrm>
            <a:off x="385636" y="190195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78390-0289-A592-1979-C22036CD1F49}"/>
              </a:ext>
            </a:extLst>
          </p:cNvPr>
          <p:cNvSpPr txBox="1"/>
          <p:nvPr userDrawn="1"/>
        </p:nvSpPr>
        <p:spPr>
          <a:xfrm>
            <a:off x="275908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D5EAA0-A564-3539-65D4-E3E40995AE3C}"/>
              </a:ext>
            </a:extLst>
          </p:cNvPr>
          <p:cNvSpPr txBox="1"/>
          <p:nvPr userDrawn="1"/>
        </p:nvSpPr>
        <p:spPr>
          <a:xfrm>
            <a:off x="385636" y="215798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67169B-F097-1D11-9C51-F4AF6DAA0274}"/>
              </a:ext>
            </a:extLst>
          </p:cNvPr>
          <p:cNvSpPr txBox="1"/>
          <p:nvPr userDrawn="1"/>
        </p:nvSpPr>
        <p:spPr>
          <a:xfrm>
            <a:off x="275908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3CC8B3-ECDD-E7C6-4ABA-DB1EF436C3FE}"/>
              </a:ext>
            </a:extLst>
          </p:cNvPr>
          <p:cNvSpPr txBox="1"/>
          <p:nvPr userDrawn="1"/>
        </p:nvSpPr>
        <p:spPr>
          <a:xfrm>
            <a:off x="385636" y="241401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0B1FB6-A690-9DEC-BDB7-5A3EDE191BC5}"/>
              </a:ext>
            </a:extLst>
          </p:cNvPr>
          <p:cNvSpPr txBox="1"/>
          <p:nvPr userDrawn="1"/>
        </p:nvSpPr>
        <p:spPr>
          <a:xfrm>
            <a:off x="275908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24A53B-F5AE-8975-6B05-D4EA5E4151D4}"/>
              </a:ext>
            </a:extLst>
          </p:cNvPr>
          <p:cNvSpPr txBox="1"/>
          <p:nvPr userDrawn="1"/>
        </p:nvSpPr>
        <p:spPr>
          <a:xfrm>
            <a:off x="385636" y="267004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D3E16B-9831-6F17-4F93-0ADED55EA9CA}"/>
              </a:ext>
            </a:extLst>
          </p:cNvPr>
          <p:cNvSpPr txBox="1"/>
          <p:nvPr userDrawn="1"/>
        </p:nvSpPr>
        <p:spPr>
          <a:xfrm>
            <a:off x="275908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4F903-1A9D-A132-B23C-80A5C6D1EC36}"/>
              </a:ext>
            </a:extLst>
          </p:cNvPr>
          <p:cNvSpPr txBox="1"/>
          <p:nvPr userDrawn="1"/>
        </p:nvSpPr>
        <p:spPr>
          <a:xfrm>
            <a:off x="385636" y="292608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C34B7C-D940-4064-2824-C7E0B89EEBFF}"/>
              </a:ext>
            </a:extLst>
          </p:cNvPr>
          <p:cNvSpPr txBox="1"/>
          <p:nvPr userDrawn="1"/>
        </p:nvSpPr>
        <p:spPr>
          <a:xfrm>
            <a:off x="275908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{{nar_col_1_source}}</a:t>
            </a:r>
          </a:p>
        </p:txBody>
      </p:sp>
      <p:sp>
        <p:nvSpPr>
          <p:cNvPr id="21" name="Rounded Rectangle 28">
            <a:extLst>
              <a:ext uri="{FF2B5EF4-FFF2-40B4-BE49-F238E27FC236}">
                <a16:creationId xmlns:a16="http://schemas.microsoft.com/office/drawing/2014/main" id="{BED21711-68D3-287B-2B21-34F832D58930}"/>
              </a:ext>
            </a:extLst>
          </p:cNvPr>
          <p:cNvSpPr/>
          <p:nvPr userDrawn="1"/>
        </p:nvSpPr>
        <p:spPr>
          <a:xfrm>
            <a:off x="3158554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C7842C-32CD-9237-3393-3C5FC0F0026E}"/>
              </a:ext>
            </a:extLst>
          </p:cNvPr>
          <p:cNvSpPr/>
          <p:nvPr userDrawn="1"/>
        </p:nvSpPr>
        <p:spPr>
          <a:xfrm>
            <a:off x="3158554" y="1426464"/>
            <a:ext cx="2882646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52230B-E6E8-5734-3590-249AFFBAB722}"/>
              </a:ext>
            </a:extLst>
          </p:cNvPr>
          <p:cNvSpPr txBox="1"/>
          <p:nvPr userDrawn="1"/>
        </p:nvSpPr>
        <p:spPr>
          <a:xfrm>
            <a:off x="3249994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SAFETY PROFILE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34AD64-111B-550D-7E9E-D5CBBAC203AA}"/>
              </a:ext>
            </a:extLst>
          </p:cNvPr>
          <p:cNvSpPr txBox="1"/>
          <p:nvPr userDrawn="1"/>
        </p:nvSpPr>
        <p:spPr>
          <a:xfrm>
            <a:off x="3249994" y="1627633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{{nar_col_2_trial}}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B6852A-AAED-0749-75F5-5A3F287366C5}"/>
              </a:ext>
            </a:extLst>
          </p:cNvPr>
          <p:cNvSpPr txBox="1"/>
          <p:nvPr userDrawn="1"/>
        </p:nvSpPr>
        <p:spPr>
          <a:xfrm>
            <a:off x="3268282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06F33A-5FBF-E372-FB7A-330051F58EA5}"/>
              </a:ext>
            </a:extLst>
          </p:cNvPr>
          <p:cNvSpPr txBox="1"/>
          <p:nvPr userDrawn="1"/>
        </p:nvSpPr>
        <p:spPr>
          <a:xfrm>
            <a:off x="3268282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951039-8BE6-1C71-8A2A-F390B40C4F43}"/>
              </a:ext>
            </a:extLst>
          </p:cNvPr>
          <p:cNvSpPr txBox="1"/>
          <p:nvPr userDrawn="1"/>
        </p:nvSpPr>
        <p:spPr>
          <a:xfrm>
            <a:off x="3268282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0106CF-36DE-2675-863B-B10771CCF6EF}"/>
              </a:ext>
            </a:extLst>
          </p:cNvPr>
          <p:cNvSpPr txBox="1"/>
          <p:nvPr userDrawn="1"/>
        </p:nvSpPr>
        <p:spPr>
          <a:xfrm>
            <a:off x="3268282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6CFD00-9926-8C0D-BBF4-D69F617A31E6}"/>
              </a:ext>
            </a:extLst>
          </p:cNvPr>
          <p:cNvSpPr txBox="1"/>
          <p:nvPr userDrawn="1"/>
        </p:nvSpPr>
        <p:spPr>
          <a:xfrm>
            <a:off x="3268282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E0CD55-A11D-AE6B-EC32-EA05AACB4ACC}"/>
              </a:ext>
            </a:extLst>
          </p:cNvPr>
          <p:cNvSpPr txBox="1"/>
          <p:nvPr userDrawn="1"/>
        </p:nvSpPr>
        <p:spPr>
          <a:xfrm>
            <a:off x="3268282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{{nar_col_2_source}}</a:t>
            </a:r>
          </a:p>
        </p:txBody>
      </p:sp>
      <p:sp>
        <p:nvSpPr>
          <p:cNvPr id="31" name="Rounded Rectangle 43">
            <a:extLst>
              <a:ext uri="{FF2B5EF4-FFF2-40B4-BE49-F238E27FC236}">
                <a16:creationId xmlns:a16="http://schemas.microsoft.com/office/drawing/2014/main" id="{948333EB-7774-30B8-A671-0311FA3DEFC1}"/>
              </a:ext>
            </a:extLst>
          </p:cNvPr>
          <p:cNvSpPr/>
          <p:nvPr userDrawn="1"/>
        </p:nvSpPr>
        <p:spPr>
          <a:xfrm>
            <a:off x="6150928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1C5650-10AF-9739-C94E-4E5B6A8BD120}"/>
              </a:ext>
            </a:extLst>
          </p:cNvPr>
          <p:cNvSpPr/>
          <p:nvPr userDrawn="1"/>
        </p:nvSpPr>
        <p:spPr>
          <a:xfrm>
            <a:off x="6150928" y="1426464"/>
            <a:ext cx="2882646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130F0C-0E7D-1A81-AA71-D38645AA11DC}"/>
              </a:ext>
            </a:extLst>
          </p:cNvPr>
          <p:cNvSpPr txBox="1"/>
          <p:nvPr userDrawn="1"/>
        </p:nvSpPr>
        <p:spPr>
          <a:xfrm>
            <a:off x="6242368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SUBGROUP BENEFIT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B71706-F58C-815D-8FEF-D14578E93EDC}"/>
              </a:ext>
            </a:extLst>
          </p:cNvPr>
          <p:cNvSpPr txBox="1"/>
          <p:nvPr userDrawn="1"/>
        </p:nvSpPr>
        <p:spPr>
          <a:xfrm>
            <a:off x="6260656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93C938-352B-0756-EED6-481E4B9FBF68}"/>
              </a:ext>
            </a:extLst>
          </p:cNvPr>
          <p:cNvSpPr txBox="1"/>
          <p:nvPr userDrawn="1"/>
        </p:nvSpPr>
        <p:spPr>
          <a:xfrm>
            <a:off x="6260656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B761F9-349B-64BB-499D-7B131BF6252D}"/>
              </a:ext>
            </a:extLst>
          </p:cNvPr>
          <p:cNvSpPr txBox="1"/>
          <p:nvPr userDrawn="1"/>
        </p:nvSpPr>
        <p:spPr>
          <a:xfrm>
            <a:off x="6260656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05EA2B-CA25-75E4-3D6D-F2B053230B28}"/>
              </a:ext>
            </a:extLst>
          </p:cNvPr>
          <p:cNvSpPr txBox="1"/>
          <p:nvPr userDrawn="1"/>
        </p:nvSpPr>
        <p:spPr>
          <a:xfrm>
            <a:off x="6260656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12D3F6-2EEA-B19C-715C-0D37DB2B2839}"/>
              </a:ext>
            </a:extLst>
          </p:cNvPr>
          <p:cNvSpPr txBox="1"/>
          <p:nvPr userDrawn="1"/>
        </p:nvSpPr>
        <p:spPr>
          <a:xfrm>
            <a:off x="6260656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8E04D9-2B72-C0CE-AF39-58592D3DCF2B}"/>
              </a:ext>
            </a:extLst>
          </p:cNvPr>
          <p:cNvSpPr txBox="1"/>
          <p:nvPr userDrawn="1"/>
        </p:nvSpPr>
        <p:spPr>
          <a:xfrm>
            <a:off x="6260656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{{nar_col_3_source}}</a:t>
            </a:r>
          </a:p>
        </p:txBody>
      </p:sp>
      <p:sp>
        <p:nvSpPr>
          <p:cNvPr id="40" name="Rounded Rectangle 58">
            <a:extLst>
              <a:ext uri="{FF2B5EF4-FFF2-40B4-BE49-F238E27FC236}">
                <a16:creationId xmlns:a16="http://schemas.microsoft.com/office/drawing/2014/main" id="{16A88346-6251-60A5-6333-B56F220EF604}"/>
              </a:ext>
            </a:extLst>
          </p:cNvPr>
          <p:cNvSpPr/>
          <p:nvPr userDrawn="1"/>
        </p:nvSpPr>
        <p:spPr>
          <a:xfrm>
            <a:off x="9143302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37C4FA-72F2-452A-C320-B207005E5228}"/>
              </a:ext>
            </a:extLst>
          </p:cNvPr>
          <p:cNvSpPr/>
          <p:nvPr userDrawn="1"/>
        </p:nvSpPr>
        <p:spPr>
          <a:xfrm>
            <a:off x="9143302" y="1426464"/>
            <a:ext cx="2882646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F187AE-FB32-74A5-D98C-36B2F9A1E4B6}"/>
              </a:ext>
            </a:extLst>
          </p:cNvPr>
          <p:cNvSpPr txBox="1"/>
          <p:nvPr userDrawn="1"/>
        </p:nvSpPr>
        <p:spPr>
          <a:xfrm>
            <a:off x="9234742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PATIENT OUTCOMES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1DFD2C-8021-1FF6-D219-65197F7D5AF1}"/>
              </a:ext>
            </a:extLst>
          </p:cNvPr>
          <p:cNvSpPr txBox="1"/>
          <p:nvPr userDrawn="1"/>
        </p:nvSpPr>
        <p:spPr>
          <a:xfrm>
            <a:off x="9253030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251870-1AB0-A258-0DE4-CEA4309B481C}"/>
              </a:ext>
            </a:extLst>
          </p:cNvPr>
          <p:cNvSpPr txBox="1"/>
          <p:nvPr userDrawn="1"/>
        </p:nvSpPr>
        <p:spPr>
          <a:xfrm>
            <a:off x="9253030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8AE19E-212F-73EC-87D3-51C28E333759}"/>
              </a:ext>
            </a:extLst>
          </p:cNvPr>
          <p:cNvSpPr txBox="1"/>
          <p:nvPr userDrawn="1"/>
        </p:nvSpPr>
        <p:spPr>
          <a:xfrm>
            <a:off x="9253030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887E08-2ADD-DD7F-B6A6-7436CCD834A1}"/>
              </a:ext>
            </a:extLst>
          </p:cNvPr>
          <p:cNvSpPr txBox="1"/>
          <p:nvPr userDrawn="1"/>
        </p:nvSpPr>
        <p:spPr>
          <a:xfrm>
            <a:off x="9253030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33BE8D-6F34-4175-98DB-5D0BDCCA718A}"/>
              </a:ext>
            </a:extLst>
          </p:cNvPr>
          <p:cNvSpPr txBox="1"/>
          <p:nvPr userDrawn="1"/>
        </p:nvSpPr>
        <p:spPr>
          <a:xfrm>
            <a:off x="9253030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29F415-58C5-E165-763D-33FA7E0CA8A1}"/>
              </a:ext>
            </a:extLst>
          </p:cNvPr>
          <p:cNvSpPr txBox="1"/>
          <p:nvPr userDrawn="1"/>
        </p:nvSpPr>
        <p:spPr>
          <a:xfrm>
            <a:off x="9253030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{{nar_col_4_source}}</a:t>
            </a:r>
          </a:p>
        </p:txBody>
      </p:sp>
      <p:sp>
        <p:nvSpPr>
          <p:cNvPr id="49" name="Rounded Rectangle 73">
            <a:extLst>
              <a:ext uri="{FF2B5EF4-FFF2-40B4-BE49-F238E27FC236}">
                <a16:creationId xmlns:a16="http://schemas.microsoft.com/office/drawing/2014/main" id="{42DAEB4A-0983-8CBD-B15F-14B53BBFC86C}"/>
              </a:ext>
            </a:extLst>
          </p:cNvPr>
          <p:cNvSpPr/>
          <p:nvPr userDrawn="1"/>
        </p:nvSpPr>
        <p:spPr>
          <a:xfrm>
            <a:off x="166180" y="3657600"/>
            <a:ext cx="58750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6F098B-D9C1-B5DA-00F6-C06E23A0A1E5}"/>
              </a:ext>
            </a:extLst>
          </p:cNvPr>
          <p:cNvSpPr/>
          <p:nvPr userDrawn="1"/>
        </p:nvSpPr>
        <p:spPr>
          <a:xfrm>
            <a:off x="166180" y="3657600"/>
            <a:ext cx="5875020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F59ED1-174F-97D0-BDC3-1A516852D8F7}"/>
              </a:ext>
            </a:extLst>
          </p:cNvPr>
          <p:cNvSpPr/>
          <p:nvPr userDrawn="1"/>
        </p:nvSpPr>
        <p:spPr>
          <a:xfrm>
            <a:off x="166180" y="3950208"/>
            <a:ext cx="58750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39ADC59-6197-94E3-7134-CD5929D7DB5B}"/>
              </a:ext>
            </a:extLst>
          </p:cNvPr>
          <p:cNvSpPr/>
          <p:nvPr userDrawn="1"/>
        </p:nvSpPr>
        <p:spPr>
          <a:xfrm>
            <a:off x="294196" y="3817863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3193AD-4482-1424-64FD-E4BE55EF9662}"/>
              </a:ext>
            </a:extLst>
          </p:cNvPr>
          <p:cNvSpPr txBox="1"/>
          <p:nvPr userDrawn="1"/>
        </p:nvSpPr>
        <p:spPr>
          <a:xfrm>
            <a:off x="403924" y="3730752"/>
            <a:ext cx="5509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</a:rPr>
              <a:t>Clinical Practice Implications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955809-4A40-0059-E090-7FF05BC50AF6}"/>
              </a:ext>
            </a:extLst>
          </p:cNvPr>
          <p:cNvSpPr txBox="1"/>
          <p:nvPr userDrawn="1"/>
        </p:nvSpPr>
        <p:spPr>
          <a:xfrm>
            <a:off x="294196" y="404164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48E07D-46FB-482F-BD5F-4CBB3750A91B}"/>
              </a:ext>
            </a:extLst>
          </p:cNvPr>
          <p:cNvSpPr txBox="1"/>
          <p:nvPr userDrawn="1"/>
        </p:nvSpPr>
        <p:spPr>
          <a:xfrm>
            <a:off x="440500" y="404164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{{impl_1}}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6896FF-26E2-B06C-2CE1-99614A2E7063}"/>
              </a:ext>
            </a:extLst>
          </p:cNvPr>
          <p:cNvSpPr txBox="1"/>
          <p:nvPr userDrawn="1"/>
        </p:nvSpPr>
        <p:spPr>
          <a:xfrm>
            <a:off x="294196" y="440740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E7BB88-6765-0A8F-B1CC-3223ABC76CEE}"/>
              </a:ext>
            </a:extLst>
          </p:cNvPr>
          <p:cNvSpPr txBox="1"/>
          <p:nvPr userDrawn="1"/>
        </p:nvSpPr>
        <p:spPr>
          <a:xfrm>
            <a:off x="440500" y="440740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{{impl_2}}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5575A6-9522-6B4E-B802-54C5E6600E69}"/>
              </a:ext>
            </a:extLst>
          </p:cNvPr>
          <p:cNvSpPr txBox="1"/>
          <p:nvPr userDrawn="1"/>
        </p:nvSpPr>
        <p:spPr>
          <a:xfrm>
            <a:off x="294196" y="477316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7C4F15-971C-048D-F2D7-FFB944930942}"/>
              </a:ext>
            </a:extLst>
          </p:cNvPr>
          <p:cNvSpPr txBox="1"/>
          <p:nvPr userDrawn="1"/>
        </p:nvSpPr>
        <p:spPr>
          <a:xfrm>
            <a:off x="440500" y="477316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{{impl_3}}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6C998C-35B3-6CAB-0F80-94683714EDCC}"/>
              </a:ext>
            </a:extLst>
          </p:cNvPr>
          <p:cNvSpPr txBox="1"/>
          <p:nvPr userDrawn="1"/>
        </p:nvSpPr>
        <p:spPr>
          <a:xfrm>
            <a:off x="294196" y="513892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23FC3B-78DD-4564-82DB-E32DB191EE6D}"/>
              </a:ext>
            </a:extLst>
          </p:cNvPr>
          <p:cNvSpPr txBox="1"/>
          <p:nvPr userDrawn="1"/>
        </p:nvSpPr>
        <p:spPr>
          <a:xfrm>
            <a:off x="440500" y="513892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{{impl_4}}</a:t>
            </a:r>
          </a:p>
        </p:txBody>
      </p:sp>
      <p:sp>
        <p:nvSpPr>
          <p:cNvPr id="62" name="Rounded Rectangle 86">
            <a:extLst>
              <a:ext uri="{FF2B5EF4-FFF2-40B4-BE49-F238E27FC236}">
                <a16:creationId xmlns:a16="http://schemas.microsoft.com/office/drawing/2014/main" id="{935B8006-574A-F551-E26D-73D4AC68DE5A}"/>
              </a:ext>
            </a:extLst>
          </p:cNvPr>
          <p:cNvSpPr/>
          <p:nvPr userDrawn="1"/>
        </p:nvSpPr>
        <p:spPr>
          <a:xfrm>
            <a:off x="6150928" y="3657600"/>
            <a:ext cx="58750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4652C9A-B5B8-9EEE-94C9-23AD87DE1443}"/>
              </a:ext>
            </a:extLst>
          </p:cNvPr>
          <p:cNvSpPr/>
          <p:nvPr userDrawn="1"/>
        </p:nvSpPr>
        <p:spPr>
          <a:xfrm>
            <a:off x="6150928" y="3657600"/>
            <a:ext cx="5875020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CF27A29-2A99-F76A-70AE-BB63CEA63A73}"/>
              </a:ext>
            </a:extLst>
          </p:cNvPr>
          <p:cNvSpPr/>
          <p:nvPr userDrawn="1"/>
        </p:nvSpPr>
        <p:spPr>
          <a:xfrm>
            <a:off x="6150928" y="3950208"/>
            <a:ext cx="58750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B5E98C8-9308-EA4F-5895-F749486C634B}"/>
              </a:ext>
            </a:extLst>
          </p:cNvPr>
          <p:cNvSpPr/>
          <p:nvPr userDrawn="1"/>
        </p:nvSpPr>
        <p:spPr>
          <a:xfrm>
            <a:off x="6278944" y="3817863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EE6BF9-8B9A-0808-F658-CB816D8E319E}"/>
              </a:ext>
            </a:extLst>
          </p:cNvPr>
          <p:cNvSpPr txBox="1"/>
          <p:nvPr userDrawn="1"/>
        </p:nvSpPr>
        <p:spPr>
          <a:xfrm>
            <a:off x="6388672" y="3730752"/>
            <a:ext cx="5509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</a:rPr>
              <a:t>Remaining Scientific Questions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F7DA3A-BE30-B951-36AB-0AB80F883353}"/>
              </a:ext>
            </a:extLst>
          </p:cNvPr>
          <p:cNvSpPr txBox="1"/>
          <p:nvPr userDrawn="1"/>
        </p:nvSpPr>
        <p:spPr>
          <a:xfrm>
            <a:off x="6278944" y="404164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6F8182-9090-A8F8-8A81-4D879D6B693A}"/>
              </a:ext>
            </a:extLst>
          </p:cNvPr>
          <p:cNvSpPr txBox="1"/>
          <p:nvPr userDrawn="1"/>
        </p:nvSpPr>
        <p:spPr>
          <a:xfrm>
            <a:off x="6425248" y="404164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{{question_1}}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8D8BF9-75D0-F347-FD4A-E58E4A14ED6F}"/>
              </a:ext>
            </a:extLst>
          </p:cNvPr>
          <p:cNvSpPr txBox="1"/>
          <p:nvPr userDrawn="1"/>
        </p:nvSpPr>
        <p:spPr>
          <a:xfrm>
            <a:off x="6278944" y="440740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F4DF7F-DD3E-58C3-3EC5-813FFDC25C76}"/>
              </a:ext>
            </a:extLst>
          </p:cNvPr>
          <p:cNvSpPr txBox="1"/>
          <p:nvPr userDrawn="1"/>
        </p:nvSpPr>
        <p:spPr>
          <a:xfrm>
            <a:off x="6425248" y="440740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{{question_2}}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6C1792-C191-C91C-5046-5C9FE12C7F5F}"/>
              </a:ext>
            </a:extLst>
          </p:cNvPr>
          <p:cNvSpPr txBox="1"/>
          <p:nvPr userDrawn="1"/>
        </p:nvSpPr>
        <p:spPr>
          <a:xfrm>
            <a:off x="6278944" y="477316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98EBEAF-FB67-96BF-2025-4F921D826B40}"/>
              </a:ext>
            </a:extLst>
          </p:cNvPr>
          <p:cNvSpPr txBox="1"/>
          <p:nvPr userDrawn="1"/>
        </p:nvSpPr>
        <p:spPr>
          <a:xfrm>
            <a:off x="6425248" y="477316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{{question_3}}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7583DC-E60B-1F76-50BD-70E1DB5482BA}"/>
              </a:ext>
            </a:extLst>
          </p:cNvPr>
          <p:cNvSpPr txBox="1"/>
          <p:nvPr userDrawn="1"/>
        </p:nvSpPr>
        <p:spPr>
          <a:xfrm>
            <a:off x="6278944" y="513892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7BF30A-2ECE-D985-6306-A0315C898445}"/>
              </a:ext>
            </a:extLst>
          </p:cNvPr>
          <p:cNvSpPr txBox="1"/>
          <p:nvPr userDrawn="1"/>
        </p:nvSpPr>
        <p:spPr>
          <a:xfrm>
            <a:off x="6425248" y="513892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{{question_4}}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12A848F-308A-8F29-290C-8504C3FEC5A6}"/>
              </a:ext>
            </a:extLst>
          </p:cNvPr>
          <p:cNvSpPr/>
          <p:nvPr userDrawn="1"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FE132BE-637B-15BF-28F0-B59859BCF87E}"/>
              </a:ext>
            </a:extLst>
          </p:cNvPr>
          <p:cNvSpPr txBox="1"/>
          <p:nvPr userDrawn="1"/>
        </p:nvSpPr>
        <p:spPr>
          <a:xfrm>
            <a:off x="3359722" y="188416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D47738A-B256-7F05-34BB-8453F71442C5}"/>
              </a:ext>
            </a:extLst>
          </p:cNvPr>
          <p:cNvSpPr txBox="1"/>
          <p:nvPr userDrawn="1"/>
        </p:nvSpPr>
        <p:spPr>
          <a:xfrm>
            <a:off x="3359722" y="214020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622911-7FD7-8647-5252-B3F83C245524}"/>
              </a:ext>
            </a:extLst>
          </p:cNvPr>
          <p:cNvSpPr txBox="1"/>
          <p:nvPr userDrawn="1"/>
        </p:nvSpPr>
        <p:spPr>
          <a:xfrm>
            <a:off x="3359722" y="239623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3B35EE1-1CF8-813C-4A76-9A55D1242698}"/>
              </a:ext>
            </a:extLst>
          </p:cNvPr>
          <p:cNvSpPr txBox="1"/>
          <p:nvPr userDrawn="1"/>
        </p:nvSpPr>
        <p:spPr>
          <a:xfrm>
            <a:off x="3359722" y="265226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6D3335-A2C8-DA50-9DEA-038FC4C2FB06}"/>
              </a:ext>
            </a:extLst>
          </p:cNvPr>
          <p:cNvSpPr txBox="1"/>
          <p:nvPr userDrawn="1"/>
        </p:nvSpPr>
        <p:spPr>
          <a:xfrm>
            <a:off x="3359722" y="290829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EF9CE15-1E33-0946-8222-01C2C07442BF}"/>
              </a:ext>
            </a:extLst>
          </p:cNvPr>
          <p:cNvSpPr txBox="1"/>
          <p:nvPr userDrawn="1"/>
        </p:nvSpPr>
        <p:spPr>
          <a:xfrm>
            <a:off x="6352096" y="188254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055E2B-EC4D-885D-DCD0-32885CB1CE23}"/>
              </a:ext>
            </a:extLst>
          </p:cNvPr>
          <p:cNvSpPr txBox="1"/>
          <p:nvPr userDrawn="1"/>
        </p:nvSpPr>
        <p:spPr>
          <a:xfrm>
            <a:off x="6352096" y="213857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B795650-0318-2361-8317-92B483D8E41C}"/>
              </a:ext>
            </a:extLst>
          </p:cNvPr>
          <p:cNvSpPr txBox="1"/>
          <p:nvPr userDrawn="1"/>
        </p:nvSpPr>
        <p:spPr>
          <a:xfrm>
            <a:off x="6352096" y="239460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9C9589-2D0D-B899-2243-60155CACA38A}"/>
              </a:ext>
            </a:extLst>
          </p:cNvPr>
          <p:cNvSpPr txBox="1"/>
          <p:nvPr userDrawn="1"/>
        </p:nvSpPr>
        <p:spPr>
          <a:xfrm>
            <a:off x="6352096" y="265063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BEDAF1-47DA-F25F-8C19-89003100743C}"/>
              </a:ext>
            </a:extLst>
          </p:cNvPr>
          <p:cNvSpPr txBox="1"/>
          <p:nvPr userDrawn="1"/>
        </p:nvSpPr>
        <p:spPr>
          <a:xfrm>
            <a:off x="6352096" y="290667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16306A2-ABDB-F9B1-0923-E9E61D5C3311}"/>
              </a:ext>
            </a:extLst>
          </p:cNvPr>
          <p:cNvSpPr txBox="1"/>
          <p:nvPr userDrawn="1"/>
        </p:nvSpPr>
        <p:spPr>
          <a:xfrm>
            <a:off x="9408478" y="189972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557FA36-CAF9-48B1-AC0C-9629BA5CA828}"/>
              </a:ext>
            </a:extLst>
          </p:cNvPr>
          <p:cNvSpPr txBox="1"/>
          <p:nvPr userDrawn="1"/>
        </p:nvSpPr>
        <p:spPr>
          <a:xfrm>
            <a:off x="9408478" y="215575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1B9C7C1-C1A8-3A5D-6EC9-1E0E21DFE6AC}"/>
              </a:ext>
            </a:extLst>
          </p:cNvPr>
          <p:cNvSpPr txBox="1"/>
          <p:nvPr userDrawn="1"/>
        </p:nvSpPr>
        <p:spPr>
          <a:xfrm>
            <a:off x="9408478" y="241179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409D74B-F850-1B5B-37EC-A0F27C35903A}"/>
              </a:ext>
            </a:extLst>
          </p:cNvPr>
          <p:cNvSpPr txBox="1"/>
          <p:nvPr userDrawn="1"/>
        </p:nvSpPr>
        <p:spPr>
          <a:xfrm>
            <a:off x="9408478" y="266782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7B50395-BF75-AA33-941F-98B4278C6395}"/>
              </a:ext>
            </a:extLst>
          </p:cNvPr>
          <p:cNvSpPr txBox="1"/>
          <p:nvPr userDrawn="1"/>
        </p:nvSpPr>
        <p:spPr>
          <a:xfrm>
            <a:off x="9408478" y="292385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53D9F2F-F622-1551-6823-842FF18BA756}"/>
              </a:ext>
            </a:extLst>
          </p:cNvPr>
          <p:cNvSpPr txBox="1"/>
          <p:nvPr userDrawn="1"/>
        </p:nvSpPr>
        <p:spPr>
          <a:xfrm>
            <a:off x="6242368" y="1621541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{{nar_col_3_trial}}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71C15D7-0A25-67DF-F98F-D889F7D11628}"/>
              </a:ext>
            </a:extLst>
          </p:cNvPr>
          <p:cNvSpPr txBox="1"/>
          <p:nvPr userDrawn="1"/>
        </p:nvSpPr>
        <p:spPr>
          <a:xfrm>
            <a:off x="9216454" y="1609650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{{nar_col_4_trial}}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CD40D55-B59E-A0D6-D2A4-D140CA83913A}"/>
              </a:ext>
            </a:extLst>
          </p:cNvPr>
          <p:cNvSpPr txBox="1"/>
          <p:nvPr userDrawn="1"/>
        </p:nvSpPr>
        <p:spPr>
          <a:xfrm>
            <a:off x="1483100" y="14648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b="1" dirty="0">
                <a:solidFill>
                  <a:srgbClr val="C4B5FD"/>
                </a:solidFill>
                <a:latin typeface="Arial"/>
              </a:rPr>
              <a:t>SCIENTIFIC NARRATIVE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C30458E-1013-075D-00C7-A0F3F1139738}"/>
              </a:ext>
            </a:extLst>
          </p:cNvPr>
          <p:cNvSpPr txBox="1"/>
          <p:nvPr userDrawn="1"/>
        </p:nvSpPr>
        <p:spPr>
          <a:xfrm>
            <a:off x="3473800" y="128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561118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04E9E-C17D-1A76-6014-F4A784669467}"/>
              </a:ext>
            </a:extLst>
          </p:cNvPr>
          <p:cNvSpPr txBox="1"/>
          <p:nvPr userDrawn="1"/>
        </p:nvSpPr>
        <p:spPr>
          <a:xfrm>
            <a:off x="329184" y="59436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{{</a:t>
            </a:r>
            <a:r>
              <a:rPr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slide_title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DA880-2464-9DE4-69AF-37E1BC20D90C}"/>
              </a:ext>
            </a:extLst>
          </p:cNvPr>
          <p:cNvSpPr txBox="1"/>
          <p:nvPr userDrawn="1"/>
        </p:nvSpPr>
        <p:spPr>
          <a:xfrm>
            <a:off x="329184" y="896112"/>
            <a:ext cx="73152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</a:rPr>
              <a:t>{{slide_subtitle}}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FA9773-A317-EE13-C5D3-B1306BE7EEF7}"/>
              </a:ext>
            </a:extLst>
          </p:cNvPr>
          <p:cNvSpPr/>
          <p:nvPr userDrawn="1"/>
        </p:nvSpPr>
        <p:spPr>
          <a:xfrm>
            <a:off x="0" y="1078992"/>
            <a:ext cx="12188952" cy="7315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87CAD4-1612-2A8F-24FC-08C13356A208}"/>
              </a:ext>
            </a:extLst>
          </p:cNvPr>
          <p:cNvSpPr/>
          <p:nvPr userDrawn="1"/>
        </p:nvSpPr>
        <p:spPr>
          <a:xfrm>
            <a:off x="457200" y="1399032"/>
            <a:ext cx="36576" cy="67665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8C450-F915-0E25-4126-D5A1F8A6CACB}"/>
              </a:ext>
            </a:extLst>
          </p:cNvPr>
          <p:cNvSpPr txBox="1"/>
          <p:nvPr userDrawn="1"/>
        </p:nvSpPr>
        <p:spPr>
          <a:xfrm>
            <a:off x="640080" y="14630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A78BF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2BF15-3776-7BE2-4020-160DAB27D8BF}"/>
              </a:ext>
            </a:extLst>
          </p:cNvPr>
          <p:cNvSpPr txBox="1"/>
          <p:nvPr userDrawn="1"/>
        </p:nvSpPr>
        <p:spPr>
          <a:xfrm>
            <a:off x="1097280" y="1454079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{{bullet_1_title}}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97CB3-C2B3-F64A-DBEC-DF78F4F47800}"/>
              </a:ext>
            </a:extLst>
          </p:cNvPr>
          <p:cNvSpPr txBox="1"/>
          <p:nvPr userDrawn="1"/>
        </p:nvSpPr>
        <p:spPr>
          <a:xfrm>
            <a:off x="1097280" y="175583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{{bullet_1_text}}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2500AD-63D4-9365-766E-C09E363F556B}"/>
              </a:ext>
            </a:extLst>
          </p:cNvPr>
          <p:cNvSpPr/>
          <p:nvPr userDrawn="1"/>
        </p:nvSpPr>
        <p:spPr>
          <a:xfrm>
            <a:off x="457200" y="2359152"/>
            <a:ext cx="36576" cy="6766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D9EE5-A2F7-9532-6AD5-B1E7E0A62BA2}"/>
              </a:ext>
            </a:extLst>
          </p:cNvPr>
          <p:cNvSpPr txBox="1"/>
          <p:nvPr userDrawn="1"/>
        </p:nvSpPr>
        <p:spPr>
          <a:xfrm>
            <a:off x="640080" y="2423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0A5F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A9C1AD-C946-2B84-9AA7-AFC9C869F3F8}"/>
              </a:ext>
            </a:extLst>
          </p:cNvPr>
          <p:cNvSpPr txBox="1"/>
          <p:nvPr userDrawn="1"/>
        </p:nvSpPr>
        <p:spPr>
          <a:xfrm>
            <a:off x="1097280" y="241420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{{bullet_2_title}}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B41FB1-C5C8-5A8B-89FA-3273943640C0}"/>
              </a:ext>
            </a:extLst>
          </p:cNvPr>
          <p:cNvSpPr txBox="1"/>
          <p:nvPr userDrawn="1"/>
        </p:nvSpPr>
        <p:spPr>
          <a:xfrm>
            <a:off x="1097280" y="271595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{{bullet_2_text}}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BD7C89-05F1-951D-9175-5F4FB2C8E549}"/>
              </a:ext>
            </a:extLst>
          </p:cNvPr>
          <p:cNvSpPr/>
          <p:nvPr userDrawn="1"/>
        </p:nvSpPr>
        <p:spPr>
          <a:xfrm>
            <a:off x="457200" y="3319272"/>
            <a:ext cx="36576" cy="6766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E3A6FF-4516-9E79-2E91-0C6265F46780}"/>
              </a:ext>
            </a:extLst>
          </p:cNvPr>
          <p:cNvSpPr txBox="1"/>
          <p:nvPr userDrawn="1"/>
        </p:nvSpPr>
        <p:spPr>
          <a:xfrm>
            <a:off x="640080" y="33832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D3E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46C038-630F-B65B-8A22-C4C552909751}"/>
              </a:ext>
            </a:extLst>
          </p:cNvPr>
          <p:cNvSpPr txBox="1"/>
          <p:nvPr userDrawn="1"/>
        </p:nvSpPr>
        <p:spPr>
          <a:xfrm>
            <a:off x="1097280" y="337432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{{bullet_3_title}}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A923DB-EE92-0570-D62B-011755375FE0}"/>
              </a:ext>
            </a:extLst>
          </p:cNvPr>
          <p:cNvSpPr txBox="1"/>
          <p:nvPr userDrawn="1"/>
        </p:nvSpPr>
        <p:spPr>
          <a:xfrm>
            <a:off x="1097280" y="367607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{{bullet_3_text}}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312F5-A272-B0A7-E736-9D050BE57003}"/>
              </a:ext>
            </a:extLst>
          </p:cNvPr>
          <p:cNvSpPr/>
          <p:nvPr userDrawn="1"/>
        </p:nvSpPr>
        <p:spPr>
          <a:xfrm>
            <a:off x="457200" y="4279392"/>
            <a:ext cx="36576" cy="67665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D4A0AE-1462-B44A-8952-DD7C0D9BA476}"/>
              </a:ext>
            </a:extLst>
          </p:cNvPr>
          <p:cNvSpPr txBox="1"/>
          <p:nvPr userDrawn="1"/>
        </p:nvSpPr>
        <p:spPr>
          <a:xfrm>
            <a:off x="64008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4D39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328883-E9EB-E664-C5E1-565F03F01603}"/>
              </a:ext>
            </a:extLst>
          </p:cNvPr>
          <p:cNvSpPr txBox="1"/>
          <p:nvPr userDrawn="1"/>
        </p:nvSpPr>
        <p:spPr>
          <a:xfrm>
            <a:off x="1097280" y="433444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{{bullet_4_title}}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A0B688-CDA1-6872-F837-B03C5139E7BD}"/>
              </a:ext>
            </a:extLst>
          </p:cNvPr>
          <p:cNvSpPr txBox="1"/>
          <p:nvPr userDrawn="1"/>
        </p:nvSpPr>
        <p:spPr>
          <a:xfrm>
            <a:off x="1097280" y="463619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{{bullet_4_text}}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4FA686-7A77-819F-9DB5-7C7827ED47C0}"/>
              </a:ext>
            </a:extLst>
          </p:cNvPr>
          <p:cNvSpPr/>
          <p:nvPr userDrawn="1"/>
        </p:nvSpPr>
        <p:spPr>
          <a:xfrm>
            <a:off x="457200" y="5239512"/>
            <a:ext cx="36576" cy="6766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7EBFD2-9BC7-57C2-B59C-738ADC3769B4}"/>
              </a:ext>
            </a:extLst>
          </p:cNvPr>
          <p:cNvSpPr txBox="1"/>
          <p:nvPr userDrawn="1"/>
        </p:nvSpPr>
        <p:spPr>
          <a:xfrm>
            <a:off x="640080" y="5303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5FA895-72CB-9557-2769-B1D882D7C038}"/>
              </a:ext>
            </a:extLst>
          </p:cNvPr>
          <p:cNvSpPr txBox="1"/>
          <p:nvPr userDrawn="1"/>
        </p:nvSpPr>
        <p:spPr>
          <a:xfrm>
            <a:off x="1097280" y="529456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{{bullet_5_title}}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5CE102-5F6D-81E4-5186-94CB26F0BFAD}"/>
              </a:ext>
            </a:extLst>
          </p:cNvPr>
          <p:cNvSpPr txBox="1"/>
          <p:nvPr userDrawn="1"/>
        </p:nvSpPr>
        <p:spPr>
          <a:xfrm>
            <a:off x="1097280" y="559631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{{bullet_5_text}}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DDDD2B-A3D6-9242-CA99-72FA62745661}"/>
              </a:ext>
            </a:extLst>
          </p:cNvPr>
          <p:cNvSpPr txBox="1"/>
          <p:nvPr userDrawn="1"/>
        </p:nvSpPr>
        <p:spPr>
          <a:xfrm>
            <a:off x="1464628" y="17419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lang="de-DE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SUMMARY</a:t>
            </a:r>
            <a:endParaRPr sz="9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38C645-9099-B837-09A0-0D4FC2AE782B}"/>
              </a:ext>
            </a:extLst>
          </p:cNvPr>
          <p:cNvSpPr txBox="1"/>
          <p:nvPr userDrawn="1"/>
        </p:nvSpPr>
        <p:spPr>
          <a:xfrm>
            <a:off x="3201988" y="15590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{{</a:t>
            </a:r>
            <a:r>
              <a:rPr sz="1100" dirty="0" err="1">
                <a:solidFill>
                  <a:schemeClr val="bg1">
                    <a:lumMod val="75000"/>
                  </a:schemeClr>
                </a:solidFill>
              </a:rPr>
              <a:t>drug_label</a:t>
            </a: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9302615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_NEXT_STEP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826E52-0CA7-C245-1168-88BCC5469C1B}"/>
              </a:ext>
            </a:extLst>
          </p:cNvPr>
          <p:cNvSpPr txBox="1"/>
          <p:nvPr userDrawn="1"/>
        </p:nvSpPr>
        <p:spPr>
          <a:xfrm>
            <a:off x="1464628" y="137252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lang="de-DE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SUMMARY &amp; NEXT STEPS</a:t>
            </a:r>
            <a:endParaRPr sz="9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5CBBF-29A1-AFBA-1F83-4B56C4ECF163}"/>
              </a:ext>
            </a:extLst>
          </p:cNvPr>
          <p:cNvSpPr txBox="1"/>
          <p:nvPr userDrawn="1"/>
        </p:nvSpPr>
        <p:spPr>
          <a:xfrm>
            <a:off x="3201988" y="15590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{{</a:t>
            </a:r>
            <a:r>
              <a:rPr sz="1100" dirty="0" err="1">
                <a:solidFill>
                  <a:schemeClr val="bg1">
                    <a:lumMod val="75000"/>
                  </a:schemeClr>
                </a:solidFill>
              </a:rPr>
              <a:t>drug_label</a:t>
            </a: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0A89A-E373-06C4-6CA4-D8510403099E}"/>
              </a:ext>
            </a:extLst>
          </p:cNvPr>
          <p:cNvSpPr txBox="1"/>
          <p:nvPr userDrawn="1"/>
        </p:nvSpPr>
        <p:spPr>
          <a:xfrm>
            <a:off x="329184" y="59436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{{slide_title}}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1CD87-C8C9-A52F-1DDC-644B10952BD4}"/>
              </a:ext>
            </a:extLst>
          </p:cNvPr>
          <p:cNvSpPr txBox="1"/>
          <p:nvPr userDrawn="1"/>
        </p:nvSpPr>
        <p:spPr>
          <a:xfrm>
            <a:off x="329184" y="896112"/>
            <a:ext cx="73152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{{slide_subtitle}}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389624-AF02-8615-D8C0-D0C4307B42BA}"/>
              </a:ext>
            </a:extLst>
          </p:cNvPr>
          <p:cNvSpPr/>
          <p:nvPr userDrawn="1"/>
        </p:nvSpPr>
        <p:spPr>
          <a:xfrm>
            <a:off x="0" y="1078992"/>
            <a:ext cx="12188952" cy="7315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F32B389E-C594-25A3-0977-906B6D1F30A4}"/>
              </a:ext>
            </a:extLst>
          </p:cNvPr>
          <p:cNvSpPr/>
          <p:nvPr userDrawn="1"/>
        </p:nvSpPr>
        <p:spPr>
          <a:xfrm>
            <a:off x="457200" y="1307868"/>
            <a:ext cx="256032" cy="25603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0E362-9D11-D259-43AA-0B20518EDF8A}"/>
              </a:ext>
            </a:extLst>
          </p:cNvPr>
          <p:cNvSpPr txBox="1"/>
          <p:nvPr userDrawn="1"/>
        </p:nvSpPr>
        <p:spPr>
          <a:xfrm>
            <a:off x="804672" y="129844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Key Messages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BF6032-F6DA-B1C4-8E82-7B9AA8CB9DD2}"/>
              </a:ext>
            </a:extLst>
          </p:cNvPr>
          <p:cNvSpPr/>
          <p:nvPr userDrawn="1"/>
        </p:nvSpPr>
        <p:spPr>
          <a:xfrm>
            <a:off x="731520" y="1948132"/>
            <a:ext cx="6400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E5A7A0-1072-2EBE-E22F-A9771E2BCB22}"/>
              </a:ext>
            </a:extLst>
          </p:cNvPr>
          <p:cNvSpPr txBox="1"/>
          <p:nvPr userDrawn="1"/>
        </p:nvSpPr>
        <p:spPr>
          <a:xfrm>
            <a:off x="960120" y="182880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{{key_msg_1}}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42D24F-0F8B-548A-0F1F-4C1D2DCB1EBF}"/>
              </a:ext>
            </a:extLst>
          </p:cNvPr>
          <p:cNvSpPr/>
          <p:nvPr userDrawn="1"/>
        </p:nvSpPr>
        <p:spPr>
          <a:xfrm>
            <a:off x="731520" y="2578608"/>
            <a:ext cx="484632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68544E-92B7-4879-AD89-A4497DC5127C}"/>
              </a:ext>
            </a:extLst>
          </p:cNvPr>
          <p:cNvSpPr/>
          <p:nvPr userDrawn="1"/>
        </p:nvSpPr>
        <p:spPr>
          <a:xfrm>
            <a:off x="731520" y="2771092"/>
            <a:ext cx="6400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1D636C-D369-2F27-A1F4-CF997E857E9F}"/>
              </a:ext>
            </a:extLst>
          </p:cNvPr>
          <p:cNvSpPr txBox="1"/>
          <p:nvPr userDrawn="1"/>
        </p:nvSpPr>
        <p:spPr>
          <a:xfrm>
            <a:off x="960120" y="265176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{{key_msg_2}}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E0E94A-A799-4E4C-D94A-722E3A85BFF7}"/>
              </a:ext>
            </a:extLst>
          </p:cNvPr>
          <p:cNvSpPr/>
          <p:nvPr userDrawn="1"/>
        </p:nvSpPr>
        <p:spPr>
          <a:xfrm>
            <a:off x="731520" y="3401568"/>
            <a:ext cx="484632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DB4060-DB2E-972C-7381-69E012028C0B}"/>
              </a:ext>
            </a:extLst>
          </p:cNvPr>
          <p:cNvSpPr/>
          <p:nvPr userDrawn="1"/>
        </p:nvSpPr>
        <p:spPr>
          <a:xfrm>
            <a:off x="731520" y="3594052"/>
            <a:ext cx="6400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3D5A68-1E20-12B5-F595-28CD901495D9}"/>
              </a:ext>
            </a:extLst>
          </p:cNvPr>
          <p:cNvSpPr txBox="1"/>
          <p:nvPr userDrawn="1"/>
        </p:nvSpPr>
        <p:spPr>
          <a:xfrm>
            <a:off x="960120" y="347472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{{key_msg_3}}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10E8AC-FDE4-F8F2-8574-F853FC97BE1A}"/>
              </a:ext>
            </a:extLst>
          </p:cNvPr>
          <p:cNvSpPr/>
          <p:nvPr userDrawn="1"/>
        </p:nvSpPr>
        <p:spPr>
          <a:xfrm>
            <a:off x="731520" y="4224528"/>
            <a:ext cx="484632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C3FF2B-E57E-5C73-5DD1-403EAC0DEFE1}"/>
              </a:ext>
            </a:extLst>
          </p:cNvPr>
          <p:cNvSpPr/>
          <p:nvPr userDrawn="1"/>
        </p:nvSpPr>
        <p:spPr>
          <a:xfrm>
            <a:off x="731520" y="4417012"/>
            <a:ext cx="6400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5862AE-DBFB-B0FC-21B5-7742D85A4D8B}"/>
              </a:ext>
            </a:extLst>
          </p:cNvPr>
          <p:cNvSpPr txBox="1"/>
          <p:nvPr userDrawn="1"/>
        </p:nvSpPr>
        <p:spPr>
          <a:xfrm>
            <a:off x="960120" y="429768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{{key_msg_4}}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0A8130-5F30-1033-CB58-7E6AFCBFBBE9}"/>
              </a:ext>
            </a:extLst>
          </p:cNvPr>
          <p:cNvSpPr/>
          <p:nvPr userDrawn="1"/>
        </p:nvSpPr>
        <p:spPr>
          <a:xfrm>
            <a:off x="731520" y="5047488"/>
            <a:ext cx="484632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84D37F-2F57-C222-7B6C-0FED804B88E5}"/>
              </a:ext>
            </a:extLst>
          </p:cNvPr>
          <p:cNvSpPr/>
          <p:nvPr userDrawn="1"/>
        </p:nvSpPr>
        <p:spPr>
          <a:xfrm>
            <a:off x="731520" y="5239972"/>
            <a:ext cx="6400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D61B9A-2A2C-95DF-C6CC-A838F5EA6BDC}"/>
              </a:ext>
            </a:extLst>
          </p:cNvPr>
          <p:cNvSpPr txBox="1"/>
          <p:nvPr userDrawn="1"/>
        </p:nvSpPr>
        <p:spPr>
          <a:xfrm>
            <a:off x="960120" y="512064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{{key_msg_5}}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3AB89F-8F30-A625-AF09-E121536EE8F2}"/>
              </a:ext>
            </a:extLst>
          </p:cNvPr>
          <p:cNvSpPr/>
          <p:nvPr userDrawn="1"/>
        </p:nvSpPr>
        <p:spPr>
          <a:xfrm>
            <a:off x="5943600" y="1188720"/>
            <a:ext cx="7315" cy="5029200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ounded Rectangle 37">
            <a:extLst>
              <a:ext uri="{FF2B5EF4-FFF2-40B4-BE49-F238E27FC236}">
                <a16:creationId xmlns:a16="http://schemas.microsoft.com/office/drawing/2014/main" id="{A6144B9B-FC00-C710-5F74-1DD1068CE418}"/>
              </a:ext>
            </a:extLst>
          </p:cNvPr>
          <p:cNvSpPr/>
          <p:nvPr userDrawn="1"/>
        </p:nvSpPr>
        <p:spPr>
          <a:xfrm>
            <a:off x="6126480" y="1307868"/>
            <a:ext cx="256032" cy="25603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54A73B-3160-6829-7C9B-BA7AE1B96E29}"/>
              </a:ext>
            </a:extLst>
          </p:cNvPr>
          <p:cNvSpPr txBox="1"/>
          <p:nvPr userDrawn="1"/>
        </p:nvSpPr>
        <p:spPr>
          <a:xfrm>
            <a:off x="6163056" y="1298448"/>
            <a:ext cx="182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</a:rPr>
              <a:t>→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2FCB2B-F307-FF15-14BE-B4CA67237B21}"/>
              </a:ext>
            </a:extLst>
          </p:cNvPr>
          <p:cNvSpPr txBox="1"/>
          <p:nvPr userDrawn="1"/>
        </p:nvSpPr>
        <p:spPr>
          <a:xfrm>
            <a:off x="6473952" y="129844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Next Steps</a:t>
            </a:r>
          </a:p>
        </p:txBody>
      </p:sp>
      <p:sp>
        <p:nvSpPr>
          <p:cNvPr id="30" name="Rounded Rectangle 41">
            <a:extLst>
              <a:ext uri="{FF2B5EF4-FFF2-40B4-BE49-F238E27FC236}">
                <a16:creationId xmlns:a16="http://schemas.microsoft.com/office/drawing/2014/main" id="{63E19FEB-2AE6-FD6E-EDE9-79C5255A0805}"/>
              </a:ext>
            </a:extLst>
          </p:cNvPr>
          <p:cNvSpPr/>
          <p:nvPr userDrawn="1"/>
        </p:nvSpPr>
        <p:spPr>
          <a:xfrm>
            <a:off x="6355080" y="1847088"/>
            <a:ext cx="237744" cy="23774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C8EC2A-ED57-1C53-E49F-13F67BB4680D}"/>
              </a:ext>
            </a:extLst>
          </p:cNvPr>
          <p:cNvSpPr txBox="1"/>
          <p:nvPr userDrawn="1"/>
        </p:nvSpPr>
        <p:spPr>
          <a:xfrm>
            <a:off x="6355080" y="1856231"/>
            <a:ext cx="237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07E7B8-9A9A-4D99-5DEC-66EB80AC99D7}"/>
              </a:ext>
            </a:extLst>
          </p:cNvPr>
          <p:cNvSpPr txBox="1"/>
          <p:nvPr userDrawn="1"/>
        </p:nvSpPr>
        <p:spPr>
          <a:xfrm>
            <a:off x="6720840" y="1828800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{{next_step_1_title}}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AD79F9-E73C-CBC5-1B4E-3A4B8C795707}"/>
              </a:ext>
            </a:extLst>
          </p:cNvPr>
          <p:cNvSpPr txBox="1"/>
          <p:nvPr userDrawn="1"/>
        </p:nvSpPr>
        <p:spPr>
          <a:xfrm>
            <a:off x="6720840" y="2057400"/>
            <a:ext cx="44805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{{next_step_1_text}}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91820D-9A13-1E71-71A3-6C0F77A09A7B}"/>
              </a:ext>
            </a:extLst>
          </p:cNvPr>
          <p:cNvSpPr/>
          <p:nvPr userDrawn="1"/>
        </p:nvSpPr>
        <p:spPr>
          <a:xfrm>
            <a:off x="6355080" y="2578608"/>
            <a:ext cx="493776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Rounded Rectangle 46">
            <a:extLst>
              <a:ext uri="{FF2B5EF4-FFF2-40B4-BE49-F238E27FC236}">
                <a16:creationId xmlns:a16="http://schemas.microsoft.com/office/drawing/2014/main" id="{80CC1F9E-7950-3358-3CA6-3FA4F78EAF5D}"/>
              </a:ext>
            </a:extLst>
          </p:cNvPr>
          <p:cNvSpPr/>
          <p:nvPr userDrawn="1"/>
        </p:nvSpPr>
        <p:spPr>
          <a:xfrm>
            <a:off x="6355080" y="2670048"/>
            <a:ext cx="237744" cy="23774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63A7B5-AAE3-E261-2A16-C509D3E2669C}"/>
              </a:ext>
            </a:extLst>
          </p:cNvPr>
          <p:cNvSpPr txBox="1"/>
          <p:nvPr userDrawn="1"/>
        </p:nvSpPr>
        <p:spPr>
          <a:xfrm>
            <a:off x="6355080" y="2679191"/>
            <a:ext cx="237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EA0A34-D81B-D534-F61C-F29B0CE9C946}"/>
              </a:ext>
            </a:extLst>
          </p:cNvPr>
          <p:cNvSpPr txBox="1"/>
          <p:nvPr userDrawn="1"/>
        </p:nvSpPr>
        <p:spPr>
          <a:xfrm>
            <a:off x="6720840" y="2651760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{{next_step_2_title}}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9A9FA5-ECFE-F331-D38F-C899E697FBF0}"/>
              </a:ext>
            </a:extLst>
          </p:cNvPr>
          <p:cNvSpPr txBox="1"/>
          <p:nvPr userDrawn="1"/>
        </p:nvSpPr>
        <p:spPr>
          <a:xfrm>
            <a:off x="6720840" y="2880360"/>
            <a:ext cx="44805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{{next_step_2_text}}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6E9B5A-707E-24E8-3057-FA9B5F60C613}"/>
              </a:ext>
            </a:extLst>
          </p:cNvPr>
          <p:cNvSpPr/>
          <p:nvPr userDrawn="1"/>
        </p:nvSpPr>
        <p:spPr>
          <a:xfrm>
            <a:off x="6355080" y="3401568"/>
            <a:ext cx="493776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Rounded Rectangle 51">
            <a:extLst>
              <a:ext uri="{FF2B5EF4-FFF2-40B4-BE49-F238E27FC236}">
                <a16:creationId xmlns:a16="http://schemas.microsoft.com/office/drawing/2014/main" id="{59DB9802-98E9-C2D6-8874-1C712FCD0425}"/>
              </a:ext>
            </a:extLst>
          </p:cNvPr>
          <p:cNvSpPr/>
          <p:nvPr userDrawn="1"/>
        </p:nvSpPr>
        <p:spPr>
          <a:xfrm>
            <a:off x="6355080" y="3493008"/>
            <a:ext cx="237744" cy="23774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124BFE-6920-59BB-FA50-C54788517343}"/>
              </a:ext>
            </a:extLst>
          </p:cNvPr>
          <p:cNvSpPr txBox="1"/>
          <p:nvPr userDrawn="1"/>
        </p:nvSpPr>
        <p:spPr>
          <a:xfrm>
            <a:off x="6355080" y="3502151"/>
            <a:ext cx="237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D9B087-72CE-FA4D-CD8C-724786A34A37}"/>
              </a:ext>
            </a:extLst>
          </p:cNvPr>
          <p:cNvSpPr txBox="1"/>
          <p:nvPr userDrawn="1"/>
        </p:nvSpPr>
        <p:spPr>
          <a:xfrm>
            <a:off x="6720840" y="3474720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{{next_step_3_title}}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B87FA5-73D0-FBF6-30D0-6EC6BD38B354}"/>
              </a:ext>
            </a:extLst>
          </p:cNvPr>
          <p:cNvSpPr txBox="1"/>
          <p:nvPr userDrawn="1"/>
        </p:nvSpPr>
        <p:spPr>
          <a:xfrm>
            <a:off x="6720840" y="3703320"/>
            <a:ext cx="44805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{{next_step_3_text}}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3470429-B3AC-E947-0976-600CFD854711}"/>
              </a:ext>
            </a:extLst>
          </p:cNvPr>
          <p:cNvSpPr/>
          <p:nvPr userDrawn="1"/>
        </p:nvSpPr>
        <p:spPr>
          <a:xfrm>
            <a:off x="6355080" y="4224528"/>
            <a:ext cx="493776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Rounded Rectangle 56">
            <a:extLst>
              <a:ext uri="{FF2B5EF4-FFF2-40B4-BE49-F238E27FC236}">
                <a16:creationId xmlns:a16="http://schemas.microsoft.com/office/drawing/2014/main" id="{94E72F4C-4D25-DAA7-8B09-3F7CC20B01F8}"/>
              </a:ext>
            </a:extLst>
          </p:cNvPr>
          <p:cNvSpPr/>
          <p:nvPr userDrawn="1"/>
        </p:nvSpPr>
        <p:spPr>
          <a:xfrm>
            <a:off x="6355080" y="4315968"/>
            <a:ext cx="237744" cy="23774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96C265-0D46-A996-BECC-A111B52922AC}"/>
              </a:ext>
            </a:extLst>
          </p:cNvPr>
          <p:cNvSpPr txBox="1"/>
          <p:nvPr userDrawn="1"/>
        </p:nvSpPr>
        <p:spPr>
          <a:xfrm>
            <a:off x="6355080" y="4325112"/>
            <a:ext cx="237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0D3A04-A6CD-8B11-B7F4-B88E9641C42B}"/>
              </a:ext>
            </a:extLst>
          </p:cNvPr>
          <p:cNvSpPr txBox="1"/>
          <p:nvPr userDrawn="1"/>
        </p:nvSpPr>
        <p:spPr>
          <a:xfrm>
            <a:off x="6720840" y="4297680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{{next_step_4_title}}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33AEEC-95CF-90A4-A400-3CD4A7886A9B}"/>
              </a:ext>
            </a:extLst>
          </p:cNvPr>
          <p:cNvSpPr txBox="1"/>
          <p:nvPr userDrawn="1"/>
        </p:nvSpPr>
        <p:spPr>
          <a:xfrm>
            <a:off x="6720840" y="4526280"/>
            <a:ext cx="44805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{{next_step_4_text}}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7010988-57AE-A6C0-E0DF-8490613C08DC}"/>
              </a:ext>
            </a:extLst>
          </p:cNvPr>
          <p:cNvSpPr/>
          <p:nvPr userDrawn="1"/>
        </p:nvSpPr>
        <p:spPr>
          <a:xfrm>
            <a:off x="6355080" y="5047488"/>
            <a:ext cx="493776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0" name="Rounded Rectangle 61">
            <a:extLst>
              <a:ext uri="{FF2B5EF4-FFF2-40B4-BE49-F238E27FC236}">
                <a16:creationId xmlns:a16="http://schemas.microsoft.com/office/drawing/2014/main" id="{FF3760DE-EFDF-DFF9-81DA-B1F7B3D935C0}"/>
              </a:ext>
            </a:extLst>
          </p:cNvPr>
          <p:cNvSpPr/>
          <p:nvPr userDrawn="1"/>
        </p:nvSpPr>
        <p:spPr>
          <a:xfrm>
            <a:off x="6355080" y="5138927"/>
            <a:ext cx="237744" cy="23774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E5565A-8869-21D7-F489-068AF6E47136}"/>
              </a:ext>
            </a:extLst>
          </p:cNvPr>
          <p:cNvSpPr txBox="1"/>
          <p:nvPr userDrawn="1"/>
        </p:nvSpPr>
        <p:spPr>
          <a:xfrm>
            <a:off x="6355080" y="5148072"/>
            <a:ext cx="237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59B6E3-DDDD-1C25-6898-EE78DF2BEBF0}"/>
              </a:ext>
            </a:extLst>
          </p:cNvPr>
          <p:cNvSpPr txBox="1"/>
          <p:nvPr userDrawn="1"/>
        </p:nvSpPr>
        <p:spPr>
          <a:xfrm>
            <a:off x="6720840" y="5120640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{{next_step_5_title}}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2EA333-4FF5-48C0-90D5-F8FD7DF9C39E}"/>
              </a:ext>
            </a:extLst>
          </p:cNvPr>
          <p:cNvSpPr txBox="1"/>
          <p:nvPr userDrawn="1"/>
        </p:nvSpPr>
        <p:spPr>
          <a:xfrm>
            <a:off x="6720840" y="5349240"/>
            <a:ext cx="44805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{{next_step_5_text}}</a:t>
            </a:r>
          </a:p>
        </p:txBody>
      </p:sp>
    </p:spTree>
    <p:extLst>
      <p:ext uri="{BB962C8B-B14F-4D97-AF65-F5344CB8AC3E}">
        <p14:creationId xmlns:p14="http://schemas.microsoft.com/office/powerpoint/2010/main" val="14829327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3281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light">
    <p:bg>
      <p:bgPr>
        <a:gradFill flip="none" rotWithShape="1">
          <a:gsLst>
            <a:gs pos="0">
              <a:schemeClr val="accent4">
                <a:lumMod val="98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61590F-6BCE-F0E3-9788-785ED15127EB}"/>
              </a:ext>
            </a:extLst>
          </p:cNvPr>
          <p:cNvSpPr txBox="1"/>
          <p:nvPr userDrawn="1"/>
        </p:nvSpPr>
        <p:spPr>
          <a:xfrm>
            <a:off x="458788" y="457200"/>
            <a:ext cx="3657600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0" b="1" i="0">
                <a:solidFill>
                  <a:srgbClr val="2D286B"/>
                </a:solidFill>
                <a:latin typeface="Arial"/>
              </a:defRPr>
            </a:pPr>
            <a:r>
              <a:rPr sz="12000" dirty="0">
                <a:gradFill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46000">
                      <a:schemeClr val="accent4">
                        <a:lumMod val="95000"/>
                        <a:lumOff val="5000"/>
                      </a:schemeClr>
                    </a:gs>
                    <a:gs pos="100000">
                      <a:schemeClr val="accent4">
                        <a:lumMod val="84000"/>
                      </a:schemeClr>
                    </a:gs>
                  </a:gsLst>
                  <a:path path="circle">
                    <a:fillToRect l="50000" t="130000" r="50000" b="-30000"/>
                  </a:path>
                </a:gradFill>
              </a:rPr>
              <a:t>{{</a:t>
            </a:r>
            <a:r>
              <a:rPr sz="12000" dirty="0" err="1">
                <a:gradFill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46000">
                      <a:schemeClr val="accent4">
                        <a:lumMod val="95000"/>
                        <a:lumOff val="5000"/>
                      </a:schemeClr>
                    </a:gs>
                    <a:gs pos="100000">
                      <a:schemeClr val="accent4">
                        <a:lumMod val="84000"/>
                      </a:schemeClr>
                    </a:gs>
                  </a:gsLst>
                  <a:path path="circle">
                    <a:fillToRect l="50000" t="130000" r="50000" b="-30000"/>
                  </a:path>
                </a:gradFill>
              </a:rPr>
              <a:t>section_number</a:t>
            </a:r>
            <a:r>
              <a:rPr sz="12000" dirty="0">
                <a:gradFill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46000">
                      <a:schemeClr val="accent4">
                        <a:lumMod val="95000"/>
                        <a:lumOff val="5000"/>
                      </a:schemeClr>
                    </a:gs>
                    <a:gs pos="100000">
                      <a:schemeClr val="accent4">
                        <a:lumMod val="84000"/>
                      </a:schemeClr>
                    </a:gs>
                  </a:gsLst>
                  <a:path path="circle">
                    <a:fillToRect l="50000" t="130000" r="50000" b="-30000"/>
                  </a:path>
                </a:gradFill>
              </a:rPr>
              <a:t>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5EBE2-B9B8-6153-6B81-0E6538016966}"/>
              </a:ext>
            </a:extLst>
          </p:cNvPr>
          <p:cNvSpPr txBox="1"/>
          <p:nvPr userDrawn="1"/>
        </p:nvSpPr>
        <p:spPr>
          <a:xfrm>
            <a:off x="733108" y="2926081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rPr sz="3200"/>
              <a:t>{{divider_title}}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086F0-B903-1F9E-0FC8-62D07A8AB4E8}"/>
              </a:ext>
            </a:extLst>
          </p:cNvPr>
          <p:cNvSpPr txBox="1"/>
          <p:nvPr userDrawn="1"/>
        </p:nvSpPr>
        <p:spPr>
          <a:xfrm>
            <a:off x="733108" y="352044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rPr sz="1600"/>
              <a:t>{{divider_subtitle}}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0DFC8-59AE-1BBE-98AF-DB0AF76451D4}"/>
              </a:ext>
            </a:extLst>
          </p:cNvPr>
          <p:cNvSpPr txBox="1"/>
          <p:nvPr userDrawn="1"/>
        </p:nvSpPr>
        <p:spPr>
          <a:xfrm>
            <a:off x="733108" y="4023361"/>
            <a:ext cx="6400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rPr sz="1100"/>
              <a:t>{{divider_description}}</a:t>
            </a:r>
          </a:p>
        </p:txBody>
      </p:sp>
    </p:spTree>
    <p:extLst>
      <p:ext uri="{BB962C8B-B14F-4D97-AF65-F5344CB8AC3E}">
        <p14:creationId xmlns:p14="http://schemas.microsoft.com/office/powerpoint/2010/main" val="15335411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_8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44B5B-5FF0-B302-F43B-9565F551F063}"/>
              </a:ext>
            </a:extLst>
          </p:cNvPr>
          <p:cNvSpPr/>
          <p:nvPr userDrawn="1"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7ADB2-8060-2FE4-C138-6B14AEF1DDDA}"/>
              </a:ext>
            </a:extLst>
          </p:cNvPr>
          <p:cNvSpPr txBox="1"/>
          <p:nvPr userDrawn="1"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{{guidelines_title}}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74D0A-BE16-214C-37E5-75FA361F2867}"/>
              </a:ext>
            </a:extLst>
          </p:cNvPr>
          <p:cNvSpPr txBox="1"/>
          <p:nvPr userDrawn="1"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{{guidelines_subtitle}}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C3027-D322-D03A-5B2E-11430EECB97A}"/>
              </a:ext>
            </a:extLst>
          </p:cNvPr>
          <p:cNvSpPr/>
          <p:nvPr userDrawn="1"/>
        </p:nvSpPr>
        <p:spPr>
          <a:xfrm>
            <a:off x="457200" y="1188720"/>
            <a:ext cx="11274552" cy="365760"/>
          </a:xfrm>
          <a:prstGeom prst="rect">
            <a:avLst/>
          </a:prstGeom>
          <a:solidFill>
            <a:srgbClr val="654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E8521-6721-DA9D-A3A2-D10AE0BCDF4D}"/>
              </a:ext>
            </a:extLst>
          </p:cNvPr>
          <p:cNvSpPr txBox="1"/>
          <p:nvPr userDrawn="1"/>
        </p:nvSpPr>
        <p:spPr>
          <a:xfrm>
            <a:off x="530352" y="1261872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Guideline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2BEB4-58D1-0829-7881-9E74D9B44D4F}"/>
              </a:ext>
            </a:extLst>
          </p:cNvPr>
          <p:cNvSpPr txBox="1"/>
          <p:nvPr userDrawn="1"/>
        </p:nvSpPr>
        <p:spPr>
          <a:xfrm>
            <a:off x="3273552" y="1261872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98598B-17E3-76AF-E345-9E0DBB38C2E1}"/>
              </a:ext>
            </a:extLst>
          </p:cNvPr>
          <p:cNvSpPr txBox="1"/>
          <p:nvPr userDrawn="1"/>
        </p:nvSpPr>
        <p:spPr>
          <a:xfrm>
            <a:off x="4645152" y="1261872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B07393-5B3A-B05B-DC9A-2C7C6E01CBBA}"/>
              </a:ext>
            </a:extLst>
          </p:cNvPr>
          <p:cNvSpPr txBox="1"/>
          <p:nvPr userDrawn="1"/>
        </p:nvSpPr>
        <p:spPr>
          <a:xfrm>
            <a:off x="6016752" y="126187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B272EF-11D6-491A-8FAC-C55E187400E0}"/>
              </a:ext>
            </a:extLst>
          </p:cNvPr>
          <p:cNvSpPr txBox="1"/>
          <p:nvPr userDrawn="1"/>
        </p:nvSpPr>
        <p:spPr>
          <a:xfrm>
            <a:off x="9217152" y="1261872"/>
            <a:ext cx="2898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CEAD4E-3700-B843-5F44-36CE0D6A416F}"/>
              </a:ext>
            </a:extLst>
          </p:cNvPr>
          <p:cNvSpPr/>
          <p:nvPr userDrawn="1"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0518FC-5CE5-D20E-BADF-E0B80250A82A}"/>
              </a:ext>
            </a:extLst>
          </p:cNvPr>
          <p:cNvSpPr txBox="1"/>
          <p:nvPr userDrawn="1"/>
        </p:nvSpPr>
        <p:spPr>
          <a:xfrm>
            <a:off x="530352" y="162763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{{guideline_1}}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3D833F-3D15-E110-65A9-278A1096425C}"/>
              </a:ext>
            </a:extLst>
          </p:cNvPr>
          <p:cNvSpPr txBox="1"/>
          <p:nvPr userDrawn="1"/>
        </p:nvSpPr>
        <p:spPr>
          <a:xfrm>
            <a:off x="3273552" y="16276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{{line_1}}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C74DAD-F5E8-FBEB-6D70-87185FA2BCC5}"/>
              </a:ext>
            </a:extLst>
          </p:cNvPr>
          <p:cNvSpPr txBox="1"/>
          <p:nvPr userDrawn="1"/>
        </p:nvSpPr>
        <p:spPr>
          <a:xfrm>
            <a:off x="4645152" y="16276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{{status_1}}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74258C-5E59-7285-F052-662840AC4871}"/>
              </a:ext>
            </a:extLst>
          </p:cNvPr>
          <p:cNvSpPr txBox="1"/>
          <p:nvPr userDrawn="1"/>
        </p:nvSpPr>
        <p:spPr>
          <a:xfrm>
            <a:off x="6016752" y="162763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{{recommendation_1}}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558EB-CF25-D389-70C8-B0C3FC41D2FD}"/>
              </a:ext>
            </a:extLst>
          </p:cNvPr>
          <p:cNvSpPr txBox="1"/>
          <p:nvPr userDrawn="1"/>
        </p:nvSpPr>
        <p:spPr>
          <a:xfrm>
            <a:off x="9217152" y="162763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{{source_1}}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092E9A-42B7-ADE1-DA6F-F3AF2766F884}"/>
              </a:ext>
            </a:extLst>
          </p:cNvPr>
          <p:cNvSpPr/>
          <p:nvPr userDrawn="1"/>
        </p:nvSpPr>
        <p:spPr>
          <a:xfrm>
            <a:off x="457200" y="205740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03D168-3710-06D6-A67F-A3BF47CEE7F0}"/>
              </a:ext>
            </a:extLst>
          </p:cNvPr>
          <p:cNvSpPr txBox="1"/>
          <p:nvPr userDrawn="1"/>
        </p:nvSpPr>
        <p:spPr>
          <a:xfrm>
            <a:off x="530352" y="213055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{{guideline_2}}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07D56C-A213-8B15-D343-35B9F61F5925}"/>
              </a:ext>
            </a:extLst>
          </p:cNvPr>
          <p:cNvSpPr txBox="1"/>
          <p:nvPr userDrawn="1"/>
        </p:nvSpPr>
        <p:spPr>
          <a:xfrm>
            <a:off x="3273552" y="21305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{{line_2}}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728187-D795-5303-EFDA-75C6F4C7C85D}"/>
              </a:ext>
            </a:extLst>
          </p:cNvPr>
          <p:cNvSpPr txBox="1"/>
          <p:nvPr userDrawn="1"/>
        </p:nvSpPr>
        <p:spPr>
          <a:xfrm>
            <a:off x="4645152" y="21305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{{status_2}}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F9B50B-FE68-A1C6-781A-8E3004A9FD50}"/>
              </a:ext>
            </a:extLst>
          </p:cNvPr>
          <p:cNvSpPr txBox="1"/>
          <p:nvPr userDrawn="1"/>
        </p:nvSpPr>
        <p:spPr>
          <a:xfrm>
            <a:off x="6016752" y="213055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{{recommendation_2}}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2D9415-E729-6E50-64DF-FD216ADAB0E6}"/>
              </a:ext>
            </a:extLst>
          </p:cNvPr>
          <p:cNvSpPr txBox="1"/>
          <p:nvPr userDrawn="1"/>
        </p:nvSpPr>
        <p:spPr>
          <a:xfrm>
            <a:off x="9217152" y="213055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{{source_2}}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1897C7-7367-CE49-7B1C-AADE68FBAF42}"/>
              </a:ext>
            </a:extLst>
          </p:cNvPr>
          <p:cNvSpPr/>
          <p:nvPr userDrawn="1"/>
        </p:nvSpPr>
        <p:spPr>
          <a:xfrm>
            <a:off x="457200" y="256032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B573EA-BFBC-98AE-3A09-9928455D5207}"/>
              </a:ext>
            </a:extLst>
          </p:cNvPr>
          <p:cNvSpPr txBox="1"/>
          <p:nvPr userDrawn="1"/>
        </p:nvSpPr>
        <p:spPr>
          <a:xfrm>
            <a:off x="530352" y="263347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{{guideline_3}}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F309D2-2515-8990-EF08-33C054C41394}"/>
              </a:ext>
            </a:extLst>
          </p:cNvPr>
          <p:cNvSpPr txBox="1"/>
          <p:nvPr userDrawn="1"/>
        </p:nvSpPr>
        <p:spPr>
          <a:xfrm>
            <a:off x="3273552" y="26334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{{line_3}}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55A73E-4EB1-840B-560E-0CE986B464FF}"/>
              </a:ext>
            </a:extLst>
          </p:cNvPr>
          <p:cNvSpPr txBox="1"/>
          <p:nvPr userDrawn="1"/>
        </p:nvSpPr>
        <p:spPr>
          <a:xfrm>
            <a:off x="4645152" y="26334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{{status_3}}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6712CD-3071-EEF5-1F20-4BBB57451A52}"/>
              </a:ext>
            </a:extLst>
          </p:cNvPr>
          <p:cNvSpPr txBox="1"/>
          <p:nvPr userDrawn="1"/>
        </p:nvSpPr>
        <p:spPr>
          <a:xfrm>
            <a:off x="6016752" y="263347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{{recommendation_3}}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3A631D-AA4A-3ADF-4897-F413136BDF7A}"/>
              </a:ext>
            </a:extLst>
          </p:cNvPr>
          <p:cNvSpPr txBox="1"/>
          <p:nvPr userDrawn="1"/>
        </p:nvSpPr>
        <p:spPr>
          <a:xfrm>
            <a:off x="9217152" y="263347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{{source_3}}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7B55DC-E5FC-9B24-C3BC-D2302760F65A}"/>
              </a:ext>
            </a:extLst>
          </p:cNvPr>
          <p:cNvSpPr/>
          <p:nvPr userDrawn="1"/>
        </p:nvSpPr>
        <p:spPr>
          <a:xfrm>
            <a:off x="457200" y="306324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DC86EF-9682-926E-581A-0D1C49D8F6F0}"/>
              </a:ext>
            </a:extLst>
          </p:cNvPr>
          <p:cNvSpPr txBox="1"/>
          <p:nvPr userDrawn="1"/>
        </p:nvSpPr>
        <p:spPr>
          <a:xfrm>
            <a:off x="530352" y="313639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{{guideline_4}}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AE378B-2618-8F06-8644-83F294E955F8}"/>
              </a:ext>
            </a:extLst>
          </p:cNvPr>
          <p:cNvSpPr txBox="1"/>
          <p:nvPr userDrawn="1"/>
        </p:nvSpPr>
        <p:spPr>
          <a:xfrm>
            <a:off x="3273552" y="313639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{{line_4}}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E6F3B1-B6D6-AEBD-5603-167223608E9B}"/>
              </a:ext>
            </a:extLst>
          </p:cNvPr>
          <p:cNvSpPr txBox="1"/>
          <p:nvPr userDrawn="1"/>
        </p:nvSpPr>
        <p:spPr>
          <a:xfrm>
            <a:off x="4645152" y="313639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{{status_4}}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C4B08D-F1A9-3D68-5061-1763F286E1DA}"/>
              </a:ext>
            </a:extLst>
          </p:cNvPr>
          <p:cNvSpPr txBox="1"/>
          <p:nvPr userDrawn="1"/>
        </p:nvSpPr>
        <p:spPr>
          <a:xfrm>
            <a:off x="6016752" y="313639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{{recommendation_4}}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5EC892-8671-CF68-9C8D-492213C0DA7B}"/>
              </a:ext>
            </a:extLst>
          </p:cNvPr>
          <p:cNvSpPr txBox="1"/>
          <p:nvPr userDrawn="1"/>
        </p:nvSpPr>
        <p:spPr>
          <a:xfrm>
            <a:off x="9217152" y="313639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{{source_4}}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6ED086-486C-A956-38C1-DF95810C5EF2}"/>
              </a:ext>
            </a:extLst>
          </p:cNvPr>
          <p:cNvSpPr/>
          <p:nvPr userDrawn="1"/>
        </p:nvSpPr>
        <p:spPr>
          <a:xfrm>
            <a:off x="457200" y="356616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4CF902-2D35-52DD-B8A1-A6DAC63B590E}"/>
              </a:ext>
            </a:extLst>
          </p:cNvPr>
          <p:cNvSpPr txBox="1"/>
          <p:nvPr userDrawn="1"/>
        </p:nvSpPr>
        <p:spPr>
          <a:xfrm>
            <a:off x="530352" y="363931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{{guideline_5}}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7066EF-7AB5-4056-4051-5C45189BFC57}"/>
              </a:ext>
            </a:extLst>
          </p:cNvPr>
          <p:cNvSpPr txBox="1"/>
          <p:nvPr userDrawn="1"/>
        </p:nvSpPr>
        <p:spPr>
          <a:xfrm>
            <a:off x="3273552" y="36393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{{line_5}}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A7A693-A531-02AD-BF68-31607DE0494D}"/>
              </a:ext>
            </a:extLst>
          </p:cNvPr>
          <p:cNvSpPr txBox="1"/>
          <p:nvPr userDrawn="1"/>
        </p:nvSpPr>
        <p:spPr>
          <a:xfrm>
            <a:off x="4645152" y="36393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{{status_5}}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A1DA50-7CE6-8EEF-4CD6-53BEEE293026}"/>
              </a:ext>
            </a:extLst>
          </p:cNvPr>
          <p:cNvSpPr txBox="1"/>
          <p:nvPr userDrawn="1"/>
        </p:nvSpPr>
        <p:spPr>
          <a:xfrm>
            <a:off x="6016752" y="363931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{{recommendation_5}}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74983B-7EB7-953D-5BC3-1D71587CE93E}"/>
              </a:ext>
            </a:extLst>
          </p:cNvPr>
          <p:cNvSpPr txBox="1"/>
          <p:nvPr userDrawn="1"/>
        </p:nvSpPr>
        <p:spPr>
          <a:xfrm>
            <a:off x="9217152" y="363931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{{source_5}}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0F4967-27D3-0A7C-131F-A1870275081E}"/>
              </a:ext>
            </a:extLst>
          </p:cNvPr>
          <p:cNvSpPr/>
          <p:nvPr userDrawn="1"/>
        </p:nvSpPr>
        <p:spPr>
          <a:xfrm>
            <a:off x="457200" y="406908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EE9A77-9593-01E6-78CB-D4433CB20081}"/>
              </a:ext>
            </a:extLst>
          </p:cNvPr>
          <p:cNvSpPr txBox="1"/>
          <p:nvPr userDrawn="1"/>
        </p:nvSpPr>
        <p:spPr>
          <a:xfrm>
            <a:off x="530352" y="414223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{{guideline_6}}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2E1CD8-AAFF-A8E1-536B-BCDB76ABB419}"/>
              </a:ext>
            </a:extLst>
          </p:cNvPr>
          <p:cNvSpPr txBox="1"/>
          <p:nvPr userDrawn="1"/>
        </p:nvSpPr>
        <p:spPr>
          <a:xfrm>
            <a:off x="3273552" y="41422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{{line_6}}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F28EBF-0C32-E2CF-895D-8D0C8F0C420B}"/>
              </a:ext>
            </a:extLst>
          </p:cNvPr>
          <p:cNvSpPr txBox="1"/>
          <p:nvPr userDrawn="1"/>
        </p:nvSpPr>
        <p:spPr>
          <a:xfrm>
            <a:off x="4645152" y="41422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{{status_6}}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28F402-135C-CA2E-CD69-70E3D0D487AA}"/>
              </a:ext>
            </a:extLst>
          </p:cNvPr>
          <p:cNvSpPr txBox="1"/>
          <p:nvPr userDrawn="1"/>
        </p:nvSpPr>
        <p:spPr>
          <a:xfrm>
            <a:off x="6016752" y="414223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{{recommendation_6}}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0E8F22-92C3-BD2E-1F9F-2EDE74162B4F}"/>
              </a:ext>
            </a:extLst>
          </p:cNvPr>
          <p:cNvSpPr txBox="1"/>
          <p:nvPr userDrawn="1"/>
        </p:nvSpPr>
        <p:spPr>
          <a:xfrm>
            <a:off x="9217152" y="414223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{{source_6}}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C9B9AA2-7531-D9F9-C36C-0DC0D033AF4E}"/>
              </a:ext>
            </a:extLst>
          </p:cNvPr>
          <p:cNvSpPr/>
          <p:nvPr userDrawn="1"/>
        </p:nvSpPr>
        <p:spPr>
          <a:xfrm>
            <a:off x="457200" y="457200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031712-6EE9-0189-AB4A-F1F9E53E8274}"/>
              </a:ext>
            </a:extLst>
          </p:cNvPr>
          <p:cNvSpPr txBox="1"/>
          <p:nvPr userDrawn="1"/>
        </p:nvSpPr>
        <p:spPr>
          <a:xfrm>
            <a:off x="530352" y="464515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{{guideline_7}}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CAFB97-DEE4-CFC7-0CBC-47CBB73A0A8E}"/>
              </a:ext>
            </a:extLst>
          </p:cNvPr>
          <p:cNvSpPr txBox="1"/>
          <p:nvPr userDrawn="1"/>
        </p:nvSpPr>
        <p:spPr>
          <a:xfrm>
            <a:off x="3273552" y="46451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{{line_7}}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FDFF2A-FD0D-0E4E-BDD4-C17E4669FBD5}"/>
              </a:ext>
            </a:extLst>
          </p:cNvPr>
          <p:cNvSpPr txBox="1"/>
          <p:nvPr userDrawn="1"/>
        </p:nvSpPr>
        <p:spPr>
          <a:xfrm>
            <a:off x="4645152" y="46451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{{status_7}}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3D989B-B12A-0DD9-0DBA-0B3BE029B9F7}"/>
              </a:ext>
            </a:extLst>
          </p:cNvPr>
          <p:cNvSpPr txBox="1"/>
          <p:nvPr userDrawn="1"/>
        </p:nvSpPr>
        <p:spPr>
          <a:xfrm>
            <a:off x="6016752" y="464515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{{recommendation_7}}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32F6A8-73D3-3C2E-89C8-FD48BF8CB03C}"/>
              </a:ext>
            </a:extLst>
          </p:cNvPr>
          <p:cNvSpPr txBox="1"/>
          <p:nvPr userDrawn="1"/>
        </p:nvSpPr>
        <p:spPr>
          <a:xfrm>
            <a:off x="9217152" y="464515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{{source_7}}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76FE7E8-E3F9-0132-EA38-C7E770CFAE5D}"/>
              </a:ext>
            </a:extLst>
          </p:cNvPr>
          <p:cNvSpPr/>
          <p:nvPr userDrawn="1"/>
        </p:nvSpPr>
        <p:spPr>
          <a:xfrm>
            <a:off x="457200" y="507492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A6788B-40F1-63CB-17D5-6F859FFFA00B}"/>
              </a:ext>
            </a:extLst>
          </p:cNvPr>
          <p:cNvSpPr txBox="1"/>
          <p:nvPr userDrawn="1"/>
        </p:nvSpPr>
        <p:spPr>
          <a:xfrm>
            <a:off x="530352" y="514807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{{guideline_8}}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738539-B8AE-F6C5-3408-41DD12C91522}"/>
              </a:ext>
            </a:extLst>
          </p:cNvPr>
          <p:cNvSpPr txBox="1"/>
          <p:nvPr userDrawn="1"/>
        </p:nvSpPr>
        <p:spPr>
          <a:xfrm>
            <a:off x="3273552" y="51480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{{line_8}}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5FD7DD-821C-9A94-5B50-92D6ED3A6045}"/>
              </a:ext>
            </a:extLst>
          </p:cNvPr>
          <p:cNvSpPr txBox="1"/>
          <p:nvPr userDrawn="1"/>
        </p:nvSpPr>
        <p:spPr>
          <a:xfrm>
            <a:off x="4645152" y="51480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{{status_8}}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833B5C-07C6-672C-3346-8488EA7F926F}"/>
              </a:ext>
            </a:extLst>
          </p:cNvPr>
          <p:cNvSpPr txBox="1"/>
          <p:nvPr userDrawn="1"/>
        </p:nvSpPr>
        <p:spPr>
          <a:xfrm>
            <a:off x="6016752" y="514807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{{recommendation_8}}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6E5EE6-A979-4C41-744A-3DA8E47D810F}"/>
              </a:ext>
            </a:extLst>
          </p:cNvPr>
          <p:cNvSpPr txBox="1"/>
          <p:nvPr userDrawn="1"/>
        </p:nvSpPr>
        <p:spPr>
          <a:xfrm>
            <a:off x="9217152" y="514807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{{source_8}}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76DD8C-B98A-09EA-F274-A94B8C97787A}"/>
              </a:ext>
            </a:extLst>
          </p:cNvPr>
          <p:cNvSpPr txBox="1"/>
          <p:nvPr userDrawn="1"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Calibri"/>
              </a:defRPr>
            </a:pPr>
            <a:r>
              <a:t>{{key_message}}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6533E8-6945-D01B-4834-EC4F90BDCA57}"/>
              </a:ext>
            </a:extLst>
          </p:cNvPr>
          <p:cNvSpPr txBox="1"/>
          <p:nvPr userDrawn="1"/>
        </p:nvSpPr>
        <p:spPr>
          <a:xfrm>
            <a:off x="1600200" y="155632"/>
            <a:ext cx="1737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GUIDELINES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D9070AD-AC3D-9CC4-036F-E934BE459BEB}"/>
              </a:ext>
            </a:extLst>
          </p:cNvPr>
          <p:cNvSpPr txBox="1"/>
          <p:nvPr userDrawn="1"/>
        </p:nvSpPr>
        <p:spPr>
          <a:xfrm>
            <a:off x="3566160" y="128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</p:spTree>
    <p:extLst>
      <p:ext uri="{BB962C8B-B14F-4D97-AF65-F5344CB8AC3E}">
        <p14:creationId xmlns:p14="http://schemas.microsoft.com/office/powerpoint/2010/main" val="1422746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_LINE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3">
            <a:extLst>
              <a:ext uri="{FF2B5EF4-FFF2-40B4-BE49-F238E27FC236}">
                <a16:creationId xmlns:a16="http://schemas.microsoft.com/office/drawing/2014/main" id="{00B42218-B67B-48AF-830F-840A130B63AF}"/>
              </a:ext>
            </a:extLst>
          </p:cNvPr>
          <p:cNvSpPr/>
          <p:nvPr userDrawn="1"/>
        </p:nvSpPr>
        <p:spPr>
          <a:xfrm>
            <a:off x="166180" y="658368"/>
            <a:ext cx="11859768" cy="140589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B1E190-F99D-C358-DCA6-128D1450BF9F}"/>
              </a:ext>
            </a:extLst>
          </p:cNvPr>
          <p:cNvSpPr/>
          <p:nvPr userDrawn="1"/>
        </p:nvSpPr>
        <p:spPr>
          <a:xfrm>
            <a:off x="166180" y="658368"/>
            <a:ext cx="54864" cy="14058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7F3262-ECEF-1605-A42F-A265F74B0493}"/>
              </a:ext>
            </a:extLst>
          </p:cNvPr>
          <p:cNvSpPr/>
          <p:nvPr userDrawn="1"/>
        </p:nvSpPr>
        <p:spPr>
          <a:xfrm>
            <a:off x="330772" y="74980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996A45-FCCD-99A1-A16B-065DCED69C53}"/>
              </a:ext>
            </a:extLst>
          </p:cNvPr>
          <p:cNvSpPr txBox="1"/>
          <p:nvPr userDrawn="1"/>
        </p:nvSpPr>
        <p:spPr>
          <a:xfrm>
            <a:off x="330772" y="73860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 dirty="0"/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7EEDF-0E02-D81D-3689-F534F386CB23}"/>
              </a:ext>
            </a:extLst>
          </p:cNvPr>
          <p:cNvSpPr txBox="1"/>
          <p:nvPr userDrawn="1"/>
        </p:nvSpPr>
        <p:spPr>
          <a:xfrm>
            <a:off x="733108" y="76809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10B981"/>
                </a:solidFill>
                <a:latin typeface="Arial"/>
              </a:defRPr>
            </a:pPr>
            <a:r>
              <a:rPr sz="1100"/>
              <a:t>STRENGTHS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FD7DD9-81B2-AAD3-2BF1-E826DE1CC433}"/>
              </a:ext>
            </a:extLst>
          </p:cNvPr>
          <p:cNvSpPr txBox="1"/>
          <p:nvPr userDrawn="1"/>
        </p:nvSpPr>
        <p:spPr>
          <a:xfrm>
            <a:off x="2196148" y="74980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A1731D-F7D6-1116-1A8D-FCD3AED8EEEA}"/>
              </a:ext>
            </a:extLst>
          </p:cNvPr>
          <p:cNvSpPr txBox="1"/>
          <p:nvPr userDrawn="1"/>
        </p:nvSpPr>
        <p:spPr>
          <a:xfrm>
            <a:off x="2342452" y="74980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{{strength_1}}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E59AD2-0345-DD10-0D0B-1DFA4D4BE1BB}"/>
              </a:ext>
            </a:extLst>
          </p:cNvPr>
          <p:cNvSpPr txBox="1"/>
          <p:nvPr userDrawn="1"/>
        </p:nvSpPr>
        <p:spPr>
          <a:xfrm>
            <a:off x="2196148" y="98755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21AC6A-DC88-1193-E4D5-3A6322AA7B3D}"/>
              </a:ext>
            </a:extLst>
          </p:cNvPr>
          <p:cNvSpPr txBox="1"/>
          <p:nvPr userDrawn="1"/>
        </p:nvSpPr>
        <p:spPr>
          <a:xfrm>
            <a:off x="2342452" y="98755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{{strength_2}}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F92845-8AEA-E287-B3F8-16667744FEEA}"/>
              </a:ext>
            </a:extLst>
          </p:cNvPr>
          <p:cNvSpPr txBox="1"/>
          <p:nvPr userDrawn="1"/>
        </p:nvSpPr>
        <p:spPr>
          <a:xfrm>
            <a:off x="2196148" y="1225295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5DA2A2-963E-9D01-CB91-AE4A98892250}"/>
              </a:ext>
            </a:extLst>
          </p:cNvPr>
          <p:cNvSpPr txBox="1"/>
          <p:nvPr userDrawn="1"/>
        </p:nvSpPr>
        <p:spPr>
          <a:xfrm>
            <a:off x="2342452" y="1225296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 dirty="0"/>
              <a:t>{{strength_3}}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0E2D96-59E6-D557-F7A3-4ED24597A9E0}"/>
              </a:ext>
            </a:extLst>
          </p:cNvPr>
          <p:cNvSpPr txBox="1"/>
          <p:nvPr userDrawn="1"/>
        </p:nvSpPr>
        <p:spPr>
          <a:xfrm>
            <a:off x="7133908" y="74980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EF665A-DDE3-30B9-3F18-76C05043B1CD}"/>
              </a:ext>
            </a:extLst>
          </p:cNvPr>
          <p:cNvSpPr txBox="1"/>
          <p:nvPr userDrawn="1"/>
        </p:nvSpPr>
        <p:spPr>
          <a:xfrm>
            <a:off x="7280212" y="74980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{{strength_4}}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051882-D701-FD38-2A90-F0B8959F780C}"/>
              </a:ext>
            </a:extLst>
          </p:cNvPr>
          <p:cNvSpPr txBox="1"/>
          <p:nvPr userDrawn="1"/>
        </p:nvSpPr>
        <p:spPr>
          <a:xfrm>
            <a:off x="7133908" y="98755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6430B9-54D1-8A5A-87F9-28444D51A1ED}"/>
              </a:ext>
            </a:extLst>
          </p:cNvPr>
          <p:cNvSpPr txBox="1"/>
          <p:nvPr userDrawn="1"/>
        </p:nvSpPr>
        <p:spPr>
          <a:xfrm>
            <a:off x="7280212" y="98755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{{strength_5}}</a:t>
            </a:r>
          </a:p>
        </p:txBody>
      </p:sp>
      <p:sp>
        <p:nvSpPr>
          <p:cNvPr id="22" name="Rounded Rectangle 28">
            <a:extLst>
              <a:ext uri="{FF2B5EF4-FFF2-40B4-BE49-F238E27FC236}">
                <a16:creationId xmlns:a16="http://schemas.microsoft.com/office/drawing/2014/main" id="{E0A8290D-5EB0-FA02-986B-C1C21C3CBF77}"/>
              </a:ext>
            </a:extLst>
          </p:cNvPr>
          <p:cNvSpPr/>
          <p:nvPr userDrawn="1"/>
        </p:nvSpPr>
        <p:spPr>
          <a:xfrm>
            <a:off x="166180" y="2155698"/>
            <a:ext cx="11859768" cy="140589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3822DF-9F38-AE3F-E818-624728FA5F6B}"/>
              </a:ext>
            </a:extLst>
          </p:cNvPr>
          <p:cNvSpPr/>
          <p:nvPr userDrawn="1"/>
        </p:nvSpPr>
        <p:spPr>
          <a:xfrm>
            <a:off x="166180" y="2155698"/>
            <a:ext cx="54864" cy="140589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4DCAD92-2443-C04F-0139-F00C93EFE613}"/>
              </a:ext>
            </a:extLst>
          </p:cNvPr>
          <p:cNvSpPr/>
          <p:nvPr userDrawn="1"/>
        </p:nvSpPr>
        <p:spPr>
          <a:xfrm>
            <a:off x="330772" y="2247138"/>
            <a:ext cx="310896" cy="3108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AC70B7-5FEC-47EC-AFA4-A60EB3C4C56D}"/>
              </a:ext>
            </a:extLst>
          </p:cNvPr>
          <p:cNvSpPr txBox="1"/>
          <p:nvPr userDrawn="1"/>
        </p:nvSpPr>
        <p:spPr>
          <a:xfrm>
            <a:off x="330772" y="223593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/>
              <a:t>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F554BE-9EF3-4CA6-AC50-994B84B66FBC}"/>
              </a:ext>
            </a:extLst>
          </p:cNvPr>
          <p:cNvSpPr txBox="1"/>
          <p:nvPr userDrawn="1"/>
        </p:nvSpPr>
        <p:spPr>
          <a:xfrm>
            <a:off x="733108" y="226542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EF4444"/>
                </a:solidFill>
                <a:latin typeface="Arial"/>
              </a:defRPr>
            </a:pPr>
            <a:r>
              <a:rPr sz="1100" dirty="0"/>
              <a:t>WEAKNESSES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7EE76C-F9B9-1375-B5A8-C472EF919A8B}"/>
              </a:ext>
            </a:extLst>
          </p:cNvPr>
          <p:cNvSpPr txBox="1"/>
          <p:nvPr userDrawn="1"/>
        </p:nvSpPr>
        <p:spPr>
          <a:xfrm>
            <a:off x="2196148" y="224713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ECC38E-4501-5858-5E13-95EEA4862EFB}"/>
              </a:ext>
            </a:extLst>
          </p:cNvPr>
          <p:cNvSpPr txBox="1"/>
          <p:nvPr userDrawn="1"/>
        </p:nvSpPr>
        <p:spPr>
          <a:xfrm>
            <a:off x="2342452" y="224713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{{weakness_1}}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33C336-FF16-15A7-6B3D-FA28B84655FC}"/>
              </a:ext>
            </a:extLst>
          </p:cNvPr>
          <p:cNvSpPr txBox="1"/>
          <p:nvPr userDrawn="1"/>
        </p:nvSpPr>
        <p:spPr>
          <a:xfrm>
            <a:off x="2196148" y="248488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E1E02B-FF5B-3E33-B6AE-7833DC3FDF2F}"/>
              </a:ext>
            </a:extLst>
          </p:cNvPr>
          <p:cNvSpPr txBox="1"/>
          <p:nvPr userDrawn="1"/>
        </p:nvSpPr>
        <p:spPr>
          <a:xfrm>
            <a:off x="2342452" y="248488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{{weakness_2}}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30F50B-138F-E3C9-EC66-24E86A0359D0}"/>
              </a:ext>
            </a:extLst>
          </p:cNvPr>
          <p:cNvSpPr txBox="1"/>
          <p:nvPr userDrawn="1"/>
        </p:nvSpPr>
        <p:spPr>
          <a:xfrm>
            <a:off x="2196148" y="272262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9FFB57-288A-5B17-B6C9-31A7B967932D}"/>
              </a:ext>
            </a:extLst>
          </p:cNvPr>
          <p:cNvSpPr txBox="1"/>
          <p:nvPr userDrawn="1"/>
        </p:nvSpPr>
        <p:spPr>
          <a:xfrm>
            <a:off x="2342452" y="272262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{{weakness_3}}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7163BD-4F3E-4D8B-EBBA-DF889A4F1E8A}"/>
              </a:ext>
            </a:extLst>
          </p:cNvPr>
          <p:cNvSpPr txBox="1"/>
          <p:nvPr userDrawn="1"/>
        </p:nvSpPr>
        <p:spPr>
          <a:xfrm>
            <a:off x="7133908" y="224713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662DEA-838B-2BEE-54ED-0B261CAC6B75}"/>
              </a:ext>
            </a:extLst>
          </p:cNvPr>
          <p:cNvSpPr txBox="1"/>
          <p:nvPr userDrawn="1"/>
        </p:nvSpPr>
        <p:spPr>
          <a:xfrm>
            <a:off x="7280212" y="224713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{{weakness_4}}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C89B87-4A0E-70BD-73D3-C0B6D6809DE7}"/>
              </a:ext>
            </a:extLst>
          </p:cNvPr>
          <p:cNvSpPr txBox="1"/>
          <p:nvPr userDrawn="1"/>
        </p:nvSpPr>
        <p:spPr>
          <a:xfrm>
            <a:off x="7133908" y="248488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660205-DFCA-012B-81A3-368E770D0921}"/>
              </a:ext>
            </a:extLst>
          </p:cNvPr>
          <p:cNvSpPr txBox="1"/>
          <p:nvPr userDrawn="1"/>
        </p:nvSpPr>
        <p:spPr>
          <a:xfrm>
            <a:off x="7280212" y="248488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{{weakness_5}}</a:t>
            </a:r>
          </a:p>
        </p:txBody>
      </p:sp>
      <p:sp>
        <p:nvSpPr>
          <p:cNvPr id="37" name="Rounded Rectangle 43">
            <a:extLst>
              <a:ext uri="{FF2B5EF4-FFF2-40B4-BE49-F238E27FC236}">
                <a16:creationId xmlns:a16="http://schemas.microsoft.com/office/drawing/2014/main" id="{007804BC-717E-163D-9E77-30008CED4523}"/>
              </a:ext>
            </a:extLst>
          </p:cNvPr>
          <p:cNvSpPr/>
          <p:nvPr userDrawn="1"/>
        </p:nvSpPr>
        <p:spPr>
          <a:xfrm>
            <a:off x="166180" y="3653028"/>
            <a:ext cx="11859768" cy="140589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FCAE23-3136-D3BF-7F2B-DD1B92C0CDD2}"/>
              </a:ext>
            </a:extLst>
          </p:cNvPr>
          <p:cNvSpPr/>
          <p:nvPr userDrawn="1"/>
        </p:nvSpPr>
        <p:spPr>
          <a:xfrm>
            <a:off x="166180" y="3653028"/>
            <a:ext cx="54864" cy="1405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A6F89BC-14D5-0098-49B2-89CDAB1BBF74}"/>
              </a:ext>
            </a:extLst>
          </p:cNvPr>
          <p:cNvSpPr/>
          <p:nvPr userDrawn="1"/>
        </p:nvSpPr>
        <p:spPr>
          <a:xfrm>
            <a:off x="330772" y="3744468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1FA193-4C70-E2C3-C881-C145974112B9}"/>
              </a:ext>
            </a:extLst>
          </p:cNvPr>
          <p:cNvSpPr txBox="1"/>
          <p:nvPr userDrawn="1"/>
        </p:nvSpPr>
        <p:spPr>
          <a:xfrm>
            <a:off x="330772" y="373326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/>
              <a:t>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CA09A4-CD36-8CDF-DB0A-3C2A3D912BD7}"/>
              </a:ext>
            </a:extLst>
          </p:cNvPr>
          <p:cNvSpPr txBox="1"/>
          <p:nvPr userDrawn="1"/>
        </p:nvSpPr>
        <p:spPr>
          <a:xfrm>
            <a:off x="733108" y="3762756"/>
            <a:ext cx="1572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3B82F6"/>
                </a:solidFill>
                <a:latin typeface="Arial"/>
              </a:defRPr>
            </a:pPr>
            <a:r>
              <a:rPr sz="1100" dirty="0"/>
              <a:t>OPPORTUNITIES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4F9DE0-DBBC-64CF-C5D0-6AF6EEEBD360}"/>
              </a:ext>
            </a:extLst>
          </p:cNvPr>
          <p:cNvSpPr txBox="1"/>
          <p:nvPr userDrawn="1"/>
        </p:nvSpPr>
        <p:spPr>
          <a:xfrm>
            <a:off x="2196148" y="374446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F1962A-4CA9-6471-4E7E-44E4F72574FC}"/>
              </a:ext>
            </a:extLst>
          </p:cNvPr>
          <p:cNvSpPr txBox="1"/>
          <p:nvPr userDrawn="1"/>
        </p:nvSpPr>
        <p:spPr>
          <a:xfrm>
            <a:off x="2342452" y="374446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{{opportunity_1}}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48440A-E8A6-A771-677F-F393FB3B5C3A}"/>
              </a:ext>
            </a:extLst>
          </p:cNvPr>
          <p:cNvSpPr txBox="1"/>
          <p:nvPr userDrawn="1"/>
        </p:nvSpPr>
        <p:spPr>
          <a:xfrm>
            <a:off x="2196148" y="3982211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79D0BB-AD11-75FA-3633-83192FD241D2}"/>
              </a:ext>
            </a:extLst>
          </p:cNvPr>
          <p:cNvSpPr txBox="1"/>
          <p:nvPr userDrawn="1"/>
        </p:nvSpPr>
        <p:spPr>
          <a:xfrm>
            <a:off x="2342452" y="398221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{{opportunity_2}}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4DA76F-551A-4824-80C2-4E53B9C63C61}"/>
              </a:ext>
            </a:extLst>
          </p:cNvPr>
          <p:cNvSpPr txBox="1"/>
          <p:nvPr userDrawn="1"/>
        </p:nvSpPr>
        <p:spPr>
          <a:xfrm>
            <a:off x="2196148" y="421995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2A517D-AB65-0D7F-F83F-A330726E2597}"/>
              </a:ext>
            </a:extLst>
          </p:cNvPr>
          <p:cNvSpPr txBox="1"/>
          <p:nvPr userDrawn="1"/>
        </p:nvSpPr>
        <p:spPr>
          <a:xfrm>
            <a:off x="2342452" y="421995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{{opportunity_3}}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9CF2FF-DCE5-42B8-5481-B28913F5658B}"/>
              </a:ext>
            </a:extLst>
          </p:cNvPr>
          <p:cNvSpPr txBox="1"/>
          <p:nvPr userDrawn="1"/>
        </p:nvSpPr>
        <p:spPr>
          <a:xfrm>
            <a:off x="7133908" y="374446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E2E491-C688-241A-B7F4-A170B681E624}"/>
              </a:ext>
            </a:extLst>
          </p:cNvPr>
          <p:cNvSpPr txBox="1"/>
          <p:nvPr userDrawn="1"/>
        </p:nvSpPr>
        <p:spPr>
          <a:xfrm>
            <a:off x="7280212" y="374446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{{opportunity_4}}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7DAB14-6B86-8F38-6369-E60D35ACCD3A}"/>
              </a:ext>
            </a:extLst>
          </p:cNvPr>
          <p:cNvSpPr txBox="1"/>
          <p:nvPr userDrawn="1"/>
        </p:nvSpPr>
        <p:spPr>
          <a:xfrm>
            <a:off x="7133908" y="3982211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91B3A2-E56D-BA54-F0B1-A902A0C22900}"/>
              </a:ext>
            </a:extLst>
          </p:cNvPr>
          <p:cNvSpPr txBox="1"/>
          <p:nvPr userDrawn="1"/>
        </p:nvSpPr>
        <p:spPr>
          <a:xfrm>
            <a:off x="7280212" y="398221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{{opportunity_5}}</a:t>
            </a:r>
          </a:p>
        </p:txBody>
      </p:sp>
      <p:sp>
        <p:nvSpPr>
          <p:cNvPr id="52" name="Rounded Rectangle 58">
            <a:extLst>
              <a:ext uri="{FF2B5EF4-FFF2-40B4-BE49-F238E27FC236}">
                <a16:creationId xmlns:a16="http://schemas.microsoft.com/office/drawing/2014/main" id="{EB771542-4D3D-DB13-7887-57CFDCA31528}"/>
              </a:ext>
            </a:extLst>
          </p:cNvPr>
          <p:cNvSpPr/>
          <p:nvPr userDrawn="1"/>
        </p:nvSpPr>
        <p:spPr>
          <a:xfrm>
            <a:off x="166180" y="5150358"/>
            <a:ext cx="11859768" cy="140589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98ED8D1-4FE9-2118-0141-2D170379809E}"/>
              </a:ext>
            </a:extLst>
          </p:cNvPr>
          <p:cNvSpPr/>
          <p:nvPr userDrawn="1"/>
        </p:nvSpPr>
        <p:spPr>
          <a:xfrm>
            <a:off x="166180" y="5150358"/>
            <a:ext cx="54864" cy="140589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ADC707A-6A4B-982D-91D8-DEBD45B978B7}"/>
              </a:ext>
            </a:extLst>
          </p:cNvPr>
          <p:cNvSpPr/>
          <p:nvPr userDrawn="1"/>
        </p:nvSpPr>
        <p:spPr>
          <a:xfrm>
            <a:off x="330772" y="524179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B805A5-190E-E9EF-694F-C8F018BE0321}"/>
              </a:ext>
            </a:extLst>
          </p:cNvPr>
          <p:cNvSpPr txBox="1"/>
          <p:nvPr userDrawn="1"/>
        </p:nvSpPr>
        <p:spPr>
          <a:xfrm>
            <a:off x="320940" y="523059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 dirty="0"/>
              <a:t>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FAC42E-4426-6ACF-DD5F-DD3DB4E3507C}"/>
              </a:ext>
            </a:extLst>
          </p:cNvPr>
          <p:cNvSpPr txBox="1"/>
          <p:nvPr userDrawn="1"/>
        </p:nvSpPr>
        <p:spPr>
          <a:xfrm>
            <a:off x="733108" y="526008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rPr sz="1100"/>
              <a:t>THREATS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28814B-1613-66D4-7AD2-3C217D3A2ACA}"/>
              </a:ext>
            </a:extLst>
          </p:cNvPr>
          <p:cNvSpPr txBox="1"/>
          <p:nvPr userDrawn="1"/>
        </p:nvSpPr>
        <p:spPr>
          <a:xfrm>
            <a:off x="2196148" y="524179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D4192E-3306-ECE1-FFF3-7498FE918457}"/>
              </a:ext>
            </a:extLst>
          </p:cNvPr>
          <p:cNvSpPr txBox="1"/>
          <p:nvPr userDrawn="1"/>
        </p:nvSpPr>
        <p:spPr>
          <a:xfrm>
            <a:off x="2342452" y="524179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{{threat_1}}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167FFD-224B-AC56-6D6F-4122FF3DF0AE}"/>
              </a:ext>
            </a:extLst>
          </p:cNvPr>
          <p:cNvSpPr txBox="1"/>
          <p:nvPr userDrawn="1"/>
        </p:nvSpPr>
        <p:spPr>
          <a:xfrm>
            <a:off x="2196148" y="547954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1D0199-46A0-CA31-125C-C39E0B52E008}"/>
              </a:ext>
            </a:extLst>
          </p:cNvPr>
          <p:cNvSpPr txBox="1"/>
          <p:nvPr userDrawn="1"/>
        </p:nvSpPr>
        <p:spPr>
          <a:xfrm>
            <a:off x="2342452" y="547954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{{threat_2}}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5C2670-E6A5-867C-BD23-0A4B4C973786}"/>
              </a:ext>
            </a:extLst>
          </p:cNvPr>
          <p:cNvSpPr txBox="1"/>
          <p:nvPr userDrawn="1"/>
        </p:nvSpPr>
        <p:spPr>
          <a:xfrm>
            <a:off x="2196148" y="571728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B29AAC-C2EF-D126-E87F-74B453E73018}"/>
              </a:ext>
            </a:extLst>
          </p:cNvPr>
          <p:cNvSpPr txBox="1"/>
          <p:nvPr userDrawn="1"/>
        </p:nvSpPr>
        <p:spPr>
          <a:xfrm>
            <a:off x="2342452" y="571728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{{threat_3}}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4D3BC3-69C4-5E86-2DF5-C0CFF5F19B13}"/>
              </a:ext>
            </a:extLst>
          </p:cNvPr>
          <p:cNvSpPr txBox="1"/>
          <p:nvPr userDrawn="1"/>
        </p:nvSpPr>
        <p:spPr>
          <a:xfrm>
            <a:off x="7133908" y="524179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E341099-78B8-7ABC-A008-4F8777F9118D}"/>
              </a:ext>
            </a:extLst>
          </p:cNvPr>
          <p:cNvSpPr txBox="1"/>
          <p:nvPr userDrawn="1"/>
        </p:nvSpPr>
        <p:spPr>
          <a:xfrm>
            <a:off x="7280212" y="524179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{{threat_4}}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E9D40B-2DD5-030D-09C9-94534995C5F2}"/>
              </a:ext>
            </a:extLst>
          </p:cNvPr>
          <p:cNvSpPr txBox="1"/>
          <p:nvPr userDrawn="1"/>
        </p:nvSpPr>
        <p:spPr>
          <a:xfrm>
            <a:off x="7133908" y="547954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19A567-576D-9626-1630-8E9171B7B510}"/>
              </a:ext>
            </a:extLst>
          </p:cNvPr>
          <p:cNvSpPr txBox="1"/>
          <p:nvPr userDrawn="1"/>
        </p:nvSpPr>
        <p:spPr>
          <a:xfrm>
            <a:off x="7280212" y="547954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{{threat_5}}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5452A21-1433-E61D-1645-083320A015B7}"/>
              </a:ext>
            </a:extLst>
          </p:cNvPr>
          <p:cNvSpPr/>
          <p:nvPr userDrawn="1"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F84E48A-82F9-4FE7-840D-D9C8C37C3E2F}"/>
              </a:ext>
            </a:extLst>
          </p:cNvPr>
          <p:cNvSpPr txBox="1"/>
          <p:nvPr userDrawn="1"/>
        </p:nvSpPr>
        <p:spPr>
          <a:xfrm>
            <a:off x="1464628" y="17419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SWOT ANALYSIS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224C7D-D4F2-3B13-057C-923B7D67367E}"/>
              </a:ext>
            </a:extLst>
          </p:cNvPr>
          <p:cNvSpPr txBox="1"/>
          <p:nvPr userDrawn="1"/>
        </p:nvSpPr>
        <p:spPr>
          <a:xfrm>
            <a:off x="3201988" y="15590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{{</a:t>
            </a:r>
            <a:r>
              <a:rPr sz="1100" dirty="0" err="1">
                <a:solidFill>
                  <a:schemeClr val="bg1">
                    <a:lumMod val="75000"/>
                  </a:schemeClr>
                </a:solidFill>
              </a:rPr>
              <a:t>drug_label</a:t>
            </a: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0197261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_SI_4CARD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7B8F4556-C8A4-19EB-C472-6EC165EA2774}"/>
              </a:ext>
            </a:extLst>
          </p:cNvPr>
          <p:cNvSpPr/>
          <p:nvPr userDrawn="1"/>
        </p:nvSpPr>
        <p:spPr>
          <a:xfrm>
            <a:off x="365760" y="658368"/>
            <a:ext cx="11457432" cy="640080"/>
          </a:xfrm>
          <a:prstGeom prst="roundRect">
            <a:avLst/>
          </a:prstGeom>
          <a:solidFill>
            <a:srgbClr val="6A51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BE4B3-7FF9-5BE4-F1D3-CAE244E31BA3}"/>
              </a:ext>
            </a:extLst>
          </p:cNvPr>
          <p:cNvSpPr txBox="1"/>
          <p:nvPr userDrawn="1"/>
        </p:nvSpPr>
        <p:spPr>
          <a:xfrm>
            <a:off x="548640" y="731519"/>
            <a:ext cx="11091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OVERARCHING MEDICAL AFFAIRS 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467852-CBB8-4883-D9C1-D5046D0EE5F0}"/>
              </a:ext>
            </a:extLst>
          </p:cNvPr>
          <p:cNvSpPr txBox="1"/>
          <p:nvPr userDrawn="1"/>
        </p:nvSpPr>
        <p:spPr>
          <a:xfrm>
            <a:off x="548640" y="93268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{{vision_statement}}</a:t>
            </a: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456A6F08-3835-05AA-C4E6-400978CD441C}"/>
              </a:ext>
            </a:extLst>
          </p:cNvPr>
          <p:cNvSpPr/>
          <p:nvPr userDrawn="1"/>
        </p:nvSpPr>
        <p:spPr>
          <a:xfrm>
            <a:off x="365760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153519-D672-ED2B-51FA-A13901EEBC16}"/>
              </a:ext>
            </a:extLst>
          </p:cNvPr>
          <p:cNvSpPr/>
          <p:nvPr userDrawn="1"/>
        </p:nvSpPr>
        <p:spPr>
          <a:xfrm>
            <a:off x="457200" y="1554480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7FFE9-6448-50A2-60A4-FCD1BDFEA581}"/>
              </a:ext>
            </a:extLst>
          </p:cNvPr>
          <p:cNvSpPr txBox="1"/>
          <p:nvPr userDrawn="1"/>
        </p:nvSpPr>
        <p:spPr>
          <a:xfrm>
            <a:off x="457200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D7306A-CADA-DD4E-09FE-BBA2C5A3837C}"/>
              </a:ext>
            </a:extLst>
          </p:cNvPr>
          <p:cNvSpPr txBox="1"/>
          <p:nvPr userDrawn="1"/>
        </p:nvSpPr>
        <p:spPr>
          <a:xfrm>
            <a:off x="804672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t>{{pillar_1_title}}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C3DFAE-D16A-2DB2-F892-8A1DC2E9E10D}"/>
              </a:ext>
            </a:extLst>
          </p:cNvPr>
          <p:cNvSpPr txBox="1"/>
          <p:nvPr userDrawn="1"/>
        </p:nvSpPr>
        <p:spPr>
          <a:xfrm>
            <a:off x="493776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{{pillar_1_subtitle}}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766D1B-DC13-77C0-234C-DB015520E78E}"/>
              </a:ext>
            </a:extLst>
          </p:cNvPr>
          <p:cNvSpPr/>
          <p:nvPr userDrawn="1"/>
        </p:nvSpPr>
        <p:spPr>
          <a:xfrm>
            <a:off x="493776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8B03BE-EC8A-2E7B-5EDD-3F59447519CD}"/>
              </a:ext>
            </a:extLst>
          </p:cNvPr>
          <p:cNvSpPr txBox="1"/>
          <p:nvPr userDrawn="1"/>
        </p:nvSpPr>
        <p:spPr>
          <a:xfrm>
            <a:off x="493776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FCCBDC-15CB-1887-B8F2-62CA936C8E4F}"/>
              </a:ext>
            </a:extLst>
          </p:cNvPr>
          <p:cNvSpPr/>
          <p:nvPr userDrawn="1"/>
        </p:nvSpPr>
        <p:spPr>
          <a:xfrm>
            <a:off x="493776" y="265176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56881D-06AC-A60B-9DBD-ADDCD0CE6A00}"/>
              </a:ext>
            </a:extLst>
          </p:cNvPr>
          <p:cNvSpPr txBox="1"/>
          <p:nvPr userDrawn="1"/>
        </p:nvSpPr>
        <p:spPr>
          <a:xfrm>
            <a:off x="585216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{{pillar_1_metric_1_label}}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C92407-4F0E-6D4D-A79C-5C2EEEE74CF3}"/>
              </a:ext>
            </a:extLst>
          </p:cNvPr>
          <p:cNvSpPr txBox="1"/>
          <p:nvPr userDrawn="1"/>
        </p:nvSpPr>
        <p:spPr>
          <a:xfrm>
            <a:off x="493776" y="259572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{{pillar_1_metric_1_value}}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45B662-136F-D21F-F29E-F27C05DD08E6}"/>
              </a:ext>
            </a:extLst>
          </p:cNvPr>
          <p:cNvSpPr/>
          <p:nvPr userDrawn="1"/>
        </p:nvSpPr>
        <p:spPr>
          <a:xfrm>
            <a:off x="493776" y="292608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6C0EA8-740B-1418-BD04-8F9D6AB9C068}"/>
              </a:ext>
            </a:extLst>
          </p:cNvPr>
          <p:cNvSpPr txBox="1"/>
          <p:nvPr userDrawn="1"/>
        </p:nvSpPr>
        <p:spPr>
          <a:xfrm>
            <a:off x="585216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{{pillar_1_metric_2_label}}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2B12FE-07DF-0569-B249-8D2FA45AE460}"/>
              </a:ext>
            </a:extLst>
          </p:cNvPr>
          <p:cNvSpPr txBox="1"/>
          <p:nvPr userDrawn="1"/>
        </p:nvSpPr>
        <p:spPr>
          <a:xfrm>
            <a:off x="493776" y="287004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{{pillar_1_metric_2_value}}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0D2C08-4A83-79C9-265B-D8725355672D}"/>
              </a:ext>
            </a:extLst>
          </p:cNvPr>
          <p:cNvSpPr/>
          <p:nvPr userDrawn="1"/>
        </p:nvSpPr>
        <p:spPr>
          <a:xfrm>
            <a:off x="493776" y="320040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CAE78C-A4FC-305F-3474-75835E846EB2}"/>
              </a:ext>
            </a:extLst>
          </p:cNvPr>
          <p:cNvSpPr txBox="1"/>
          <p:nvPr userDrawn="1"/>
        </p:nvSpPr>
        <p:spPr>
          <a:xfrm>
            <a:off x="585216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{{pillar_1_metric_3_label}}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808BB2-15D1-BE77-2D2F-98088EB8F93C}"/>
              </a:ext>
            </a:extLst>
          </p:cNvPr>
          <p:cNvSpPr txBox="1"/>
          <p:nvPr userDrawn="1"/>
        </p:nvSpPr>
        <p:spPr>
          <a:xfrm>
            <a:off x="493776" y="31443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{{pillar_1_metric_3_value}}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467EDB-750A-9BE1-8753-CFBFA9705FF5}"/>
              </a:ext>
            </a:extLst>
          </p:cNvPr>
          <p:cNvSpPr/>
          <p:nvPr userDrawn="1"/>
        </p:nvSpPr>
        <p:spPr>
          <a:xfrm>
            <a:off x="493776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6D2FA-F017-6BF5-EE53-9A23793C9959}"/>
              </a:ext>
            </a:extLst>
          </p:cNvPr>
          <p:cNvSpPr txBox="1"/>
          <p:nvPr userDrawn="1"/>
        </p:nvSpPr>
        <p:spPr>
          <a:xfrm>
            <a:off x="493776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C8A7B5-9A5B-DDE0-6468-CED3F34B352F}"/>
              </a:ext>
            </a:extLst>
          </p:cNvPr>
          <p:cNvSpPr txBox="1"/>
          <p:nvPr userDrawn="1"/>
        </p:nvSpPr>
        <p:spPr>
          <a:xfrm>
            <a:off x="493776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97982E-46F1-AD35-8AE0-2F7A4847F343}"/>
              </a:ext>
            </a:extLst>
          </p:cNvPr>
          <p:cNvSpPr txBox="1"/>
          <p:nvPr userDrawn="1"/>
        </p:nvSpPr>
        <p:spPr>
          <a:xfrm>
            <a:off x="640080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{{pillar_1_action_1}}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3BA1F8-D511-A9BD-9A2D-9220C0414169}"/>
              </a:ext>
            </a:extLst>
          </p:cNvPr>
          <p:cNvSpPr txBox="1"/>
          <p:nvPr userDrawn="1"/>
        </p:nvSpPr>
        <p:spPr>
          <a:xfrm>
            <a:off x="493776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B0298E-699F-E30F-C9E3-60CC7DEF8D77}"/>
              </a:ext>
            </a:extLst>
          </p:cNvPr>
          <p:cNvSpPr txBox="1"/>
          <p:nvPr userDrawn="1"/>
        </p:nvSpPr>
        <p:spPr>
          <a:xfrm>
            <a:off x="640080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{{pillar_1_action_2}}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344AA6-FF89-2A2E-119C-4DCEA05633AA}"/>
              </a:ext>
            </a:extLst>
          </p:cNvPr>
          <p:cNvSpPr txBox="1"/>
          <p:nvPr userDrawn="1"/>
        </p:nvSpPr>
        <p:spPr>
          <a:xfrm>
            <a:off x="493776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6FC542-8C18-EF6E-9EE8-40965038149D}"/>
              </a:ext>
            </a:extLst>
          </p:cNvPr>
          <p:cNvSpPr txBox="1"/>
          <p:nvPr userDrawn="1"/>
        </p:nvSpPr>
        <p:spPr>
          <a:xfrm>
            <a:off x="640080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{{pillar_1_action_3}}</a:t>
            </a:r>
          </a:p>
        </p:txBody>
      </p:sp>
      <p:sp>
        <p:nvSpPr>
          <p:cNvPr id="36" name="Rounded Rectangle 37">
            <a:extLst>
              <a:ext uri="{FF2B5EF4-FFF2-40B4-BE49-F238E27FC236}">
                <a16:creationId xmlns:a16="http://schemas.microsoft.com/office/drawing/2014/main" id="{8C8B1CF2-A7B7-0479-D08F-341C2AB123E7}"/>
              </a:ext>
            </a:extLst>
          </p:cNvPr>
          <p:cNvSpPr/>
          <p:nvPr userDrawn="1"/>
        </p:nvSpPr>
        <p:spPr>
          <a:xfrm>
            <a:off x="3262122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481A21-A4EC-6FE4-D15A-B7B0E8877F61}"/>
              </a:ext>
            </a:extLst>
          </p:cNvPr>
          <p:cNvSpPr/>
          <p:nvPr userDrawn="1"/>
        </p:nvSpPr>
        <p:spPr>
          <a:xfrm>
            <a:off x="3353562" y="155448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EE2F2A-C23A-CBED-1AED-6A69F9A6A894}"/>
              </a:ext>
            </a:extLst>
          </p:cNvPr>
          <p:cNvSpPr txBox="1"/>
          <p:nvPr userDrawn="1"/>
        </p:nvSpPr>
        <p:spPr>
          <a:xfrm>
            <a:off x="3353562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02EA19-AA27-AB7A-878D-403DFB0C16E5}"/>
              </a:ext>
            </a:extLst>
          </p:cNvPr>
          <p:cNvSpPr txBox="1"/>
          <p:nvPr userDrawn="1"/>
        </p:nvSpPr>
        <p:spPr>
          <a:xfrm>
            <a:off x="3701033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t>{{pillar_2_title}}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5E99C6-19E7-482B-F0BE-F3BDD500DCE1}"/>
              </a:ext>
            </a:extLst>
          </p:cNvPr>
          <p:cNvSpPr txBox="1"/>
          <p:nvPr userDrawn="1"/>
        </p:nvSpPr>
        <p:spPr>
          <a:xfrm>
            <a:off x="3390138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{{pillar_2_subtitle}}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8392EE5-0BD2-9596-E7C0-4DEF1C677BCB}"/>
              </a:ext>
            </a:extLst>
          </p:cNvPr>
          <p:cNvSpPr/>
          <p:nvPr userDrawn="1"/>
        </p:nvSpPr>
        <p:spPr>
          <a:xfrm>
            <a:off x="3390138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9FB2F7-1C79-2F31-19DE-A6BA4DDBD788}"/>
              </a:ext>
            </a:extLst>
          </p:cNvPr>
          <p:cNvSpPr txBox="1"/>
          <p:nvPr userDrawn="1"/>
        </p:nvSpPr>
        <p:spPr>
          <a:xfrm>
            <a:off x="3390138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3DCC8A-F312-33EA-5FA1-FB22942A3D2B}"/>
              </a:ext>
            </a:extLst>
          </p:cNvPr>
          <p:cNvSpPr/>
          <p:nvPr userDrawn="1"/>
        </p:nvSpPr>
        <p:spPr>
          <a:xfrm>
            <a:off x="3390138" y="265176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21D8F0-8871-62B6-2872-494E836139DD}"/>
              </a:ext>
            </a:extLst>
          </p:cNvPr>
          <p:cNvSpPr txBox="1"/>
          <p:nvPr userDrawn="1"/>
        </p:nvSpPr>
        <p:spPr>
          <a:xfrm>
            <a:off x="3481578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{{pillar_2_metric_1_label}}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C8EB51-D0FC-AFBD-AFE6-0FF92F0F08C9}"/>
              </a:ext>
            </a:extLst>
          </p:cNvPr>
          <p:cNvSpPr txBox="1"/>
          <p:nvPr userDrawn="1"/>
        </p:nvSpPr>
        <p:spPr>
          <a:xfrm>
            <a:off x="3390138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{{pillar_2_metric_1_value}}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234BBF0-8E39-A7FA-D0FB-414B54CFEFFC}"/>
              </a:ext>
            </a:extLst>
          </p:cNvPr>
          <p:cNvSpPr/>
          <p:nvPr userDrawn="1"/>
        </p:nvSpPr>
        <p:spPr>
          <a:xfrm>
            <a:off x="3390138" y="292608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51886-BF7D-5840-42FF-B24F011E8C8F}"/>
              </a:ext>
            </a:extLst>
          </p:cNvPr>
          <p:cNvSpPr txBox="1"/>
          <p:nvPr userDrawn="1"/>
        </p:nvSpPr>
        <p:spPr>
          <a:xfrm>
            <a:off x="3481578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{{pillar_2_metric_2_label}}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B8CC55-4EFC-987A-7365-16A2373F095F}"/>
              </a:ext>
            </a:extLst>
          </p:cNvPr>
          <p:cNvSpPr txBox="1"/>
          <p:nvPr userDrawn="1"/>
        </p:nvSpPr>
        <p:spPr>
          <a:xfrm>
            <a:off x="3390138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{{pillar_2_metric_2_value}}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AF116E-8F43-3176-B261-942A2A87D2D2}"/>
              </a:ext>
            </a:extLst>
          </p:cNvPr>
          <p:cNvSpPr/>
          <p:nvPr userDrawn="1"/>
        </p:nvSpPr>
        <p:spPr>
          <a:xfrm>
            <a:off x="3390138" y="320040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F84759-997D-3C9D-FBAA-FC35FC3AF751}"/>
              </a:ext>
            </a:extLst>
          </p:cNvPr>
          <p:cNvSpPr txBox="1"/>
          <p:nvPr userDrawn="1"/>
        </p:nvSpPr>
        <p:spPr>
          <a:xfrm>
            <a:off x="3481578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{{pillar_2_metric_3_label}}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EE39D0-58FB-9BA8-3B71-C89FE84B9436}"/>
              </a:ext>
            </a:extLst>
          </p:cNvPr>
          <p:cNvSpPr txBox="1"/>
          <p:nvPr userDrawn="1"/>
        </p:nvSpPr>
        <p:spPr>
          <a:xfrm>
            <a:off x="3390138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t>{{pillar_2_metric_3_value}}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C86B8CD-8518-BAD3-4A0D-BEE8031F926A}"/>
              </a:ext>
            </a:extLst>
          </p:cNvPr>
          <p:cNvSpPr/>
          <p:nvPr userDrawn="1"/>
        </p:nvSpPr>
        <p:spPr>
          <a:xfrm>
            <a:off x="3390138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760EBB-405D-1DD3-AD6E-DAD87FAA9A9C}"/>
              </a:ext>
            </a:extLst>
          </p:cNvPr>
          <p:cNvSpPr txBox="1"/>
          <p:nvPr userDrawn="1"/>
        </p:nvSpPr>
        <p:spPr>
          <a:xfrm>
            <a:off x="3390138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AD5BB5-05B3-0A14-B603-AD1ED50FA36E}"/>
              </a:ext>
            </a:extLst>
          </p:cNvPr>
          <p:cNvSpPr txBox="1"/>
          <p:nvPr userDrawn="1"/>
        </p:nvSpPr>
        <p:spPr>
          <a:xfrm>
            <a:off x="3390138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D7DA9B-0363-F032-5BE2-51F5674C1F3F}"/>
              </a:ext>
            </a:extLst>
          </p:cNvPr>
          <p:cNvSpPr txBox="1"/>
          <p:nvPr userDrawn="1"/>
        </p:nvSpPr>
        <p:spPr>
          <a:xfrm>
            <a:off x="3536441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{{pillar_2_action_1}}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9DD086-A4BA-FCF1-B3F3-F03CCC64F586}"/>
              </a:ext>
            </a:extLst>
          </p:cNvPr>
          <p:cNvSpPr txBox="1"/>
          <p:nvPr userDrawn="1"/>
        </p:nvSpPr>
        <p:spPr>
          <a:xfrm>
            <a:off x="3390138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2719D4-005B-27BD-E7C4-2FBFCF7F00A0}"/>
              </a:ext>
            </a:extLst>
          </p:cNvPr>
          <p:cNvSpPr txBox="1"/>
          <p:nvPr userDrawn="1"/>
        </p:nvSpPr>
        <p:spPr>
          <a:xfrm>
            <a:off x="3536441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{{pillar_2_action_2}}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D237FD-E8EB-EBC8-C0C0-D6A95CD18D1A}"/>
              </a:ext>
            </a:extLst>
          </p:cNvPr>
          <p:cNvSpPr txBox="1"/>
          <p:nvPr userDrawn="1"/>
        </p:nvSpPr>
        <p:spPr>
          <a:xfrm>
            <a:off x="3390138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BE9F60-B068-651E-76B8-E889925CBA13}"/>
              </a:ext>
            </a:extLst>
          </p:cNvPr>
          <p:cNvSpPr txBox="1"/>
          <p:nvPr userDrawn="1"/>
        </p:nvSpPr>
        <p:spPr>
          <a:xfrm>
            <a:off x="3536441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{{pillar_2_action_3}}</a:t>
            </a:r>
          </a:p>
        </p:txBody>
      </p:sp>
      <p:sp>
        <p:nvSpPr>
          <p:cNvPr id="60" name="Rounded Rectangle 61">
            <a:extLst>
              <a:ext uri="{FF2B5EF4-FFF2-40B4-BE49-F238E27FC236}">
                <a16:creationId xmlns:a16="http://schemas.microsoft.com/office/drawing/2014/main" id="{8EBE8792-D4C6-A37D-BD82-92D9237AB55E}"/>
              </a:ext>
            </a:extLst>
          </p:cNvPr>
          <p:cNvSpPr/>
          <p:nvPr userDrawn="1"/>
        </p:nvSpPr>
        <p:spPr>
          <a:xfrm>
            <a:off x="6158484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AB6EBDD-F1C0-8226-4175-F7CEB52267E9}"/>
              </a:ext>
            </a:extLst>
          </p:cNvPr>
          <p:cNvSpPr/>
          <p:nvPr userDrawn="1"/>
        </p:nvSpPr>
        <p:spPr>
          <a:xfrm>
            <a:off x="6249924" y="1554480"/>
            <a:ext cx="2743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4CF43B-6C2A-711C-7013-04F4933206E7}"/>
              </a:ext>
            </a:extLst>
          </p:cNvPr>
          <p:cNvSpPr txBox="1"/>
          <p:nvPr userDrawn="1"/>
        </p:nvSpPr>
        <p:spPr>
          <a:xfrm>
            <a:off x="6249924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C4F4E8-7A22-2C40-8585-B9A39B94868A}"/>
              </a:ext>
            </a:extLst>
          </p:cNvPr>
          <p:cNvSpPr txBox="1"/>
          <p:nvPr userDrawn="1"/>
        </p:nvSpPr>
        <p:spPr>
          <a:xfrm>
            <a:off x="6597396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t>{{pillar_3_title}}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98E397-5A08-403E-82ED-3F7DFFE0C262}"/>
              </a:ext>
            </a:extLst>
          </p:cNvPr>
          <p:cNvSpPr txBox="1"/>
          <p:nvPr userDrawn="1"/>
        </p:nvSpPr>
        <p:spPr>
          <a:xfrm>
            <a:off x="6286500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{{pillar_3_subtitle}}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F70BFE6-048F-19BA-863E-099ADD8D2A82}"/>
              </a:ext>
            </a:extLst>
          </p:cNvPr>
          <p:cNvSpPr/>
          <p:nvPr userDrawn="1"/>
        </p:nvSpPr>
        <p:spPr>
          <a:xfrm>
            <a:off x="6286500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64EDEF-BECA-B831-740C-CE7FF723DB12}"/>
              </a:ext>
            </a:extLst>
          </p:cNvPr>
          <p:cNvSpPr txBox="1"/>
          <p:nvPr userDrawn="1"/>
        </p:nvSpPr>
        <p:spPr>
          <a:xfrm>
            <a:off x="6286500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4ECAEE6-D7D4-5146-E986-7969A97DE066}"/>
              </a:ext>
            </a:extLst>
          </p:cNvPr>
          <p:cNvSpPr/>
          <p:nvPr userDrawn="1"/>
        </p:nvSpPr>
        <p:spPr>
          <a:xfrm>
            <a:off x="6286500" y="265176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0B6FEB-9656-6CED-A551-474BE939B675}"/>
              </a:ext>
            </a:extLst>
          </p:cNvPr>
          <p:cNvSpPr txBox="1"/>
          <p:nvPr userDrawn="1"/>
        </p:nvSpPr>
        <p:spPr>
          <a:xfrm>
            <a:off x="6377940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{{pillar_3_metric_1_label}}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6DA093-0835-F193-337B-EA7B9A598E8B}"/>
              </a:ext>
            </a:extLst>
          </p:cNvPr>
          <p:cNvSpPr txBox="1"/>
          <p:nvPr userDrawn="1"/>
        </p:nvSpPr>
        <p:spPr>
          <a:xfrm>
            <a:off x="6286500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{{pillar_3_metric_1_value}}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A4A2587-C176-B471-8FA5-6888EEAB794E}"/>
              </a:ext>
            </a:extLst>
          </p:cNvPr>
          <p:cNvSpPr/>
          <p:nvPr userDrawn="1"/>
        </p:nvSpPr>
        <p:spPr>
          <a:xfrm>
            <a:off x="6286500" y="292608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9857844-2F74-61F4-4F52-9D218146A02F}"/>
              </a:ext>
            </a:extLst>
          </p:cNvPr>
          <p:cNvSpPr txBox="1"/>
          <p:nvPr userDrawn="1"/>
        </p:nvSpPr>
        <p:spPr>
          <a:xfrm>
            <a:off x="6377940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{{pillar_3_metric_2_label}}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170CFF-82B3-558D-2D1A-DBAF80F10EBD}"/>
              </a:ext>
            </a:extLst>
          </p:cNvPr>
          <p:cNvSpPr txBox="1"/>
          <p:nvPr userDrawn="1"/>
        </p:nvSpPr>
        <p:spPr>
          <a:xfrm>
            <a:off x="6286500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{{pillar_3_metric_2_value}}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FC8DA5B-FF8C-1A40-6230-15DEF2F5AB92}"/>
              </a:ext>
            </a:extLst>
          </p:cNvPr>
          <p:cNvSpPr/>
          <p:nvPr userDrawn="1"/>
        </p:nvSpPr>
        <p:spPr>
          <a:xfrm>
            <a:off x="6286500" y="320040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C30224-D74D-0D19-57AC-151A7E066FBB}"/>
              </a:ext>
            </a:extLst>
          </p:cNvPr>
          <p:cNvSpPr txBox="1"/>
          <p:nvPr userDrawn="1"/>
        </p:nvSpPr>
        <p:spPr>
          <a:xfrm>
            <a:off x="6377940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{{pillar_3_metric_3_label}}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02BD675-1000-A5C3-8868-8DCA57F8FF41}"/>
              </a:ext>
            </a:extLst>
          </p:cNvPr>
          <p:cNvSpPr txBox="1"/>
          <p:nvPr userDrawn="1"/>
        </p:nvSpPr>
        <p:spPr>
          <a:xfrm>
            <a:off x="6286500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{{pillar_3_metric_3_value}}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C2AF06F-7206-B4E4-623F-F38202008F46}"/>
              </a:ext>
            </a:extLst>
          </p:cNvPr>
          <p:cNvSpPr/>
          <p:nvPr userDrawn="1"/>
        </p:nvSpPr>
        <p:spPr>
          <a:xfrm>
            <a:off x="6286500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BE0B67-7FF5-23E4-A98E-5E3736DE2DBD}"/>
              </a:ext>
            </a:extLst>
          </p:cNvPr>
          <p:cNvSpPr txBox="1"/>
          <p:nvPr userDrawn="1"/>
        </p:nvSpPr>
        <p:spPr>
          <a:xfrm>
            <a:off x="6286500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4E217BE-B9D4-0E16-7C2F-FF5BEB3F4206}"/>
              </a:ext>
            </a:extLst>
          </p:cNvPr>
          <p:cNvSpPr txBox="1"/>
          <p:nvPr userDrawn="1"/>
        </p:nvSpPr>
        <p:spPr>
          <a:xfrm>
            <a:off x="6286500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5641ECB-0211-4721-AE8E-6860EF9B2A7B}"/>
              </a:ext>
            </a:extLst>
          </p:cNvPr>
          <p:cNvSpPr txBox="1"/>
          <p:nvPr userDrawn="1"/>
        </p:nvSpPr>
        <p:spPr>
          <a:xfrm>
            <a:off x="6432804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{{pillar_3_action_1}}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BD2B1B8-371C-155E-DEA5-C2BDFDFFF803}"/>
              </a:ext>
            </a:extLst>
          </p:cNvPr>
          <p:cNvSpPr txBox="1"/>
          <p:nvPr userDrawn="1"/>
        </p:nvSpPr>
        <p:spPr>
          <a:xfrm>
            <a:off x="6286500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2A39378-947D-14A3-1D64-228F88106468}"/>
              </a:ext>
            </a:extLst>
          </p:cNvPr>
          <p:cNvSpPr txBox="1"/>
          <p:nvPr userDrawn="1"/>
        </p:nvSpPr>
        <p:spPr>
          <a:xfrm>
            <a:off x="6432804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{{pillar_3_action_2}}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007093A-9EBC-42A9-037B-C4416D21E554}"/>
              </a:ext>
            </a:extLst>
          </p:cNvPr>
          <p:cNvSpPr txBox="1"/>
          <p:nvPr userDrawn="1"/>
        </p:nvSpPr>
        <p:spPr>
          <a:xfrm>
            <a:off x="6286500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A15B65F-12BD-ACE6-59E3-3BE7F0AFEEA5}"/>
              </a:ext>
            </a:extLst>
          </p:cNvPr>
          <p:cNvSpPr txBox="1"/>
          <p:nvPr userDrawn="1"/>
        </p:nvSpPr>
        <p:spPr>
          <a:xfrm>
            <a:off x="6432804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{{pillar_3_action_3}}</a:t>
            </a:r>
          </a:p>
        </p:txBody>
      </p:sp>
      <p:sp>
        <p:nvSpPr>
          <p:cNvPr id="84" name="Rounded Rectangle 85">
            <a:extLst>
              <a:ext uri="{FF2B5EF4-FFF2-40B4-BE49-F238E27FC236}">
                <a16:creationId xmlns:a16="http://schemas.microsoft.com/office/drawing/2014/main" id="{DB6CC0E1-A868-7304-D0A5-07323A5C3BDD}"/>
              </a:ext>
            </a:extLst>
          </p:cNvPr>
          <p:cNvSpPr/>
          <p:nvPr userDrawn="1"/>
        </p:nvSpPr>
        <p:spPr>
          <a:xfrm>
            <a:off x="9054846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2DAC1E0-17DB-6033-0465-B997459EB4EB}"/>
              </a:ext>
            </a:extLst>
          </p:cNvPr>
          <p:cNvSpPr/>
          <p:nvPr userDrawn="1"/>
        </p:nvSpPr>
        <p:spPr>
          <a:xfrm>
            <a:off x="9146286" y="1554480"/>
            <a:ext cx="27432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FAE407F-C566-E800-F608-3B76439FF39B}"/>
              </a:ext>
            </a:extLst>
          </p:cNvPr>
          <p:cNvSpPr txBox="1"/>
          <p:nvPr userDrawn="1"/>
        </p:nvSpPr>
        <p:spPr>
          <a:xfrm>
            <a:off x="9146286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0A421BC-3FA6-4A33-8B0D-11BFF21E1E9B}"/>
              </a:ext>
            </a:extLst>
          </p:cNvPr>
          <p:cNvSpPr txBox="1"/>
          <p:nvPr userDrawn="1"/>
        </p:nvSpPr>
        <p:spPr>
          <a:xfrm>
            <a:off x="9493758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06B6D4"/>
                </a:solidFill>
                <a:latin typeface="Arial"/>
              </a:defRPr>
            </a:pPr>
            <a:r>
              <a:t>{{pillar_4_title}}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BC9A5F4-09D2-068C-08A8-14345CFC6A1D}"/>
              </a:ext>
            </a:extLst>
          </p:cNvPr>
          <p:cNvSpPr txBox="1"/>
          <p:nvPr userDrawn="1"/>
        </p:nvSpPr>
        <p:spPr>
          <a:xfrm>
            <a:off x="9182862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{{pillar_4_subtitle}}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06C8D71-DA91-3C98-8A9A-68A125A781E3}"/>
              </a:ext>
            </a:extLst>
          </p:cNvPr>
          <p:cNvSpPr/>
          <p:nvPr userDrawn="1"/>
        </p:nvSpPr>
        <p:spPr>
          <a:xfrm>
            <a:off x="9182862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72A5D97-B5F7-66BA-DAC5-26ECACF96F7D}"/>
              </a:ext>
            </a:extLst>
          </p:cNvPr>
          <p:cNvSpPr txBox="1"/>
          <p:nvPr userDrawn="1"/>
        </p:nvSpPr>
        <p:spPr>
          <a:xfrm>
            <a:off x="9182862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FC23C5B-FCAA-0452-98B1-40CE01033512}"/>
              </a:ext>
            </a:extLst>
          </p:cNvPr>
          <p:cNvSpPr/>
          <p:nvPr userDrawn="1"/>
        </p:nvSpPr>
        <p:spPr>
          <a:xfrm>
            <a:off x="9182862" y="265176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F44B8A-EC5F-A331-F9D5-F6FA9D08D2B8}"/>
              </a:ext>
            </a:extLst>
          </p:cNvPr>
          <p:cNvSpPr txBox="1"/>
          <p:nvPr userDrawn="1"/>
        </p:nvSpPr>
        <p:spPr>
          <a:xfrm>
            <a:off x="9274302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{{pillar_4_metric_1_label}}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6941C22-0829-B2AC-81C0-ECA90A364092}"/>
              </a:ext>
            </a:extLst>
          </p:cNvPr>
          <p:cNvSpPr txBox="1"/>
          <p:nvPr userDrawn="1"/>
        </p:nvSpPr>
        <p:spPr>
          <a:xfrm>
            <a:off x="9182862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{{pillar_4_metric_1_value}}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9C92013-3A3D-1CC5-52C4-A945DA9965A7}"/>
              </a:ext>
            </a:extLst>
          </p:cNvPr>
          <p:cNvSpPr/>
          <p:nvPr userDrawn="1"/>
        </p:nvSpPr>
        <p:spPr>
          <a:xfrm>
            <a:off x="9182862" y="292608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D974C9C-3936-224A-828C-BE08C7D9DFFD}"/>
              </a:ext>
            </a:extLst>
          </p:cNvPr>
          <p:cNvSpPr txBox="1"/>
          <p:nvPr userDrawn="1"/>
        </p:nvSpPr>
        <p:spPr>
          <a:xfrm>
            <a:off x="9274302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{{pillar_4_metric_2_label}}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FA51E84-694D-8C78-36F5-D99909A76762}"/>
              </a:ext>
            </a:extLst>
          </p:cNvPr>
          <p:cNvSpPr txBox="1"/>
          <p:nvPr userDrawn="1"/>
        </p:nvSpPr>
        <p:spPr>
          <a:xfrm>
            <a:off x="9182862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{{pillar_4_metric_2_value}}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B75D633-02DD-CC9F-F9EC-060BBEC0E98B}"/>
              </a:ext>
            </a:extLst>
          </p:cNvPr>
          <p:cNvSpPr/>
          <p:nvPr userDrawn="1"/>
        </p:nvSpPr>
        <p:spPr>
          <a:xfrm>
            <a:off x="9182862" y="320040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77E8553-9460-D4EA-723D-8502E436EA80}"/>
              </a:ext>
            </a:extLst>
          </p:cNvPr>
          <p:cNvSpPr txBox="1"/>
          <p:nvPr userDrawn="1"/>
        </p:nvSpPr>
        <p:spPr>
          <a:xfrm>
            <a:off x="9274302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{{pillar_4_metric_3_label}}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70E3507-2246-6398-7C3A-DF633F046192}"/>
              </a:ext>
            </a:extLst>
          </p:cNvPr>
          <p:cNvSpPr txBox="1"/>
          <p:nvPr userDrawn="1"/>
        </p:nvSpPr>
        <p:spPr>
          <a:xfrm>
            <a:off x="9182862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{{pillar_4_metric_3_value}}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C50D83B-6696-1FCB-DF85-9F035840CA94}"/>
              </a:ext>
            </a:extLst>
          </p:cNvPr>
          <p:cNvSpPr/>
          <p:nvPr userDrawn="1"/>
        </p:nvSpPr>
        <p:spPr>
          <a:xfrm>
            <a:off x="9182862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ACC7F51-B478-F5CD-3105-44625383373D}"/>
              </a:ext>
            </a:extLst>
          </p:cNvPr>
          <p:cNvSpPr txBox="1"/>
          <p:nvPr userDrawn="1"/>
        </p:nvSpPr>
        <p:spPr>
          <a:xfrm>
            <a:off x="9182862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E60585E-5C55-36CC-F269-356AC876634F}"/>
              </a:ext>
            </a:extLst>
          </p:cNvPr>
          <p:cNvSpPr txBox="1"/>
          <p:nvPr userDrawn="1"/>
        </p:nvSpPr>
        <p:spPr>
          <a:xfrm>
            <a:off x="9182862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E36679D-D2F5-8ADE-999F-A527407D1268}"/>
              </a:ext>
            </a:extLst>
          </p:cNvPr>
          <p:cNvSpPr txBox="1"/>
          <p:nvPr userDrawn="1"/>
        </p:nvSpPr>
        <p:spPr>
          <a:xfrm>
            <a:off x="9329166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{{pillar_4_action_1}}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072B3E6-2966-0199-E013-061985722B7C}"/>
              </a:ext>
            </a:extLst>
          </p:cNvPr>
          <p:cNvSpPr txBox="1"/>
          <p:nvPr userDrawn="1"/>
        </p:nvSpPr>
        <p:spPr>
          <a:xfrm>
            <a:off x="9182862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150F5EC-30FA-BDD9-1E7E-CDECBB6384B9}"/>
              </a:ext>
            </a:extLst>
          </p:cNvPr>
          <p:cNvSpPr txBox="1"/>
          <p:nvPr userDrawn="1"/>
        </p:nvSpPr>
        <p:spPr>
          <a:xfrm>
            <a:off x="9329166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{{pillar_4_action_2}}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5209691-9D5C-A90A-A6E3-F1DD84ED2994}"/>
              </a:ext>
            </a:extLst>
          </p:cNvPr>
          <p:cNvSpPr txBox="1"/>
          <p:nvPr userDrawn="1"/>
        </p:nvSpPr>
        <p:spPr>
          <a:xfrm>
            <a:off x="9182862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0A89DE7-25BA-DF5A-735A-2DD6BC42FA15}"/>
              </a:ext>
            </a:extLst>
          </p:cNvPr>
          <p:cNvSpPr txBox="1"/>
          <p:nvPr userDrawn="1"/>
        </p:nvSpPr>
        <p:spPr>
          <a:xfrm>
            <a:off x="9329166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{{pillar_4_action_3}}</a:t>
            </a:r>
          </a:p>
        </p:txBody>
      </p:sp>
      <p:sp>
        <p:nvSpPr>
          <p:cNvPr id="108" name="Rounded Rectangle 109">
            <a:extLst>
              <a:ext uri="{FF2B5EF4-FFF2-40B4-BE49-F238E27FC236}">
                <a16:creationId xmlns:a16="http://schemas.microsoft.com/office/drawing/2014/main" id="{F80A5C44-ABAC-C85F-2714-3381A1C48428}"/>
              </a:ext>
            </a:extLst>
          </p:cNvPr>
          <p:cNvSpPr/>
          <p:nvPr userDrawn="1"/>
        </p:nvSpPr>
        <p:spPr>
          <a:xfrm>
            <a:off x="365760" y="5029199"/>
            <a:ext cx="11457432" cy="64008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634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99C042C-86C6-684D-F3CE-C99D3FF0D133}"/>
              </a:ext>
            </a:extLst>
          </p:cNvPr>
          <p:cNvSpPr txBox="1"/>
          <p:nvPr userDrawn="1"/>
        </p:nvSpPr>
        <p:spPr>
          <a:xfrm>
            <a:off x="548640" y="5120639"/>
            <a:ext cx="11091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FOUNDATIONAL ENABLERS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33B3DB2-B668-3A63-A975-685DFDACF9C3}"/>
              </a:ext>
            </a:extLst>
          </p:cNvPr>
          <p:cNvSpPr txBox="1"/>
          <p:nvPr userDrawn="1"/>
        </p:nvSpPr>
        <p:spPr>
          <a:xfrm>
            <a:off x="548640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{{enabler_1}}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A1EF553-B27B-B213-E5C3-7AD1C6E68DB4}"/>
              </a:ext>
            </a:extLst>
          </p:cNvPr>
          <p:cNvSpPr txBox="1"/>
          <p:nvPr userDrawn="1"/>
        </p:nvSpPr>
        <p:spPr>
          <a:xfrm>
            <a:off x="2766974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{{enabler_2}}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45A3F7E-FB82-B9A0-5568-3B25C3C9F741}"/>
              </a:ext>
            </a:extLst>
          </p:cNvPr>
          <p:cNvSpPr txBox="1"/>
          <p:nvPr userDrawn="1"/>
        </p:nvSpPr>
        <p:spPr>
          <a:xfrm>
            <a:off x="4985308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{{enabler_3}}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7E16088-2B0F-DEC8-CA45-A3A426EE9602}"/>
              </a:ext>
            </a:extLst>
          </p:cNvPr>
          <p:cNvSpPr txBox="1"/>
          <p:nvPr userDrawn="1"/>
        </p:nvSpPr>
        <p:spPr>
          <a:xfrm>
            <a:off x="7203643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{{enabler_4}}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4140C2B-8FF2-EA58-EFF2-6A1E98DFDC93}"/>
              </a:ext>
            </a:extLst>
          </p:cNvPr>
          <p:cNvSpPr txBox="1"/>
          <p:nvPr userDrawn="1"/>
        </p:nvSpPr>
        <p:spPr>
          <a:xfrm>
            <a:off x="9421977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{{enabler_5}}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E4A14AD-8DE9-045E-1ECD-EEB1AC0C3ECD}"/>
              </a:ext>
            </a:extLst>
          </p:cNvPr>
          <p:cNvSpPr txBox="1"/>
          <p:nvPr userDrawn="1"/>
        </p:nvSpPr>
        <p:spPr>
          <a:xfrm>
            <a:off x="1463040" y="75807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STRATEGIC IMPERATIVES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7314C30-17D2-E236-71BF-F38BB9A440B4}"/>
              </a:ext>
            </a:extLst>
          </p:cNvPr>
          <p:cNvSpPr txBox="1"/>
          <p:nvPr userDrawn="1"/>
        </p:nvSpPr>
        <p:spPr>
          <a:xfrm>
            <a:off x="3200400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{{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drug_label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9942010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CTICAL_PLAN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BF88C6B-452B-601B-8FDA-C8B0E4430F21}"/>
              </a:ext>
            </a:extLst>
          </p:cNvPr>
          <p:cNvSpPr txBox="1"/>
          <p:nvPr userDrawn="1"/>
        </p:nvSpPr>
        <p:spPr>
          <a:xfrm>
            <a:off x="329184" y="5486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000" b="1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rgbClr val="7030A0"/>
                </a:solidFill>
              </a:rPr>
              <a:t>{{</a:t>
            </a:r>
            <a:r>
              <a:rPr dirty="0" err="1">
                <a:solidFill>
                  <a:srgbClr val="7030A0"/>
                </a:solidFill>
              </a:rPr>
              <a:t>slide_title</a:t>
            </a:r>
            <a:r>
              <a:rPr dirty="0">
                <a:solidFill>
                  <a:srgbClr val="7030A0"/>
                </a:solidFill>
              </a:rPr>
              <a:t>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F9124-A127-BDA8-98EA-8701F12B0CEA}"/>
              </a:ext>
            </a:extLst>
          </p:cNvPr>
          <p:cNvSpPr txBox="1"/>
          <p:nvPr userDrawn="1"/>
        </p:nvSpPr>
        <p:spPr>
          <a:xfrm>
            <a:off x="329184" y="804672"/>
            <a:ext cx="731520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rgbClr val="7030A0"/>
                </a:solidFill>
              </a:rPr>
              <a:t>{{slide_subtitle}}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9C7FC9-A0B9-C4C0-8281-2E17388EDE1E}"/>
              </a:ext>
            </a:extLst>
          </p:cNvPr>
          <p:cNvSpPr/>
          <p:nvPr userDrawn="1"/>
        </p:nvSpPr>
        <p:spPr>
          <a:xfrm>
            <a:off x="0" y="960120"/>
            <a:ext cx="12188952" cy="7315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6">
            <a:extLst>
              <a:ext uri="{FF2B5EF4-FFF2-40B4-BE49-F238E27FC236}">
                <a16:creationId xmlns:a16="http://schemas.microsoft.com/office/drawing/2014/main" id="{F11CA430-3609-2652-92A0-0E5DEAB4FF60}"/>
              </a:ext>
            </a:extLst>
          </p:cNvPr>
          <p:cNvSpPr/>
          <p:nvPr userDrawn="1"/>
        </p:nvSpPr>
        <p:spPr>
          <a:xfrm>
            <a:off x="329184" y="1051560"/>
            <a:ext cx="11521440" cy="320040"/>
          </a:xfrm>
          <a:prstGeom prst="roundRect">
            <a:avLst/>
          </a:prstGeom>
          <a:solidFill>
            <a:srgbClr val="634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017FAE-750A-AD94-2403-10BAF163AD57}"/>
              </a:ext>
            </a:extLst>
          </p:cNvPr>
          <p:cNvSpPr txBox="1"/>
          <p:nvPr userDrawn="1"/>
        </p:nvSpPr>
        <p:spPr>
          <a:xfrm>
            <a:off x="402336" y="11247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7E9D3C-CF99-227E-9977-1B32AFD2B9C7}"/>
              </a:ext>
            </a:extLst>
          </p:cNvPr>
          <p:cNvSpPr txBox="1"/>
          <p:nvPr userDrawn="1"/>
        </p:nvSpPr>
        <p:spPr>
          <a:xfrm>
            <a:off x="1152144" y="1124712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TACTIC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452D27-FB75-CB85-4327-37F98916C29B}"/>
              </a:ext>
            </a:extLst>
          </p:cNvPr>
          <p:cNvSpPr txBox="1"/>
          <p:nvPr userDrawn="1"/>
        </p:nvSpPr>
        <p:spPr>
          <a:xfrm>
            <a:off x="2478024" y="1124712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5A31E0-8227-F009-DAAC-6E9AAD82F0AE}"/>
              </a:ext>
            </a:extLst>
          </p:cNvPr>
          <p:cNvSpPr txBox="1"/>
          <p:nvPr userDrawn="1"/>
        </p:nvSpPr>
        <p:spPr>
          <a:xfrm>
            <a:off x="5815584" y="1124712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KPI / SUCCESS METRIC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271FD9-E479-0AFB-ADDC-8A2FA9EC5180}"/>
              </a:ext>
            </a:extLst>
          </p:cNvPr>
          <p:cNvSpPr txBox="1"/>
          <p:nvPr userDrawn="1"/>
        </p:nvSpPr>
        <p:spPr>
          <a:xfrm>
            <a:off x="8787384" y="1124712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E1E3BE-8127-40E6-C45A-564B7A47D2CF}"/>
              </a:ext>
            </a:extLst>
          </p:cNvPr>
          <p:cNvSpPr txBox="1"/>
          <p:nvPr userDrawn="1"/>
        </p:nvSpPr>
        <p:spPr>
          <a:xfrm>
            <a:off x="10296144" y="112471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506180-FC1B-5658-BCF4-4B603CA66DD8}"/>
              </a:ext>
            </a:extLst>
          </p:cNvPr>
          <p:cNvSpPr/>
          <p:nvPr userDrawn="1"/>
        </p:nvSpPr>
        <p:spPr>
          <a:xfrm>
            <a:off x="329184" y="1417319"/>
            <a:ext cx="1152144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AAC914-D0C7-BA72-9644-A63726B3AE64}"/>
              </a:ext>
            </a:extLst>
          </p:cNvPr>
          <p:cNvSpPr/>
          <p:nvPr userDrawn="1"/>
        </p:nvSpPr>
        <p:spPr>
          <a:xfrm>
            <a:off x="329184" y="1979676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5">
            <a:extLst>
              <a:ext uri="{FF2B5EF4-FFF2-40B4-BE49-F238E27FC236}">
                <a16:creationId xmlns:a16="http://schemas.microsoft.com/office/drawing/2014/main" id="{0605565C-D71E-2ACA-B746-FDA1F5F0F113}"/>
              </a:ext>
            </a:extLst>
          </p:cNvPr>
          <p:cNvSpPr/>
          <p:nvPr userDrawn="1"/>
        </p:nvSpPr>
        <p:spPr>
          <a:xfrm>
            <a:off x="402336" y="1554479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A54F2F-B290-0EF9-E378-6C14470AC021}"/>
              </a:ext>
            </a:extLst>
          </p:cNvPr>
          <p:cNvSpPr txBox="1"/>
          <p:nvPr userDrawn="1"/>
        </p:nvSpPr>
        <p:spPr>
          <a:xfrm>
            <a:off x="329184" y="1554479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 dirty="0">
                <a:solidFill>
                  <a:schemeClr val="accent4">
                    <a:lumMod val="75000"/>
                  </a:schemeClr>
                </a:solidFill>
              </a:rPr>
              <a:t>{{tactic_1_type}}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C5F9D5-CDBA-B29E-36D3-306149EF8CF8}"/>
              </a:ext>
            </a:extLst>
          </p:cNvPr>
          <p:cNvSpPr txBox="1"/>
          <p:nvPr userDrawn="1"/>
        </p:nvSpPr>
        <p:spPr>
          <a:xfrm>
            <a:off x="1152144" y="1490472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{{tactic_1_name}}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E999B1-F813-89B3-6261-3BDC2864B0C0}"/>
              </a:ext>
            </a:extLst>
          </p:cNvPr>
          <p:cNvSpPr txBox="1"/>
          <p:nvPr userDrawn="1"/>
        </p:nvSpPr>
        <p:spPr>
          <a:xfrm>
            <a:off x="2478024" y="1472184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 dirty="0">
                <a:solidFill>
                  <a:schemeClr val="accent4">
                    <a:lumMod val="50000"/>
                  </a:schemeClr>
                </a:solidFill>
              </a:rPr>
              <a:t>{{tactic_1_desc}}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69D5E-B0BB-5268-F962-78773E195717}"/>
              </a:ext>
            </a:extLst>
          </p:cNvPr>
          <p:cNvSpPr txBox="1"/>
          <p:nvPr userDrawn="1"/>
        </p:nvSpPr>
        <p:spPr>
          <a:xfrm>
            <a:off x="5815584" y="1472184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{{tactic_1_kpi}}</a:t>
            </a:r>
          </a:p>
        </p:txBody>
      </p:sp>
      <p:sp>
        <p:nvSpPr>
          <p:cNvPr id="28" name="Rounded Rectangle 30">
            <a:extLst>
              <a:ext uri="{FF2B5EF4-FFF2-40B4-BE49-F238E27FC236}">
                <a16:creationId xmlns:a16="http://schemas.microsoft.com/office/drawing/2014/main" id="{68BF0725-6A01-9D60-9AA0-815E34F92BDC}"/>
              </a:ext>
            </a:extLst>
          </p:cNvPr>
          <p:cNvSpPr/>
          <p:nvPr userDrawn="1"/>
        </p:nvSpPr>
        <p:spPr>
          <a:xfrm>
            <a:off x="8693763" y="1554479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D4E38C-AFD8-BA99-00D3-E1DBD884F9AD}"/>
              </a:ext>
            </a:extLst>
          </p:cNvPr>
          <p:cNvSpPr txBox="1"/>
          <p:nvPr userDrawn="1"/>
        </p:nvSpPr>
        <p:spPr>
          <a:xfrm>
            <a:off x="8626764" y="1563623"/>
            <a:ext cx="361788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 dirty="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30" name="Rounded Rectangle 32">
            <a:extLst>
              <a:ext uri="{FF2B5EF4-FFF2-40B4-BE49-F238E27FC236}">
                <a16:creationId xmlns:a16="http://schemas.microsoft.com/office/drawing/2014/main" id="{5757D72A-F44A-BD0B-E0CE-4E9F8C4DA959}"/>
              </a:ext>
            </a:extLst>
          </p:cNvPr>
          <p:cNvSpPr/>
          <p:nvPr userDrawn="1"/>
        </p:nvSpPr>
        <p:spPr>
          <a:xfrm>
            <a:off x="8922363" y="1554479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674E57-41D5-56D1-E7B0-7B8A50C815F5}"/>
              </a:ext>
            </a:extLst>
          </p:cNvPr>
          <p:cNvSpPr txBox="1"/>
          <p:nvPr userDrawn="1"/>
        </p:nvSpPr>
        <p:spPr>
          <a:xfrm>
            <a:off x="8922363" y="1563623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32" name="Rounded Rectangle 34">
            <a:extLst>
              <a:ext uri="{FF2B5EF4-FFF2-40B4-BE49-F238E27FC236}">
                <a16:creationId xmlns:a16="http://schemas.microsoft.com/office/drawing/2014/main" id="{BA12A3FC-05E4-0608-C027-43B273E5398C}"/>
              </a:ext>
            </a:extLst>
          </p:cNvPr>
          <p:cNvSpPr/>
          <p:nvPr userDrawn="1"/>
        </p:nvSpPr>
        <p:spPr>
          <a:xfrm>
            <a:off x="9150963" y="1554479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5B22EC-4F28-6756-1C84-A4D2BD8BA664}"/>
              </a:ext>
            </a:extLst>
          </p:cNvPr>
          <p:cNvSpPr txBox="1"/>
          <p:nvPr userDrawn="1"/>
        </p:nvSpPr>
        <p:spPr>
          <a:xfrm>
            <a:off x="9150963" y="1563623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34" name="Rounded Rectangle 36">
            <a:extLst>
              <a:ext uri="{FF2B5EF4-FFF2-40B4-BE49-F238E27FC236}">
                <a16:creationId xmlns:a16="http://schemas.microsoft.com/office/drawing/2014/main" id="{2E4F62EB-F1EA-8FB9-7ED5-A69C00DC2E83}"/>
              </a:ext>
            </a:extLst>
          </p:cNvPr>
          <p:cNvSpPr/>
          <p:nvPr userDrawn="1"/>
        </p:nvSpPr>
        <p:spPr>
          <a:xfrm>
            <a:off x="9379563" y="1554479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EF6C2D-4DFA-4D64-769E-7509C34E7CCD}"/>
              </a:ext>
            </a:extLst>
          </p:cNvPr>
          <p:cNvSpPr txBox="1"/>
          <p:nvPr userDrawn="1"/>
        </p:nvSpPr>
        <p:spPr>
          <a:xfrm>
            <a:off x="9379563" y="1563623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36" name="Rounded Rectangle 38">
            <a:extLst>
              <a:ext uri="{FF2B5EF4-FFF2-40B4-BE49-F238E27FC236}">
                <a16:creationId xmlns:a16="http://schemas.microsoft.com/office/drawing/2014/main" id="{454FAD16-E9F6-370D-9513-F59CA54E5F14}"/>
              </a:ext>
            </a:extLst>
          </p:cNvPr>
          <p:cNvSpPr/>
          <p:nvPr userDrawn="1"/>
        </p:nvSpPr>
        <p:spPr>
          <a:xfrm>
            <a:off x="9608163" y="1554479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F7BEAF-4C9A-92A2-278A-9D66AD68C365}"/>
              </a:ext>
            </a:extLst>
          </p:cNvPr>
          <p:cNvSpPr txBox="1"/>
          <p:nvPr userDrawn="1"/>
        </p:nvSpPr>
        <p:spPr>
          <a:xfrm>
            <a:off x="9608163" y="1563623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38" name="Rounded Rectangle 40">
            <a:extLst>
              <a:ext uri="{FF2B5EF4-FFF2-40B4-BE49-F238E27FC236}">
                <a16:creationId xmlns:a16="http://schemas.microsoft.com/office/drawing/2014/main" id="{3907F182-4FF2-1776-D41C-E5E65FC28EFD}"/>
              </a:ext>
            </a:extLst>
          </p:cNvPr>
          <p:cNvSpPr/>
          <p:nvPr userDrawn="1"/>
        </p:nvSpPr>
        <p:spPr>
          <a:xfrm>
            <a:off x="9836763" y="1554479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B0A273-5DC2-6BF5-1244-DADC35883F30}"/>
              </a:ext>
            </a:extLst>
          </p:cNvPr>
          <p:cNvSpPr txBox="1"/>
          <p:nvPr userDrawn="1"/>
        </p:nvSpPr>
        <p:spPr>
          <a:xfrm>
            <a:off x="9836763" y="1563623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18E5DA-2EAD-31FA-EDFC-0BB82B40AA43}"/>
              </a:ext>
            </a:extLst>
          </p:cNvPr>
          <p:cNvSpPr txBox="1"/>
          <p:nvPr userDrawn="1"/>
        </p:nvSpPr>
        <p:spPr>
          <a:xfrm>
            <a:off x="8721707" y="1755648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 dirty="0">
                <a:solidFill>
                  <a:schemeClr val="accent4">
                    <a:lumMod val="50000"/>
                  </a:schemeClr>
                </a:solidFill>
              </a:rPr>
              <a:t>2027 ——— 2028</a:t>
            </a:r>
          </a:p>
        </p:txBody>
      </p:sp>
      <p:sp>
        <p:nvSpPr>
          <p:cNvPr id="41" name="Rounded Rectangle 43">
            <a:extLst>
              <a:ext uri="{FF2B5EF4-FFF2-40B4-BE49-F238E27FC236}">
                <a16:creationId xmlns:a16="http://schemas.microsoft.com/office/drawing/2014/main" id="{4A977E2A-272D-1B90-41B6-53C696155320}"/>
              </a:ext>
            </a:extLst>
          </p:cNvPr>
          <p:cNvSpPr/>
          <p:nvPr userDrawn="1"/>
        </p:nvSpPr>
        <p:spPr>
          <a:xfrm>
            <a:off x="10341863" y="1554479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901966-D5F8-2FE1-C4FE-C9D8551F591F}"/>
              </a:ext>
            </a:extLst>
          </p:cNvPr>
          <p:cNvSpPr txBox="1"/>
          <p:nvPr userDrawn="1"/>
        </p:nvSpPr>
        <p:spPr>
          <a:xfrm>
            <a:off x="10360152" y="1572767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{{tactic_1_priority}}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6052B4-62F5-EAFA-C2F9-286EBFDA52BD}"/>
              </a:ext>
            </a:extLst>
          </p:cNvPr>
          <p:cNvSpPr/>
          <p:nvPr userDrawn="1"/>
        </p:nvSpPr>
        <p:spPr>
          <a:xfrm>
            <a:off x="329184" y="1984248"/>
            <a:ext cx="11521440" cy="566928"/>
          </a:xfrm>
          <a:prstGeom prst="rect">
            <a:avLst/>
          </a:prstGeom>
          <a:solidFill>
            <a:srgbClr val="9F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A32691A-65D8-DAAC-BAA0-BD1E769AC5F0}"/>
              </a:ext>
            </a:extLst>
          </p:cNvPr>
          <p:cNvSpPr/>
          <p:nvPr userDrawn="1"/>
        </p:nvSpPr>
        <p:spPr>
          <a:xfrm>
            <a:off x="329184" y="2546604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7">
            <a:extLst>
              <a:ext uri="{FF2B5EF4-FFF2-40B4-BE49-F238E27FC236}">
                <a16:creationId xmlns:a16="http://schemas.microsoft.com/office/drawing/2014/main" id="{29A117FC-3F1C-A37F-B9B6-B864FFDCE10F}"/>
              </a:ext>
            </a:extLst>
          </p:cNvPr>
          <p:cNvSpPr/>
          <p:nvPr userDrawn="1"/>
        </p:nvSpPr>
        <p:spPr>
          <a:xfrm>
            <a:off x="402336" y="2121408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DF7543-80D2-2B28-152D-1F864C0EE13B}"/>
              </a:ext>
            </a:extLst>
          </p:cNvPr>
          <p:cNvSpPr txBox="1"/>
          <p:nvPr userDrawn="1"/>
        </p:nvSpPr>
        <p:spPr>
          <a:xfrm>
            <a:off x="329184" y="2121408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{{tactic_2_type}}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2EBCAE-C145-97DF-83F1-7DD9F0FFB24E}"/>
              </a:ext>
            </a:extLst>
          </p:cNvPr>
          <p:cNvSpPr txBox="1"/>
          <p:nvPr userDrawn="1"/>
        </p:nvSpPr>
        <p:spPr>
          <a:xfrm>
            <a:off x="1152144" y="2057400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t>{{tactic_2_name}}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95DD2B-656A-B6ED-3724-C777799CEB1D}"/>
              </a:ext>
            </a:extLst>
          </p:cNvPr>
          <p:cNvSpPr txBox="1"/>
          <p:nvPr userDrawn="1"/>
        </p:nvSpPr>
        <p:spPr>
          <a:xfrm>
            <a:off x="2478024" y="2039112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{{tactic_2_desc}}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6EE1DB-46F9-3000-1BA2-0D8F0BC81CC8}"/>
              </a:ext>
            </a:extLst>
          </p:cNvPr>
          <p:cNvSpPr txBox="1"/>
          <p:nvPr userDrawn="1"/>
        </p:nvSpPr>
        <p:spPr>
          <a:xfrm>
            <a:off x="5815584" y="2039112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{{tactic_2_kpi}}</a:t>
            </a:r>
          </a:p>
        </p:txBody>
      </p:sp>
      <p:sp>
        <p:nvSpPr>
          <p:cNvPr id="50" name="Rounded Rectangle 52">
            <a:extLst>
              <a:ext uri="{FF2B5EF4-FFF2-40B4-BE49-F238E27FC236}">
                <a16:creationId xmlns:a16="http://schemas.microsoft.com/office/drawing/2014/main" id="{1E356FCD-4148-19D9-99CD-AB158248E824}"/>
              </a:ext>
            </a:extLst>
          </p:cNvPr>
          <p:cNvSpPr/>
          <p:nvPr userDrawn="1"/>
        </p:nvSpPr>
        <p:spPr>
          <a:xfrm>
            <a:off x="8693763" y="212140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DDBF85-760C-B2B6-DA70-5E55A8236EC7}"/>
              </a:ext>
            </a:extLst>
          </p:cNvPr>
          <p:cNvSpPr txBox="1"/>
          <p:nvPr userDrawn="1"/>
        </p:nvSpPr>
        <p:spPr>
          <a:xfrm>
            <a:off x="86937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52" name="Rounded Rectangle 54">
            <a:extLst>
              <a:ext uri="{FF2B5EF4-FFF2-40B4-BE49-F238E27FC236}">
                <a16:creationId xmlns:a16="http://schemas.microsoft.com/office/drawing/2014/main" id="{95711134-2D65-1A6E-7E4C-5FC83E8DA766}"/>
              </a:ext>
            </a:extLst>
          </p:cNvPr>
          <p:cNvSpPr/>
          <p:nvPr userDrawn="1"/>
        </p:nvSpPr>
        <p:spPr>
          <a:xfrm>
            <a:off x="8922363" y="212140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6BF499-A177-4A79-0675-66B17B1F97F2}"/>
              </a:ext>
            </a:extLst>
          </p:cNvPr>
          <p:cNvSpPr txBox="1"/>
          <p:nvPr userDrawn="1"/>
        </p:nvSpPr>
        <p:spPr>
          <a:xfrm>
            <a:off x="89223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54" name="Rounded Rectangle 56">
            <a:extLst>
              <a:ext uri="{FF2B5EF4-FFF2-40B4-BE49-F238E27FC236}">
                <a16:creationId xmlns:a16="http://schemas.microsoft.com/office/drawing/2014/main" id="{C9CA5CEF-6AC9-6BAB-3467-6722C7259C8E}"/>
              </a:ext>
            </a:extLst>
          </p:cNvPr>
          <p:cNvSpPr/>
          <p:nvPr userDrawn="1"/>
        </p:nvSpPr>
        <p:spPr>
          <a:xfrm>
            <a:off x="9150963" y="212140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F73250-874A-7F07-03B9-52EE548DA08F}"/>
              </a:ext>
            </a:extLst>
          </p:cNvPr>
          <p:cNvSpPr txBox="1"/>
          <p:nvPr userDrawn="1"/>
        </p:nvSpPr>
        <p:spPr>
          <a:xfrm>
            <a:off x="91509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56" name="Rounded Rectangle 58">
            <a:extLst>
              <a:ext uri="{FF2B5EF4-FFF2-40B4-BE49-F238E27FC236}">
                <a16:creationId xmlns:a16="http://schemas.microsoft.com/office/drawing/2014/main" id="{60614D8F-E2EA-7224-9EF7-25343DE1304C}"/>
              </a:ext>
            </a:extLst>
          </p:cNvPr>
          <p:cNvSpPr/>
          <p:nvPr userDrawn="1"/>
        </p:nvSpPr>
        <p:spPr>
          <a:xfrm>
            <a:off x="9379563" y="212140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0A9957-1A61-8B8B-D27A-504E2F4C2045}"/>
              </a:ext>
            </a:extLst>
          </p:cNvPr>
          <p:cNvSpPr txBox="1"/>
          <p:nvPr userDrawn="1"/>
        </p:nvSpPr>
        <p:spPr>
          <a:xfrm>
            <a:off x="93795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58" name="Rounded Rectangle 60">
            <a:extLst>
              <a:ext uri="{FF2B5EF4-FFF2-40B4-BE49-F238E27FC236}">
                <a16:creationId xmlns:a16="http://schemas.microsoft.com/office/drawing/2014/main" id="{F8F3E461-25AF-9353-5102-5E48F53D4061}"/>
              </a:ext>
            </a:extLst>
          </p:cNvPr>
          <p:cNvSpPr/>
          <p:nvPr userDrawn="1"/>
        </p:nvSpPr>
        <p:spPr>
          <a:xfrm>
            <a:off x="9608163" y="2121408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8D1B5D-308E-5B92-46FE-5D9679F08532}"/>
              </a:ext>
            </a:extLst>
          </p:cNvPr>
          <p:cNvSpPr txBox="1"/>
          <p:nvPr userDrawn="1"/>
        </p:nvSpPr>
        <p:spPr>
          <a:xfrm>
            <a:off x="96081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60" name="Rounded Rectangle 62">
            <a:extLst>
              <a:ext uri="{FF2B5EF4-FFF2-40B4-BE49-F238E27FC236}">
                <a16:creationId xmlns:a16="http://schemas.microsoft.com/office/drawing/2014/main" id="{2442399C-6B50-1FD1-1CCA-3FC84A407890}"/>
              </a:ext>
            </a:extLst>
          </p:cNvPr>
          <p:cNvSpPr/>
          <p:nvPr userDrawn="1"/>
        </p:nvSpPr>
        <p:spPr>
          <a:xfrm>
            <a:off x="9836763" y="2121408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21ECDC-9859-667B-A6EC-15B643B825A6}"/>
              </a:ext>
            </a:extLst>
          </p:cNvPr>
          <p:cNvSpPr txBox="1"/>
          <p:nvPr userDrawn="1"/>
        </p:nvSpPr>
        <p:spPr>
          <a:xfrm>
            <a:off x="98367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7E98A4-F073-11F6-2FFB-BD78A4D3D3BD}"/>
              </a:ext>
            </a:extLst>
          </p:cNvPr>
          <p:cNvSpPr txBox="1"/>
          <p:nvPr userDrawn="1"/>
        </p:nvSpPr>
        <p:spPr>
          <a:xfrm>
            <a:off x="8721707" y="2322576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bg1"/>
                </a:solidFill>
              </a:rPr>
              <a:t>2027 ——— 2028</a:t>
            </a:r>
          </a:p>
        </p:txBody>
      </p:sp>
      <p:sp>
        <p:nvSpPr>
          <p:cNvPr id="63" name="Rounded Rectangle 65">
            <a:extLst>
              <a:ext uri="{FF2B5EF4-FFF2-40B4-BE49-F238E27FC236}">
                <a16:creationId xmlns:a16="http://schemas.microsoft.com/office/drawing/2014/main" id="{5CDF2588-7F5E-1BB5-AE9F-3CEDFC78F155}"/>
              </a:ext>
            </a:extLst>
          </p:cNvPr>
          <p:cNvSpPr/>
          <p:nvPr userDrawn="1"/>
        </p:nvSpPr>
        <p:spPr>
          <a:xfrm>
            <a:off x="10341863" y="2121408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0F9980-38CA-D329-3220-C4D8AACCFDBA}"/>
              </a:ext>
            </a:extLst>
          </p:cNvPr>
          <p:cNvSpPr txBox="1"/>
          <p:nvPr userDrawn="1"/>
        </p:nvSpPr>
        <p:spPr>
          <a:xfrm>
            <a:off x="10360152" y="2139696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{{tactic_2_priority}}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9689D0E-6F3D-157F-D0A4-6FD70BF1BD98}"/>
              </a:ext>
            </a:extLst>
          </p:cNvPr>
          <p:cNvSpPr/>
          <p:nvPr userDrawn="1"/>
        </p:nvSpPr>
        <p:spPr>
          <a:xfrm>
            <a:off x="329184" y="2551176"/>
            <a:ext cx="1152144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482F676-D02A-369E-A9FD-102E1A7419CC}"/>
              </a:ext>
            </a:extLst>
          </p:cNvPr>
          <p:cNvSpPr/>
          <p:nvPr userDrawn="1"/>
        </p:nvSpPr>
        <p:spPr>
          <a:xfrm>
            <a:off x="329184" y="3113532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9">
            <a:extLst>
              <a:ext uri="{FF2B5EF4-FFF2-40B4-BE49-F238E27FC236}">
                <a16:creationId xmlns:a16="http://schemas.microsoft.com/office/drawing/2014/main" id="{4F13F011-42D9-B469-FE0D-2C0311A4AFCE}"/>
              </a:ext>
            </a:extLst>
          </p:cNvPr>
          <p:cNvSpPr/>
          <p:nvPr userDrawn="1"/>
        </p:nvSpPr>
        <p:spPr>
          <a:xfrm>
            <a:off x="402336" y="2688336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F196E6-581D-81EB-824B-881CE8964A8F}"/>
              </a:ext>
            </a:extLst>
          </p:cNvPr>
          <p:cNvSpPr txBox="1"/>
          <p:nvPr userDrawn="1"/>
        </p:nvSpPr>
        <p:spPr>
          <a:xfrm>
            <a:off x="329184" y="2688336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{{tactic_3_type}}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F8BD00-3394-ED42-1338-6C454C5E03F8}"/>
              </a:ext>
            </a:extLst>
          </p:cNvPr>
          <p:cNvSpPr txBox="1"/>
          <p:nvPr userDrawn="1"/>
        </p:nvSpPr>
        <p:spPr>
          <a:xfrm>
            <a:off x="1152144" y="2624328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{{tactic_3_name}}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5DD772-95B7-608B-CCC6-8BAFC8DACF60}"/>
              </a:ext>
            </a:extLst>
          </p:cNvPr>
          <p:cNvSpPr txBox="1"/>
          <p:nvPr userDrawn="1"/>
        </p:nvSpPr>
        <p:spPr>
          <a:xfrm>
            <a:off x="2478024" y="260604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{{tactic_3_desc}}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A00456-516F-A288-4915-80ABE80244C6}"/>
              </a:ext>
            </a:extLst>
          </p:cNvPr>
          <p:cNvSpPr txBox="1"/>
          <p:nvPr userDrawn="1"/>
        </p:nvSpPr>
        <p:spPr>
          <a:xfrm>
            <a:off x="5815584" y="2606040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{{tactic_3_kpi}}</a:t>
            </a:r>
          </a:p>
        </p:txBody>
      </p:sp>
      <p:sp>
        <p:nvSpPr>
          <p:cNvPr id="72" name="Rounded Rectangle 74">
            <a:extLst>
              <a:ext uri="{FF2B5EF4-FFF2-40B4-BE49-F238E27FC236}">
                <a16:creationId xmlns:a16="http://schemas.microsoft.com/office/drawing/2014/main" id="{1D7B0066-405E-AFCA-A06E-86E38D5F3623}"/>
              </a:ext>
            </a:extLst>
          </p:cNvPr>
          <p:cNvSpPr/>
          <p:nvPr userDrawn="1"/>
        </p:nvSpPr>
        <p:spPr>
          <a:xfrm>
            <a:off x="8693763" y="268833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50D59B-A6EB-0533-F7B1-4FCDCAD55302}"/>
              </a:ext>
            </a:extLst>
          </p:cNvPr>
          <p:cNvSpPr txBox="1"/>
          <p:nvPr userDrawn="1"/>
        </p:nvSpPr>
        <p:spPr>
          <a:xfrm>
            <a:off x="86937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74" name="Rounded Rectangle 76">
            <a:extLst>
              <a:ext uri="{FF2B5EF4-FFF2-40B4-BE49-F238E27FC236}">
                <a16:creationId xmlns:a16="http://schemas.microsoft.com/office/drawing/2014/main" id="{6C291711-04DC-5AC1-BADE-444E787A188C}"/>
              </a:ext>
            </a:extLst>
          </p:cNvPr>
          <p:cNvSpPr/>
          <p:nvPr userDrawn="1"/>
        </p:nvSpPr>
        <p:spPr>
          <a:xfrm>
            <a:off x="8922363" y="268833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6CB091F-D092-493E-D1FF-E0B83D4237F1}"/>
              </a:ext>
            </a:extLst>
          </p:cNvPr>
          <p:cNvSpPr txBox="1"/>
          <p:nvPr userDrawn="1"/>
        </p:nvSpPr>
        <p:spPr>
          <a:xfrm>
            <a:off x="89223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76" name="Rounded Rectangle 78">
            <a:extLst>
              <a:ext uri="{FF2B5EF4-FFF2-40B4-BE49-F238E27FC236}">
                <a16:creationId xmlns:a16="http://schemas.microsoft.com/office/drawing/2014/main" id="{B7BE2CF6-98A9-782F-929E-E733EB640125}"/>
              </a:ext>
            </a:extLst>
          </p:cNvPr>
          <p:cNvSpPr/>
          <p:nvPr userDrawn="1"/>
        </p:nvSpPr>
        <p:spPr>
          <a:xfrm>
            <a:off x="9150963" y="268833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D37B605-06B3-5643-DE32-6FC1C3791DF9}"/>
              </a:ext>
            </a:extLst>
          </p:cNvPr>
          <p:cNvSpPr txBox="1"/>
          <p:nvPr userDrawn="1"/>
        </p:nvSpPr>
        <p:spPr>
          <a:xfrm>
            <a:off x="91509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78" name="Rounded Rectangle 80">
            <a:extLst>
              <a:ext uri="{FF2B5EF4-FFF2-40B4-BE49-F238E27FC236}">
                <a16:creationId xmlns:a16="http://schemas.microsoft.com/office/drawing/2014/main" id="{06FE3E88-747F-BA7F-0423-66C83945B572}"/>
              </a:ext>
            </a:extLst>
          </p:cNvPr>
          <p:cNvSpPr/>
          <p:nvPr userDrawn="1"/>
        </p:nvSpPr>
        <p:spPr>
          <a:xfrm>
            <a:off x="9379563" y="268833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094795B-FF44-F3CC-8ADA-1829F8B47D82}"/>
              </a:ext>
            </a:extLst>
          </p:cNvPr>
          <p:cNvSpPr txBox="1"/>
          <p:nvPr userDrawn="1"/>
        </p:nvSpPr>
        <p:spPr>
          <a:xfrm>
            <a:off x="93795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80" name="Rounded Rectangle 82">
            <a:extLst>
              <a:ext uri="{FF2B5EF4-FFF2-40B4-BE49-F238E27FC236}">
                <a16:creationId xmlns:a16="http://schemas.microsoft.com/office/drawing/2014/main" id="{14E78BD4-12D7-400A-8BA8-94F7D04032FE}"/>
              </a:ext>
            </a:extLst>
          </p:cNvPr>
          <p:cNvSpPr/>
          <p:nvPr userDrawn="1"/>
        </p:nvSpPr>
        <p:spPr>
          <a:xfrm>
            <a:off x="9608163" y="2688336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31C3E53-EA94-50B1-190C-EA373D4F3C03}"/>
              </a:ext>
            </a:extLst>
          </p:cNvPr>
          <p:cNvSpPr txBox="1"/>
          <p:nvPr userDrawn="1"/>
        </p:nvSpPr>
        <p:spPr>
          <a:xfrm>
            <a:off x="96081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82" name="Rounded Rectangle 84">
            <a:extLst>
              <a:ext uri="{FF2B5EF4-FFF2-40B4-BE49-F238E27FC236}">
                <a16:creationId xmlns:a16="http://schemas.microsoft.com/office/drawing/2014/main" id="{FB505EF4-9AEB-6CCB-D015-1DAC5CDA2B40}"/>
              </a:ext>
            </a:extLst>
          </p:cNvPr>
          <p:cNvSpPr/>
          <p:nvPr userDrawn="1"/>
        </p:nvSpPr>
        <p:spPr>
          <a:xfrm>
            <a:off x="9836763" y="2688336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B2637E-BA03-B2A2-5760-1CC67368D003}"/>
              </a:ext>
            </a:extLst>
          </p:cNvPr>
          <p:cNvSpPr txBox="1"/>
          <p:nvPr userDrawn="1"/>
        </p:nvSpPr>
        <p:spPr>
          <a:xfrm>
            <a:off x="98367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81BF47D-4E8B-7FE6-1370-CDFA854186E3}"/>
              </a:ext>
            </a:extLst>
          </p:cNvPr>
          <p:cNvSpPr txBox="1"/>
          <p:nvPr userDrawn="1"/>
        </p:nvSpPr>
        <p:spPr>
          <a:xfrm>
            <a:off x="8721707" y="2889504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accent4">
                    <a:lumMod val="50000"/>
                  </a:schemeClr>
                </a:solidFill>
              </a:rPr>
              <a:t>2027 ——— 2028</a:t>
            </a:r>
          </a:p>
        </p:txBody>
      </p:sp>
      <p:sp>
        <p:nvSpPr>
          <p:cNvPr id="85" name="Rounded Rectangle 87">
            <a:extLst>
              <a:ext uri="{FF2B5EF4-FFF2-40B4-BE49-F238E27FC236}">
                <a16:creationId xmlns:a16="http://schemas.microsoft.com/office/drawing/2014/main" id="{DEA8A773-A54F-470A-AE48-0546380E9E2A}"/>
              </a:ext>
            </a:extLst>
          </p:cNvPr>
          <p:cNvSpPr/>
          <p:nvPr userDrawn="1"/>
        </p:nvSpPr>
        <p:spPr>
          <a:xfrm>
            <a:off x="10341863" y="2688336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F1D3D0-F6A8-E4F0-BC58-43057B140843}"/>
              </a:ext>
            </a:extLst>
          </p:cNvPr>
          <p:cNvSpPr txBox="1"/>
          <p:nvPr userDrawn="1"/>
        </p:nvSpPr>
        <p:spPr>
          <a:xfrm>
            <a:off x="10360152" y="2706624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{{tactic_3_priority}}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A58E2F6-26D8-0BE4-B1A2-F598594BAD4E}"/>
              </a:ext>
            </a:extLst>
          </p:cNvPr>
          <p:cNvSpPr/>
          <p:nvPr userDrawn="1"/>
        </p:nvSpPr>
        <p:spPr>
          <a:xfrm>
            <a:off x="329184" y="3118103"/>
            <a:ext cx="11521440" cy="566928"/>
          </a:xfrm>
          <a:prstGeom prst="rect">
            <a:avLst/>
          </a:prstGeom>
          <a:solidFill>
            <a:srgbClr val="9F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4E9BA1F-4EA0-7D1E-601A-6705BC625C11}"/>
              </a:ext>
            </a:extLst>
          </p:cNvPr>
          <p:cNvSpPr/>
          <p:nvPr userDrawn="1"/>
        </p:nvSpPr>
        <p:spPr>
          <a:xfrm>
            <a:off x="329184" y="3680459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91">
            <a:extLst>
              <a:ext uri="{FF2B5EF4-FFF2-40B4-BE49-F238E27FC236}">
                <a16:creationId xmlns:a16="http://schemas.microsoft.com/office/drawing/2014/main" id="{762F1AA2-1514-0FC6-EAD2-261548DED5C3}"/>
              </a:ext>
            </a:extLst>
          </p:cNvPr>
          <p:cNvSpPr/>
          <p:nvPr userDrawn="1"/>
        </p:nvSpPr>
        <p:spPr>
          <a:xfrm>
            <a:off x="402336" y="3255263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74C9C3-2E6D-7EFE-EAA2-9214902F7F72}"/>
              </a:ext>
            </a:extLst>
          </p:cNvPr>
          <p:cNvSpPr txBox="1"/>
          <p:nvPr userDrawn="1"/>
        </p:nvSpPr>
        <p:spPr>
          <a:xfrm>
            <a:off x="329184" y="3255263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{{tactic_4_type}}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FC68E23-2F50-C028-0FA8-EEDB1C125E76}"/>
              </a:ext>
            </a:extLst>
          </p:cNvPr>
          <p:cNvSpPr txBox="1"/>
          <p:nvPr userDrawn="1"/>
        </p:nvSpPr>
        <p:spPr>
          <a:xfrm>
            <a:off x="1152144" y="3191256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t>{{tactic_4_name}}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5BF78A6-7C25-0238-499D-3E1C884B73DB}"/>
              </a:ext>
            </a:extLst>
          </p:cNvPr>
          <p:cNvSpPr txBox="1"/>
          <p:nvPr userDrawn="1"/>
        </p:nvSpPr>
        <p:spPr>
          <a:xfrm>
            <a:off x="2478024" y="3172968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{{tactic_4_desc}}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472AB4D-8BE5-4D4C-CCED-1B30D774DC8B}"/>
              </a:ext>
            </a:extLst>
          </p:cNvPr>
          <p:cNvSpPr txBox="1"/>
          <p:nvPr userDrawn="1"/>
        </p:nvSpPr>
        <p:spPr>
          <a:xfrm>
            <a:off x="5815584" y="3172968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{{tactic_4_kpi}}</a:t>
            </a:r>
          </a:p>
        </p:txBody>
      </p:sp>
      <p:sp>
        <p:nvSpPr>
          <p:cNvPr id="94" name="Rounded Rectangle 96">
            <a:extLst>
              <a:ext uri="{FF2B5EF4-FFF2-40B4-BE49-F238E27FC236}">
                <a16:creationId xmlns:a16="http://schemas.microsoft.com/office/drawing/2014/main" id="{A474EFE2-E4AB-C550-57D8-23744BCE0239}"/>
              </a:ext>
            </a:extLst>
          </p:cNvPr>
          <p:cNvSpPr/>
          <p:nvPr userDrawn="1"/>
        </p:nvSpPr>
        <p:spPr>
          <a:xfrm>
            <a:off x="8693763" y="3255263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2FBDA6D-FCD2-FC84-3D07-6EE582C7D893}"/>
              </a:ext>
            </a:extLst>
          </p:cNvPr>
          <p:cNvSpPr txBox="1"/>
          <p:nvPr userDrawn="1"/>
        </p:nvSpPr>
        <p:spPr>
          <a:xfrm>
            <a:off x="86937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96" name="Rounded Rectangle 98">
            <a:extLst>
              <a:ext uri="{FF2B5EF4-FFF2-40B4-BE49-F238E27FC236}">
                <a16:creationId xmlns:a16="http://schemas.microsoft.com/office/drawing/2014/main" id="{799ADF24-09A2-B37A-7435-B539A598CB29}"/>
              </a:ext>
            </a:extLst>
          </p:cNvPr>
          <p:cNvSpPr/>
          <p:nvPr userDrawn="1"/>
        </p:nvSpPr>
        <p:spPr>
          <a:xfrm>
            <a:off x="8922363" y="3255263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30DE64A-D687-D51C-093E-56826543CF60}"/>
              </a:ext>
            </a:extLst>
          </p:cNvPr>
          <p:cNvSpPr txBox="1"/>
          <p:nvPr userDrawn="1"/>
        </p:nvSpPr>
        <p:spPr>
          <a:xfrm>
            <a:off x="89223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98" name="Rounded Rectangle 100">
            <a:extLst>
              <a:ext uri="{FF2B5EF4-FFF2-40B4-BE49-F238E27FC236}">
                <a16:creationId xmlns:a16="http://schemas.microsoft.com/office/drawing/2014/main" id="{BFF9C679-1B48-D394-7DE7-F5B86BA873FA}"/>
              </a:ext>
            </a:extLst>
          </p:cNvPr>
          <p:cNvSpPr/>
          <p:nvPr userDrawn="1"/>
        </p:nvSpPr>
        <p:spPr>
          <a:xfrm>
            <a:off x="9150963" y="3255263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14CB509-2E2E-2F26-CCC8-6DCCD5B098F3}"/>
              </a:ext>
            </a:extLst>
          </p:cNvPr>
          <p:cNvSpPr txBox="1"/>
          <p:nvPr userDrawn="1"/>
        </p:nvSpPr>
        <p:spPr>
          <a:xfrm>
            <a:off x="91509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100" name="Rounded Rectangle 102">
            <a:extLst>
              <a:ext uri="{FF2B5EF4-FFF2-40B4-BE49-F238E27FC236}">
                <a16:creationId xmlns:a16="http://schemas.microsoft.com/office/drawing/2014/main" id="{26652DDE-04F3-71EB-5E6A-BC6E73D29E32}"/>
              </a:ext>
            </a:extLst>
          </p:cNvPr>
          <p:cNvSpPr/>
          <p:nvPr userDrawn="1"/>
        </p:nvSpPr>
        <p:spPr>
          <a:xfrm>
            <a:off x="9379563" y="3255263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C6AC65F-3F04-FF70-4BFE-9DCAAC760412}"/>
              </a:ext>
            </a:extLst>
          </p:cNvPr>
          <p:cNvSpPr txBox="1"/>
          <p:nvPr userDrawn="1"/>
        </p:nvSpPr>
        <p:spPr>
          <a:xfrm>
            <a:off x="93795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102" name="Rounded Rectangle 104">
            <a:extLst>
              <a:ext uri="{FF2B5EF4-FFF2-40B4-BE49-F238E27FC236}">
                <a16:creationId xmlns:a16="http://schemas.microsoft.com/office/drawing/2014/main" id="{7591725E-81F4-B157-EC4A-0ED7500B9E01}"/>
              </a:ext>
            </a:extLst>
          </p:cNvPr>
          <p:cNvSpPr/>
          <p:nvPr userDrawn="1"/>
        </p:nvSpPr>
        <p:spPr>
          <a:xfrm>
            <a:off x="9608163" y="3255263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475AA78-3716-73FD-B089-A6AD5300C7CB}"/>
              </a:ext>
            </a:extLst>
          </p:cNvPr>
          <p:cNvSpPr txBox="1"/>
          <p:nvPr userDrawn="1"/>
        </p:nvSpPr>
        <p:spPr>
          <a:xfrm>
            <a:off x="96081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04" name="Rounded Rectangle 106">
            <a:extLst>
              <a:ext uri="{FF2B5EF4-FFF2-40B4-BE49-F238E27FC236}">
                <a16:creationId xmlns:a16="http://schemas.microsoft.com/office/drawing/2014/main" id="{4F6216AD-C940-F0EA-34B2-30DFC0DE25AB}"/>
              </a:ext>
            </a:extLst>
          </p:cNvPr>
          <p:cNvSpPr/>
          <p:nvPr userDrawn="1"/>
        </p:nvSpPr>
        <p:spPr>
          <a:xfrm>
            <a:off x="9836763" y="3255263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7B3FF54-C321-35D6-079A-09A384A5FC1E}"/>
              </a:ext>
            </a:extLst>
          </p:cNvPr>
          <p:cNvSpPr txBox="1"/>
          <p:nvPr userDrawn="1"/>
        </p:nvSpPr>
        <p:spPr>
          <a:xfrm>
            <a:off x="98367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4BEFC36-D084-C939-4176-BEC43184BCC5}"/>
              </a:ext>
            </a:extLst>
          </p:cNvPr>
          <p:cNvSpPr txBox="1"/>
          <p:nvPr userDrawn="1"/>
        </p:nvSpPr>
        <p:spPr>
          <a:xfrm>
            <a:off x="8721707" y="3456432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bg1"/>
                </a:solidFill>
              </a:rPr>
              <a:t>2027 ——— 2028</a:t>
            </a:r>
          </a:p>
        </p:txBody>
      </p:sp>
      <p:sp>
        <p:nvSpPr>
          <p:cNvPr id="107" name="Rounded Rectangle 109">
            <a:extLst>
              <a:ext uri="{FF2B5EF4-FFF2-40B4-BE49-F238E27FC236}">
                <a16:creationId xmlns:a16="http://schemas.microsoft.com/office/drawing/2014/main" id="{9C7003DF-45D8-2C6F-2456-732D1351CE0E}"/>
              </a:ext>
            </a:extLst>
          </p:cNvPr>
          <p:cNvSpPr/>
          <p:nvPr userDrawn="1"/>
        </p:nvSpPr>
        <p:spPr>
          <a:xfrm>
            <a:off x="10341863" y="3255263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94BE336-61F9-4491-A8E8-53EC4496A460}"/>
              </a:ext>
            </a:extLst>
          </p:cNvPr>
          <p:cNvSpPr txBox="1"/>
          <p:nvPr userDrawn="1"/>
        </p:nvSpPr>
        <p:spPr>
          <a:xfrm>
            <a:off x="10360152" y="3273551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{{tactic_4_priority}}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6EF827D-27D5-6AAD-7F04-B0B56513C2C7}"/>
              </a:ext>
            </a:extLst>
          </p:cNvPr>
          <p:cNvSpPr/>
          <p:nvPr userDrawn="1"/>
        </p:nvSpPr>
        <p:spPr>
          <a:xfrm>
            <a:off x="329184" y="3685031"/>
            <a:ext cx="1152144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D274F46-55DA-98CC-A70D-D958A0941EBE}"/>
              </a:ext>
            </a:extLst>
          </p:cNvPr>
          <p:cNvSpPr/>
          <p:nvPr userDrawn="1"/>
        </p:nvSpPr>
        <p:spPr>
          <a:xfrm>
            <a:off x="329184" y="4247388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3">
            <a:extLst>
              <a:ext uri="{FF2B5EF4-FFF2-40B4-BE49-F238E27FC236}">
                <a16:creationId xmlns:a16="http://schemas.microsoft.com/office/drawing/2014/main" id="{259B49F4-F3BC-EEA0-8838-6268614A6F98}"/>
              </a:ext>
            </a:extLst>
          </p:cNvPr>
          <p:cNvSpPr/>
          <p:nvPr userDrawn="1"/>
        </p:nvSpPr>
        <p:spPr>
          <a:xfrm>
            <a:off x="402336" y="3822191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82A6A6-B484-1D4C-8C64-FABBDA06D8AC}"/>
              </a:ext>
            </a:extLst>
          </p:cNvPr>
          <p:cNvSpPr txBox="1"/>
          <p:nvPr userDrawn="1"/>
        </p:nvSpPr>
        <p:spPr>
          <a:xfrm>
            <a:off x="329184" y="3822191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{{tactic_5_type}}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0871B99-B537-F033-1683-E52F009CB058}"/>
              </a:ext>
            </a:extLst>
          </p:cNvPr>
          <p:cNvSpPr txBox="1"/>
          <p:nvPr userDrawn="1"/>
        </p:nvSpPr>
        <p:spPr>
          <a:xfrm>
            <a:off x="1152144" y="3758183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chemeClr val="accent4">
                    <a:lumMod val="75000"/>
                  </a:schemeClr>
                </a:solidFill>
              </a:rPr>
              <a:t>{{tactic_5_name}}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7FDA947-CDD0-4930-074C-734E75F31A7E}"/>
              </a:ext>
            </a:extLst>
          </p:cNvPr>
          <p:cNvSpPr txBox="1"/>
          <p:nvPr userDrawn="1"/>
        </p:nvSpPr>
        <p:spPr>
          <a:xfrm>
            <a:off x="2478024" y="3739895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{{tactic_5_desc}}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4046312-F0A2-69F1-02A0-F80404141FA1}"/>
              </a:ext>
            </a:extLst>
          </p:cNvPr>
          <p:cNvSpPr txBox="1"/>
          <p:nvPr userDrawn="1"/>
        </p:nvSpPr>
        <p:spPr>
          <a:xfrm>
            <a:off x="5815584" y="3739895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{{tactic_5_kpi}}</a:t>
            </a:r>
          </a:p>
        </p:txBody>
      </p:sp>
      <p:sp>
        <p:nvSpPr>
          <p:cNvPr id="116" name="Rounded Rectangle 118">
            <a:extLst>
              <a:ext uri="{FF2B5EF4-FFF2-40B4-BE49-F238E27FC236}">
                <a16:creationId xmlns:a16="http://schemas.microsoft.com/office/drawing/2014/main" id="{03192AED-95B1-E2A9-11F1-72947C640050}"/>
              </a:ext>
            </a:extLst>
          </p:cNvPr>
          <p:cNvSpPr/>
          <p:nvPr userDrawn="1"/>
        </p:nvSpPr>
        <p:spPr>
          <a:xfrm>
            <a:off x="8693763" y="3822191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087B3B7-6D94-58AD-9DF6-6CDDC77FA99B}"/>
              </a:ext>
            </a:extLst>
          </p:cNvPr>
          <p:cNvSpPr txBox="1"/>
          <p:nvPr userDrawn="1"/>
        </p:nvSpPr>
        <p:spPr>
          <a:xfrm>
            <a:off x="86937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18" name="Rounded Rectangle 120">
            <a:extLst>
              <a:ext uri="{FF2B5EF4-FFF2-40B4-BE49-F238E27FC236}">
                <a16:creationId xmlns:a16="http://schemas.microsoft.com/office/drawing/2014/main" id="{A8E16FD0-3FDC-AE81-15CA-3F0E5EFF2365}"/>
              </a:ext>
            </a:extLst>
          </p:cNvPr>
          <p:cNvSpPr/>
          <p:nvPr userDrawn="1"/>
        </p:nvSpPr>
        <p:spPr>
          <a:xfrm>
            <a:off x="8922363" y="3822191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764A889-FB26-6C81-A70A-DA59279A7C55}"/>
              </a:ext>
            </a:extLst>
          </p:cNvPr>
          <p:cNvSpPr txBox="1"/>
          <p:nvPr userDrawn="1"/>
        </p:nvSpPr>
        <p:spPr>
          <a:xfrm>
            <a:off x="89223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20" name="Rounded Rectangle 122">
            <a:extLst>
              <a:ext uri="{FF2B5EF4-FFF2-40B4-BE49-F238E27FC236}">
                <a16:creationId xmlns:a16="http://schemas.microsoft.com/office/drawing/2014/main" id="{D6BF73EB-E10E-7047-FAAB-8F03213414B6}"/>
              </a:ext>
            </a:extLst>
          </p:cNvPr>
          <p:cNvSpPr/>
          <p:nvPr userDrawn="1"/>
        </p:nvSpPr>
        <p:spPr>
          <a:xfrm>
            <a:off x="9150963" y="3822191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37D7018-8AF7-C530-BC05-294EAAB29CE3}"/>
              </a:ext>
            </a:extLst>
          </p:cNvPr>
          <p:cNvSpPr txBox="1"/>
          <p:nvPr userDrawn="1"/>
        </p:nvSpPr>
        <p:spPr>
          <a:xfrm>
            <a:off x="91509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122" name="Rounded Rectangle 124">
            <a:extLst>
              <a:ext uri="{FF2B5EF4-FFF2-40B4-BE49-F238E27FC236}">
                <a16:creationId xmlns:a16="http://schemas.microsoft.com/office/drawing/2014/main" id="{7159B8AE-93D4-9EB3-4A4A-7B89BDB0DE4C}"/>
              </a:ext>
            </a:extLst>
          </p:cNvPr>
          <p:cNvSpPr/>
          <p:nvPr userDrawn="1"/>
        </p:nvSpPr>
        <p:spPr>
          <a:xfrm>
            <a:off x="9379563" y="3822191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D5FEFA5-8CCC-DA96-B6AF-CFF54ED4F602}"/>
              </a:ext>
            </a:extLst>
          </p:cNvPr>
          <p:cNvSpPr txBox="1"/>
          <p:nvPr userDrawn="1"/>
        </p:nvSpPr>
        <p:spPr>
          <a:xfrm>
            <a:off x="93795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124" name="Rounded Rectangle 126">
            <a:extLst>
              <a:ext uri="{FF2B5EF4-FFF2-40B4-BE49-F238E27FC236}">
                <a16:creationId xmlns:a16="http://schemas.microsoft.com/office/drawing/2014/main" id="{EFA3F399-853A-10FA-5343-E37DE7720E08}"/>
              </a:ext>
            </a:extLst>
          </p:cNvPr>
          <p:cNvSpPr/>
          <p:nvPr userDrawn="1"/>
        </p:nvSpPr>
        <p:spPr>
          <a:xfrm>
            <a:off x="9608163" y="3822191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00D787E-ED61-986E-7DFC-EF690E4E94B6}"/>
              </a:ext>
            </a:extLst>
          </p:cNvPr>
          <p:cNvSpPr txBox="1"/>
          <p:nvPr userDrawn="1"/>
        </p:nvSpPr>
        <p:spPr>
          <a:xfrm>
            <a:off x="96081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26" name="Rounded Rectangle 128">
            <a:extLst>
              <a:ext uri="{FF2B5EF4-FFF2-40B4-BE49-F238E27FC236}">
                <a16:creationId xmlns:a16="http://schemas.microsoft.com/office/drawing/2014/main" id="{BA0C1F55-1C01-C8CE-57C1-0856517CE7F1}"/>
              </a:ext>
            </a:extLst>
          </p:cNvPr>
          <p:cNvSpPr/>
          <p:nvPr userDrawn="1"/>
        </p:nvSpPr>
        <p:spPr>
          <a:xfrm>
            <a:off x="9836763" y="3822191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BC9594B-4155-01C3-5A29-5AA5308275A4}"/>
              </a:ext>
            </a:extLst>
          </p:cNvPr>
          <p:cNvSpPr txBox="1"/>
          <p:nvPr userDrawn="1"/>
        </p:nvSpPr>
        <p:spPr>
          <a:xfrm>
            <a:off x="98367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D1644FA-A6B6-5315-2998-E82D7B8720B2}"/>
              </a:ext>
            </a:extLst>
          </p:cNvPr>
          <p:cNvSpPr txBox="1"/>
          <p:nvPr userDrawn="1"/>
        </p:nvSpPr>
        <p:spPr>
          <a:xfrm>
            <a:off x="8721707" y="4023359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accent4">
                    <a:lumMod val="50000"/>
                  </a:schemeClr>
                </a:solidFill>
              </a:rPr>
              <a:t>2027 ——— 2028</a:t>
            </a:r>
          </a:p>
        </p:txBody>
      </p:sp>
      <p:sp>
        <p:nvSpPr>
          <p:cNvPr id="129" name="Rounded Rectangle 131">
            <a:extLst>
              <a:ext uri="{FF2B5EF4-FFF2-40B4-BE49-F238E27FC236}">
                <a16:creationId xmlns:a16="http://schemas.microsoft.com/office/drawing/2014/main" id="{F4D7D256-00C5-C008-7257-75BE88B7D6D6}"/>
              </a:ext>
            </a:extLst>
          </p:cNvPr>
          <p:cNvSpPr/>
          <p:nvPr userDrawn="1"/>
        </p:nvSpPr>
        <p:spPr>
          <a:xfrm>
            <a:off x="10341863" y="3822191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6FEE827-11EF-4717-0F7A-935E73260E38}"/>
              </a:ext>
            </a:extLst>
          </p:cNvPr>
          <p:cNvSpPr txBox="1"/>
          <p:nvPr userDrawn="1"/>
        </p:nvSpPr>
        <p:spPr>
          <a:xfrm>
            <a:off x="10360152" y="3840479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{{tactic_5_priority}}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AD42DE8-378C-FBD0-CC35-9047B60120DA}"/>
              </a:ext>
            </a:extLst>
          </p:cNvPr>
          <p:cNvSpPr/>
          <p:nvPr userDrawn="1"/>
        </p:nvSpPr>
        <p:spPr>
          <a:xfrm>
            <a:off x="329184" y="4251960"/>
            <a:ext cx="11521440" cy="566928"/>
          </a:xfrm>
          <a:prstGeom prst="rect">
            <a:avLst/>
          </a:prstGeom>
          <a:solidFill>
            <a:srgbClr val="9F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AE9B652-ACED-C93D-D17B-1AC838C37352}"/>
              </a:ext>
            </a:extLst>
          </p:cNvPr>
          <p:cNvSpPr/>
          <p:nvPr userDrawn="1"/>
        </p:nvSpPr>
        <p:spPr>
          <a:xfrm>
            <a:off x="329184" y="4814316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5">
            <a:extLst>
              <a:ext uri="{FF2B5EF4-FFF2-40B4-BE49-F238E27FC236}">
                <a16:creationId xmlns:a16="http://schemas.microsoft.com/office/drawing/2014/main" id="{0E74613B-66D4-E3E0-7141-FBD90496B68C}"/>
              </a:ext>
            </a:extLst>
          </p:cNvPr>
          <p:cNvSpPr/>
          <p:nvPr userDrawn="1"/>
        </p:nvSpPr>
        <p:spPr>
          <a:xfrm>
            <a:off x="402336" y="4389120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2119BD3-5224-783E-0FD8-D9516E288C76}"/>
              </a:ext>
            </a:extLst>
          </p:cNvPr>
          <p:cNvSpPr txBox="1"/>
          <p:nvPr userDrawn="1"/>
        </p:nvSpPr>
        <p:spPr>
          <a:xfrm>
            <a:off x="329184" y="4389120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{{tactic_6_type}}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ACFB190-2745-A3AA-0C1B-F21A78467C70}"/>
              </a:ext>
            </a:extLst>
          </p:cNvPr>
          <p:cNvSpPr txBox="1"/>
          <p:nvPr userDrawn="1"/>
        </p:nvSpPr>
        <p:spPr>
          <a:xfrm>
            <a:off x="1152144" y="4325112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t>{{tactic_6_name}}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9A27F30-7476-9F5B-0887-432504D5FE45}"/>
              </a:ext>
            </a:extLst>
          </p:cNvPr>
          <p:cNvSpPr txBox="1"/>
          <p:nvPr userDrawn="1"/>
        </p:nvSpPr>
        <p:spPr>
          <a:xfrm>
            <a:off x="2478024" y="4306824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{{tactic_6_desc}}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810FC2C-43A0-0205-C65E-987B605DD4BE}"/>
              </a:ext>
            </a:extLst>
          </p:cNvPr>
          <p:cNvSpPr txBox="1"/>
          <p:nvPr userDrawn="1"/>
        </p:nvSpPr>
        <p:spPr>
          <a:xfrm>
            <a:off x="5815584" y="4306824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{{tactic_6_kpi}}</a:t>
            </a:r>
          </a:p>
        </p:txBody>
      </p:sp>
      <p:sp>
        <p:nvSpPr>
          <p:cNvPr id="138" name="Rounded Rectangle 140">
            <a:extLst>
              <a:ext uri="{FF2B5EF4-FFF2-40B4-BE49-F238E27FC236}">
                <a16:creationId xmlns:a16="http://schemas.microsoft.com/office/drawing/2014/main" id="{22E45CA1-4F27-76BE-63E6-7AB4DB5F84F8}"/>
              </a:ext>
            </a:extLst>
          </p:cNvPr>
          <p:cNvSpPr/>
          <p:nvPr userDrawn="1"/>
        </p:nvSpPr>
        <p:spPr>
          <a:xfrm>
            <a:off x="8693763" y="4389120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1985202-F40F-3203-B380-93C7B7266958}"/>
              </a:ext>
            </a:extLst>
          </p:cNvPr>
          <p:cNvSpPr txBox="1"/>
          <p:nvPr userDrawn="1"/>
        </p:nvSpPr>
        <p:spPr>
          <a:xfrm>
            <a:off x="86937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40" name="Rounded Rectangle 142">
            <a:extLst>
              <a:ext uri="{FF2B5EF4-FFF2-40B4-BE49-F238E27FC236}">
                <a16:creationId xmlns:a16="http://schemas.microsoft.com/office/drawing/2014/main" id="{50BA78C2-8DF3-6B0A-2B53-7D65998EDD78}"/>
              </a:ext>
            </a:extLst>
          </p:cNvPr>
          <p:cNvSpPr/>
          <p:nvPr userDrawn="1"/>
        </p:nvSpPr>
        <p:spPr>
          <a:xfrm>
            <a:off x="8922363" y="4389120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A681D71-05A1-2359-6765-2488C480D8F3}"/>
              </a:ext>
            </a:extLst>
          </p:cNvPr>
          <p:cNvSpPr txBox="1"/>
          <p:nvPr userDrawn="1"/>
        </p:nvSpPr>
        <p:spPr>
          <a:xfrm>
            <a:off x="89223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42" name="Rounded Rectangle 144">
            <a:extLst>
              <a:ext uri="{FF2B5EF4-FFF2-40B4-BE49-F238E27FC236}">
                <a16:creationId xmlns:a16="http://schemas.microsoft.com/office/drawing/2014/main" id="{0D3CBA1E-D31A-F3D9-865B-A42EB3B50DFF}"/>
              </a:ext>
            </a:extLst>
          </p:cNvPr>
          <p:cNvSpPr/>
          <p:nvPr userDrawn="1"/>
        </p:nvSpPr>
        <p:spPr>
          <a:xfrm>
            <a:off x="9150963" y="4389120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E7DD8DA-7BF9-9316-BDD9-698004A3A5F2}"/>
              </a:ext>
            </a:extLst>
          </p:cNvPr>
          <p:cNvSpPr txBox="1"/>
          <p:nvPr userDrawn="1"/>
        </p:nvSpPr>
        <p:spPr>
          <a:xfrm>
            <a:off x="91509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144" name="Rounded Rectangle 146">
            <a:extLst>
              <a:ext uri="{FF2B5EF4-FFF2-40B4-BE49-F238E27FC236}">
                <a16:creationId xmlns:a16="http://schemas.microsoft.com/office/drawing/2014/main" id="{478F3EAC-90FC-E94F-0BCB-18F76FEADB2A}"/>
              </a:ext>
            </a:extLst>
          </p:cNvPr>
          <p:cNvSpPr/>
          <p:nvPr userDrawn="1"/>
        </p:nvSpPr>
        <p:spPr>
          <a:xfrm>
            <a:off x="9379563" y="4389120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3A81B81-4842-42A5-B3C9-BF5017456074}"/>
              </a:ext>
            </a:extLst>
          </p:cNvPr>
          <p:cNvSpPr txBox="1"/>
          <p:nvPr userDrawn="1"/>
        </p:nvSpPr>
        <p:spPr>
          <a:xfrm>
            <a:off x="93795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146" name="Rounded Rectangle 148">
            <a:extLst>
              <a:ext uri="{FF2B5EF4-FFF2-40B4-BE49-F238E27FC236}">
                <a16:creationId xmlns:a16="http://schemas.microsoft.com/office/drawing/2014/main" id="{52908DDB-10AD-6228-A24E-6A84374518BF}"/>
              </a:ext>
            </a:extLst>
          </p:cNvPr>
          <p:cNvSpPr/>
          <p:nvPr userDrawn="1"/>
        </p:nvSpPr>
        <p:spPr>
          <a:xfrm>
            <a:off x="9608163" y="4389120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16D817B-0F6E-CFA4-782D-A91B1B5CD549}"/>
              </a:ext>
            </a:extLst>
          </p:cNvPr>
          <p:cNvSpPr txBox="1"/>
          <p:nvPr userDrawn="1"/>
        </p:nvSpPr>
        <p:spPr>
          <a:xfrm>
            <a:off x="96081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48" name="Rounded Rectangle 150">
            <a:extLst>
              <a:ext uri="{FF2B5EF4-FFF2-40B4-BE49-F238E27FC236}">
                <a16:creationId xmlns:a16="http://schemas.microsoft.com/office/drawing/2014/main" id="{87936644-5E59-9E9A-F3F5-2DC939C720C8}"/>
              </a:ext>
            </a:extLst>
          </p:cNvPr>
          <p:cNvSpPr/>
          <p:nvPr userDrawn="1"/>
        </p:nvSpPr>
        <p:spPr>
          <a:xfrm>
            <a:off x="9836763" y="4389120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2E6E111-CEE5-C0B1-5A32-9A7D3E333386}"/>
              </a:ext>
            </a:extLst>
          </p:cNvPr>
          <p:cNvSpPr txBox="1"/>
          <p:nvPr userDrawn="1"/>
        </p:nvSpPr>
        <p:spPr>
          <a:xfrm>
            <a:off x="98367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00904FF-BD81-CD40-3816-962C7FCD52CE}"/>
              </a:ext>
            </a:extLst>
          </p:cNvPr>
          <p:cNvSpPr txBox="1"/>
          <p:nvPr userDrawn="1"/>
        </p:nvSpPr>
        <p:spPr>
          <a:xfrm>
            <a:off x="8721707" y="4590288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bg1"/>
                </a:solidFill>
              </a:rPr>
              <a:t>2027 ——— 2028</a:t>
            </a:r>
          </a:p>
        </p:txBody>
      </p:sp>
      <p:sp>
        <p:nvSpPr>
          <p:cNvPr id="151" name="Rounded Rectangle 153">
            <a:extLst>
              <a:ext uri="{FF2B5EF4-FFF2-40B4-BE49-F238E27FC236}">
                <a16:creationId xmlns:a16="http://schemas.microsoft.com/office/drawing/2014/main" id="{09423677-934B-7D62-FC2F-739D917C1977}"/>
              </a:ext>
            </a:extLst>
          </p:cNvPr>
          <p:cNvSpPr/>
          <p:nvPr userDrawn="1"/>
        </p:nvSpPr>
        <p:spPr>
          <a:xfrm>
            <a:off x="10341863" y="4389120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ED8D6E9-9254-1785-1A4A-B4A8DA016F3A}"/>
              </a:ext>
            </a:extLst>
          </p:cNvPr>
          <p:cNvSpPr txBox="1"/>
          <p:nvPr userDrawn="1"/>
        </p:nvSpPr>
        <p:spPr>
          <a:xfrm>
            <a:off x="10360152" y="4407408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{{tactic_6_priority}}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F41D775-D610-55EE-8402-AA72E41FFEED}"/>
              </a:ext>
            </a:extLst>
          </p:cNvPr>
          <p:cNvSpPr/>
          <p:nvPr userDrawn="1"/>
        </p:nvSpPr>
        <p:spPr>
          <a:xfrm>
            <a:off x="329184" y="4818888"/>
            <a:ext cx="1152144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EEF52BC-6FD3-6284-90E6-947D857D66AB}"/>
              </a:ext>
            </a:extLst>
          </p:cNvPr>
          <p:cNvSpPr/>
          <p:nvPr userDrawn="1"/>
        </p:nvSpPr>
        <p:spPr>
          <a:xfrm>
            <a:off x="329184" y="5381244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7">
            <a:extLst>
              <a:ext uri="{FF2B5EF4-FFF2-40B4-BE49-F238E27FC236}">
                <a16:creationId xmlns:a16="http://schemas.microsoft.com/office/drawing/2014/main" id="{B06D8F30-3B13-1B8B-A3A1-ECBE67D5A082}"/>
              </a:ext>
            </a:extLst>
          </p:cNvPr>
          <p:cNvSpPr/>
          <p:nvPr userDrawn="1"/>
        </p:nvSpPr>
        <p:spPr>
          <a:xfrm>
            <a:off x="402336" y="4956048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68C4B47-0D8D-F0F8-B1CC-6BD0902A65B9}"/>
              </a:ext>
            </a:extLst>
          </p:cNvPr>
          <p:cNvSpPr txBox="1"/>
          <p:nvPr userDrawn="1"/>
        </p:nvSpPr>
        <p:spPr>
          <a:xfrm>
            <a:off x="329184" y="4956048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{{tactic_7_type}}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77C5EF6-6528-D2FF-A1E0-2BF6F86504C3}"/>
              </a:ext>
            </a:extLst>
          </p:cNvPr>
          <p:cNvSpPr txBox="1"/>
          <p:nvPr userDrawn="1"/>
        </p:nvSpPr>
        <p:spPr>
          <a:xfrm>
            <a:off x="1152144" y="4892040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{{tactic_7_name}}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0E11E34-2D31-A7AB-35BD-DD4E458136A3}"/>
              </a:ext>
            </a:extLst>
          </p:cNvPr>
          <p:cNvSpPr txBox="1"/>
          <p:nvPr userDrawn="1"/>
        </p:nvSpPr>
        <p:spPr>
          <a:xfrm>
            <a:off x="2478024" y="4873751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{{tactic_7_desc}}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AA983E6-D5FC-DF00-F542-1DACC424C2D3}"/>
              </a:ext>
            </a:extLst>
          </p:cNvPr>
          <p:cNvSpPr txBox="1"/>
          <p:nvPr userDrawn="1"/>
        </p:nvSpPr>
        <p:spPr>
          <a:xfrm>
            <a:off x="5815584" y="4873751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{{tactic_7_kpi}}</a:t>
            </a:r>
          </a:p>
        </p:txBody>
      </p:sp>
      <p:sp>
        <p:nvSpPr>
          <p:cNvPr id="160" name="Rounded Rectangle 162">
            <a:extLst>
              <a:ext uri="{FF2B5EF4-FFF2-40B4-BE49-F238E27FC236}">
                <a16:creationId xmlns:a16="http://schemas.microsoft.com/office/drawing/2014/main" id="{31658558-158C-1A04-79BB-4237966EC105}"/>
              </a:ext>
            </a:extLst>
          </p:cNvPr>
          <p:cNvSpPr/>
          <p:nvPr userDrawn="1"/>
        </p:nvSpPr>
        <p:spPr>
          <a:xfrm>
            <a:off x="8693763" y="495604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6CB696F-2C1F-2A62-2778-DA3BF9D530F2}"/>
              </a:ext>
            </a:extLst>
          </p:cNvPr>
          <p:cNvSpPr txBox="1"/>
          <p:nvPr userDrawn="1"/>
        </p:nvSpPr>
        <p:spPr>
          <a:xfrm>
            <a:off x="86937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62" name="Rounded Rectangle 164">
            <a:extLst>
              <a:ext uri="{FF2B5EF4-FFF2-40B4-BE49-F238E27FC236}">
                <a16:creationId xmlns:a16="http://schemas.microsoft.com/office/drawing/2014/main" id="{87BBECA9-3816-B716-B657-9C46ED148F2A}"/>
              </a:ext>
            </a:extLst>
          </p:cNvPr>
          <p:cNvSpPr/>
          <p:nvPr userDrawn="1"/>
        </p:nvSpPr>
        <p:spPr>
          <a:xfrm>
            <a:off x="8922363" y="495604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223294C-B0C9-BCF0-8A93-C94ADF816C54}"/>
              </a:ext>
            </a:extLst>
          </p:cNvPr>
          <p:cNvSpPr txBox="1"/>
          <p:nvPr userDrawn="1"/>
        </p:nvSpPr>
        <p:spPr>
          <a:xfrm>
            <a:off x="89223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64" name="Rounded Rectangle 166">
            <a:extLst>
              <a:ext uri="{FF2B5EF4-FFF2-40B4-BE49-F238E27FC236}">
                <a16:creationId xmlns:a16="http://schemas.microsoft.com/office/drawing/2014/main" id="{94E004A1-1E1C-D5B9-9C4B-BBE663B3A227}"/>
              </a:ext>
            </a:extLst>
          </p:cNvPr>
          <p:cNvSpPr/>
          <p:nvPr userDrawn="1"/>
        </p:nvSpPr>
        <p:spPr>
          <a:xfrm>
            <a:off x="9150963" y="495604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E998A6B-F922-62B1-487C-BE1CB238D90D}"/>
              </a:ext>
            </a:extLst>
          </p:cNvPr>
          <p:cNvSpPr txBox="1"/>
          <p:nvPr userDrawn="1"/>
        </p:nvSpPr>
        <p:spPr>
          <a:xfrm>
            <a:off x="91509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166" name="Rounded Rectangle 168">
            <a:extLst>
              <a:ext uri="{FF2B5EF4-FFF2-40B4-BE49-F238E27FC236}">
                <a16:creationId xmlns:a16="http://schemas.microsoft.com/office/drawing/2014/main" id="{B5463371-24BB-54E5-46AA-0E1144D76CE9}"/>
              </a:ext>
            </a:extLst>
          </p:cNvPr>
          <p:cNvSpPr/>
          <p:nvPr userDrawn="1"/>
        </p:nvSpPr>
        <p:spPr>
          <a:xfrm>
            <a:off x="9379563" y="495604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1E4FF46-C248-55EC-33A3-225A976F3E0E}"/>
              </a:ext>
            </a:extLst>
          </p:cNvPr>
          <p:cNvSpPr txBox="1"/>
          <p:nvPr userDrawn="1"/>
        </p:nvSpPr>
        <p:spPr>
          <a:xfrm>
            <a:off x="93795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168" name="Rounded Rectangle 170">
            <a:extLst>
              <a:ext uri="{FF2B5EF4-FFF2-40B4-BE49-F238E27FC236}">
                <a16:creationId xmlns:a16="http://schemas.microsoft.com/office/drawing/2014/main" id="{B20E9C6B-7DF5-CE9E-0269-60233B2F6D8F}"/>
              </a:ext>
            </a:extLst>
          </p:cNvPr>
          <p:cNvSpPr/>
          <p:nvPr userDrawn="1"/>
        </p:nvSpPr>
        <p:spPr>
          <a:xfrm>
            <a:off x="9608163" y="4956048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066C4B3-57B9-9B76-2114-5239F4E78CB3}"/>
              </a:ext>
            </a:extLst>
          </p:cNvPr>
          <p:cNvSpPr txBox="1"/>
          <p:nvPr userDrawn="1"/>
        </p:nvSpPr>
        <p:spPr>
          <a:xfrm>
            <a:off x="96081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70" name="Rounded Rectangle 172">
            <a:extLst>
              <a:ext uri="{FF2B5EF4-FFF2-40B4-BE49-F238E27FC236}">
                <a16:creationId xmlns:a16="http://schemas.microsoft.com/office/drawing/2014/main" id="{FD67744A-9EB7-EF8B-ACF3-864EC5F2116F}"/>
              </a:ext>
            </a:extLst>
          </p:cNvPr>
          <p:cNvSpPr/>
          <p:nvPr userDrawn="1"/>
        </p:nvSpPr>
        <p:spPr>
          <a:xfrm>
            <a:off x="9836763" y="4956048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0D96FE2-99D8-B80C-57C7-BA40BBC42758}"/>
              </a:ext>
            </a:extLst>
          </p:cNvPr>
          <p:cNvSpPr txBox="1"/>
          <p:nvPr userDrawn="1"/>
        </p:nvSpPr>
        <p:spPr>
          <a:xfrm>
            <a:off x="98367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5F899B1-599D-0185-D48B-965D7DAD412A}"/>
              </a:ext>
            </a:extLst>
          </p:cNvPr>
          <p:cNvSpPr txBox="1"/>
          <p:nvPr userDrawn="1"/>
        </p:nvSpPr>
        <p:spPr>
          <a:xfrm>
            <a:off x="8721707" y="5157216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accent4">
                    <a:lumMod val="50000"/>
                  </a:schemeClr>
                </a:solidFill>
              </a:rPr>
              <a:t>2027 ——— 2028</a:t>
            </a:r>
          </a:p>
        </p:txBody>
      </p:sp>
      <p:sp>
        <p:nvSpPr>
          <p:cNvPr id="173" name="Rounded Rectangle 175">
            <a:extLst>
              <a:ext uri="{FF2B5EF4-FFF2-40B4-BE49-F238E27FC236}">
                <a16:creationId xmlns:a16="http://schemas.microsoft.com/office/drawing/2014/main" id="{72B7D919-1BF3-3FFA-8D01-106AC346C21C}"/>
              </a:ext>
            </a:extLst>
          </p:cNvPr>
          <p:cNvSpPr/>
          <p:nvPr userDrawn="1"/>
        </p:nvSpPr>
        <p:spPr>
          <a:xfrm>
            <a:off x="10341863" y="4956048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A7F6A9A-7FCA-E812-06DC-5588A864A431}"/>
              </a:ext>
            </a:extLst>
          </p:cNvPr>
          <p:cNvSpPr txBox="1"/>
          <p:nvPr userDrawn="1"/>
        </p:nvSpPr>
        <p:spPr>
          <a:xfrm>
            <a:off x="10360152" y="4974336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{{tactic_7_priority}}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121149C-5C9C-F73C-276C-DE18682CE8CA}"/>
              </a:ext>
            </a:extLst>
          </p:cNvPr>
          <p:cNvSpPr/>
          <p:nvPr userDrawn="1"/>
        </p:nvSpPr>
        <p:spPr>
          <a:xfrm>
            <a:off x="329184" y="5385816"/>
            <a:ext cx="11521440" cy="566928"/>
          </a:xfrm>
          <a:prstGeom prst="rect">
            <a:avLst/>
          </a:prstGeom>
          <a:solidFill>
            <a:srgbClr val="9F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055A956-9781-1A92-CBBA-DEEC25162E46}"/>
              </a:ext>
            </a:extLst>
          </p:cNvPr>
          <p:cNvSpPr/>
          <p:nvPr userDrawn="1"/>
        </p:nvSpPr>
        <p:spPr>
          <a:xfrm>
            <a:off x="329184" y="5948172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ounded Rectangle 179">
            <a:extLst>
              <a:ext uri="{FF2B5EF4-FFF2-40B4-BE49-F238E27FC236}">
                <a16:creationId xmlns:a16="http://schemas.microsoft.com/office/drawing/2014/main" id="{6E2C9F6E-A14C-88F6-C8E9-7552C74BECC3}"/>
              </a:ext>
            </a:extLst>
          </p:cNvPr>
          <p:cNvSpPr/>
          <p:nvPr userDrawn="1"/>
        </p:nvSpPr>
        <p:spPr>
          <a:xfrm>
            <a:off x="402336" y="5522976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28660B0-EC12-9345-45D9-C7E67B80C432}"/>
              </a:ext>
            </a:extLst>
          </p:cNvPr>
          <p:cNvSpPr txBox="1"/>
          <p:nvPr userDrawn="1"/>
        </p:nvSpPr>
        <p:spPr>
          <a:xfrm>
            <a:off x="329184" y="5522976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{{tactic_8_type}}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5A8F2CB-E910-FCA0-A714-089077CAE88F}"/>
              </a:ext>
            </a:extLst>
          </p:cNvPr>
          <p:cNvSpPr txBox="1"/>
          <p:nvPr userDrawn="1"/>
        </p:nvSpPr>
        <p:spPr>
          <a:xfrm>
            <a:off x="1152144" y="5458968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t>{{tactic_8_name}}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A82C875-55B5-CC19-6112-4F0B4AB1F9FE}"/>
              </a:ext>
            </a:extLst>
          </p:cNvPr>
          <p:cNvSpPr txBox="1"/>
          <p:nvPr userDrawn="1"/>
        </p:nvSpPr>
        <p:spPr>
          <a:xfrm>
            <a:off x="2478024" y="5440679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{{tactic_8_desc}}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E3E3986-A6D8-E120-9A6A-95589361F2F9}"/>
              </a:ext>
            </a:extLst>
          </p:cNvPr>
          <p:cNvSpPr txBox="1"/>
          <p:nvPr userDrawn="1"/>
        </p:nvSpPr>
        <p:spPr>
          <a:xfrm>
            <a:off x="5815584" y="5440679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{{tactic_8_kpi}}</a:t>
            </a:r>
          </a:p>
        </p:txBody>
      </p:sp>
      <p:sp>
        <p:nvSpPr>
          <p:cNvPr id="182" name="Rounded Rectangle 184">
            <a:extLst>
              <a:ext uri="{FF2B5EF4-FFF2-40B4-BE49-F238E27FC236}">
                <a16:creationId xmlns:a16="http://schemas.microsoft.com/office/drawing/2014/main" id="{E193E305-8CA8-ACAA-BC8B-3351951340E6}"/>
              </a:ext>
            </a:extLst>
          </p:cNvPr>
          <p:cNvSpPr/>
          <p:nvPr userDrawn="1"/>
        </p:nvSpPr>
        <p:spPr>
          <a:xfrm>
            <a:off x="8693763" y="552297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CFCBB60-81C4-9E30-51F2-DCB7BF1AFC13}"/>
              </a:ext>
            </a:extLst>
          </p:cNvPr>
          <p:cNvSpPr txBox="1"/>
          <p:nvPr userDrawn="1"/>
        </p:nvSpPr>
        <p:spPr>
          <a:xfrm>
            <a:off x="86937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84" name="Rounded Rectangle 186">
            <a:extLst>
              <a:ext uri="{FF2B5EF4-FFF2-40B4-BE49-F238E27FC236}">
                <a16:creationId xmlns:a16="http://schemas.microsoft.com/office/drawing/2014/main" id="{B408CEFC-5A47-D4FA-0745-A221BBEC7B74}"/>
              </a:ext>
            </a:extLst>
          </p:cNvPr>
          <p:cNvSpPr/>
          <p:nvPr userDrawn="1"/>
        </p:nvSpPr>
        <p:spPr>
          <a:xfrm>
            <a:off x="8922363" y="552297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53AA92D-C862-83E0-0E6F-45C427EBBC4F}"/>
              </a:ext>
            </a:extLst>
          </p:cNvPr>
          <p:cNvSpPr txBox="1"/>
          <p:nvPr userDrawn="1"/>
        </p:nvSpPr>
        <p:spPr>
          <a:xfrm>
            <a:off x="89223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86" name="Rounded Rectangle 188">
            <a:extLst>
              <a:ext uri="{FF2B5EF4-FFF2-40B4-BE49-F238E27FC236}">
                <a16:creationId xmlns:a16="http://schemas.microsoft.com/office/drawing/2014/main" id="{98D1FD3A-E3FF-D08A-37B1-BF260A7C038F}"/>
              </a:ext>
            </a:extLst>
          </p:cNvPr>
          <p:cNvSpPr/>
          <p:nvPr userDrawn="1"/>
        </p:nvSpPr>
        <p:spPr>
          <a:xfrm>
            <a:off x="9150963" y="552297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0EE0574-64FB-7777-022D-EDEED0EBB610}"/>
              </a:ext>
            </a:extLst>
          </p:cNvPr>
          <p:cNvSpPr txBox="1"/>
          <p:nvPr userDrawn="1"/>
        </p:nvSpPr>
        <p:spPr>
          <a:xfrm>
            <a:off x="91509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188" name="Rounded Rectangle 190">
            <a:extLst>
              <a:ext uri="{FF2B5EF4-FFF2-40B4-BE49-F238E27FC236}">
                <a16:creationId xmlns:a16="http://schemas.microsoft.com/office/drawing/2014/main" id="{64AFD6E3-A928-A28B-0945-47A392EA62FF}"/>
              </a:ext>
            </a:extLst>
          </p:cNvPr>
          <p:cNvSpPr/>
          <p:nvPr userDrawn="1"/>
        </p:nvSpPr>
        <p:spPr>
          <a:xfrm>
            <a:off x="9379563" y="552297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C26646A-F697-E382-8C54-D917306DF6CE}"/>
              </a:ext>
            </a:extLst>
          </p:cNvPr>
          <p:cNvSpPr txBox="1"/>
          <p:nvPr userDrawn="1"/>
        </p:nvSpPr>
        <p:spPr>
          <a:xfrm>
            <a:off x="93795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190" name="Rounded Rectangle 192">
            <a:extLst>
              <a:ext uri="{FF2B5EF4-FFF2-40B4-BE49-F238E27FC236}">
                <a16:creationId xmlns:a16="http://schemas.microsoft.com/office/drawing/2014/main" id="{B20654C1-5850-EBB3-7772-9C9735360ACE}"/>
              </a:ext>
            </a:extLst>
          </p:cNvPr>
          <p:cNvSpPr/>
          <p:nvPr userDrawn="1"/>
        </p:nvSpPr>
        <p:spPr>
          <a:xfrm>
            <a:off x="9608163" y="5522976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370DE138-0047-A816-634A-2390F23A12DE}"/>
              </a:ext>
            </a:extLst>
          </p:cNvPr>
          <p:cNvSpPr txBox="1"/>
          <p:nvPr userDrawn="1"/>
        </p:nvSpPr>
        <p:spPr>
          <a:xfrm>
            <a:off x="96081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92" name="Rounded Rectangle 194">
            <a:extLst>
              <a:ext uri="{FF2B5EF4-FFF2-40B4-BE49-F238E27FC236}">
                <a16:creationId xmlns:a16="http://schemas.microsoft.com/office/drawing/2014/main" id="{4720875F-D784-5EF7-DBE1-EEE2C588BB34}"/>
              </a:ext>
            </a:extLst>
          </p:cNvPr>
          <p:cNvSpPr/>
          <p:nvPr userDrawn="1"/>
        </p:nvSpPr>
        <p:spPr>
          <a:xfrm>
            <a:off x="9836763" y="5522976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D7D2BAC-C213-E6F3-A827-AEFD0EF3665E}"/>
              </a:ext>
            </a:extLst>
          </p:cNvPr>
          <p:cNvSpPr txBox="1"/>
          <p:nvPr userDrawn="1"/>
        </p:nvSpPr>
        <p:spPr>
          <a:xfrm>
            <a:off x="98367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3D49242-6BD0-D135-5C69-7EF8646F5DE2}"/>
              </a:ext>
            </a:extLst>
          </p:cNvPr>
          <p:cNvSpPr txBox="1"/>
          <p:nvPr userDrawn="1"/>
        </p:nvSpPr>
        <p:spPr>
          <a:xfrm>
            <a:off x="8721707" y="5724144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bg1"/>
                </a:solidFill>
              </a:rPr>
              <a:t>2027 ——— 2028</a:t>
            </a:r>
          </a:p>
        </p:txBody>
      </p:sp>
      <p:sp>
        <p:nvSpPr>
          <p:cNvPr id="195" name="Rounded Rectangle 197">
            <a:extLst>
              <a:ext uri="{FF2B5EF4-FFF2-40B4-BE49-F238E27FC236}">
                <a16:creationId xmlns:a16="http://schemas.microsoft.com/office/drawing/2014/main" id="{37A79D13-55DE-724B-ADA4-EBF78514C3A6}"/>
              </a:ext>
            </a:extLst>
          </p:cNvPr>
          <p:cNvSpPr/>
          <p:nvPr userDrawn="1"/>
        </p:nvSpPr>
        <p:spPr>
          <a:xfrm>
            <a:off x="10341863" y="5522976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3541BB0-E2EE-40A9-C525-6B5BA45E7594}"/>
              </a:ext>
            </a:extLst>
          </p:cNvPr>
          <p:cNvSpPr txBox="1"/>
          <p:nvPr userDrawn="1"/>
        </p:nvSpPr>
        <p:spPr>
          <a:xfrm>
            <a:off x="10360152" y="5541264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{{tactic_8_priority}}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14D13C4-2B2B-A729-3B3E-F9B0482B2A8F}"/>
              </a:ext>
            </a:extLst>
          </p:cNvPr>
          <p:cNvSpPr txBox="1"/>
          <p:nvPr userDrawn="1"/>
        </p:nvSpPr>
        <p:spPr>
          <a:xfrm>
            <a:off x="3200400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{{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drug_label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}}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E442DB4-413A-C8FA-C8CD-21DADEBA5EBF}"/>
              </a:ext>
            </a:extLst>
          </p:cNvPr>
          <p:cNvSpPr txBox="1"/>
          <p:nvPr userDrawn="1"/>
        </p:nvSpPr>
        <p:spPr>
          <a:xfrm>
            <a:off x="1463040" y="145819"/>
            <a:ext cx="1554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lang="de-DE" sz="1050" dirty="0"/>
              <a:t>Tactical Plan</a:t>
            </a: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21646320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VOTAL_STUDY_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FA3541-56BD-9CBB-8ADF-64BD0BC80571}"/>
              </a:ext>
            </a:extLst>
          </p:cNvPr>
          <p:cNvSpPr/>
          <p:nvPr userDrawn="1"/>
        </p:nvSpPr>
        <p:spPr>
          <a:xfrm>
            <a:off x="166180" y="612648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757D2D-73D6-0A72-1ED8-2050C6C5C0EF}"/>
              </a:ext>
            </a:extLst>
          </p:cNvPr>
          <p:cNvSpPr/>
          <p:nvPr userDrawn="1"/>
        </p:nvSpPr>
        <p:spPr>
          <a:xfrm>
            <a:off x="166180" y="612648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20AA4E-CFDB-20D4-3759-5C95E54E5960}"/>
              </a:ext>
            </a:extLst>
          </p:cNvPr>
          <p:cNvSpPr/>
          <p:nvPr userDrawn="1"/>
        </p:nvSpPr>
        <p:spPr>
          <a:xfrm>
            <a:off x="166180" y="877824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933CAF-EC33-0000-A5B2-A488D798E101}"/>
              </a:ext>
            </a:extLst>
          </p:cNvPr>
          <p:cNvSpPr/>
          <p:nvPr userDrawn="1"/>
        </p:nvSpPr>
        <p:spPr>
          <a:xfrm>
            <a:off x="294196" y="713232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0CA90B-CD50-C59C-E0CD-E690B1DD6F88}"/>
              </a:ext>
            </a:extLst>
          </p:cNvPr>
          <p:cNvSpPr txBox="1"/>
          <p:nvPr userDrawn="1"/>
        </p:nvSpPr>
        <p:spPr>
          <a:xfrm>
            <a:off x="403924" y="630384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study_design_title</a:t>
            </a:r>
            <a:r>
              <a:rPr sz="800" dirty="0"/>
              <a:t>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837ED1-5942-5870-FCBE-9F0175198D0F}"/>
              </a:ext>
            </a:extLst>
          </p:cNvPr>
          <p:cNvSpPr txBox="1"/>
          <p:nvPr userDrawn="1"/>
        </p:nvSpPr>
        <p:spPr>
          <a:xfrm>
            <a:off x="284364" y="898376"/>
            <a:ext cx="2395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rPr sz="2400" dirty="0">
                <a:gradFill flip="none" rotWithShape="1">
                  <a:gsLst>
                    <a:gs pos="0">
                      <a:schemeClr val="accent4">
                        <a:lumMod val="50000"/>
                        <a:lumOff val="50000"/>
                      </a:schemeClr>
                    </a:gs>
                    <a:gs pos="46000">
                      <a:schemeClr val="accent4">
                        <a:lumMod val="95000"/>
                        <a:lumOff val="5000"/>
                      </a:schemeClr>
                    </a:gs>
                    <a:gs pos="100000">
                      <a:schemeClr val="accent4">
                        <a:lumMod val="60000"/>
                      </a:schemeClr>
                    </a:gs>
                  </a:gsLst>
                  <a:lin ang="2700000" scaled="1"/>
                  <a:tileRect/>
                </a:gradFill>
              </a:rPr>
              <a:t>{{trial_name}}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9F46E6-60FC-0023-5B5B-981E7CD410B4}"/>
              </a:ext>
            </a:extLst>
          </p:cNvPr>
          <p:cNvSpPr txBox="1"/>
          <p:nvPr userDrawn="1"/>
        </p:nvSpPr>
        <p:spPr>
          <a:xfrm>
            <a:off x="284364" y="1321751"/>
            <a:ext cx="2395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{{trial_design}}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53B89-E8A5-E403-4087-0D4214C3A250}"/>
              </a:ext>
            </a:extLst>
          </p:cNvPr>
          <p:cNvSpPr/>
          <p:nvPr userDrawn="1"/>
        </p:nvSpPr>
        <p:spPr>
          <a:xfrm>
            <a:off x="294196" y="16916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580149-DDA0-0BA8-274A-F50D29EE0DF1}"/>
              </a:ext>
            </a:extLst>
          </p:cNvPr>
          <p:cNvSpPr txBox="1"/>
          <p:nvPr userDrawn="1"/>
        </p:nvSpPr>
        <p:spPr>
          <a:xfrm>
            <a:off x="240908" y="1728217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>
                <a:solidFill>
                  <a:schemeClr val="bg1">
                    <a:lumMod val="50000"/>
                  </a:schemeClr>
                </a:solidFill>
              </a:rPr>
              <a:t>Experimental arm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3DDF5E-7EE1-42B5-CB0B-6F2F43194DDC}"/>
              </a:ext>
            </a:extLst>
          </p:cNvPr>
          <p:cNvSpPr txBox="1"/>
          <p:nvPr userDrawn="1"/>
        </p:nvSpPr>
        <p:spPr>
          <a:xfrm>
            <a:off x="970852" y="1714761"/>
            <a:ext cx="17245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 err="1"/>
              <a:t>{{experimental_arm}}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B7FF14-DB69-AA08-BA1A-20F93F5121DE}"/>
              </a:ext>
            </a:extLst>
          </p:cNvPr>
          <p:cNvSpPr/>
          <p:nvPr userDrawn="1"/>
        </p:nvSpPr>
        <p:spPr>
          <a:xfrm>
            <a:off x="294196" y="1965960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6ED4D1-E10C-2F64-A79E-ED69BE031086}"/>
              </a:ext>
            </a:extLst>
          </p:cNvPr>
          <p:cNvSpPr txBox="1"/>
          <p:nvPr userDrawn="1"/>
        </p:nvSpPr>
        <p:spPr>
          <a:xfrm>
            <a:off x="240908" y="2002537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>
                <a:solidFill>
                  <a:schemeClr val="bg1">
                    <a:lumMod val="50000"/>
                  </a:schemeClr>
                </a:solidFill>
              </a:rPr>
              <a:t>Control arm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23F8EC-906A-B4DB-37ED-A853A8568499}"/>
              </a:ext>
            </a:extLst>
          </p:cNvPr>
          <p:cNvSpPr txBox="1"/>
          <p:nvPr userDrawn="1"/>
        </p:nvSpPr>
        <p:spPr>
          <a:xfrm>
            <a:off x="815404" y="2002536"/>
            <a:ext cx="18800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{{control_arm}}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9E1F30-B3B5-3BFD-92AF-31270AF48043}"/>
              </a:ext>
            </a:extLst>
          </p:cNvPr>
          <p:cNvSpPr/>
          <p:nvPr userDrawn="1"/>
        </p:nvSpPr>
        <p:spPr>
          <a:xfrm>
            <a:off x="294196" y="224027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25333D-B33C-0AA0-45B0-E6DE02B8E527}"/>
              </a:ext>
            </a:extLst>
          </p:cNvPr>
          <p:cNvSpPr txBox="1"/>
          <p:nvPr userDrawn="1"/>
        </p:nvSpPr>
        <p:spPr>
          <a:xfrm>
            <a:off x="240908" y="2276857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>
                <a:solidFill>
                  <a:schemeClr val="bg1">
                    <a:lumMod val="50000"/>
                  </a:schemeClr>
                </a:solidFill>
              </a:rPr>
              <a:t>Primary endpoint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CE7F6-01C5-56B8-9AB3-4814823A107A}"/>
              </a:ext>
            </a:extLst>
          </p:cNvPr>
          <p:cNvSpPr txBox="1"/>
          <p:nvPr userDrawn="1"/>
        </p:nvSpPr>
        <p:spPr>
          <a:xfrm>
            <a:off x="970852" y="2276856"/>
            <a:ext cx="1724576" cy="22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{{primary_endpoint}}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D2A6E7-F961-62D8-A67F-B9C8BE9947B3}"/>
              </a:ext>
            </a:extLst>
          </p:cNvPr>
          <p:cNvSpPr/>
          <p:nvPr userDrawn="1"/>
        </p:nvSpPr>
        <p:spPr>
          <a:xfrm>
            <a:off x="294196" y="251459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72E0C4-704E-FB93-6E6E-A79FF22C5487}"/>
              </a:ext>
            </a:extLst>
          </p:cNvPr>
          <p:cNvSpPr txBox="1"/>
          <p:nvPr userDrawn="1"/>
        </p:nvSpPr>
        <p:spPr>
          <a:xfrm>
            <a:off x="240908" y="255117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 dirty="0">
                <a:solidFill>
                  <a:schemeClr val="bg1">
                    <a:lumMod val="50000"/>
                  </a:schemeClr>
                </a:solidFill>
              </a:rPr>
              <a:t>Key eligibility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7FD3C9-797B-81FE-21B6-B4D1B1DDF7B4}"/>
              </a:ext>
            </a:extLst>
          </p:cNvPr>
          <p:cNvSpPr txBox="1"/>
          <p:nvPr userDrawn="1"/>
        </p:nvSpPr>
        <p:spPr>
          <a:xfrm>
            <a:off x="883904" y="2551174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{{key_eligibility}}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306A85-B88D-C4F5-6CDF-22514383B1B0}"/>
              </a:ext>
            </a:extLst>
          </p:cNvPr>
          <p:cNvSpPr/>
          <p:nvPr userDrawn="1"/>
        </p:nvSpPr>
        <p:spPr>
          <a:xfrm>
            <a:off x="294196" y="278891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712753-CDD4-C3D5-DCC9-8ECEB2243AA9}"/>
              </a:ext>
            </a:extLst>
          </p:cNvPr>
          <p:cNvSpPr txBox="1"/>
          <p:nvPr userDrawn="1"/>
        </p:nvSpPr>
        <p:spPr>
          <a:xfrm>
            <a:off x="240908" y="282549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 dirty="0" err="1">
                <a:solidFill>
                  <a:schemeClr val="bg1">
                    <a:lumMod val="50000"/>
                  </a:schemeClr>
                </a:solidFill>
              </a:rPr>
              <a:t>Randomisation</a:t>
            </a:r>
            <a:endParaRPr sz="7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3337DA-0F13-5EE9-92E4-5E405E6DA1E9}"/>
              </a:ext>
            </a:extLst>
          </p:cNvPr>
          <p:cNvSpPr txBox="1"/>
          <p:nvPr userDrawn="1"/>
        </p:nvSpPr>
        <p:spPr>
          <a:xfrm>
            <a:off x="883904" y="2825495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{{randomisation}}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808762-11B3-C128-4439-B67F2272276D}"/>
              </a:ext>
            </a:extLst>
          </p:cNvPr>
          <p:cNvSpPr/>
          <p:nvPr userDrawn="1"/>
        </p:nvSpPr>
        <p:spPr>
          <a:xfrm>
            <a:off x="294196" y="30632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2EE13D-895C-6AD3-1696-892D68A9F4FD}"/>
              </a:ext>
            </a:extLst>
          </p:cNvPr>
          <p:cNvSpPr txBox="1"/>
          <p:nvPr userDrawn="1"/>
        </p:nvSpPr>
        <p:spPr>
          <a:xfrm>
            <a:off x="240908" y="309981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 dirty="0">
                <a:solidFill>
                  <a:schemeClr val="bg1">
                    <a:lumMod val="50000"/>
                  </a:schemeClr>
                </a:solidFill>
              </a:rPr>
              <a:t>Data cut-off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65D31E-22E4-14FF-C608-645439F5AC37}"/>
              </a:ext>
            </a:extLst>
          </p:cNvPr>
          <p:cNvSpPr txBox="1"/>
          <p:nvPr userDrawn="1"/>
        </p:nvSpPr>
        <p:spPr>
          <a:xfrm>
            <a:off x="1433556" y="3099815"/>
            <a:ext cx="12618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{{data_cutoff}}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737CC1-D0E4-E1FE-A28B-768881F10541}"/>
              </a:ext>
            </a:extLst>
          </p:cNvPr>
          <p:cNvSpPr/>
          <p:nvPr userDrawn="1"/>
        </p:nvSpPr>
        <p:spPr>
          <a:xfrm>
            <a:off x="166180" y="3648457"/>
            <a:ext cx="2651760" cy="2798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83F61E-A36C-3FFD-9C58-C73136D289D9}"/>
              </a:ext>
            </a:extLst>
          </p:cNvPr>
          <p:cNvSpPr/>
          <p:nvPr userDrawn="1"/>
        </p:nvSpPr>
        <p:spPr>
          <a:xfrm>
            <a:off x="166180" y="3648456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D03888-7768-B183-A69D-4D1E52E2E267}"/>
              </a:ext>
            </a:extLst>
          </p:cNvPr>
          <p:cNvSpPr/>
          <p:nvPr userDrawn="1"/>
        </p:nvSpPr>
        <p:spPr>
          <a:xfrm>
            <a:off x="166180" y="3913632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C17E7F-AC91-A566-A685-64EB97F454A0}"/>
              </a:ext>
            </a:extLst>
          </p:cNvPr>
          <p:cNvSpPr/>
          <p:nvPr userDrawn="1"/>
        </p:nvSpPr>
        <p:spPr>
          <a:xfrm>
            <a:off x="294196" y="3749040"/>
            <a:ext cx="64008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36E629-987F-B151-A1D9-65E07A127E83}"/>
              </a:ext>
            </a:extLst>
          </p:cNvPr>
          <p:cNvSpPr txBox="1"/>
          <p:nvPr userDrawn="1"/>
        </p:nvSpPr>
        <p:spPr>
          <a:xfrm>
            <a:off x="403924" y="3666192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{{safety_title}}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5C2275-FA66-2022-2434-142701B52B5D}"/>
              </a:ext>
            </a:extLst>
          </p:cNvPr>
          <p:cNvSpPr txBox="1"/>
          <p:nvPr userDrawn="1"/>
        </p:nvSpPr>
        <p:spPr>
          <a:xfrm>
            <a:off x="294196" y="4050792"/>
            <a:ext cx="10972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GRADE ≥3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9E2A78-02AC-12BE-7A0D-21DE2DCCCFDE}"/>
              </a:ext>
            </a:extLst>
          </p:cNvPr>
          <p:cNvSpPr txBox="1"/>
          <p:nvPr userDrawn="1"/>
        </p:nvSpPr>
        <p:spPr>
          <a:xfrm>
            <a:off x="294196" y="4215383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/>
              <a:t>{{safety_grade3_1}}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5138E5-2298-2B2A-B786-084C914465CC}"/>
              </a:ext>
            </a:extLst>
          </p:cNvPr>
          <p:cNvSpPr txBox="1"/>
          <p:nvPr userDrawn="1"/>
        </p:nvSpPr>
        <p:spPr>
          <a:xfrm>
            <a:off x="294196" y="4398264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/>
              <a:t>{{safety_grade3_2}}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07EE10-BD74-EB9E-A180-C993B47671F1}"/>
              </a:ext>
            </a:extLst>
          </p:cNvPr>
          <p:cNvSpPr txBox="1"/>
          <p:nvPr userDrawn="1"/>
        </p:nvSpPr>
        <p:spPr>
          <a:xfrm>
            <a:off x="294196" y="4581144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 err="1"/>
              <a:t>{{safety_grade3_3}}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C7712A-083D-02EA-5863-D0D703AF7049}"/>
              </a:ext>
            </a:extLst>
          </p:cNvPr>
          <p:cNvSpPr txBox="1"/>
          <p:nvPr userDrawn="1"/>
        </p:nvSpPr>
        <p:spPr>
          <a:xfrm>
            <a:off x="294196" y="4764024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/>
              <a:t>{{safety_grade3_4}}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2C9A98-4EAB-F7A7-6599-687E1F2EC2BA}"/>
              </a:ext>
            </a:extLst>
          </p:cNvPr>
          <p:cNvSpPr txBox="1"/>
          <p:nvPr userDrawn="1"/>
        </p:nvSpPr>
        <p:spPr>
          <a:xfrm>
            <a:off x="294196" y="5020057"/>
            <a:ext cx="142803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ANY GRADE — OCULAR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5AC303-C4EA-FD2D-0CBA-9AD35407CDE6}"/>
              </a:ext>
            </a:extLst>
          </p:cNvPr>
          <p:cNvSpPr txBox="1"/>
          <p:nvPr userDrawn="1"/>
        </p:nvSpPr>
        <p:spPr>
          <a:xfrm>
            <a:off x="294196" y="5312467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sz="850" dirty="0"/>
              <a:t>{{safety_ocular_1}}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3496C-EF70-E30F-C008-A12BB984E9C5}"/>
              </a:ext>
            </a:extLst>
          </p:cNvPr>
          <p:cNvSpPr txBox="1"/>
          <p:nvPr userDrawn="1"/>
        </p:nvSpPr>
        <p:spPr>
          <a:xfrm>
            <a:off x="294196" y="5495347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sz="850" dirty="0"/>
              <a:t>{{safety_ocular_2}}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904141-CAB8-FDD1-8EB5-0D025D2E6B2F}"/>
              </a:ext>
            </a:extLst>
          </p:cNvPr>
          <p:cNvSpPr txBox="1"/>
          <p:nvPr userDrawn="1"/>
        </p:nvSpPr>
        <p:spPr>
          <a:xfrm>
            <a:off x="294196" y="5678227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sz="850" dirty="0"/>
              <a:t>{{safety_ocular_3}}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402F940-0F52-C1F0-A5A5-B684A01A244D}"/>
              </a:ext>
            </a:extLst>
          </p:cNvPr>
          <p:cNvSpPr/>
          <p:nvPr userDrawn="1"/>
        </p:nvSpPr>
        <p:spPr>
          <a:xfrm>
            <a:off x="2927668" y="612648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88D34B9-233B-9F79-A456-5C30EE97416C}"/>
              </a:ext>
            </a:extLst>
          </p:cNvPr>
          <p:cNvSpPr/>
          <p:nvPr userDrawn="1"/>
        </p:nvSpPr>
        <p:spPr>
          <a:xfrm>
            <a:off x="2927668" y="612648"/>
            <a:ext cx="429768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68E2050-FCBD-EB1B-1E95-DC9742559085}"/>
              </a:ext>
            </a:extLst>
          </p:cNvPr>
          <p:cNvSpPr/>
          <p:nvPr userDrawn="1"/>
        </p:nvSpPr>
        <p:spPr>
          <a:xfrm>
            <a:off x="2927668" y="877824"/>
            <a:ext cx="42976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7A8549-A087-702E-44E4-6C4DC0B3F0ED}"/>
              </a:ext>
            </a:extLst>
          </p:cNvPr>
          <p:cNvSpPr/>
          <p:nvPr userDrawn="1"/>
        </p:nvSpPr>
        <p:spPr>
          <a:xfrm>
            <a:off x="3055684" y="713232"/>
            <a:ext cx="64008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FCE6B5-2DE6-303B-4CCA-556FA2D84FD5}"/>
              </a:ext>
            </a:extLst>
          </p:cNvPr>
          <p:cNvSpPr txBox="1"/>
          <p:nvPr userDrawn="1"/>
        </p:nvSpPr>
        <p:spPr>
          <a:xfrm>
            <a:off x="3165412" y="630384"/>
            <a:ext cx="3840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{{efficacy_title}}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B51556-FC3A-0FCF-AE90-FE49A1733043}"/>
              </a:ext>
            </a:extLst>
          </p:cNvPr>
          <p:cNvSpPr/>
          <p:nvPr userDrawn="1"/>
        </p:nvSpPr>
        <p:spPr>
          <a:xfrm>
            <a:off x="3055684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026197A-C2D4-365A-5389-FF9ED266A10E}"/>
              </a:ext>
            </a:extLst>
          </p:cNvPr>
          <p:cNvSpPr/>
          <p:nvPr userDrawn="1"/>
        </p:nvSpPr>
        <p:spPr>
          <a:xfrm>
            <a:off x="3055684" y="996695"/>
            <a:ext cx="27432" cy="6309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030F2D-D549-C63F-65F6-25B49435D586}"/>
              </a:ext>
            </a:extLst>
          </p:cNvPr>
          <p:cNvSpPr txBox="1"/>
          <p:nvPr userDrawn="1"/>
        </p:nvSpPr>
        <p:spPr>
          <a:xfrm>
            <a:off x="3147125" y="1051561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{{mpfs_exp_label}}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6BF22F-9859-D5E9-5233-6EE6C6563422}"/>
              </a:ext>
            </a:extLst>
          </p:cNvPr>
          <p:cNvSpPr txBox="1"/>
          <p:nvPr userDrawn="1"/>
        </p:nvSpPr>
        <p:spPr>
          <a:xfrm>
            <a:off x="3147124" y="1164920"/>
            <a:ext cx="992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{{mpfs_exp_value}}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5F20AF-CA8B-0BB4-06B4-3A53070AE6C3}"/>
              </a:ext>
            </a:extLst>
          </p:cNvPr>
          <p:cNvSpPr txBox="1"/>
          <p:nvPr userDrawn="1"/>
        </p:nvSpPr>
        <p:spPr>
          <a:xfrm>
            <a:off x="3147125" y="146304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{{mpfs_exp_ci}}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F7FDF1-733E-92D2-B9DD-EC54322B62E5}"/>
              </a:ext>
            </a:extLst>
          </p:cNvPr>
          <p:cNvSpPr/>
          <p:nvPr userDrawn="1"/>
        </p:nvSpPr>
        <p:spPr>
          <a:xfrm>
            <a:off x="5113084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32187B9-9246-BAB8-E14F-C1290E055C95}"/>
              </a:ext>
            </a:extLst>
          </p:cNvPr>
          <p:cNvSpPr/>
          <p:nvPr userDrawn="1"/>
        </p:nvSpPr>
        <p:spPr>
          <a:xfrm>
            <a:off x="5113084" y="996695"/>
            <a:ext cx="27432" cy="6309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524B86-86D9-9FD4-4A48-17BF4E8FC891}"/>
              </a:ext>
            </a:extLst>
          </p:cNvPr>
          <p:cNvSpPr txBox="1"/>
          <p:nvPr userDrawn="1"/>
        </p:nvSpPr>
        <p:spPr>
          <a:xfrm>
            <a:off x="5204525" y="1051561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{{mpfs_ctrl_label}}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8F6AF6-C0DE-3B33-05DC-AF561B4475A8}"/>
              </a:ext>
            </a:extLst>
          </p:cNvPr>
          <p:cNvSpPr txBox="1"/>
          <p:nvPr userDrawn="1"/>
        </p:nvSpPr>
        <p:spPr>
          <a:xfrm>
            <a:off x="5204524" y="1164920"/>
            <a:ext cx="992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/>
              <a:t>{{mpfs_ctrl_value}}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3E4A06-8923-DDFF-7DB9-5B75B263DD95}"/>
              </a:ext>
            </a:extLst>
          </p:cNvPr>
          <p:cNvSpPr txBox="1"/>
          <p:nvPr userDrawn="1"/>
        </p:nvSpPr>
        <p:spPr>
          <a:xfrm>
            <a:off x="5204525" y="146304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{{mpfs_ctrl_ci}}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283C83D-1AB1-BC75-CA49-63786FFC94F7}"/>
              </a:ext>
            </a:extLst>
          </p:cNvPr>
          <p:cNvSpPr/>
          <p:nvPr userDrawn="1"/>
        </p:nvSpPr>
        <p:spPr>
          <a:xfrm>
            <a:off x="3055684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2F3EE2D-E9D0-5F28-EF29-079AEA13678D}"/>
              </a:ext>
            </a:extLst>
          </p:cNvPr>
          <p:cNvSpPr/>
          <p:nvPr userDrawn="1"/>
        </p:nvSpPr>
        <p:spPr>
          <a:xfrm>
            <a:off x="3055684" y="1700784"/>
            <a:ext cx="27432" cy="6309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739D0D-3BEC-58DB-CF33-A910BCEB3593}"/>
              </a:ext>
            </a:extLst>
          </p:cNvPr>
          <p:cNvSpPr txBox="1"/>
          <p:nvPr userDrawn="1"/>
        </p:nvSpPr>
        <p:spPr>
          <a:xfrm>
            <a:off x="3147125" y="175564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{{orr_exp_label}}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F52156-9C89-6ECC-053A-A86DF4995D3E}"/>
              </a:ext>
            </a:extLst>
          </p:cNvPr>
          <p:cNvSpPr txBox="1"/>
          <p:nvPr userDrawn="1"/>
        </p:nvSpPr>
        <p:spPr>
          <a:xfrm>
            <a:off x="3196288" y="1869009"/>
            <a:ext cx="992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{{orr_exp_value}}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24700C-F231-D17C-B9EB-7556C1959A3F}"/>
              </a:ext>
            </a:extLst>
          </p:cNvPr>
          <p:cNvSpPr txBox="1"/>
          <p:nvPr userDrawn="1"/>
        </p:nvSpPr>
        <p:spPr>
          <a:xfrm>
            <a:off x="3147125" y="216712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{{orr_exp_detail}}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67240B-1EE4-59EC-DD9E-38325AE44663}"/>
              </a:ext>
            </a:extLst>
          </p:cNvPr>
          <p:cNvSpPr/>
          <p:nvPr userDrawn="1"/>
        </p:nvSpPr>
        <p:spPr>
          <a:xfrm>
            <a:off x="5113084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0EAB7A-AFE4-3CBD-C3E7-4CA94F34E50F}"/>
              </a:ext>
            </a:extLst>
          </p:cNvPr>
          <p:cNvSpPr/>
          <p:nvPr userDrawn="1"/>
        </p:nvSpPr>
        <p:spPr>
          <a:xfrm>
            <a:off x="5113084" y="1700784"/>
            <a:ext cx="27432" cy="6309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3D05BC3-4969-5A8B-9732-40FE3FAC2293}"/>
              </a:ext>
            </a:extLst>
          </p:cNvPr>
          <p:cNvSpPr txBox="1"/>
          <p:nvPr userDrawn="1"/>
        </p:nvSpPr>
        <p:spPr>
          <a:xfrm>
            <a:off x="5204525" y="175564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{{orr_ctrl_label}}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F4A092-25F9-3FC3-73BA-8A6F77842EF8}"/>
              </a:ext>
            </a:extLst>
          </p:cNvPr>
          <p:cNvSpPr txBox="1"/>
          <p:nvPr userDrawn="1"/>
        </p:nvSpPr>
        <p:spPr>
          <a:xfrm>
            <a:off x="5263515" y="1869009"/>
            <a:ext cx="992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{{orr_ctrl_value}}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3510BE-CD5D-4E4E-CFD1-D240AB93302A}"/>
              </a:ext>
            </a:extLst>
          </p:cNvPr>
          <p:cNvSpPr txBox="1"/>
          <p:nvPr userDrawn="1"/>
        </p:nvSpPr>
        <p:spPr>
          <a:xfrm>
            <a:off x="5204525" y="216712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{{orr_ctrl_detail}}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F556318-4367-0386-AE3E-647EB0B3CC72}"/>
              </a:ext>
            </a:extLst>
          </p:cNvPr>
          <p:cNvSpPr/>
          <p:nvPr userDrawn="1"/>
        </p:nvSpPr>
        <p:spPr>
          <a:xfrm>
            <a:off x="2927668" y="2551176"/>
            <a:ext cx="4297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D5C1A4F-AF81-E7BF-3E3F-768ABC4A718E}"/>
              </a:ext>
            </a:extLst>
          </p:cNvPr>
          <p:cNvSpPr/>
          <p:nvPr userDrawn="1"/>
        </p:nvSpPr>
        <p:spPr>
          <a:xfrm>
            <a:off x="2927668" y="2551176"/>
            <a:ext cx="4297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74AF5B-758B-F893-4977-724AA9098414}"/>
              </a:ext>
            </a:extLst>
          </p:cNvPr>
          <p:cNvSpPr txBox="1"/>
          <p:nvPr userDrawn="1"/>
        </p:nvSpPr>
        <p:spPr>
          <a:xfrm>
            <a:off x="3055684" y="2642616"/>
            <a:ext cx="40416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HAZARD RATIO · PRIMARY ENDPOINT (PFS)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3866EC-1630-20FF-BF53-79F7DCFA9FDD}"/>
              </a:ext>
            </a:extLst>
          </p:cNvPr>
          <p:cNvSpPr txBox="1"/>
          <p:nvPr userDrawn="1"/>
        </p:nvSpPr>
        <p:spPr>
          <a:xfrm>
            <a:off x="3055684" y="2744089"/>
            <a:ext cx="19339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 i="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{{hr_value}}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981F45-7109-DCDA-CD31-3B75289C60EA}"/>
              </a:ext>
            </a:extLst>
          </p:cNvPr>
          <p:cNvSpPr txBox="1"/>
          <p:nvPr userDrawn="1"/>
        </p:nvSpPr>
        <p:spPr>
          <a:xfrm>
            <a:off x="5076508" y="2916937"/>
            <a:ext cx="1719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92400E"/>
                </a:solidFill>
                <a:latin typeface="Arial"/>
              </a:defRPr>
            </a:pPr>
            <a:r>
              <a:rPr sz="1000"/>
              <a:t>{{hr_conclusion}}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8EDA78-B993-BF6D-A1B2-272C9D3379B7}"/>
              </a:ext>
            </a:extLst>
          </p:cNvPr>
          <p:cNvSpPr txBox="1"/>
          <p:nvPr userDrawn="1"/>
        </p:nvSpPr>
        <p:spPr>
          <a:xfrm>
            <a:off x="3055684" y="3300984"/>
            <a:ext cx="4041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{{hr_ci_p}}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D3438A3-C5E6-886F-7F21-38ED1FACB374}"/>
              </a:ext>
            </a:extLst>
          </p:cNvPr>
          <p:cNvSpPr/>
          <p:nvPr userDrawn="1"/>
        </p:nvSpPr>
        <p:spPr>
          <a:xfrm>
            <a:off x="3055684" y="3538728"/>
            <a:ext cx="4041648" cy="512063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827C52-0830-CA69-4DC9-5962B90F644E}"/>
              </a:ext>
            </a:extLst>
          </p:cNvPr>
          <p:cNvSpPr txBox="1"/>
          <p:nvPr userDrawn="1"/>
        </p:nvSpPr>
        <p:spPr>
          <a:xfrm>
            <a:off x="3037395" y="3538728"/>
            <a:ext cx="4059937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{{hr_interpretation}}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B7D3513-C1E3-56A0-E436-845884EFA3F2}"/>
              </a:ext>
            </a:extLst>
          </p:cNvPr>
          <p:cNvSpPr txBox="1"/>
          <p:nvPr userDrawn="1"/>
        </p:nvSpPr>
        <p:spPr>
          <a:xfrm>
            <a:off x="3055684" y="4093579"/>
            <a:ext cx="4041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OVERALL SURVIVAL (SECONDARY)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2A0CD73-6790-8F54-4D0C-D222A9D7243C}"/>
              </a:ext>
            </a:extLst>
          </p:cNvPr>
          <p:cNvSpPr txBox="1"/>
          <p:nvPr userDrawn="1"/>
        </p:nvSpPr>
        <p:spPr>
          <a:xfrm>
            <a:off x="3055684" y="4280239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 err="1"/>
              <a:t>{{os_exp_label}}</a:t>
            </a:r>
            <a:endParaRPr sz="7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8D9DC45-4FD0-B8E4-270B-6E0055B68E0C}"/>
              </a:ext>
            </a:extLst>
          </p:cNvPr>
          <p:cNvSpPr txBox="1"/>
          <p:nvPr userDrawn="1"/>
        </p:nvSpPr>
        <p:spPr>
          <a:xfrm>
            <a:off x="3055684" y="4419290"/>
            <a:ext cx="1292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400" dirty="0"/>
              <a:t>{{os_exp_value}}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3FA29E-AB72-D583-F99D-9A88F42E2B55}"/>
              </a:ext>
            </a:extLst>
          </p:cNvPr>
          <p:cNvSpPr txBox="1"/>
          <p:nvPr userDrawn="1"/>
        </p:nvSpPr>
        <p:spPr>
          <a:xfrm>
            <a:off x="4402900" y="4280239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{{</a:t>
            </a:r>
            <a:r>
              <a:rPr sz="700" dirty="0" err="1"/>
              <a:t>os_ctrl_label</a:t>
            </a:r>
            <a:r>
              <a:rPr sz="700" dirty="0"/>
              <a:t>}}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816931-50AC-4F06-69DC-F10F8A276535}"/>
              </a:ext>
            </a:extLst>
          </p:cNvPr>
          <p:cNvSpPr txBox="1"/>
          <p:nvPr userDrawn="1"/>
        </p:nvSpPr>
        <p:spPr>
          <a:xfrm>
            <a:off x="4402900" y="4419290"/>
            <a:ext cx="1292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400" dirty="0"/>
              <a:t>{{os_ctrl_value}}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721818C-67B6-BBBA-C272-D637BF9455F6}"/>
              </a:ext>
            </a:extLst>
          </p:cNvPr>
          <p:cNvSpPr txBox="1"/>
          <p:nvPr userDrawn="1"/>
        </p:nvSpPr>
        <p:spPr>
          <a:xfrm>
            <a:off x="5750116" y="4419290"/>
            <a:ext cx="1292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400" dirty="0"/>
              <a:t>{{os_hr_value}}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A796C18-458C-9677-440B-391E3C563923}"/>
              </a:ext>
            </a:extLst>
          </p:cNvPr>
          <p:cNvSpPr/>
          <p:nvPr userDrawn="1"/>
        </p:nvSpPr>
        <p:spPr>
          <a:xfrm>
            <a:off x="2927668" y="5038345"/>
            <a:ext cx="4297680" cy="1408175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797B217-7245-A685-B9C1-1237D433B6B9}"/>
              </a:ext>
            </a:extLst>
          </p:cNvPr>
          <p:cNvSpPr txBox="1"/>
          <p:nvPr userDrawn="1"/>
        </p:nvSpPr>
        <p:spPr>
          <a:xfrm>
            <a:off x="3055684" y="5129785"/>
            <a:ext cx="4041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</a:rPr>
              <a:t>ADDITIONAL ENDPOINTS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4B05987-DCBF-AE40-1416-3F84B524F378}"/>
              </a:ext>
            </a:extLst>
          </p:cNvPr>
          <p:cNvSpPr txBox="1"/>
          <p:nvPr userDrawn="1"/>
        </p:nvSpPr>
        <p:spPr>
          <a:xfrm>
            <a:off x="3055684" y="531266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{{add_1_label}}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3EED7B2-CAA7-19AB-527E-B0D3DFE84BA4}"/>
              </a:ext>
            </a:extLst>
          </p:cNvPr>
          <p:cNvSpPr txBox="1"/>
          <p:nvPr userDrawn="1"/>
        </p:nvSpPr>
        <p:spPr>
          <a:xfrm>
            <a:off x="3038432" y="5467580"/>
            <a:ext cx="1292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400" dirty="0"/>
              <a:t>{{add_1_value}}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21542E6-F297-0473-3D05-FA7A569AA2A4}"/>
              </a:ext>
            </a:extLst>
          </p:cNvPr>
          <p:cNvSpPr txBox="1"/>
          <p:nvPr userDrawn="1"/>
        </p:nvSpPr>
        <p:spPr>
          <a:xfrm>
            <a:off x="4402900" y="531266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{{add_2_label}}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BF36986-C1A2-3E1E-EF56-077CC69459E0}"/>
              </a:ext>
            </a:extLst>
          </p:cNvPr>
          <p:cNvSpPr txBox="1"/>
          <p:nvPr userDrawn="1"/>
        </p:nvSpPr>
        <p:spPr>
          <a:xfrm>
            <a:off x="4385648" y="5467580"/>
            <a:ext cx="1292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400" dirty="0"/>
              <a:t>{{add_2_value}}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1B1206A-4337-AFBE-8ACE-5501C86B75A6}"/>
              </a:ext>
            </a:extLst>
          </p:cNvPr>
          <p:cNvSpPr txBox="1"/>
          <p:nvPr userDrawn="1"/>
        </p:nvSpPr>
        <p:spPr>
          <a:xfrm>
            <a:off x="5750116" y="531266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{{add_3_label}}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04C74DB-48A8-EDD5-379E-A693092D7E1A}"/>
              </a:ext>
            </a:extLst>
          </p:cNvPr>
          <p:cNvSpPr txBox="1"/>
          <p:nvPr userDrawn="1"/>
        </p:nvSpPr>
        <p:spPr>
          <a:xfrm>
            <a:off x="5732864" y="5467580"/>
            <a:ext cx="1292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400"/>
              <a:t>{{add_3_value}}</a:t>
            </a:r>
          </a:p>
        </p:txBody>
      </p:sp>
      <p:sp>
        <p:nvSpPr>
          <p:cNvPr id="97" name="Rectangle 96" descr="CHART_AREA">
            <a:extLst>
              <a:ext uri="{FF2B5EF4-FFF2-40B4-BE49-F238E27FC236}">
                <a16:creationId xmlns:a16="http://schemas.microsoft.com/office/drawing/2014/main" id="{ABE746EC-B833-C1A1-B14C-B6F7C21995F8}"/>
              </a:ext>
            </a:extLst>
          </p:cNvPr>
          <p:cNvSpPr/>
          <p:nvPr userDrawn="1"/>
        </p:nvSpPr>
        <p:spPr>
          <a:xfrm>
            <a:off x="7335076" y="612648"/>
            <a:ext cx="469087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A8A7AF3-BA3C-8B83-B3DA-7206AFE49938}"/>
              </a:ext>
            </a:extLst>
          </p:cNvPr>
          <p:cNvSpPr/>
          <p:nvPr userDrawn="1"/>
        </p:nvSpPr>
        <p:spPr>
          <a:xfrm>
            <a:off x="7335076" y="612648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C82A983-C928-C90D-7F6A-C4CAE1D2A4B0}"/>
              </a:ext>
            </a:extLst>
          </p:cNvPr>
          <p:cNvSpPr/>
          <p:nvPr userDrawn="1"/>
        </p:nvSpPr>
        <p:spPr>
          <a:xfrm>
            <a:off x="7335076" y="877824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8707883-1946-5C87-5398-F7CF3A6222A6}"/>
              </a:ext>
            </a:extLst>
          </p:cNvPr>
          <p:cNvSpPr/>
          <p:nvPr userDrawn="1"/>
        </p:nvSpPr>
        <p:spPr>
          <a:xfrm>
            <a:off x="7463092" y="713232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3C188B4-49C3-FCDC-9705-1472740A0570}"/>
              </a:ext>
            </a:extLst>
          </p:cNvPr>
          <p:cNvSpPr txBox="1"/>
          <p:nvPr userDrawn="1"/>
        </p:nvSpPr>
        <p:spPr>
          <a:xfrm>
            <a:off x="7572819" y="630384"/>
            <a:ext cx="4233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{{chart_bar_title}}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8DAB191-116C-8A36-77F1-CFDB96C2E839}"/>
              </a:ext>
            </a:extLst>
          </p:cNvPr>
          <p:cNvSpPr txBox="1"/>
          <p:nvPr userDrawn="1"/>
        </p:nvSpPr>
        <p:spPr>
          <a:xfrm>
            <a:off x="7426515" y="3575304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0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79D7955-C27B-1C86-75DC-CA3CC8ABD5E5}"/>
              </a:ext>
            </a:extLst>
          </p:cNvPr>
          <p:cNvSpPr/>
          <p:nvPr userDrawn="1"/>
        </p:nvSpPr>
        <p:spPr>
          <a:xfrm>
            <a:off x="7792276" y="3630168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9EDAB63-38E5-6511-CBCB-E05739632AB0}"/>
              </a:ext>
            </a:extLst>
          </p:cNvPr>
          <p:cNvSpPr txBox="1"/>
          <p:nvPr userDrawn="1"/>
        </p:nvSpPr>
        <p:spPr>
          <a:xfrm>
            <a:off x="7426515" y="2976590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10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C9D9EB6-13A5-7823-6BEE-8FD409F8CFEF}"/>
              </a:ext>
            </a:extLst>
          </p:cNvPr>
          <p:cNvSpPr/>
          <p:nvPr userDrawn="1"/>
        </p:nvSpPr>
        <p:spPr>
          <a:xfrm>
            <a:off x="7792276" y="3031453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5DE519-EDE7-B7D1-1BB7-2695D6CA2807}"/>
              </a:ext>
            </a:extLst>
          </p:cNvPr>
          <p:cNvSpPr txBox="1"/>
          <p:nvPr userDrawn="1"/>
        </p:nvSpPr>
        <p:spPr>
          <a:xfrm>
            <a:off x="7426515" y="2377876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20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C70DE65-762E-61AB-CD90-9C433F088276}"/>
              </a:ext>
            </a:extLst>
          </p:cNvPr>
          <p:cNvSpPr/>
          <p:nvPr userDrawn="1"/>
        </p:nvSpPr>
        <p:spPr>
          <a:xfrm>
            <a:off x="7792276" y="2432739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7F5EFD4-1C2F-6983-6C52-5F63AD839241}"/>
              </a:ext>
            </a:extLst>
          </p:cNvPr>
          <p:cNvSpPr txBox="1"/>
          <p:nvPr userDrawn="1"/>
        </p:nvSpPr>
        <p:spPr>
          <a:xfrm>
            <a:off x="7426515" y="1779162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30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B3A0A4D-F011-4562-2345-B76AF2E3ADDF}"/>
              </a:ext>
            </a:extLst>
          </p:cNvPr>
          <p:cNvSpPr/>
          <p:nvPr userDrawn="1"/>
        </p:nvSpPr>
        <p:spPr>
          <a:xfrm>
            <a:off x="7792276" y="1834025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6D85ACA-B48E-D610-36AB-F0A210CEB066}"/>
              </a:ext>
            </a:extLst>
          </p:cNvPr>
          <p:cNvSpPr txBox="1"/>
          <p:nvPr userDrawn="1"/>
        </p:nvSpPr>
        <p:spPr>
          <a:xfrm>
            <a:off x="7426515" y="1180447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40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2BD1377-5558-297C-E380-9F7848F0F6A2}"/>
              </a:ext>
            </a:extLst>
          </p:cNvPr>
          <p:cNvSpPr/>
          <p:nvPr userDrawn="1"/>
        </p:nvSpPr>
        <p:spPr>
          <a:xfrm>
            <a:off x="7792276" y="1235310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925BC54-D83A-805A-A0A0-816B5D73E4FD}"/>
              </a:ext>
            </a:extLst>
          </p:cNvPr>
          <p:cNvSpPr/>
          <p:nvPr userDrawn="1"/>
        </p:nvSpPr>
        <p:spPr>
          <a:xfrm>
            <a:off x="7792276" y="3630168"/>
            <a:ext cx="3959352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CCB2919-B846-A936-58B0-B803B71A2F51}"/>
              </a:ext>
            </a:extLst>
          </p:cNvPr>
          <p:cNvSpPr/>
          <p:nvPr userDrawn="1"/>
        </p:nvSpPr>
        <p:spPr>
          <a:xfrm>
            <a:off x="7792276" y="1115568"/>
            <a:ext cx="9144" cy="2514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18D6F9D-7027-AD86-531E-E3BBB4EB5AD9}"/>
              </a:ext>
            </a:extLst>
          </p:cNvPr>
          <p:cNvSpPr txBox="1"/>
          <p:nvPr userDrawn="1"/>
        </p:nvSpPr>
        <p:spPr>
          <a:xfrm>
            <a:off x="7289356" y="935590"/>
            <a:ext cx="8458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lang="de-DE" sz="700"/>
              <a:t>{{chart_bar_y_label}}</a:t>
            </a:r>
            <a:endParaRPr sz="7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ECA5BED-7F12-431E-5036-8A5C8DA96ADE}"/>
              </a:ext>
            </a:extLst>
          </p:cNvPr>
          <p:cNvSpPr txBox="1"/>
          <p:nvPr userDrawn="1"/>
        </p:nvSpPr>
        <p:spPr>
          <a:xfrm>
            <a:off x="8126033" y="3685031"/>
            <a:ext cx="14630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{{chart_bar_exp_label}}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80F1BBB-02DA-320E-6ED9-2CC760D08B8B}"/>
              </a:ext>
            </a:extLst>
          </p:cNvPr>
          <p:cNvSpPr txBox="1"/>
          <p:nvPr userDrawn="1"/>
        </p:nvSpPr>
        <p:spPr>
          <a:xfrm>
            <a:off x="9954833" y="3685031"/>
            <a:ext cx="14630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{{chart_bar_ctrl_label}}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9468840-41E9-32D1-3E79-2AF0497CA798}"/>
              </a:ext>
            </a:extLst>
          </p:cNvPr>
          <p:cNvSpPr txBox="1"/>
          <p:nvPr userDrawn="1"/>
        </p:nvSpPr>
        <p:spPr>
          <a:xfrm>
            <a:off x="7792276" y="3904488"/>
            <a:ext cx="3959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{{chart_bar_note}}</a:t>
            </a:r>
          </a:p>
        </p:txBody>
      </p:sp>
      <p:sp>
        <p:nvSpPr>
          <p:cNvPr id="120" name="Rectangle 119" descr="CHART_AREA">
            <a:extLst>
              <a:ext uri="{FF2B5EF4-FFF2-40B4-BE49-F238E27FC236}">
                <a16:creationId xmlns:a16="http://schemas.microsoft.com/office/drawing/2014/main" id="{527FCFC5-1DE7-476C-253D-939228FDFBCE}"/>
              </a:ext>
            </a:extLst>
          </p:cNvPr>
          <p:cNvSpPr/>
          <p:nvPr userDrawn="1"/>
        </p:nvSpPr>
        <p:spPr>
          <a:xfrm>
            <a:off x="7335076" y="4197096"/>
            <a:ext cx="4690872" cy="22494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4077678-76A7-D2DD-7BAC-4E3FB238777B}"/>
              </a:ext>
            </a:extLst>
          </p:cNvPr>
          <p:cNvSpPr/>
          <p:nvPr userDrawn="1"/>
        </p:nvSpPr>
        <p:spPr>
          <a:xfrm>
            <a:off x="7335076" y="4197096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0D52CEF-4C6A-C059-7FDA-F43B642F2D33}"/>
              </a:ext>
            </a:extLst>
          </p:cNvPr>
          <p:cNvSpPr/>
          <p:nvPr userDrawn="1"/>
        </p:nvSpPr>
        <p:spPr>
          <a:xfrm>
            <a:off x="7335076" y="4462272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E5FEBAA-0E0D-538D-225D-39A6AE8FB1F2}"/>
              </a:ext>
            </a:extLst>
          </p:cNvPr>
          <p:cNvSpPr/>
          <p:nvPr userDrawn="1"/>
        </p:nvSpPr>
        <p:spPr>
          <a:xfrm>
            <a:off x="7463092" y="429768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4F5796B-3C2C-7C4E-803E-9087ADD9F86B}"/>
              </a:ext>
            </a:extLst>
          </p:cNvPr>
          <p:cNvSpPr txBox="1"/>
          <p:nvPr userDrawn="1"/>
        </p:nvSpPr>
        <p:spPr>
          <a:xfrm>
            <a:off x="7572819" y="4224068"/>
            <a:ext cx="4233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chart_orr_title</a:t>
            </a:r>
            <a:r>
              <a:rPr sz="800" dirty="0"/>
              <a:t>}}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2AE354D-16A5-4BB5-9306-B43DD3B787BE}"/>
              </a:ext>
            </a:extLst>
          </p:cNvPr>
          <p:cNvSpPr txBox="1"/>
          <p:nvPr userDrawn="1"/>
        </p:nvSpPr>
        <p:spPr>
          <a:xfrm>
            <a:off x="7975155" y="4599432"/>
            <a:ext cx="16139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{{chart_orr_exp_label}}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788D3FC-FAD5-11EF-728F-F5846BF4A5B8}"/>
              </a:ext>
            </a:extLst>
          </p:cNvPr>
          <p:cNvSpPr txBox="1"/>
          <p:nvPr userDrawn="1"/>
        </p:nvSpPr>
        <p:spPr>
          <a:xfrm>
            <a:off x="9863392" y="4599432"/>
            <a:ext cx="16139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{{chart_orr_ctrl_label}}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8472DFB-7575-AE60-1D15-059BD8505C3A}"/>
              </a:ext>
            </a:extLst>
          </p:cNvPr>
          <p:cNvSpPr txBox="1"/>
          <p:nvPr userDrawn="1"/>
        </p:nvSpPr>
        <p:spPr>
          <a:xfrm>
            <a:off x="7335076" y="4800599"/>
            <a:ext cx="5852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CR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0998276-3F0E-D57B-BB70-2A7DDAB1FAFB}"/>
              </a:ext>
            </a:extLst>
          </p:cNvPr>
          <p:cNvSpPr txBox="1"/>
          <p:nvPr userDrawn="1"/>
        </p:nvSpPr>
        <p:spPr>
          <a:xfrm>
            <a:off x="7335077" y="5111494"/>
            <a:ext cx="64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VGPR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92DDF00-6B0A-23E2-BEEC-53B05CE479FB}"/>
              </a:ext>
            </a:extLst>
          </p:cNvPr>
          <p:cNvSpPr txBox="1"/>
          <p:nvPr userDrawn="1"/>
        </p:nvSpPr>
        <p:spPr>
          <a:xfrm>
            <a:off x="7335078" y="5422390"/>
            <a:ext cx="5852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sz="900"/>
              <a:t>PR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EA372A3-6397-91DF-816D-E09E8A5C843F}"/>
              </a:ext>
            </a:extLst>
          </p:cNvPr>
          <p:cNvSpPr txBox="1"/>
          <p:nvPr userDrawn="1"/>
        </p:nvSpPr>
        <p:spPr>
          <a:xfrm>
            <a:off x="7900615" y="4768298"/>
            <a:ext cx="771905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{{chart_orr_cr_exp}}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81702E8-2B56-DB32-3957-07D28198D115}"/>
              </a:ext>
            </a:extLst>
          </p:cNvPr>
          <p:cNvSpPr txBox="1"/>
          <p:nvPr userDrawn="1"/>
        </p:nvSpPr>
        <p:spPr>
          <a:xfrm>
            <a:off x="7906200" y="5081200"/>
            <a:ext cx="649963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{{chart_orr_vgpr_exp}}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0F74621-2276-4A24-68A0-C87367938D43}"/>
              </a:ext>
            </a:extLst>
          </p:cNvPr>
          <p:cNvSpPr txBox="1"/>
          <p:nvPr userDrawn="1"/>
        </p:nvSpPr>
        <p:spPr>
          <a:xfrm>
            <a:off x="7908123" y="5394790"/>
            <a:ext cx="6480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{{chart_orr_pr_exp}}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9892DEC-4399-2704-19F2-C28841EE91E1}"/>
              </a:ext>
            </a:extLst>
          </p:cNvPr>
          <p:cNvSpPr txBox="1"/>
          <p:nvPr userDrawn="1"/>
        </p:nvSpPr>
        <p:spPr>
          <a:xfrm>
            <a:off x="9784812" y="4773197"/>
            <a:ext cx="5661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{{chart_orr_cr_ctrl}}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B7C1D43-C3F9-3484-3E67-217EEDD3560B}"/>
              </a:ext>
            </a:extLst>
          </p:cNvPr>
          <p:cNvSpPr txBox="1"/>
          <p:nvPr userDrawn="1"/>
        </p:nvSpPr>
        <p:spPr>
          <a:xfrm>
            <a:off x="9788521" y="5084093"/>
            <a:ext cx="5447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{{chart_orr_vgpr_ctrl}}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C944887-33A6-FD6D-B77B-041E152850D6}"/>
              </a:ext>
            </a:extLst>
          </p:cNvPr>
          <p:cNvSpPr txBox="1"/>
          <p:nvPr userDrawn="1"/>
        </p:nvSpPr>
        <p:spPr>
          <a:xfrm>
            <a:off x="9799013" y="5405622"/>
            <a:ext cx="6035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{{chart_orr_pr_ctrl}}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58440B0-4B09-D4CD-28A2-AE625C4BD8D8}"/>
              </a:ext>
            </a:extLst>
          </p:cNvPr>
          <p:cNvSpPr txBox="1"/>
          <p:nvPr userDrawn="1"/>
        </p:nvSpPr>
        <p:spPr>
          <a:xfrm>
            <a:off x="1464628" y="16496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/>
              <a:t>PIVOTAL STUDIES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95FE688-29B9-CB0E-077D-E55DBEB8A694}"/>
              </a:ext>
            </a:extLst>
          </p:cNvPr>
          <p:cNvSpPr txBox="1"/>
          <p:nvPr userDrawn="1"/>
        </p:nvSpPr>
        <p:spPr>
          <a:xfrm>
            <a:off x="3019108" y="146672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{{drug_label_full}}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0E6586F-31E7-46B2-8E3C-138161296947}"/>
              </a:ext>
            </a:extLst>
          </p:cNvPr>
          <p:cNvSpPr txBox="1"/>
          <p:nvPr userDrawn="1"/>
        </p:nvSpPr>
        <p:spPr>
          <a:xfrm>
            <a:off x="8688388" y="164960"/>
            <a:ext cx="1097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phase_badge</a:t>
            </a:r>
            <a:r>
              <a:rPr sz="800" dirty="0"/>
              <a:t>}}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CE104B9-E53A-803B-DBC8-9A7113E4510F}"/>
              </a:ext>
            </a:extLst>
          </p:cNvPr>
          <p:cNvSpPr txBox="1"/>
          <p:nvPr userDrawn="1"/>
        </p:nvSpPr>
        <p:spPr>
          <a:xfrm>
            <a:off x="5750116" y="4286737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{{</a:t>
            </a:r>
            <a:r>
              <a:rPr sz="700" dirty="0" err="1"/>
              <a:t>os</a:t>
            </a:r>
            <a:r>
              <a:rPr sz="700" dirty="0"/>
              <a:t>_</a:t>
            </a:r>
            <a:r>
              <a:rPr lang="de-DE" sz="700" dirty="0"/>
              <a:t>hr</a:t>
            </a:r>
            <a:r>
              <a:rPr sz="700" dirty="0"/>
              <a:t>_label}}</a:t>
            </a:r>
          </a:p>
        </p:txBody>
      </p:sp>
      <p:graphicFrame>
        <p:nvGraphicFramePr>
          <p:cNvPr id="146" name="Chart 145" descr="CHART_MEDIAN_PFS">
            <a:extLst>
              <a:ext uri="{FF2B5EF4-FFF2-40B4-BE49-F238E27FC236}">
                <a16:creationId xmlns:a16="http://schemas.microsoft.com/office/drawing/2014/main" id="{99F1BBB1-9326-C9C0-CCA3-88C720C893A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303792321"/>
              </p:ext>
            </p:extLst>
          </p:nvPr>
        </p:nvGraphicFramePr>
        <p:xfrm>
          <a:off x="7544290" y="1051559"/>
          <a:ext cx="4168407" cy="2956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B7063B6A-0784-0956-D7EC-B4B88280A8C5}"/>
              </a:ext>
            </a:extLst>
          </p:cNvPr>
          <p:cNvSpPr txBox="1"/>
          <p:nvPr userDrawn="1"/>
        </p:nvSpPr>
        <p:spPr>
          <a:xfrm>
            <a:off x="8313039" y="3354977"/>
            <a:ext cx="1280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5CF6"/>
                </a:solidFill>
                <a:latin typeface="Arial"/>
              </a:defRPr>
            </a:pPr>
            <a:r>
              <a:rPr sz="1300" dirty="0">
                <a:solidFill>
                  <a:schemeClr val="tx1"/>
                </a:solidFill>
              </a:rPr>
              <a:t>{{chart_bar_exp_value}}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3B88301-3F5D-F895-0ED7-17D70D405A8D}"/>
              </a:ext>
            </a:extLst>
          </p:cNvPr>
          <p:cNvSpPr txBox="1"/>
          <p:nvPr userDrawn="1"/>
        </p:nvSpPr>
        <p:spPr>
          <a:xfrm>
            <a:off x="10125455" y="3368623"/>
            <a:ext cx="1280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94A3B8"/>
                </a:solidFill>
                <a:latin typeface="Arial"/>
              </a:defRPr>
            </a:pPr>
            <a:r>
              <a:rPr sz="1300" dirty="0">
                <a:solidFill>
                  <a:schemeClr val="tx1"/>
                </a:solidFill>
              </a:rPr>
              <a:t>{{chart_bar_ctrl_value}}</a:t>
            </a:r>
          </a:p>
        </p:txBody>
      </p:sp>
      <p:graphicFrame>
        <p:nvGraphicFramePr>
          <p:cNvPr id="149" name="Chart 148" descr="CHART_ORR_RESPONSE_DRUG">
            <a:extLst>
              <a:ext uri="{FF2B5EF4-FFF2-40B4-BE49-F238E27FC236}">
                <a16:creationId xmlns:a16="http://schemas.microsoft.com/office/drawing/2014/main" id="{50836417-7C44-2B9B-60F6-B6C796CB148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45539878"/>
              </p:ext>
            </p:extLst>
          </p:nvPr>
        </p:nvGraphicFramePr>
        <p:xfrm>
          <a:off x="8038540" y="4239571"/>
          <a:ext cx="1907115" cy="1795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3" name="Chart 152" descr="CHART_ORR_RESPONSE_CONTROL">
            <a:extLst>
              <a:ext uri="{FF2B5EF4-FFF2-40B4-BE49-F238E27FC236}">
                <a16:creationId xmlns:a16="http://schemas.microsoft.com/office/drawing/2014/main" id="{E5EA97B0-F30C-13BD-9D5C-AC53B81685E7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310115014"/>
              </p:ext>
            </p:extLst>
          </p:nvPr>
        </p:nvGraphicFramePr>
        <p:xfrm>
          <a:off x="9954833" y="4647530"/>
          <a:ext cx="1340863" cy="1152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88017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CTICAL_GANT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9" descr="CHART_AREA">
            <a:extLst>
              <a:ext uri="{FF2B5EF4-FFF2-40B4-BE49-F238E27FC236}">
                <a16:creationId xmlns:a16="http://schemas.microsoft.com/office/drawing/2014/main" id="{ED0ED1F4-AC27-6799-692F-338C9B4C0141}"/>
              </a:ext>
            </a:extLst>
          </p:cNvPr>
          <p:cNvSpPr/>
          <p:nvPr userDrawn="1"/>
        </p:nvSpPr>
        <p:spPr>
          <a:xfrm>
            <a:off x="166180" y="658368"/>
            <a:ext cx="11859768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829CE-53CC-D5FA-BDF8-B2A57D9E4DAF}"/>
              </a:ext>
            </a:extLst>
          </p:cNvPr>
          <p:cNvSpPr/>
          <p:nvPr userDrawn="1"/>
        </p:nvSpPr>
        <p:spPr>
          <a:xfrm>
            <a:off x="2269300" y="658368"/>
            <a:ext cx="2439162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013F6-05E9-BE8A-902B-E98C23A1FB5E}"/>
              </a:ext>
            </a:extLst>
          </p:cNvPr>
          <p:cNvSpPr txBox="1"/>
          <p:nvPr userDrawn="1"/>
        </p:nvSpPr>
        <p:spPr>
          <a:xfrm>
            <a:off x="2269300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Q1 · Jan–Mar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8F776-1BD9-C8EC-4EA7-D3BDD907B360}"/>
              </a:ext>
            </a:extLst>
          </p:cNvPr>
          <p:cNvSpPr txBox="1"/>
          <p:nvPr userDrawn="1"/>
        </p:nvSpPr>
        <p:spPr>
          <a:xfrm>
            <a:off x="226930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178C4F-8ADF-1D1D-9269-68E61D0E0D78}"/>
              </a:ext>
            </a:extLst>
          </p:cNvPr>
          <p:cNvSpPr txBox="1"/>
          <p:nvPr userDrawn="1"/>
        </p:nvSpPr>
        <p:spPr>
          <a:xfrm>
            <a:off x="308235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Feb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78BA30-1ACC-35A7-81BB-81D815448F5B}"/>
              </a:ext>
            </a:extLst>
          </p:cNvPr>
          <p:cNvSpPr/>
          <p:nvPr userDrawn="1"/>
        </p:nvSpPr>
        <p:spPr>
          <a:xfrm>
            <a:off x="3082354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FFDDF8-8162-7E5A-5EA2-2A443A1C02BF}"/>
              </a:ext>
            </a:extLst>
          </p:cNvPr>
          <p:cNvSpPr txBox="1"/>
          <p:nvPr userDrawn="1"/>
        </p:nvSpPr>
        <p:spPr>
          <a:xfrm>
            <a:off x="3895408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Mar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17277D-7A41-44B3-0C75-75E2DA95B738}"/>
              </a:ext>
            </a:extLst>
          </p:cNvPr>
          <p:cNvSpPr/>
          <p:nvPr userDrawn="1"/>
        </p:nvSpPr>
        <p:spPr>
          <a:xfrm>
            <a:off x="3895408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4593B5-24F4-065C-D67B-338199BB8C80}"/>
              </a:ext>
            </a:extLst>
          </p:cNvPr>
          <p:cNvSpPr/>
          <p:nvPr userDrawn="1"/>
        </p:nvSpPr>
        <p:spPr>
          <a:xfrm>
            <a:off x="4708462" y="658368"/>
            <a:ext cx="2439162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D84BD1-2DC7-D9D4-E2B1-C9634AB4E7B4}"/>
              </a:ext>
            </a:extLst>
          </p:cNvPr>
          <p:cNvSpPr txBox="1"/>
          <p:nvPr userDrawn="1"/>
        </p:nvSpPr>
        <p:spPr>
          <a:xfrm>
            <a:off x="4708462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Q2 · Apr–Jun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753BB8-6E8E-A6AF-C4C2-D44158A42B27}"/>
              </a:ext>
            </a:extLst>
          </p:cNvPr>
          <p:cNvSpPr txBox="1"/>
          <p:nvPr userDrawn="1"/>
        </p:nvSpPr>
        <p:spPr>
          <a:xfrm>
            <a:off x="4708462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Apr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BCDB4E-16C2-B3EA-CEF1-F5BDDFA76293}"/>
              </a:ext>
            </a:extLst>
          </p:cNvPr>
          <p:cNvSpPr txBox="1"/>
          <p:nvPr userDrawn="1"/>
        </p:nvSpPr>
        <p:spPr>
          <a:xfrm>
            <a:off x="5521516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May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893B16-D570-D6A8-420A-9F8E26922BDB}"/>
              </a:ext>
            </a:extLst>
          </p:cNvPr>
          <p:cNvSpPr/>
          <p:nvPr userDrawn="1"/>
        </p:nvSpPr>
        <p:spPr>
          <a:xfrm>
            <a:off x="5521516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1BCCC9-ED9A-29BB-90CF-5BFBBF4D8ACF}"/>
              </a:ext>
            </a:extLst>
          </p:cNvPr>
          <p:cNvSpPr txBox="1"/>
          <p:nvPr userDrawn="1"/>
        </p:nvSpPr>
        <p:spPr>
          <a:xfrm>
            <a:off x="633457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Jun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7975F5-2787-4CEB-BFD0-DA807CAA94C9}"/>
              </a:ext>
            </a:extLst>
          </p:cNvPr>
          <p:cNvSpPr/>
          <p:nvPr userDrawn="1"/>
        </p:nvSpPr>
        <p:spPr>
          <a:xfrm>
            <a:off x="633457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2B6BD4-BBE6-C4C6-DA09-93DCA83F2A7B}"/>
              </a:ext>
            </a:extLst>
          </p:cNvPr>
          <p:cNvSpPr/>
          <p:nvPr userDrawn="1"/>
        </p:nvSpPr>
        <p:spPr>
          <a:xfrm>
            <a:off x="7147624" y="658368"/>
            <a:ext cx="243916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DCCEDC-C06C-1B3C-F123-49A12E873A5D}"/>
              </a:ext>
            </a:extLst>
          </p:cNvPr>
          <p:cNvSpPr txBox="1"/>
          <p:nvPr userDrawn="1"/>
        </p:nvSpPr>
        <p:spPr>
          <a:xfrm>
            <a:off x="7147624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Q3 · Jul–Sep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3D42AC-839E-F27D-868A-E6061F5EF57A}"/>
              </a:ext>
            </a:extLst>
          </p:cNvPr>
          <p:cNvSpPr txBox="1"/>
          <p:nvPr userDrawn="1"/>
        </p:nvSpPr>
        <p:spPr>
          <a:xfrm>
            <a:off x="714762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Jul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D2385-7D56-ED90-5837-3C11B07E5EB8}"/>
              </a:ext>
            </a:extLst>
          </p:cNvPr>
          <p:cNvSpPr txBox="1"/>
          <p:nvPr userDrawn="1"/>
        </p:nvSpPr>
        <p:spPr>
          <a:xfrm>
            <a:off x="7960678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Aug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430DD5-3A28-9A99-FD79-8F9641DBC56B}"/>
              </a:ext>
            </a:extLst>
          </p:cNvPr>
          <p:cNvSpPr/>
          <p:nvPr userDrawn="1"/>
        </p:nvSpPr>
        <p:spPr>
          <a:xfrm>
            <a:off x="7960678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098995-10AA-6EA0-27D8-41D93F4AB27A}"/>
              </a:ext>
            </a:extLst>
          </p:cNvPr>
          <p:cNvSpPr txBox="1"/>
          <p:nvPr userDrawn="1"/>
        </p:nvSpPr>
        <p:spPr>
          <a:xfrm>
            <a:off x="8773732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Sep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9ED3CA-AE97-BDCD-A02F-F1AAA3131AC4}"/>
              </a:ext>
            </a:extLst>
          </p:cNvPr>
          <p:cNvSpPr/>
          <p:nvPr userDrawn="1"/>
        </p:nvSpPr>
        <p:spPr>
          <a:xfrm>
            <a:off x="8773732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9A5782-2338-3A6A-E89C-AE88925F77F4}"/>
              </a:ext>
            </a:extLst>
          </p:cNvPr>
          <p:cNvSpPr/>
          <p:nvPr userDrawn="1"/>
        </p:nvSpPr>
        <p:spPr>
          <a:xfrm>
            <a:off x="9586786" y="658368"/>
            <a:ext cx="2439162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D0457E-7A29-CB50-C355-A752D999BAC9}"/>
              </a:ext>
            </a:extLst>
          </p:cNvPr>
          <p:cNvSpPr txBox="1"/>
          <p:nvPr userDrawn="1"/>
        </p:nvSpPr>
        <p:spPr>
          <a:xfrm>
            <a:off x="9586786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Q4 · Oct–Dec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4B27CB-A13B-230F-B700-F3CC9DDD341F}"/>
              </a:ext>
            </a:extLst>
          </p:cNvPr>
          <p:cNvSpPr txBox="1"/>
          <p:nvPr userDrawn="1"/>
        </p:nvSpPr>
        <p:spPr>
          <a:xfrm>
            <a:off x="9586786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Oct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009AF0-1A86-FD81-B8BA-4BAEE8BA4540}"/>
              </a:ext>
            </a:extLst>
          </p:cNvPr>
          <p:cNvSpPr txBox="1"/>
          <p:nvPr userDrawn="1"/>
        </p:nvSpPr>
        <p:spPr>
          <a:xfrm>
            <a:off x="1039984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Nov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A54194-93C3-055C-8532-2666B20134B7}"/>
              </a:ext>
            </a:extLst>
          </p:cNvPr>
          <p:cNvSpPr/>
          <p:nvPr userDrawn="1"/>
        </p:nvSpPr>
        <p:spPr>
          <a:xfrm>
            <a:off x="1039984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6755A8-5A0F-F789-1997-8DAC82DB62E6}"/>
              </a:ext>
            </a:extLst>
          </p:cNvPr>
          <p:cNvSpPr txBox="1"/>
          <p:nvPr userDrawn="1"/>
        </p:nvSpPr>
        <p:spPr>
          <a:xfrm>
            <a:off x="1121289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Dec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17A4B2-AEE9-183A-0F57-D2ADC8E1D5C7}"/>
              </a:ext>
            </a:extLst>
          </p:cNvPr>
          <p:cNvSpPr/>
          <p:nvPr userDrawn="1"/>
        </p:nvSpPr>
        <p:spPr>
          <a:xfrm>
            <a:off x="11212894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7278FE-8A18-25E7-8372-8B48CFF4CC7C}"/>
              </a:ext>
            </a:extLst>
          </p:cNvPr>
          <p:cNvSpPr/>
          <p:nvPr userDrawn="1"/>
        </p:nvSpPr>
        <p:spPr>
          <a:xfrm>
            <a:off x="2269300" y="1184148"/>
            <a:ext cx="9756648" cy="45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10FDEE-2703-E691-3EE8-F6E030111005}"/>
              </a:ext>
            </a:extLst>
          </p:cNvPr>
          <p:cNvSpPr txBox="1"/>
          <p:nvPr userDrawn="1"/>
        </p:nvSpPr>
        <p:spPr>
          <a:xfrm>
            <a:off x="340560" y="786384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WORKSTREAM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C72C5F-84EA-C0B1-041B-F864684BAF3A}"/>
              </a:ext>
            </a:extLst>
          </p:cNvPr>
          <p:cNvSpPr/>
          <p:nvPr userDrawn="1"/>
        </p:nvSpPr>
        <p:spPr>
          <a:xfrm>
            <a:off x="166180" y="1188719"/>
            <a:ext cx="11859768" cy="91440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D3EBED-0944-E5EC-E24E-1E5504DA08F1}"/>
              </a:ext>
            </a:extLst>
          </p:cNvPr>
          <p:cNvSpPr/>
          <p:nvPr userDrawn="1"/>
        </p:nvSpPr>
        <p:spPr>
          <a:xfrm>
            <a:off x="166180" y="1188719"/>
            <a:ext cx="36576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942049-3362-6800-4E2D-A7C618139117}"/>
              </a:ext>
            </a:extLst>
          </p:cNvPr>
          <p:cNvSpPr txBox="1"/>
          <p:nvPr userDrawn="1"/>
        </p:nvSpPr>
        <p:spPr>
          <a:xfrm>
            <a:off x="275908" y="124358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{{ws_1_name}}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645A6D-FB5B-9C3B-EFCA-D41BD1A1AC4D}"/>
              </a:ext>
            </a:extLst>
          </p:cNvPr>
          <p:cNvSpPr/>
          <p:nvPr userDrawn="1"/>
        </p:nvSpPr>
        <p:spPr>
          <a:xfrm>
            <a:off x="275908" y="1463039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8940B7-4E51-7A7D-7FBF-30DCF63D657A}"/>
              </a:ext>
            </a:extLst>
          </p:cNvPr>
          <p:cNvSpPr txBox="1"/>
          <p:nvPr userDrawn="1"/>
        </p:nvSpPr>
        <p:spPr>
          <a:xfrm>
            <a:off x="385636" y="1444752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{{ws_1_count}}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2CE277-C5EC-2A23-863B-EC6108263B6E}"/>
              </a:ext>
            </a:extLst>
          </p:cNvPr>
          <p:cNvSpPr/>
          <p:nvPr userDrawn="1"/>
        </p:nvSpPr>
        <p:spPr>
          <a:xfrm>
            <a:off x="4708462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6DC101-6124-D4D1-ECAA-66B5F56FD901}"/>
              </a:ext>
            </a:extLst>
          </p:cNvPr>
          <p:cNvSpPr/>
          <p:nvPr userDrawn="1"/>
        </p:nvSpPr>
        <p:spPr>
          <a:xfrm>
            <a:off x="7147624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CB84360-CAD3-DEF8-2734-EE53ACBD37C1}"/>
              </a:ext>
            </a:extLst>
          </p:cNvPr>
          <p:cNvSpPr/>
          <p:nvPr userDrawn="1"/>
        </p:nvSpPr>
        <p:spPr>
          <a:xfrm>
            <a:off x="9586786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E5C371-D738-072B-0642-6DCA53F40AE8}"/>
              </a:ext>
            </a:extLst>
          </p:cNvPr>
          <p:cNvSpPr/>
          <p:nvPr userDrawn="1"/>
        </p:nvSpPr>
        <p:spPr>
          <a:xfrm>
            <a:off x="2269300" y="20985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E6BE81-221D-37A8-688D-DC2116814CE0}"/>
              </a:ext>
            </a:extLst>
          </p:cNvPr>
          <p:cNvSpPr/>
          <p:nvPr userDrawn="1"/>
        </p:nvSpPr>
        <p:spPr>
          <a:xfrm>
            <a:off x="166180" y="2103120"/>
            <a:ext cx="36576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981C7C-02FD-06F4-CB7B-4A6024148BF8}"/>
              </a:ext>
            </a:extLst>
          </p:cNvPr>
          <p:cNvSpPr txBox="1"/>
          <p:nvPr userDrawn="1"/>
        </p:nvSpPr>
        <p:spPr>
          <a:xfrm>
            <a:off x="275908" y="215798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{{ws_2_name}}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B7E73A9-1580-C1FE-05DE-CFAD5BEE7FCF}"/>
              </a:ext>
            </a:extLst>
          </p:cNvPr>
          <p:cNvSpPr/>
          <p:nvPr userDrawn="1"/>
        </p:nvSpPr>
        <p:spPr>
          <a:xfrm>
            <a:off x="275908" y="2377439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338D98-DF3A-BB5A-85A0-C1C6E82961D2}"/>
              </a:ext>
            </a:extLst>
          </p:cNvPr>
          <p:cNvSpPr txBox="1"/>
          <p:nvPr userDrawn="1"/>
        </p:nvSpPr>
        <p:spPr>
          <a:xfrm>
            <a:off x="385636" y="2359153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{{ws_2_count}}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280B4F-F3DA-F89A-CD08-2746CB397B35}"/>
              </a:ext>
            </a:extLst>
          </p:cNvPr>
          <p:cNvSpPr/>
          <p:nvPr userDrawn="1"/>
        </p:nvSpPr>
        <p:spPr>
          <a:xfrm>
            <a:off x="4708462" y="21031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24E89D0-E5F5-0D16-148F-0721B09429C2}"/>
              </a:ext>
            </a:extLst>
          </p:cNvPr>
          <p:cNvSpPr/>
          <p:nvPr userDrawn="1"/>
        </p:nvSpPr>
        <p:spPr>
          <a:xfrm>
            <a:off x="7147624" y="21031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11F8635-7D7C-D2B3-C72C-06DC9B50F4BB}"/>
              </a:ext>
            </a:extLst>
          </p:cNvPr>
          <p:cNvSpPr/>
          <p:nvPr userDrawn="1"/>
        </p:nvSpPr>
        <p:spPr>
          <a:xfrm>
            <a:off x="9586786" y="21031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536C44-7544-227B-6F80-C389A36117CF}"/>
              </a:ext>
            </a:extLst>
          </p:cNvPr>
          <p:cNvSpPr/>
          <p:nvPr userDrawn="1"/>
        </p:nvSpPr>
        <p:spPr>
          <a:xfrm>
            <a:off x="2269300" y="30129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F9095AA-6FFD-A9A2-6FF4-3E99E2D6E795}"/>
              </a:ext>
            </a:extLst>
          </p:cNvPr>
          <p:cNvSpPr/>
          <p:nvPr userDrawn="1"/>
        </p:nvSpPr>
        <p:spPr>
          <a:xfrm>
            <a:off x="166180" y="3017520"/>
            <a:ext cx="11859768" cy="91440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7585F4-DC77-8DB8-AFFF-AA2F57E3C9D3}"/>
              </a:ext>
            </a:extLst>
          </p:cNvPr>
          <p:cNvSpPr/>
          <p:nvPr userDrawn="1"/>
        </p:nvSpPr>
        <p:spPr>
          <a:xfrm>
            <a:off x="166180" y="3017520"/>
            <a:ext cx="36576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268BD9-1B2B-241F-B06B-CB3BCBB4AB44}"/>
              </a:ext>
            </a:extLst>
          </p:cNvPr>
          <p:cNvSpPr txBox="1"/>
          <p:nvPr userDrawn="1"/>
        </p:nvSpPr>
        <p:spPr>
          <a:xfrm>
            <a:off x="275908" y="307238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{{ws_3_name}}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04E76F8-4EAA-22BE-C177-FB0E78EAB83C}"/>
              </a:ext>
            </a:extLst>
          </p:cNvPr>
          <p:cNvSpPr/>
          <p:nvPr userDrawn="1"/>
        </p:nvSpPr>
        <p:spPr>
          <a:xfrm>
            <a:off x="275908" y="3291839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37A288-9D84-9E85-B38B-ECBA3B7DB4CA}"/>
              </a:ext>
            </a:extLst>
          </p:cNvPr>
          <p:cNvSpPr txBox="1"/>
          <p:nvPr userDrawn="1"/>
        </p:nvSpPr>
        <p:spPr>
          <a:xfrm>
            <a:off x="385636" y="3273553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{{ws_3_count}}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7682B97-1EDB-CFB9-16E5-3F793A7F9AB9}"/>
              </a:ext>
            </a:extLst>
          </p:cNvPr>
          <p:cNvSpPr/>
          <p:nvPr userDrawn="1"/>
        </p:nvSpPr>
        <p:spPr>
          <a:xfrm>
            <a:off x="4708462" y="30175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0504EC0-B8AB-869A-ECC6-C6B010AA1A71}"/>
              </a:ext>
            </a:extLst>
          </p:cNvPr>
          <p:cNvSpPr/>
          <p:nvPr userDrawn="1"/>
        </p:nvSpPr>
        <p:spPr>
          <a:xfrm>
            <a:off x="7147624" y="30175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6BEED2C-7B6D-6B01-9F76-9FB5741FE3BA}"/>
              </a:ext>
            </a:extLst>
          </p:cNvPr>
          <p:cNvSpPr/>
          <p:nvPr userDrawn="1"/>
        </p:nvSpPr>
        <p:spPr>
          <a:xfrm>
            <a:off x="9586786" y="30175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E62F194-9B1D-75A5-0EB7-0BDB4A4380CD}"/>
              </a:ext>
            </a:extLst>
          </p:cNvPr>
          <p:cNvSpPr/>
          <p:nvPr userDrawn="1"/>
        </p:nvSpPr>
        <p:spPr>
          <a:xfrm>
            <a:off x="2269300" y="39273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F931E4-55DD-9FDE-2D4A-7CA82160E705}"/>
              </a:ext>
            </a:extLst>
          </p:cNvPr>
          <p:cNvSpPr/>
          <p:nvPr userDrawn="1"/>
        </p:nvSpPr>
        <p:spPr>
          <a:xfrm>
            <a:off x="166180" y="3931920"/>
            <a:ext cx="36576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20BA1C-FA98-6751-762D-95DF42B881BA}"/>
              </a:ext>
            </a:extLst>
          </p:cNvPr>
          <p:cNvSpPr txBox="1"/>
          <p:nvPr userDrawn="1"/>
        </p:nvSpPr>
        <p:spPr>
          <a:xfrm>
            <a:off x="275908" y="3986783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{{ws_4_name}}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01A76A7-6277-E95C-30A8-5414E9916D72}"/>
              </a:ext>
            </a:extLst>
          </p:cNvPr>
          <p:cNvSpPr/>
          <p:nvPr userDrawn="1"/>
        </p:nvSpPr>
        <p:spPr>
          <a:xfrm>
            <a:off x="275908" y="4206240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CC3961-EBA7-B193-90DF-81F5C8C1077A}"/>
              </a:ext>
            </a:extLst>
          </p:cNvPr>
          <p:cNvSpPr txBox="1"/>
          <p:nvPr userDrawn="1"/>
        </p:nvSpPr>
        <p:spPr>
          <a:xfrm>
            <a:off x="385636" y="4187953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{{ws_4_count}}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B995F11-0E27-5766-3173-9044E9EF510E}"/>
              </a:ext>
            </a:extLst>
          </p:cNvPr>
          <p:cNvSpPr/>
          <p:nvPr userDrawn="1"/>
        </p:nvSpPr>
        <p:spPr>
          <a:xfrm>
            <a:off x="4708462" y="39319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626DA06-CE7F-B39F-2FB9-63430B1CB0DD}"/>
              </a:ext>
            </a:extLst>
          </p:cNvPr>
          <p:cNvSpPr/>
          <p:nvPr userDrawn="1"/>
        </p:nvSpPr>
        <p:spPr>
          <a:xfrm>
            <a:off x="7147624" y="39319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D10215B-5238-9AA5-6129-101A021AD913}"/>
              </a:ext>
            </a:extLst>
          </p:cNvPr>
          <p:cNvSpPr/>
          <p:nvPr userDrawn="1"/>
        </p:nvSpPr>
        <p:spPr>
          <a:xfrm>
            <a:off x="9586786" y="39319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36E60AF-EEA4-330A-DB78-AD11E947DC58}"/>
              </a:ext>
            </a:extLst>
          </p:cNvPr>
          <p:cNvSpPr/>
          <p:nvPr userDrawn="1"/>
        </p:nvSpPr>
        <p:spPr>
          <a:xfrm>
            <a:off x="2269300" y="48417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FC559F-0B61-4C98-4D8A-2EEBA8F333FE}"/>
              </a:ext>
            </a:extLst>
          </p:cNvPr>
          <p:cNvSpPr txBox="1"/>
          <p:nvPr userDrawn="1"/>
        </p:nvSpPr>
        <p:spPr>
          <a:xfrm>
            <a:off x="275908" y="4901183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KEY MILESTONES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7DD467-5F27-F860-D22B-B4348566C7D3}"/>
              </a:ext>
            </a:extLst>
          </p:cNvPr>
          <p:cNvSpPr txBox="1"/>
          <p:nvPr userDrawn="1"/>
        </p:nvSpPr>
        <p:spPr>
          <a:xfrm>
            <a:off x="1464628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>
                <a:solidFill>
                  <a:srgbClr val="C4B5FD"/>
                </a:solidFill>
              </a:rPr>
              <a:t>TACTICAL PLAN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8CC6D2-F5DE-36DC-4EB8-23CF502730FA}"/>
              </a:ext>
            </a:extLst>
          </p:cNvPr>
          <p:cNvSpPr txBox="1"/>
          <p:nvPr userDrawn="1"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 dirty="0"/>
              <a:t>{{</a:t>
            </a:r>
            <a:r>
              <a:rPr sz="1100" dirty="0" err="1"/>
              <a:t>drug_label_year</a:t>
            </a:r>
            <a:r>
              <a:rPr sz="1100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3327277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_SQUARE1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966D0B2-46A9-4C12-9401-CA41244DDE03}"/>
              </a:ext>
            </a:extLst>
          </p:cNvPr>
          <p:cNvSpPr/>
          <p:nvPr userDrawn="1"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11067-87D6-7337-1154-BA433719B3E6}"/>
              </a:ext>
            </a:extLst>
          </p:cNvPr>
          <p:cNvSpPr txBox="1"/>
          <p:nvPr userDrawn="1"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{{swot_title}}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5CFFCF-2B82-4B31-BF16-FED298BB0B3A}"/>
              </a:ext>
            </a:extLst>
          </p:cNvPr>
          <p:cNvSpPr txBox="1"/>
          <p:nvPr userDrawn="1"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{{swot_subtitle}}</a:t>
            </a:r>
          </a:p>
        </p:txBody>
      </p: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1340C7DF-1CCA-3CED-FCBC-9150FED57368}"/>
              </a:ext>
            </a:extLst>
          </p:cNvPr>
          <p:cNvSpPr/>
          <p:nvPr userDrawn="1"/>
        </p:nvSpPr>
        <p:spPr>
          <a:xfrm>
            <a:off x="457200" y="1143000"/>
            <a:ext cx="4613148" cy="245059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CB8F52-ADD6-6CC2-50B6-635DAC1EB253}"/>
              </a:ext>
            </a:extLst>
          </p:cNvPr>
          <p:cNvSpPr/>
          <p:nvPr userDrawn="1"/>
        </p:nvSpPr>
        <p:spPr>
          <a:xfrm>
            <a:off x="603503" y="130777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9EC48E-93AB-7E83-36B0-85571BA6058D}"/>
              </a:ext>
            </a:extLst>
          </p:cNvPr>
          <p:cNvSpPr txBox="1"/>
          <p:nvPr userDrawn="1"/>
        </p:nvSpPr>
        <p:spPr>
          <a:xfrm>
            <a:off x="804672" y="1252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FBA77D-73C5-A4FB-8E9F-3E2CBA161897}"/>
              </a:ext>
            </a:extLst>
          </p:cNvPr>
          <p:cNvSpPr txBox="1"/>
          <p:nvPr userDrawn="1"/>
        </p:nvSpPr>
        <p:spPr>
          <a:xfrm>
            <a:off x="685800" y="160020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{{strength_1}}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B0F53-4A6C-2717-02F8-65B3DD9C07B5}"/>
              </a:ext>
            </a:extLst>
          </p:cNvPr>
          <p:cNvSpPr txBox="1"/>
          <p:nvPr userDrawn="1"/>
        </p:nvSpPr>
        <p:spPr>
          <a:xfrm>
            <a:off x="685800" y="201168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{{strength_2}}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55B1C1-5F39-CD4B-80FC-63E37A266457}"/>
              </a:ext>
            </a:extLst>
          </p:cNvPr>
          <p:cNvSpPr txBox="1"/>
          <p:nvPr userDrawn="1"/>
        </p:nvSpPr>
        <p:spPr>
          <a:xfrm>
            <a:off x="685800" y="242316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{{strength_3}}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3E7782-87E3-25BA-EC48-7019E83A3269}"/>
              </a:ext>
            </a:extLst>
          </p:cNvPr>
          <p:cNvSpPr txBox="1"/>
          <p:nvPr userDrawn="1"/>
        </p:nvSpPr>
        <p:spPr>
          <a:xfrm>
            <a:off x="685800" y="283464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{{strength_4}}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57451E-3DDA-694B-D06E-9FE1262824A8}"/>
              </a:ext>
            </a:extLst>
          </p:cNvPr>
          <p:cNvSpPr txBox="1"/>
          <p:nvPr userDrawn="1"/>
        </p:nvSpPr>
        <p:spPr>
          <a:xfrm>
            <a:off x="685800" y="324612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{{strength_5}}</a:t>
            </a:r>
          </a:p>
        </p:txBody>
      </p:sp>
      <p:sp>
        <p:nvSpPr>
          <p:cNvPr id="19" name="Rounded Rectangle 23">
            <a:extLst>
              <a:ext uri="{FF2B5EF4-FFF2-40B4-BE49-F238E27FC236}">
                <a16:creationId xmlns:a16="http://schemas.microsoft.com/office/drawing/2014/main" id="{06A63297-7DFB-057D-E424-9A5BF994B50C}"/>
              </a:ext>
            </a:extLst>
          </p:cNvPr>
          <p:cNvSpPr/>
          <p:nvPr userDrawn="1"/>
        </p:nvSpPr>
        <p:spPr>
          <a:xfrm>
            <a:off x="7155180" y="1143000"/>
            <a:ext cx="4613148" cy="245059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3794D2-F97E-8246-D96C-E21B84E50558}"/>
              </a:ext>
            </a:extLst>
          </p:cNvPr>
          <p:cNvSpPr/>
          <p:nvPr userDrawn="1"/>
        </p:nvSpPr>
        <p:spPr>
          <a:xfrm>
            <a:off x="7301484" y="130777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5E49DF-F8A9-BF7D-A6CD-A0BCF248AEC9}"/>
              </a:ext>
            </a:extLst>
          </p:cNvPr>
          <p:cNvSpPr txBox="1"/>
          <p:nvPr userDrawn="1"/>
        </p:nvSpPr>
        <p:spPr>
          <a:xfrm>
            <a:off x="7502652" y="1252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Calibri"/>
              </a:defRPr>
            </a:pPr>
            <a:r>
              <a:t>WEAKNESSES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F8F229-9B84-E3BC-FF0E-05A9D243584E}"/>
              </a:ext>
            </a:extLst>
          </p:cNvPr>
          <p:cNvSpPr txBox="1"/>
          <p:nvPr userDrawn="1"/>
        </p:nvSpPr>
        <p:spPr>
          <a:xfrm>
            <a:off x="7383779" y="160020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{{weakness_1}}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040DB1-FE26-2A07-2D38-DEC4FA6C84C7}"/>
              </a:ext>
            </a:extLst>
          </p:cNvPr>
          <p:cNvSpPr txBox="1"/>
          <p:nvPr userDrawn="1"/>
        </p:nvSpPr>
        <p:spPr>
          <a:xfrm>
            <a:off x="7383779" y="201168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{{weakness_2}}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13AEFF-411E-3F19-B7CA-DCE10B34B8AA}"/>
              </a:ext>
            </a:extLst>
          </p:cNvPr>
          <p:cNvSpPr txBox="1"/>
          <p:nvPr userDrawn="1"/>
        </p:nvSpPr>
        <p:spPr>
          <a:xfrm>
            <a:off x="7383779" y="242316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{{weakness_3}}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958D9D-DB96-4AEE-04B7-AD8FB9EFF8B6}"/>
              </a:ext>
            </a:extLst>
          </p:cNvPr>
          <p:cNvSpPr txBox="1"/>
          <p:nvPr userDrawn="1"/>
        </p:nvSpPr>
        <p:spPr>
          <a:xfrm>
            <a:off x="7383779" y="283464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{{weakness_4}}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5C1780-2E66-A7CC-293F-3C39B003C97F}"/>
              </a:ext>
            </a:extLst>
          </p:cNvPr>
          <p:cNvSpPr txBox="1"/>
          <p:nvPr userDrawn="1"/>
        </p:nvSpPr>
        <p:spPr>
          <a:xfrm>
            <a:off x="7383779" y="324612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{{weakness_5}}</a:t>
            </a:r>
          </a:p>
        </p:txBody>
      </p:sp>
      <p:sp>
        <p:nvSpPr>
          <p:cNvPr id="27" name="Rounded Rectangle 31">
            <a:extLst>
              <a:ext uri="{FF2B5EF4-FFF2-40B4-BE49-F238E27FC236}">
                <a16:creationId xmlns:a16="http://schemas.microsoft.com/office/drawing/2014/main" id="{EEE920CA-D3AB-D72C-26F2-9E92BBB7B71A}"/>
              </a:ext>
            </a:extLst>
          </p:cNvPr>
          <p:cNvSpPr/>
          <p:nvPr userDrawn="1"/>
        </p:nvSpPr>
        <p:spPr>
          <a:xfrm>
            <a:off x="457200" y="3630168"/>
            <a:ext cx="4613148" cy="24505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A7611C4-E18E-ABB8-395F-DE132667F9FD}"/>
              </a:ext>
            </a:extLst>
          </p:cNvPr>
          <p:cNvSpPr/>
          <p:nvPr userDrawn="1"/>
        </p:nvSpPr>
        <p:spPr>
          <a:xfrm>
            <a:off x="603503" y="3794944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793E6A-FF37-13D4-579B-4559881A4662}"/>
              </a:ext>
            </a:extLst>
          </p:cNvPr>
          <p:cNvSpPr txBox="1"/>
          <p:nvPr userDrawn="1"/>
        </p:nvSpPr>
        <p:spPr>
          <a:xfrm>
            <a:off x="804672" y="37398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803D"/>
                </a:solidFill>
                <a:latin typeface="Calibri"/>
              </a:defRPr>
            </a:pPr>
            <a:r>
              <a:t>OPPORTUNITIES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DE8167-1031-17F9-ED11-442A5BF6AEA7}"/>
              </a:ext>
            </a:extLst>
          </p:cNvPr>
          <p:cNvSpPr txBox="1"/>
          <p:nvPr userDrawn="1"/>
        </p:nvSpPr>
        <p:spPr>
          <a:xfrm>
            <a:off x="685800" y="408736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{{opportunity_1}}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70E3D0-D5CE-E0E8-0B60-1F7DA79AF97E}"/>
              </a:ext>
            </a:extLst>
          </p:cNvPr>
          <p:cNvSpPr txBox="1"/>
          <p:nvPr userDrawn="1"/>
        </p:nvSpPr>
        <p:spPr>
          <a:xfrm>
            <a:off x="685800" y="449884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{{opportunity_2}}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492550-6398-B7AA-2DF3-9271A1E4C27E}"/>
              </a:ext>
            </a:extLst>
          </p:cNvPr>
          <p:cNvSpPr txBox="1"/>
          <p:nvPr userDrawn="1"/>
        </p:nvSpPr>
        <p:spPr>
          <a:xfrm>
            <a:off x="685800" y="491032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{{opportunity_3}}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AE99EE-A99D-8803-5D62-BAADF789464E}"/>
              </a:ext>
            </a:extLst>
          </p:cNvPr>
          <p:cNvSpPr txBox="1"/>
          <p:nvPr userDrawn="1"/>
        </p:nvSpPr>
        <p:spPr>
          <a:xfrm>
            <a:off x="685800" y="532180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{{opportunity_4}}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E873BA-B220-7321-34C1-3ABA48221F17}"/>
              </a:ext>
            </a:extLst>
          </p:cNvPr>
          <p:cNvSpPr txBox="1"/>
          <p:nvPr userDrawn="1"/>
        </p:nvSpPr>
        <p:spPr>
          <a:xfrm>
            <a:off x="685800" y="573328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{{opportunity_5}}</a:t>
            </a:r>
          </a:p>
        </p:txBody>
      </p:sp>
      <p:sp>
        <p:nvSpPr>
          <p:cNvPr id="35" name="Rounded Rectangle 39">
            <a:extLst>
              <a:ext uri="{FF2B5EF4-FFF2-40B4-BE49-F238E27FC236}">
                <a16:creationId xmlns:a16="http://schemas.microsoft.com/office/drawing/2014/main" id="{D00A5BF5-6ABA-16E3-9D68-F2BFBBF468F3}"/>
              </a:ext>
            </a:extLst>
          </p:cNvPr>
          <p:cNvSpPr/>
          <p:nvPr userDrawn="1"/>
        </p:nvSpPr>
        <p:spPr>
          <a:xfrm>
            <a:off x="7155180" y="3630168"/>
            <a:ext cx="4613148" cy="2450592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712B557-5DE5-FB8B-4DC4-B8CF7DD39728}"/>
              </a:ext>
            </a:extLst>
          </p:cNvPr>
          <p:cNvSpPr/>
          <p:nvPr userDrawn="1"/>
        </p:nvSpPr>
        <p:spPr>
          <a:xfrm>
            <a:off x="7301484" y="3794944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76E773-4B7E-D98F-00EF-E7672C6E5C15}"/>
              </a:ext>
            </a:extLst>
          </p:cNvPr>
          <p:cNvSpPr txBox="1"/>
          <p:nvPr userDrawn="1"/>
        </p:nvSpPr>
        <p:spPr>
          <a:xfrm>
            <a:off x="7502652" y="37398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2410C"/>
                </a:solidFill>
                <a:latin typeface="Calibri"/>
              </a:defRPr>
            </a:pPr>
            <a:r>
              <a:t>THREATS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3C389F-A634-4AB0-857C-F6422249F663}"/>
              </a:ext>
            </a:extLst>
          </p:cNvPr>
          <p:cNvSpPr txBox="1"/>
          <p:nvPr userDrawn="1"/>
        </p:nvSpPr>
        <p:spPr>
          <a:xfrm>
            <a:off x="7383779" y="408736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{{threat_1}}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221D65-444F-E70A-7ABC-A3C08AD206B9}"/>
              </a:ext>
            </a:extLst>
          </p:cNvPr>
          <p:cNvSpPr txBox="1"/>
          <p:nvPr userDrawn="1"/>
        </p:nvSpPr>
        <p:spPr>
          <a:xfrm>
            <a:off x="7383779" y="449884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{{threat_2}}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D85968-152C-BBC5-A4F2-4F3E7BCA3AE9}"/>
              </a:ext>
            </a:extLst>
          </p:cNvPr>
          <p:cNvSpPr txBox="1"/>
          <p:nvPr userDrawn="1"/>
        </p:nvSpPr>
        <p:spPr>
          <a:xfrm>
            <a:off x="7383779" y="491032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{{threat_3}}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463614-CA87-D178-667C-4F45293DFCE9}"/>
              </a:ext>
            </a:extLst>
          </p:cNvPr>
          <p:cNvSpPr txBox="1"/>
          <p:nvPr userDrawn="1"/>
        </p:nvSpPr>
        <p:spPr>
          <a:xfrm>
            <a:off x="7383779" y="532180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{{threat_4}}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A22421-F568-7E73-D908-A1E969354946}"/>
              </a:ext>
            </a:extLst>
          </p:cNvPr>
          <p:cNvSpPr txBox="1"/>
          <p:nvPr userDrawn="1"/>
        </p:nvSpPr>
        <p:spPr>
          <a:xfrm>
            <a:off x="7383779" y="573328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{{threat_5}}</a:t>
            </a: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765DCABC-C804-D87D-EB9F-8C40C25BAD98}"/>
              </a:ext>
            </a:extLst>
          </p:cNvPr>
          <p:cNvSpPr/>
          <p:nvPr userDrawn="1"/>
        </p:nvSpPr>
        <p:spPr>
          <a:xfrm>
            <a:off x="5426964" y="2926080"/>
            <a:ext cx="685800" cy="685800"/>
          </a:xfrm>
          <a:prstGeom prst="diamond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F7A9AA-1A57-A80B-1266-15C9328D92AE}"/>
              </a:ext>
            </a:extLst>
          </p:cNvPr>
          <p:cNvSpPr txBox="1"/>
          <p:nvPr userDrawn="1"/>
        </p:nvSpPr>
        <p:spPr>
          <a:xfrm>
            <a:off x="5500116" y="30358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821FC996-07D5-794B-E062-7E53251A8479}"/>
              </a:ext>
            </a:extLst>
          </p:cNvPr>
          <p:cNvSpPr/>
          <p:nvPr userDrawn="1"/>
        </p:nvSpPr>
        <p:spPr>
          <a:xfrm>
            <a:off x="6112764" y="2926080"/>
            <a:ext cx="685800" cy="685800"/>
          </a:xfrm>
          <a:prstGeom prst="diamond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50429C-D140-4B26-9520-B67A42558A89}"/>
              </a:ext>
            </a:extLst>
          </p:cNvPr>
          <p:cNvSpPr txBox="1"/>
          <p:nvPr userDrawn="1"/>
        </p:nvSpPr>
        <p:spPr>
          <a:xfrm>
            <a:off x="6185916" y="30358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E80BF908-DED5-1DC4-62A4-ED7C0653F6D3}"/>
              </a:ext>
            </a:extLst>
          </p:cNvPr>
          <p:cNvSpPr/>
          <p:nvPr userDrawn="1"/>
        </p:nvSpPr>
        <p:spPr>
          <a:xfrm>
            <a:off x="5426964" y="3611880"/>
            <a:ext cx="685800" cy="685800"/>
          </a:xfrm>
          <a:prstGeom prst="diamond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C57E3E-3D88-C633-FF5B-AA712716466A}"/>
              </a:ext>
            </a:extLst>
          </p:cNvPr>
          <p:cNvSpPr txBox="1"/>
          <p:nvPr userDrawn="1"/>
        </p:nvSpPr>
        <p:spPr>
          <a:xfrm>
            <a:off x="5500116" y="37216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4C2F0276-CBD1-1CA5-3BDA-368772C0AFEB}"/>
              </a:ext>
            </a:extLst>
          </p:cNvPr>
          <p:cNvSpPr/>
          <p:nvPr userDrawn="1"/>
        </p:nvSpPr>
        <p:spPr>
          <a:xfrm>
            <a:off x="6112764" y="3611880"/>
            <a:ext cx="685800" cy="685800"/>
          </a:xfrm>
          <a:prstGeom prst="diamond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678C4E-939C-C072-A22B-8758BFEC2069}"/>
              </a:ext>
            </a:extLst>
          </p:cNvPr>
          <p:cNvSpPr txBox="1"/>
          <p:nvPr userDrawn="1"/>
        </p:nvSpPr>
        <p:spPr>
          <a:xfrm>
            <a:off x="6185916" y="37216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83382E2-AFAB-ABE7-2879-D52BDE4E12BE}"/>
              </a:ext>
            </a:extLst>
          </p:cNvPr>
          <p:cNvSpPr/>
          <p:nvPr userDrawn="1"/>
        </p:nvSpPr>
        <p:spPr>
          <a:xfrm>
            <a:off x="5792724" y="32918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CAC15A-36BA-2FA5-C044-AB7E5A5D5833}"/>
              </a:ext>
            </a:extLst>
          </p:cNvPr>
          <p:cNvSpPr txBox="1"/>
          <p:nvPr userDrawn="1"/>
        </p:nvSpPr>
        <p:spPr>
          <a:xfrm>
            <a:off x="5701284" y="350215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{{drug_short}}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9FF20E-F137-D5EF-20DE-7179AD9CCE75}"/>
              </a:ext>
            </a:extLst>
          </p:cNvPr>
          <p:cNvSpPr txBox="1"/>
          <p:nvPr userDrawn="1"/>
        </p:nvSpPr>
        <p:spPr>
          <a:xfrm>
            <a:off x="1600200" y="146396"/>
            <a:ext cx="137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SWOT ANALYSIS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204D80-BBAE-B4F6-4DBD-27A5698DB0A5}"/>
              </a:ext>
            </a:extLst>
          </p:cNvPr>
          <p:cNvSpPr txBox="1"/>
          <p:nvPr userDrawn="1"/>
        </p:nvSpPr>
        <p:spPr>
          <a:xfrm>
            <a:off x="3200400" y="1189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</p:spTree>
    <p:extLst>
      <p:ext uri="{BB962C8B-B14F-4D97-AF65-F5344CB8AC3E}">
        <p14:creationId xmlns:p14="http://schemas.microsoft.com/office/powerpoint/2010/main" val="17810746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M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AF0B43C-559B-4A51-5A4B-699509B0EF84}"/>
              </a:ext>
            </a:extLst>
          </p:cNvPr>
          <p:cNvSpPr/>
          <p:nvPr userDrawn="1"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42C9BC-6BB1-DA87-3078-8A46D917176A}"/>
              </a:ext>
            </a:extLst>
          </p:cNvPr>
          <p:cNvSpPr txBox="1"/>
          <p:nvPr userDrawn="1"/>
        </p:nvSpPr>
        <p:spPr>
          <a:xfrm>
            <a:off x="475488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{{km_title}}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18B7B-8D32-8B6B-D73C-176DAB693C2B}"/>
              </a:ext>
            </a:extLst>
          </p:cNvPr>
          <p:cNvSpPr txBox="1"/>
          <p:nvPr userDrawn="1"/>
        </p:nvSpPr>
        <p:spPr>
          <a:xfrm>
            <a:off x="6400800" y="6766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{{km_subtitle}}</a:t>
            </a:r>
          </a:p>
        </p:txBody>
      </p: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4EC4E375-3DC7-4D2B-5F02-A0138B0402F4}"/>
              </a:ext>
            </a:extLst>
          </p:cNvPr>
          <p:cNvSpPr/>
          <p:nvPr userDrawn="1"/>
        </p:nvSpPr>
        <p:spPr>
          <a:xfrm>
            <a:off x="45720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714286-56BD-CD7D-B8B1-38DAAEA88EF1}"/>
              </a:ext>
            </a:extLst>
          </p:cNvPr>
          <p:cNvSpPr/>
          <p:nvPr userDrawn="1"/>
        </p:nvSpPr>
        <p:spPr>
          <a:xfrm>
            <a:off x="457200" y="1143000"/>
            <a:ext cx="273634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37E4F-3F89-D8AA-43BF-DB193AD27756}"/>
              </a:ext>
            </a:extLst>
          </p:cNvPr>
          <p:cNvSpPr txBox="1"/>
          <p:nvPr userDrawn="1"/>
        </p:nvSpPr>
        <p:spPr>
          <a:xfrm>
            <a:off x="56692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{{km_kpi_1_label}}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AEF49-6112-C3EB-A249-312FB15E1974}"/>
              </a:ext>
            </a:extLst>
          </p:cNvPr>
          <p:cNvSpPr txBox="1"/>
          <p:nvPr userDrawn="1"/>
        </p:nvSpPr>
        <p:spPr>
          <a:xfrm>
            <a:off x="56692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{{km_kpi_1_value}}</a:t>
            </a:r>
          </a:p>
        </p:txBody>
      </p:sp>
      <p:sp>
        <p:nvSpPr>
          <p:cNvPr id="15" name="Rounded Rectangle 19">
            <a:extLst>
              <a:ext uri="{FF2B5EF4-FFF2-40B4-BE49-F238E27FC236}">
                <a16:creationId xmlns:a16="http://schemas.microsoft.com/office/drawing/2014/main" id="{99522371-BEED-A3A6-C0C6-BA9463F9E2B2}"/>
              </a:ext>
            </a:extLst>
          </p:cNvPr>
          <p:cNvSpPr/>
          <p:nvPr userDrawn="1"/>
        </p:nvSpPr>
        <p:spPr>
          <a:xfrm>
            <a:off x="330327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0B1239-3E38-ED17-32F6-CE2371F32064}"/>
              </a:ext>
            </a:extLst>
          </p:cNvPr>
          <p:cNvSpPr/>
          <p:nvPr userDrawn="1"/>
        </p:nvSpPr>
        <p:spPr>
          <a:xfrm>
            <a:off x="3303270" y="1143000"/>
            <a:ext cx="273634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839B7-7823-3408-7E8F-DB5665B99EA8}"/>
              </a:ext>
            </a:extLst>
          </p:cNvPr>
          <p:cNvSpPr txBox="1"/>
          <p:nvPr userDrawn="1"/>
        </p:nvSpPr>
        <p:spPr>
          <a:xfrm>
            <a:off x="341299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{{km_kpi_2_label}}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E7FAA2-DC29-0569-27F3-4535D352C590}"/>
              </a:ext>
            </a:extLst>
          </p:cNvPr>
          <p:cNvSpPr txBox="1"/>
          <p:nvPr userDrawn="1"/>
        </p:nvSpPr>
        <p:spPr>
          <a:xfrm>
            <a:off x="341299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Calibri"/>
              </a:defRPr>
            </a:pPr>
            <a:r>
              <a:t>{{km_kpi_2_value}}</a:t>
            </a:r>
          </a:p>
        </p:txBody>
      </p:sp>
      <p:sp>
        <p:nvSpPr>
          <p:cNvPr id="19" name="Rounded Rectangle 23">
            <a:extLst>
              <a:ext uri="{FF2B5EF4-FFF2-40B4-BE49-F238E27FC236}">
                <a16:creationId xmlns:a16="http://schemas.microsoft.com/office/drawing/2014/main" id="{B9966078-BCBF-1DB5-6AC5-623F79944D20}"/>
              </a:ext>
            </a:extLst>
          </p:cNvPr>
          <p:cNvSpPr/>
          <p:nvPr userDrawn="1"/>
        </p:nvSpPr>
        <p:spPr>
          <a:xfrm>
            <a:off x="614934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D27D29-873A-B704-FA51-C9C2B2B6632B}"/>
              </a:ext>
            </a:extLst>
          </p:cNvPr>
          <p:cNvSpPr/>
          <p:nvPr userDrawn="1"/>
        </p:nvSpPr>
        <p:spPr>
          <a:xfrm>
            <a:off x="6149340" y="1143000"/>
            <a:ext cx="273634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531344-BE68-AA82-7BFF-CA458D68CC0B}"/>
              </a:ext>
            </a:extLst>
          </p:cNvPr>
          <p:cNvSpPr txBox="1"/>
          <p:nvPr userDrawn="1"/>
        </p:nvSpPr>
        <p:spPr>
          <a:xfrm>
            <a:off x="625906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{{km_kpi_3_label}}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5E6FAB-7019-54DB-C52A-D50255EA6F34}"/>
              </a:ext>
            </a:extLst>
          </p:cNvPr>
          <p:cNvSpPr txBox="1"/>
          <p:nvPr userDrawn="1"/>
        </p:nvSpPr>
        <p:spPr>
          <a:xfrm>
            <a:off x="625906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{{km_kpi_3_value}}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5112CE02-E98D-A30F-91A7-0AD290062F16}"/>
              </a:ext>
            </a:extLst>
          </p:cNvPr>
          <p:cNvSpPr/>
          <p:nvPr userDrawn="1"/>
        </p:nvSpPr>
        <p:spPr>
          <a:xfrm>
            <a:off x="899541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1BFBC4-A90D-B426-C95E-79608CCD5BEB}"/>
              </a:ext>
            </a:extLst>
          </p:cNvPr>
          <p:cNvSpPr/>
          <p:nvPr userDrawn="1"/>
        </p:nvSpPr>
        <p:spPr>
          <a:xfrm>
            <a:off x="8995410" y="1143000"/>
            <a:ext cx="273634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92597A-3922-68B4-F287-236DD3D41E2D}"/>
              </a:ext>
            </a:extLst>
          </p:cNvPr>
          <p:cNvSpPr txBox="1"/>
          <p:nvPr userDrawn="1"/>
        </p:nvSpPr>
        <p:spPr>
          <a:xfrm>
            <a:off x="910513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{{km_kpi_4_label}}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CC0B2B-FD4A-D675-9EFD-98F6FED601FF}"/>
              </a:ext>
            </a:extLst>
          </p:cNvPr>
          <p:cNvSpPr txBox="1"/>
          <p:nvPr userDrawn="1"/>
        </p:nvSpPr>
        <p:spPr>
          <a:xfrm>
            <a:off x="910513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Calibri"/>
              </a:defRPr>
            </a:pPr>
            <a:r>
              <a:t>{{km_kpi_4_value}}</a:t>
            </a:r>
          </a:p>
        </p:txBody>
      </p:sp>
      <p:sp>
        <p:nvSpPr>
          <p:cNvPr id="27" name="Rounded Rectangle 31" descr="CHART_AREA">
            <a:extLst>
              <a:ext uri="{FF2B5EF4-FFF2-40B4-BE49-F238E27FC236}">
                <a16:creationId xmlns:a16="http://schemas.microsoft.com/office/drawing/2014/main" id="{C63E1236-270A-BE7E-FEC3-C6F4A14BF0CD}"/>
              </a:ext>
            </a:extLst>
          </p:cNvPr>
          <p:cNvSpPr/>
          <p:nvPr userDrawn="1"/>
        </p:nvSpPr>
        <p:spPr>
          <a:xfrm>
            <a:off x="457200" y="2057400"/>
            <a:ext cx="11274552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42E532-E1F6-C562-6B48-929EEA54C02F}"/>
              </a:ext>
            </a:extLst>
          </p:cNvPr>
          <p:cNvSpPr txBox="1"/>
          <p:nvPr userDrawn="1"/>
        </p:nvSpPr>
        <p:spPr>
          <a:xfrm>
            <a:off x="411480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{{km_chart_area}}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846A70-302A-A985-EAFC-2CD118AF445C}"/>
              </a:ext>
            </a:extLst>
          </p:cNvPr>
          <p:cNvSpPr txBox="1"/>
          <p:nvPr userDrawn="1"/>
        </p:nvSpPr>
        <p:spPr>
          <a:xfrm>
            <a:off x="3200400" y="3886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KM curve rendered by Chart Service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F00C8F-C1D7-D3DC-B2D5-6A066DFD95E0}"/>
              </a:ext>
            </a:extLst>
          </p:cNvPr>
          <p:cNvSpPr txBox="1"/>
          <p:nvPr userDrawn="1"/>
        </p:nvSpPr>
        <p:spPr>
          <a:xfrm>
            <a:off x="457200" y="5989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{{km_at_risk_label}}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ADF438-E191-E957-E0E7-B92C3AD6308C}"/>
              </a:ext>
            </a:extLst>
          </p:cNvPr>
          <p:cNvSpPr txBox="1"/>
          <p:nvPr userDrawn="1"/>
        </p:nvSpPr>
        <p:spPr>
          <a:xfrm>
            <a:off x="1600200" y="147588"/>
            <a:ext cx="1737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KAPLAN-MEIER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23FA61-29FB-1635-C73F-2A628D48AEF6}"/>
              </a:ext>
            </a:extLst>
          </p:cNvPr>
          <p:cNvSpPr txBox="1"/>
          <p:nvPr userDrawn="1"/>
        </p:nvSpPr>
        <p:spPr>
          <a:xfrm>
            <a:off x="3566160" y="1189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0047228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DEMIOLOG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FF796-1CC4-4F5C-DD74-4A88F9DDD6DE}"/>
              </a:ext>
            </a:extLst>
          </p:cNvPr>
          <p:cNvSpPr/>
          <p:nvPr userDrawn="1"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52883-B992-4C7C-2F7C-399E8C488B81}"/>
              </a:ext>
            </a:extLst>
          </p:cNvPr>
          <p:cNvSpPr txBox="1"/>
          <p:nvPr userDrawn="1"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{{prevalence_title}}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9B25A9-A08F-F2BB-418B-CED7E5290740}"/>
              </a:ext>
            </a:extLst>
          </p:cNvPr>
          <p:cNvSpPr txBox="1"/>
          <p:nvPr userDrawn="1"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{{prevalence_subtitle}}</a:t>
            </a: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70272913-CF21-883A-BDE6-9CE4F2BB31CC}"/>
              </a:ext>
            </a:extLst>
          </p:cNvPr>
          <p:cNvSpPr/>
          <p:nvPr userDrawn="1"/>
        </p:nvSpPr>
        <p:spPr>
          <a:xfrm>
            <a:off x="457200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E2004-B2D3-7DF4-615A-180EC13FAC33}"/>
              </a:ext>
            </a:extLst>
          </p:cNvPr>
          <p:cNvSpPr/>
          <p:nvPr userDrawn="1"/>
        </p:nvSpPr>
        <p:spPr>
          <a:xfrm>
            <a:off x="457200" y="1234440"/>
            <a:ext cx="2715768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A3E71-B754-C7DC-770A-0472CC4A107F}"/>
              </a:ext>
            </a:extLst>
          </p:cNvPr>
          <p:cNvSpPr txBox="1"/>
          <p:nvPr userDrawn="1"/>
        </p:nvSpPr>
        <p:spPr>
          <a:xfrm>
            <a:off x="594360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{{kpi_1_label}}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E5EA1-B8AD-3E31-D8CC-142A5606FA93}"/>
              </a:ext>
            </a:extLst>
          </p:cNvPr>
          <p:cNvSpPr txBox="1"/>
          <p:nvPr userDrawn="1"/>
        </p:nvSpPr>
        <p:spPr>
          <a:xfrm>
            <a:off x="594360" y="1645920"/>
            <a:ext cx="2441448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rPr>
                <a:solidFill>
                  <a:schemeClr val="accent4"/>
                </a:solidFill>
              </a:rPr>
              <a:t>{{kpi_1_value}}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95D551-9D2F-284D-AF63-1FD0F8E1ACB0}"/>
              </a:ext>
            </a:extLst>
          </p:cNvPr>
          <p:cNvSpPr txBox="1"/>
          <p:nvPr userDrawn="1"/>
        </p:nvSpPr>
        <p:spPr>
          <a:xfrm>
            <a:off x="594360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{{kpi_1_source}}</a:t>
            </a:r>
          </a:p>
        </p:txBody>
      </p:sp>
      <p:sp>
        <p:nvSpPr>
          <p:cNvPr id="15" name="Rounded Rectangle 23">
            <a:extLst>
              <a:ext uri="{FF2B5EF4-FFF2-40B4-BE49-F238E27FC236}">
                <a16:creationId xmlns:a16="http://schemas.microsoft.com/office/drawing/2014/main" id="{A60244F1-F80D-93EF-51AA-534F1B019112}"/>
              </a:ext>
            </a:extLst>
          </p:cNvPr>
          <p:cNvSpPr/>
          <p:nvPr userDrawn="1"/>
        </p:nvSpPr>
        <p:spPr>
          <a:xfrm>
            <a:off x="3310128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0BB11A-FB33-0EA7-04C4-831061C58F75}"/>
              </a:ext>
            </a:extLst>
          </p:cNvPr>
          <p:cNvSpPr/>
          <p:nvPr userDrawn="1"/>
        </p:nvSpPr>
        <p:spPr>
          <a:xfrm>
            <a:off x="3310128" y="1234440"/>
            <a:ext cx="2715768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7DF350-F647-AFF1-88E3-600D7E2CA272}"/>
              </a:ext>
            </a:extLst>
          </p:cNvPr>
          <p:cNvSpPr txBox="1"/>
          <p:nvPr userDrawn="1"/>
        </p:nvSpPr>
        <p:spPr>
          <a:xfrm>
            <a:off x="3447288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{{kpi_2_label}}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9C076D-CC24-E1CE-0AA9-3FC7BA42CCC5}"/>
              </a:ext>
            </a:extLst>
          </p:cNvPr>
          <p:cNvSpPr txBox="1"/>
          <p:nvPr userDrawn="1"/>
        </p:nvSpPr>
        <p:spPr>
          <a:xfrm>
            <a:off x="3447288" y="1645920"/>
            <a:ext cx="2441448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rPr>
                <a:solidFill>
                  <a:schemeClr val="accent4"/>
                </a:solidFill>
              </a:rPr>
              <a:t>{{kpi_2_value}}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CA52C1-A682-FC79-6295-1736F6E2CCE7}"/>
              </a:ext>
            </a:extLst>
          </p:cNvPr>
          <p:cNvSpPr txBox="1"/>
          <p:nvPr userDrawn="1"/>
        </p:nvSpPr>
        <p:spPr>
          <a:xfrm>
            <a:off x="3447288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{{kpi_2_source}}</a:t>
            </a:r>
          </a:p>
        </p:txBody>
      </p:sp>
      <p:sp>
        <p:nvSpPr>
          <p:cNvPr id="20" name="Rounded Rectangle 28">
            <a:extLst>
              <a:ext uri="{FF2B5EF4-FFF2-40B4-BE49-F238E27FC236}">
                <a16:creationId xmlns:a16="http://schemas.microsoft.com/office/drawing/2014/main" id="{5E8F3997-A0DD-CF59-99E0-9B6A7EAC459A}"/>
              </a:ext>
            </a:extLst>
          </p:cNvPr>
          <p:cNvSpPr/>
          <p:nvPr userDrawn="1"/>
        </p:nvSpPr>
        <p:spPr>
          <a:xfrm>
            <a:off x="6163056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2C73DE-B93A-E04A-F8AC-4A431CB0AF9D}"/>
              </a:ext>
            </a:extLst>
          </p:cNvPr>
          <p:cNvSpPr/>
          <p:nvPr userDrawn="1"/>
        </p:nvSpPr>
        <p:spPr>
          <a:xfrm>
            <a:off x="6163056" y="1234440"/>
            <a:ext cx="2715768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6EF6BA-919B-26E9-F844-2A53AD388745}"/>
              </a:ext>
            </a:extLst>
          </p:cNvPr>
          <p:cNvSpPr txBox="1"/>
          <p:nvPr userDrawn="1"/>
        </p:nvSpPr>
        <p:spPr>
          <a:xfrm>
            <a:off x="6300216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{{kpi_3_label}}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11D85-7ADD-3D27-5D40-259C9CC6110D}"/>
              </a:ext>
            </a:extLst>
          </p:cNvPr>
          <p:cNvSpPr txBox="1"/>
          <p:nvPr userDrawn="1"/>
        </p:nvSpPr>
        <p:spPr>
          <a:xfrm>
            <a:off x="6300216" y="1645920"/>
            <a:ext cx="2441448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rPr>
                <a:solidFill>
                  <a:schemeClr val="accent4"/>
                </a:solidFill>
              </a:rPr>
              <a:t>{{kpi_3_value}}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AD6BE7-4427-57B4-5CB6-8715496A9200}"/>
              </a:ext>
            </a:extLst>
          </p:cNvPr>
          <p:cNvSpPr txBox="1"/>
          <p:nvPr userDrawn="1"/>
        </p:nvSpPr>
        <p:spPr>
          <a:xfrm>
            <a:off x="6300216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{{kpi_3_source}}</a:t>
            </a:r>
          </a:p>
        </p:txBody>
      </p:sp>
      <p:sp>
        <p:nvSpPr>
          <p:cNvPr id="25" name="Rounded Rectangle 33">
            <a:extLst>
              <a:ext uri="{FF2B5EF4-FFF2-40B4-BE49-F238E27FC236}">
                <a16:creationId xmlns:a16="http://schemas.microsoft.com/office/drawing/2014/main" id="{8E5FC0AA-C794-EC89-CD22-3663DABAEC96}"/>
              </a:ext>
            </a:extLst>
          </p:cNvPr>
          <p:cNvSpPr/>
          <p:nvPr userDrawn="1"/>
        </p:nvSpPr>
        <p:spPr>
          <a:xfrm>
            <a:off x="9015984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76D96C-CCC2-CE2A-56A2-C64D0D7FC958}"/>
              </a:ext>
            </a:extLst>
          </p:cNvPr>
          <p:cNvSpPr/>
          <p:nvPr userDrawn="1"/>
        </p:nvSpPr>
        <p:spPr>
          <a:xfrm>
            <a:off x="9015984" y="1234440"/>
            <a:ext cx="2715768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9B3132-3965-EA92-BB85-F61CBD321F8E}"/>
              </a:ext>
            </a:extLst>
          </p:cNvPr>
          <p:cNvSpPr txBox="1"/>
          <p:nvPr userDrawn="1"/>
        </p:nvSpPr>
        <p:spPr>
          <a:xfrm>
            <a:off x="9153144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{{kpi_4_label}}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9E80CF-ED26-9BCC-2989-1292A2B307DD}"/>
              </a:ext>
            </a:extLst>
          </p:cNvPr>
          <p:cNvSpPr txBox="1"/>
          <p:nvPr userDrawn="1"/>
        </p:nvSpPr>
        <p:spPr>
          <a:xfrm>
            <a:off x="9153144" y="1645920"/>
            <a:ext cx="2441448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rPr>
                <a:solidFill>
                  <a:schemeClr val="accent4"/>
                </a:solidFill>
              </a:rPr>
              <a:t>{{kpi_4_value}}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4E063B-6543-B07A-B93B-BE75CCE388FD}"/>
              </a:ext>
            </a:extLst>
          </p:cNvPr>
          <p:cNvSpPr txBox="1"/>
          <p:nvPr userDrawn="1"/>
        </p:nvSpPr>
        <p:spPr>
          <a:xfrm>
            <a:off x="9153144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{{kpi_4_source}}</a:t>
            </a:r>
          </a:p>
        </p:txBody>
      </p:sp>
      <p:sp>
        <p:nvSpPr>
          <p:cNvPr id="30" name="Rounded Rectangle 38">
            <a:extLst>
              <a:ext uri="{FF2B5EF4-FFF2-40B4-BE49-F238E27FC236}">
                <a16:creationId xmlns:a16="http://schemas.microsoft.com/office/drawing/2014/main" id="{BB1BBD39-2EAC-1864-CFD4-7DD98EAE6BDD}"/>
              </a:ext>
            </a:extLst>
          </p:cNvPr>
          <p:cNvSpPr/>
          <p:nvPr userDrawn="1"/>
        </p:nvSpPr>
        <p:spPr>
          <a:xfrm>
            <a:off x="457200" y="2880360"/>
            <a:ext cx="11274552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6E27A5-D9F5-EDC3-2F47-A8513827AE85}"/>
              </a:ext>
            </a:extLst>
          </p:cNvPr>
          <p:cNvSpPr txBox="1"/>
          <p:nvPr userDrawn="1"/>
        </p:nvSpPr>
        <p:spPr>
          <a:xfrm>
            <a:off x="640080" y="29900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rPr dirty="0">
                <a:solidFill>
                  <a:schemeClr val="accent4"/>
                </a:solidFill>
              </a:rPr>
              <a:t>EPIDEMIOLOGY CONTEXT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F9D67E-8A5D-2F87-7FC5-1F7AD1A130EF}"/>
              </a:ext>
            </a:extLst>
          </p:cNvPr>
          <p:cNvSpPr txBox="1"/>
          <p:nvPr userDrawn="1"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{{ctx_metric_1}}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1E3A88-675D-DDF5-6B3A-EF89EA0B3367}"/>
              </a:ext>
            </a:extLst>
          </p:cNvPr>
          <p:cNvSpPr txBox="1"/>
          <p:nvPr userDrawn="1"/>
        </p:nvSpPr>
        <p:spPr>
          <a:xfrm>
            <a:off x="502920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{{ctx_value_1}}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D4055E-85F0-7DDC-DA5D-09220F226AC1}"/>
              </a:ext>
            </a:extLst>
          </p:cNvPr>
          <p:cNvSpPr txBox="1"/>
          <p:nvPr userDrawn="1"/>
        </p:nvSpPr>
        <p:spPr>
          <a:xfrm>
            <a:off x="7498079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{{ctx_source_1}}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35E29F-2181-DB5E-744F-459ECD55D26C}"/>
              </a:ext>
            </a:extLst>
          </p:cNvPr>
          <p:cNvSpPr txBox="1"/>
          <p:nvPr userDrawn="1"/>
        </p:nvSpPr>
        <p:spPr>
          <a:xfrm>
            <a:off x="64008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{{ctx_metric_2}}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AEBF6D-EC73-ECE4-2048-07549AA352C1}"/>
              </a:ext>
            </a:extLst>
          </p:cNvPr>
          <p:cNvSpPr txBox="1"/>
          <p:nvPr userDrawn="1"/>
        </p:nvSpPr>
        <p:spPr>
          <a:xfrm>
            <a:off x="502920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{{ctx_value_2}}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7FF60A-2508-A9E6-DF3B-FC60D734CA7C}"/>
              </a:ext>
            </a:extLst>
          </p:cNvPr>
          <p:cNvSpPr txBox="1"/>
          <p:nvPr userDrawn="1"/>
        </p:nvSpPr>
        <p:spPr>
          <a:xfrm>
            <a:off x="7498079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{{ctx_source_2}}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C0077A-378B-0ACB-1AD4-941950F5D4F1}"/>
              </a:ext>
            </a:extLst>
          </p:cNvPr>
          <p:cNvSpPr txBox="1"/>
          <p:nvPr userDrawn="1"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{{ctx_metric_3}}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26B44E-3F9F-1E64-E0C7-D9433A0CFD16}"/>
              </a:ext>
            </a:extLst>
          </p:cNvPr>
          <p:cNvSpPr txBox="1"/>
          <p:nvPr userDrawn="1"/>
        </p:nvSpPr>
        <p:spPr>
          <a:xfrm>
            <a:off x="502920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{{ctx_value_3}}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24E226-43B6-F856-46C5-BE8758AAF3DC}"/>
              </a:ext>
            </a:extLst>
          </p:cNvPr>
          <p:cNvSpPr txBox="1"/>
          <p:nvPr userDrawn="1"/>
        </p:nvSpPr>
        <p:spPr>
          <a:xfrm>
            <a:off x="7498079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{{ctx_source_3}}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4F18D-4F03-FB49-83C2-E49543C88877}"/>
              </a:ext>
            </a:extLst>
          </p:cNvPr>
          <p:cNvSpPr txBox="1"/>
          <p:nvPr userDrawn="1"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{{ctx_metric_4}}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478CC2-79F2-953F-F5A1-99BF67B2D86C}"/>
              </a:ext>
            </a:extLst>
          </p:cNvPr>
          <p:cNvSpPr txBox="1"/>
          <p:nvPr userDrawn="1"/>
        </p:nvSpPr>
        <p:spPr>
          <a:xfrm>
            <a:off x="502920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{{ctx_value_4}}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8768DE-70D0-7F41-1E95-A02D278BDCD5}"/>
              </a:ext>
            </a:extLst>
          </p:cNvPr>
          <p:cNvSpPr txBox="1"/>
          <p:nvPr userDrawn="1"/>
        </p:nvSpPr>
        <p:spPr>
          <a:xfrm>
            <a:off x="7498079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{{ctx_source_4}}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FF2A71-CF8F-8789-6685-C69A91EAAF1F}"/>
              </a:ext>
            </a:extLst>
          </p:cNvPr>
          <p:cNvSpPr txBox="1"/>
          <p:nvPr userDrawn="1"/>
        </p:nvSpPr>
        <p:spPr>
          <a:xfrm>
            <a:off x="64008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{{ctx_metric_5}}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F4F53E-4FE0-C034-1ADE-09824C7EC948}"/>
              </a:ext>
            </a:extLst>
          </p:cNvPr>
          <p:cNvSpPr txBox="1"/>
          <p:nvPr userDrawn="1"/>
        </p:nvSpPr>
        <p:spPr>
          <a:xfrm>
            <a:off x="502920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{{ctx_value_5}}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BAF7C9-2844-8010-C025-B4D9636F039D}"/>
              </a:ext>
            </a:extLst>
          </p:cNvPr>
          <p:cNvSpPr txBox="1"/>
          <p:nvPr userDrawn="1"/>
        </p:nvSpPr>
        <p:spPr>
          <a:xfrm>
            <a:off x="7498079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{{ctx_source_5}}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5D95F5-92F3-148F-AE7E-C67D40835A26}"/>
              </a:ext>
            </a:extLst>
          </p:cNvPr>
          <p:cNvSpPr txBox="1"/>
          <p:nvPr userDrawn="1"/>
        </p:nvSpPr>
        <p:spPr>
          <a:xfrm>
            <a:off x="64008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{{ctx_metric_6}}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1742C6-6531-843F-2846-5DFD556E3B43}"/>
              </a:ext>
            </a:extLst>
          </p:cNvPr>
          <p:cNvSpPr txBox="1"/>
          <p:nvPr userDrawn="1"/>
        </p:nvSpPr>
        <p:spPr>
          <a:xfrm>
            <a:off x="502920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{{ctx_value_6}}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27332F-07AD-E92A-90DE-B6D54EE6A806}"/>
              </a:ext>
            </a:extLst>
          </p:cNvPr>
          <p:cNvSpPr txBox="1"/>
          <p:nvPr userDrawn="1"/>
        </p:nvSpPr>
        <p:spPr>
          <a:xfrm>
            <a:off x="7498079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{{ctx_source_6}}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C30E17-1B84-FB22-95DD-3383E99912E4}"/>
              </a:ext>
            </a:extLst>
          </p:cNvPr>
          <p:cNvSpPr txBox="1"/>
          <p:nvPr userDrawn="1"/>
        </p:nvSpPr>
        <p:spPr>
          <a:xfrm>
            <a:off x="1572768" y="89654"/>
            <a:ext cx="1737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PREVALENCE &amp; EPIDEMIOLOGY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9E00D5-73D9-B2BA-7D68-781EE762497D}"/>
              </a:ext>
            </a:extLst>
          </p:cNvPr>
          <p:cNvSpPr txBox="1"/>
          <p:nvPr userDrawn="1"/>
        </p:nvSpPr>
        <p:spPr>
          <a:xfrm>
            <a:off x="3566160" y="12839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</p:spTree>
    <p:extLst>
      <p:ext uri="{BB962C8B-B14F-4D97-AF65-F5344CB8AC3E}">
        <p14:creationId xmlns:p14="http://schemas.microsoft.com/office/powerpoint/2010/main" val="3194219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PLO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9" descr="CHART_AREA">
            <a:extLst>
              <a:ext uri="{FF2B5EF4-FFF2-40B4-BE49-F238E27FC236}">
                <a16:creationId xmlns:a16="http://schemas.microsoft.com/office/drawing/2014/main" id="{14F771B1-9F53-87B6-B769-811FF6E7FB02}"/>
              </a:ext>
            </a:extLst>
          </p:cNvPr>
          <p:cNvSpPr/>
          <p:nvPr userDrawn="1"/>
        </p:nvSpPr>
        <p:spPr>
          <a:xfrm>
            <a:off x="4847909" y="822960"/>
            <a:ext cx="6400800" cy="561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AB946A-1346-E902-8B23-0778DEDAF545}"/>
              </a:ext>
            </a:extLst>
          </p:cNvPr>
          <p:cNvSpPr/>
          <p:nvPr userDrawn="1"/>
        </p:nvSpPr>
        <p:spPr>
          <a:xfrm>
            <a:off x="166180" y="658368"/>
            <a:ext cx="11859768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313F02-0759-A7ED-A26C-C2E08A33BF9C}"/>
              </a:ext>
            </a:extLst>
          </p:cNvPr>
          <p:cNvSpPr/>
          <p:nvPr userDrawn="1"/>
        </p:nvSpPr>
        <p:spPr>
          <a:xfrm>
            <a:off x="166180" y="987552"/>
            <a:ext cx="1185976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B3BF1F-7391-A33D-EB72-511C4CEFA271}"/>
              </a:ext>
            </a:extLst>
          </p:cNvPr>
          <p:cNvSpPr/>
          <p:nvPr userDrawn="1"/>
        </p:nvSpPr>
        <p:spPr>
          <a:xfrm>
            <a:off x="294196" y="815125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7D5147-26DF-CB9F-5A27-17D5D2113B47}"/>
              </a:ext>
            </a:extLst>
          </p:cNvPr>
          <p:cNvSpPr txBox="1"/>
          <p:nvPr userDrawn="1"/>
        </p:nvSpPr>
        <p:spPr>
          <a:xfrm>
            <a:off x="403924" y="731519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/>
              <a:t>{{forest_title}}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D55372-5CD5-D3D7-FC8F-66B1ABEDCB9C}"/>
              </a:ext>
            </a:extLst>
          </p:cNvPr>
          <p:cNvSpPr txBox="1"/>
          <p:nvPr userDrawn="1"/>
        </p:nvSpPr>
        <p:spPr>
          <a:xfrm>
            <a:off x="330772" y="1060704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Subgroup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E59C60-BADD-9990-8470-F4BA3285BE08}"/>
              </a:ext>
            </a:extLst>
          </p:cNvPr>
          <p:cNvSpPr txBox="1"/>
          <p:nvPr userDrawn="1"/>
        </p:nvSpPr>
        <p:spPr>
          <a:xfrm>
            <a:off x="3384868" y="1060704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DF252-8D16-36D3-B638-3C9B37B24E7F}"/>
              </a:ext>
            </a:extLst>
          </p:cNvPr>
          <p:cNvSpPr txBox="1"/>
          <p:nvPr userDrawn="1"/>
        </p:nvSpPr>
        <p:spPr>
          <a:xfrm>
            <a:off x="4024948" y="1060704"/>
            <a:ext cx="8428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HR (95% CI)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FAA986-9E5F-F0E7-6F3F-D5043D836F5B}"/>
              </a:ext>
            </a:extLst>
          </p:cNvPr>
          <p:cNvSpPr txBox="1"/>
          <p:nvPr userDrawn="1"/>
        </p:nvSpPr>
        <p:spPr>
          <a:xfrm>
            <a:off x="4939348" y="1060705"/>
            <a:ext cx="3108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 dirty="0"/>
              <a:t>{{</a:t>
            </a:r>
            <a:r>
              <a:rPr sz="700" dirty="0" err="1"/>
              <a:t>forest_favours_left</a:t>
            </a:r>
            <a:r>
              <a:rPr sz="700" dirty="0"/>
              <a:t>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CD72C9-BAE9-EB25-D0EA-883641485D65}"/>
              </a:ext>
            </a:extLst>
          </p:cNvPr>
          <p:cNvSpPr txBox="1"/>
          <p:nvPr userDrawn="1"/>
        </p:nvSpPr>
        <p:spPr>
          <a:xfrm>
            <a:off x="8048308" y="1060705"/>
            <a:ext cx="3108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{{forest_favours_right}}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68E1A6-D865-B61B-1882-C1D86357E77F}"/>
              </a:ext>
            </a:extLst>
          </p:cNvPr>
          <p:cNvSpPr/>
          <p:nvPr userDrawn="1"/>
        </p:nvSpPr>
        <p:spPr>
          <a:xfrm>
            <a:off x="330772" y="1238019"/>
            <a:ext cx="1082649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2BEDD1-6197-B69C-6BF2-2DACCD744242}"/>
              </a:ext>
            </a:extLst>
          </p:cNvPr>
          <p:cNvSpPr txBox="1"/>
          <p:nvPr userDrawn="1"/>
        </p:nvSpPr>
        <p:spPr>
          <a:xfrm>
            <a:off x="5392274" y="5779008"/>
            <a:ext cx="3657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0.2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8E3720-8C11-2052-F9EF-A70FF9C5577C}"/>
              </a:ext>
            </a:extLst>
          </p:cNvPr>
          <p:cNvSpPr/>
          <p:nvPr userDrawn="1"/>
        </p:nvSpPr>
        <p:spPr>
          <a:xfrm>
            <a:off x="5575154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A84032-6D3E-925B-4CBB-5152EEAC83E6}"/>
              </a:ext>
            </a:extLst>
          </p:cNvPr>
          <p:cNvSpPr txBox="1"/>
          <p:nvPr userDrawn="1"/>
        </p:nvSpPr>
        <p:spPr>
          <a:xfrm>
            <a:off x="8949293" y="5779008"/>
            <a:ext cx="3657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1.0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575235-3E7D-B7CF-318F-B1CCF3213705}"/>
              </a:ext>
            </a:extLst>
          </p:cNvPr>
          <p:cNvSpPr/>
          <p:nvPr userDrawn="1"/>
        </p:nvSpPr>
        <p:spPr>
          <a:xfrm>
            <a:off x="9132173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2F083A-9C7C-1424-583C-0ACAF19B81EF}"/>
              </a:ext>
            </a:extLst>
          </p:cNvPr>
          <p:cNvSpPr txBox="1"/>
          <p:nvPr userDrawn="1"/>
        </p:nvSpPr>
        <p:spPr>
          <a:xfrm>
            <a:off x="10481218" y="5779008"/>
            <a:ext cx="3657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2.0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F008DD-4CAF-4EA8-4C72-6E425571CB10}"/>
              </a:ext>
            </a:extLst>
          </p:cNvPr>
          <p:cNvSpPr/>
          <p:nvPr userDrawn="1"/>
        </p:nvSpPr>
        <p:spPr>
          <a:xfrm>
            <a:off x="10664098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7EDD4D-CCFC-68F4-52CF-024D24CE039E}"/>
              </a:ext>
            </a:extLst>
          </p:cNvPr>
          <p:cNvSpPr/>
          <p:nvPr userDrawn="1"/>
        </p:nvSpPr>
        <p:spPr>
          <a:xfrm>
            <a:off x="330772" y="1298448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6237D4-1B6C-3B3D-DC7B-C6A2BA8F8213}"/>
              </a:ext>
            </a:extLst>
          </p:cNvPr>
          <p:cNvSpPr txBox="1"/>
          <p:nvPr userDrawn="1"/>
        </p:nvSpPr>
        <p:spPr>
          <a:xfrm>
            <a:off x="330772" y="131673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{{sg_overall_name}}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C28C69-F7D6-A220-1FE5-30808E60E555}"/>
              </a:ext>
            </a:extLst>
          </p:cNvPr>
          <p:cNvSpPr txBox="1"/>
          <p:nvPr userDrawn="1"/>
        </p:nvSpPr>
        <p:spPr>
          <a:xfrm>
            <a:off x="3384868" y="1316736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{{sg_overall_n}}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23D2CC-E9E7-7CEE-4E9E-75750F91E19B}"/>
              </a:ext>
            </a:extLst>
          </p:cNvPr>
          <p:cNvSpPr txBox="1"/>
          <p:nvPr userDrawn="1"/>
        </p:nvSpPr>
        <p:spPr>
          <a:xfrm>
            <a:off x="4024948" y="1316736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{{sg_overall_hr}}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1B1F3E-FA36-C35B-0D1F-F03642A91FF8}"/>
              </a:ext>
            </a:extLst>
          </p:cNvPr>
          <p:cNvSpPr txBox="1"/>
          <p:nvPr userDrawn="1"/>
        </p:nvSpPr>
        <p:spPr>
          <a:xfrm>
            <a:off x="330772" y="1700784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{{sg_age_header_name}}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5B4175-248E-1F50-F61A-8D66CEDDF07E}"/>
              </a:ext>
            </a:extLst>
          </p:cNvPr>
          <p:cNvSpPr txBox="1"/>
          <p:nvPr userDrawn="1"/>
        </p:nvSpPr>
        <p:spPr>
          <a:xfrm>
            <a:off x="330772" y="1920240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{{sg_age_lt65_name}}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62415F-C1D2-EDA4-0F3A-03EF2856190A}"/>
              </a:ext>
            </a:extLst>
          </p:cNvPr>
          <p:cNvSpPr txBox="1"/>
          <p:nvPr userDrawn="1"/>
        </p:nvSpPr>
        <p:spPr>
          <a:xfrm>
            <a:off x="3384868" y="1920240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{{sg_age_lt65_n}}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DF60BA-1267-F625-C31D-CBDE09ED4FA4}"/>
              </a:ext>
            </a:extLst>
          </p:cNvPr>
          <p:cNvSpPr txBox="1"/>
          <p:nvPr userDrawn="1"/>
        </p:nvSpPr>
        <p:spPr>
          <a:xfrm>
            <a:off x="4024948" y="1920240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{{sg_age_lt65_hr}}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CC740A-7C11-082C-60C0-22E490C4E39E}"/>
              </a:ext>
            </a:extLst>
          </p:cNvPr>
          <p:cNvSpPr/>
          <p:nvPr userDrawn="1"/>
        </p:nvSpPr>
        <p:spPr>
          <a:xfrm>
            <a:off x="330772" y="2103120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97E3A4-7C39-A524-D0F6-EF361AE086E7}"/>
              </a:ext>
            </a:extLst>
          </p:cNvPr>
          <p:cNvSpPr txBox="1"/>
          <p:nvPr userDrawn="1"/>
        </p:nvSpPr>
        <p:spPr>
          <a:xfrm>
            <a:off x="330772" y="2121408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{{sg_age_gte65_name}}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1121A2-616F-4FEA-7CE6-3AEEB073C037}"/>
              </a:ext>
            </a:extLst>
          </p:cNvPr>
          <p:cNvSpPr txBox="1"/>
          <p:nvPr userDrawn="1"/>
        </p:nvSpPr>
        <p:spPr>
          <a:xfrm>
            <a:off x="3384868" y="2121408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{{sg_age_gte65_n}}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2DC4E3-195D-9632-2991-64922E3F2F82}"/>
              </a:ext>
            </a:extLst>
          </p:cNvPr>
          <p:cNvSpPr txBox="1"/>
          <p:nvPr userDrawn="1"/>
        </p:nvSpPr>
        <p:spPr>
          <a:xfrm>
            <a:off x="4024948" y="2121408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{{sg_age_gte65_hr}}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50B4E7-51B6-8015-7A63-D7441C6F318D}"/>
              </a:ext>
            </a:extLst>
          </p:cNvPr>
          <p:cNvSpPr txBox="1"/>
          <p:nvPr userDrawn="1"/>
        </p:nvSpPr>
        <p:spPr>
          <a:xfrm>
            <a:off x="330772" y="250545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{{sg_prior_header_name}}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75ACE9-FD5E-9054-97EE-46F81BA423CF}"/>
              </a:ext>
            </a:extLst>
          </p:cNvPr>
          <p:cNvSpPr txBox="1"/>
          <p:nvPr userDrawn="1"/>
        </p:nvSpPr>
        <p:spPr>
          <a:xfrm>
            <a:off x="330772" y="2724912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{{sg_prior_1_name}}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14F809-8A95-882B-5B64-11C5826D7E38}"/>
              </a:ext>
            </a:extLst>
          </p:cNvPr>
          <p:cNvSpPr txBox="1"/>
          <p:nvPr userDrawn="1"/>
        </p:nvSpPr>
        <p:spPr>
          <a:xfrm>
            <a:off x="3384868" y="2724912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{{sg_prior_1_n}}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4DA3EA-F83F-FD49-1B83-11ABF95ED40F}"/>
              </a:ext>
            </a:extLst>
          </p:cNvPr>
          <p:cNvSpPr txBox="1"/>
          <p:nvPr userDrawn="1"/>
        </p:nvSpPr>
        <p:spPr>
          <a:xfrm>
            <a:off x="4024948" y="2724912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{{sg_prior_1_hr}}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1D211C-21A3-1C1D-32CF-AA81CE26B5BA}"/>
              </a:ext>
            </a:extLst>
          </p:cNvPr>
          <p:cNvSpPr/>
          <p:nvPr userDrawn="1"/>
        </p:nvSpPr>
        <p:spPr>
          <a:xfrm>
            <a:off x="330772" y="2907791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A89DC2-A24F-5980-2CB2-D9594E13D234}"/>
              </a:ext>
            </a:extLst>
          </p:cNvPr>
          <p:cNvSpPr txBox="1"/>
          <p:nvPr userDrawn="1"/>
        </p:nvSpPr>
        <p:spPr>
          <a:xfrm>
            <a:off x="330772" y="292607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{{sg_prior_2_3_name}}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5560FF-AD46-A081-7B78-7C31F3B71854}"/>
              </a:ext>
            </a:extLst>
          </p:cNvPr>
          <p:cNvSpPr txBox="1"/>
          <p:nvPr userDrawn="1"/>
        </p:nvSpPr>
        <p:spPr>
          <a:xfrm>
            <a:off x="3384868" y="292607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{{sg_prior_2_3_n}}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4149DD-9B6E-E07F-6EC6-951CBBB79351}"/>
              </a:ext>
            </a:extLst>
          </p:cNvPr>
          <p:cNvSpPr txBox="1"/>
          <p:nvPr userDrawn="1"/>
        </p:nvSpPr>
        <p:spPr>
          <a:xfrm>
            <a:off x="4024948" y="292607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{{sg_prior_2_3_hr}}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2DAD83-6F1F-489D-553F-3BE435EFFC9C}"/>
              </a:ext>
            </a:extLst>
          </p:cNvPr>
          <p:cNvSpPr txBox="1"/>
          <p:nvPr userDrawn="1"/>
        </p:nvSpPr>
        <p:spPr>
          <a:xfrm>
            <a:off x="330772" y="3127248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{{sg_prior_gte4_name}}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6282CF-41E9-0A04-2FAE-B65AD40AB8A7}"/>
              </a:ext>
            </a:extLst>
          </p:cNvPr>
          <p:cNvSpPr txBox="1"/>
          <p:nvPr userDrawn="1"/>
        </p:nvSpPr>
        <p:spPr>
          <a:xfrm>
            <a:off x="3384868" y="3127248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{{sg_prior_gte4_n}}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5BE384-09B8-7B6D-B73F-DE1FB2630270}"/>
              </a:ext>
            </a:extLst>
          </p:cNvPr>
          <p:cNvSpPr txBox="1"/>
          <p:nvPr userDrawn="1"/>
        </p:nvSpPr>
        <p:spPr>
          <a:xfrm>
            <a:off x="4024948" y="3127248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{{sg_prior_gte4_hr}}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94CB53-96F6-9F9D-888A-BF1E0390567C}"/>
              </a:ext>
            </a:extLst>
          </p:cNvPr>
          <p:cNvSpPr txBox="1"/>
          <p:nvPr userDrawn="1"/>
        </p:nvSpPr>
        <p:spPr>
          <a:xfrm>
            <a:off x="330772" y="351129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{{sg_refract_header_name}}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D2DC53-BDEF-8154-070C-F08941668E1B}"/>
              </a:ext>
            </a:extLst>
          </p:cNvPr>
          <p:cNvSpPr/>
          <p:nvPr userDrawn="1"/>
        </p:nvSpPr>
        <p:spPr>
          <a:xfrm>
            <a:off x="330772" y="3712464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134845-03EF-4819-D480-576116C4378A}"/>
              </a:ext>
            </a:extLst>
          </p:cNvPr>
          <p:cNvSpPr txBox="1"/>
          <p:nvPr userDrawn="1"/>
        </p:nvSpPr>
        <p:spPr>
          <a:xfrm>
            <a:off x="330772" y="3730752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{{sg_pi_refract_name}}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E8829D-545A-0D00-B531-751AC41AC515}"/>
              </a:ext>
            </a:extLst>
          </p:cNvPr>
          <p:cNvSpPr txBox="1"/>
          <p:nvPr userDrawn="1"/>
        </p:nvSpPr>
        <p:spPr>
          <a:xfrm>
            <a:off x="3384868" y="3730752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{{sg_pi_refract_n}}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012368-AD44-44CC-1C14-E4D90D2B368F}"/>
              </a:ext>
            </a:extLst>
          </p:cNvPr>
          <p:cNvSpPr txBox="1"/>
          <p:nvPr userDrawn="1"/>
        </p:nvSpPr>
        <p:spPr>
          <a:xfrm>
            <a:off x="4024948" y="3730752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{{sg_pi_refract_hr}}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07808F-FE3B-CA29-1A76-0A4730130B99}"/>
              </a:ext>
            </a:extLst>
          </p:cNvPr>
          <p:cNvSpPr txBox="1"/>
          <p:nvPr userDrawn="1"/>
        </p:nvSpPr>
        <p:spPr>
          <a:xfrm>
            <a:off x="330772" y="393191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{{sg_imid_refract_name}}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281380-9431-1FB6-C39A-51AB0778DD93}"/>
              </a:ext>
            </a:extLst>
          </p:cNvPr>
          <p:cNvSpPr txBox="1"/>
          <p:nvPr userDrawn="1"/>
        </p:nvSpPr>
        <p:spPr>
          <a:xfrm>
            <a:off x="3384868" y="393191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{{sg_imid_refract_n}}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C1FA67-41AB-B169-EEF8-927F97BF455F}"/>
              </a:ext>
            </a:extLst>
          </p:cNvPr>
          <p:cNvSpPr txBox="1"/>
          <p:nvPr userDrawn="1"/>
        </p:nvSpPr>
        <p:spPr>
          <a:xfrm>
            <a:off x="4024948" y="393191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{{sg_imid_refract_hr}}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2AB552-3EE0-C2AE-E811-648A9DDC0CA5}"/>
              </a:ext>
            </a:extLst>
          </p:cNvPr>
          <p:cNvSpPr/>
          <p:nvPr userDrawn="1"/>
        </p:nvSpPr>
        <p:spPr>
          <a:xfrm>
            <a:off x="330772" y="4114800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E68C37-4BEA-63A6-AE68-756C8F4C64BE}"/>
              </a:ext>
            </a:extLst>
          </p:cNvPr>
          <p:cNvSpPr txBox="1"/>
          <p:nvPr userDrawn="1"/>
        </p:nvSpPr>
        <p:spPr>
          <a:xfrm>
            <a:off x="330772" y="4133087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{{sg_double_refract_name}}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F2A537-EBE9-01C3-94A4-267A99A2AFE2}"/>
              </a:ext>
            </a:extLst>
          </p:cNvPr>
          <p:cNvSpPr txBox="1"/>
          <p:nvPr userDrawn="1"/>
        </p:nvSpPr>
        <p:spPr>
          <a:xfrm>
            <a:off x="3384868" y="4133087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{{sg_double_refract_n}}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09F430-F4B9-2B2F-509D-229671B0799B}"/>
              </a:ext>
            </a:extLst>
          </p:cNvPr>
          <p:cNvSpPr txBox="1"/>
          <p:nvPr userDrawn="1"/>
        </p:nvSpPr>
        <p:spPr>
          <a:xfrm>
            <a:off x="4024948" y="4133087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{{sg_double_refract_hr}}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863873-FFDB-76EA-9DAC-1AF4114ABA6F}"/>
              </a:ext>
            </a:extLst>
          </p:cNvPr>
          <p:cNvSpPr txBox="1"/>
          <p:nvPr userDrawn="1"/>
        </p:nvSpPr>
        <p:spPr>
          <a:xfrm>
            <a:off x="330772" y="451713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{{sg_ecog_header_name}}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C0E14E-066F-BCA0-9EE8-F62C4C2260FC}"/>
              </a:ext>
            </a:extLst>
          </p:cNvPr>
          <p:cNvSpPr txBox="1"/>
          <p:nvPr userDrawn="1"/>
        </p:nvSpPr>
        <p:spPr>
          <a:xfrm>
            <a:off x="330772" y="4736592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{{sg_ecog_0_name}}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706D4F-9D94-A752-66E4-02E92723AFE7}"/>
              </a:ext>
            </a:extLst>
          </p:cNvPr>
          <p:cNvSpPr txBox="1"/>
          <p:nvPr userDrawn="1"/>
        </p:nvSpPr>
        <p:spPr>
          <a:xfrm>
            <a:off x="3384868" y="4736592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{{sg_ecog_0_n}}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32D114-813A-5491-730A-667288CB89E3}"/>
              </a:ext>
            </a:extLst>
          </p:cNvPr>
          <p:cNvSpPr txBox="1"/>
          <p:nvPr userDrawn="1"/>
        </p:nvSpPr>
        <p:spPr>
          <a:xfrm>
            <a:off x="4024948" y="4736592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{{sg_ecog_0_hr}}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3625406-CAB0-3BC1-13E1-D9A24F19F42A}"/>
              </a:ext>
            </a:extLst>
          </p:cNvPr>
          <p:cNvSpPr/>
          <p:nvPr userDrawn="1"/>
        </p:nvSpPr>
        <p:spPr>
          <a:xfrm>
            <a:off x="330772" y="4919472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FB01D0-3F65-3697-FE10-54ACFB606F3D}"/>
              </a:ext>
            </a:extLst>
          </p:cNvPr>
          <p:cNvSpPr txBox="1"/>
          <p:nvPr userDrawn="1"/>
        </p:nvSpPr>
        <p:spPr>
          <a:xfrm>
            <a:off x="330772" y="493775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{{sg_ecog_1_name}}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9756AD-36D3-A1AB-C70E-E5EF7A7B50C4}"/>
              </a:ext>
            </a:extLst>
          </p:cNvPr>
          <p:cNvSpPr txBox="1"/>
          <p:nvPr userDrawn="1"/>
        </p:nvSpPr>
        <p:spPr>
          <a:xfrm>
            <a:off x="3384868" y="493775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{{sg_ecog_1_n}}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DE7644-C693-2763-AB70-497E52DB3502}"/>
              </a:ext>
            </a:extLst>
          </p:cNvPr>
          <p:cNvSpPr txBox="1"/>
          <p:nvPr userDrawn="1"/>
        </p:nvSpPr>
        <p:spPr>
          <a:xfrm>
            <a:off x="4024948" y="493775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{{sg_ecog_1_hr}}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3B8A95-BAAB-06E0-838D-C9EAADA7C625}"/>
              </a:ext>
            </a:extLst>
          </p:cNvPr>
          <p:cNvSpPr txBox="1"/>
          <p:nvPr userDrawn="1"/>
        </p:nvSpPr>
        <p:spPr>
          <a:xfrm>
            <a:off x="330772" y="5321808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{{sg_iss_header_name}}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AB64B91-EFBA-0E0C-6FD2-6563A61FD6E3}"/>
              </a:ext>
            </a:extLst>
          </p:cNvPr>
          <p:cNvSpPr txBox="1"/>
          <p:nvPr userDrawn="1"/>
        </p:nvSpPr>
        <p:spPr>
          <a:xfrm>
            <a:off x="330772" y="5541264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{{sg_iss_1_name}}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97F856-B72F-47A7-3219-A950AF15D91B}"/>
              </a:ext>
            </a:extLst>
          </p:cNvPr>
          <p:cNvSpPr txBox="1"/>
          <p:nvPr userDrawn="1"/>
        </p:nvSpPr>
        <p:spPr>
          <a:xfrm>
            <a:off x="3384868" y="5541264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{{sg_iss_1_n}}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6C5C219-4595-8E5A-9A30-6EAF5EF2BF27}"/>
              </a:ext>
            </a:extLst>
          </p:cNvPr>
          <p:cNvSpPr txBox="1"/>
          <p:nvPr userDrawn="1"/>
        </p:nvSpPr>
        <p:spPr>
          <a:xfrm>
            <a:off x="4024948" y="5541264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{{sg_iss_1_hr}}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436981F-E84A-F2B2-4CBD-8AECDCAF1CB9}"/>
              </a:ext>
            </a:extLst>
          </p:cNvPr>
          <p:cNvSpPr/>
          <p:nvPr userDrawn="1"/>
        </p:nvSpPr>
        <p:spPr>
          <a:xfrm>
            <a:off x="330772" y="5724144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264DE0-9E55-9EBE-8A49-8222A0E19CEE}"/>
              </a:ext>
            </a:extLst>
          </p:cNvPr>
          <p:cNvSpPr txBox="1"/>
          <p:nvPr userDrawn="1"/>
        </p:nvSpPr>
        <p:spPr>
          <a:xfrm>
            <a:off x="330772" y="5742431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{{sg_iss_2_name}}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06A91D-023D-CBB5-1710-EBC70AE7DE26}"/>
              </a:ext>
            </a:extLst>
          </p:cNvPr>
          <p:cNvSpPr txBox="1"/>
          <p:nvPr userDrawn="1"/>
        </p:nvSpPr>
        <p:spPr>
          <a:xfrm>
            <a:off x="3384868" y="5742431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{{sg_iss_2_n}}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B31852-9D0E-7088-C993-30F2E2490D63}"/>
              </a:ext>
            </a:extLst>
          </p:cNvPr>
          <p:cNvSpPr txBox="1"/>
          <p:nvPr userDrawn="1"/>
        </p:nvSpPr>
        <p:spPr>
          <a:xfrm>
            <a:off x="4024948" y="5742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{{sg_iss_2_hr}}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D987BD-CE91-A66E-DD2C-497DF05CAAA6}"/>
              </a:ext>
            </a:extLst>
          </p:cNvPr>
          <p:cNvSpPr txBox="1"/>
          <p:nvPr userDrawn="1"/>
        </p:nvSpPr>
        <p:spPr>
          <a:xfrm>
            <a:off x="330772" y="594359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{{sg_iss_3_name}}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4F408BE-629E-E769-6A51-1DD56F5FE4C0}"/>
              </a:ext>
            </a:extLst>
          </p:cNvPr>
          <p:cNvSpPr txBox="1"/>
          <p:nvPr userDrawn="1"/>
        </p:nvSpPr>
        <p:spPr>
          <a:xfrm>
            <a:off x="3384868" y="594359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{{sg_iss_3_n}}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CBB42AD-2CBA-B82C-BC9C-4D2660DECAF2}"/>
              </a:ext>
            </a:extLst>
          </p:cNvPr>
          <p:cNvSpPr txBox="1"/>
          <p:nvPr userDrawn="1"/>
        </p:nvSpPr>
        <p:spPr>
          <a:xfrm>
            <a:off x="4024948" y="594359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{{sg_iss_3_hr}}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EB0BA15-8023-1AB6-5852-5A3D8ADCBD4B}"/>
              </a:ext>
            </a:extLst>
          </p:cNvPr>
          <p:cNvSpPr txBox="1"/>
          <p:nvPr userDrawn="1"/>
        </p:nvSpPr>
        <p:spPr>
          <a:xfrm>
            <a:off x="4934776" y="6131052"/>
            <a:ext cx="62179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dirty="0"/>
              <a:t>{{forest_conclusion}}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A18E5C-3AC6-A6F0-D15C-DF6FAFC7DEAD}"/>
              </a:ext>
            </a:extLst>
          </p:cNvPr>
          <p:cNvSpPr txBox="1"/>
          <p:nvPr userDrawn="1"/>
        </p:nvSpPr>
        <p:spPr>
          <a:xfrm>
            <a:off x="1519492" y="147588"/>
            <a:ext cx="1737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lang="de-DE"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FOREST-PLOT</a:t>
            </a:r>
            <a:endParaRPr dirty="0">
              <a:solidFill>
                <a:srgbClr val="C4B5F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758F234-EB91-FCA4-50C2-4E170BC143D0}"/>
              </a:ext>
            </a:extLst>
          </p:cNvPr>
          <p:cNvSpPr txBox="1"/>
          <p:nvPr userDrawn="1"/>
        </p:nvSpPr>
        <p:spPr>
          <a:xfrm>
            <a:off x="3566160" y="1189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46A0FE1-A28F-5971-493C-F8F863FB4B78}"/>
              </a:ext>
            </a:extLst>
          </p:cNvPr>
          <p:cNvCxnSpPr/>
          <p:nvPr userDrawn="1"/>
        </p:nvCxnSpPr>
        <p:spPr>
          <a:xfrm>
            <a:off x="8944855" y="1298448"/>
            <a:ext cx="0" cy="488289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7803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_4LINE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95B37692-9278-0088-CBA1-9282637E1A46}"/>
              </a:ext>
            </a:extLst>
          </p:cNvPr>
          <p:cNvSpPr/>
          <p:nvPr userDrawn="1"/>
        </p:nvSpPr>
        <p:spPr>
          <a:xfrm>
            <a:off x="164592" y="658368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CCEA9E-9409-5E5B-7B61-DADDEABA867D}"/>
              </a:ext>
            </a:extLst>
          </p:cNvPr>
          <p:cNvSpPr/>
          <p:nvPr userDrawn="1"/>
        </p:nvSpPr>
        <p:spPr>
          <a:xfrm>
            <a:off x="164592" y="658368"/>
            <a:ext cx="36576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612B0-32FB-E69F-A498-2FC7D19BAE78}"/>
              </a:ext>
            </a:extLst>
          </p:cNvPr>
          <p:cNvSpPr/>
          <p:nvPr userDrawn="1"/>
        </p:nvSpPr>
        <p:spPr>
          <a:xfrm>
            <a:off x="310896" y="768096"/>
            <a:ext cx="420624" cy="42062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616C3C-4972-F244-6B66-3CD4949CC306}"/>
              </a:ext>
            </a:extLst>
          </p:cNvPr>
          <p:cNvSpPr txBox="1"/>
          <p:nvPr userDrawn="1"/>
        </p:nvSpPr>
        <p:spPr>
          <a:xfrm>
            <a:off x="310896" y="786384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1E1AF-AC11-905B-6F9F-A2113D73B9D0}"/>
              </a:ext>
            </a:extLst>
          </p:cNvPr>
          <p:cNvSpPr txBox="1"/>
          <p:nvPr userDrawn="1"/>
        </p:nvSpPr>
        <p:spPr>
          <a:xfrm>
            <a:off x="914400" y="749808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{{pillar_1_title}}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94236-1B81-743F-F714-FB305173761F}"/>
              </a:ext>
            </a:extLst>
          </p:cNvPr>
          <p:cNvSpPr txBox="1"/>
          <p:nvPr userDrawn="1"/>
        </p:nvSpPr>
        <p:spPr>
          <a:xfrm>
            <a:off x="914400" y="987552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{{pillar_1_subtitle}}</a:t>
            </a: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C1D2DB75-80AE-7AC6-939A-47C04393DAE6}"/>
              </a:ext>
            </a:extLst>
          </p:cNvPr>
          <p:cNvSpPr/>
          <p:nvPr userDrawn="1"/>
        </p:nvSpPr>
        <p:spPr>
          <a:xfrm>
            <a:off x="530352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FA484A-E25E-CD3D-8E4E-8899643A0D1F}"/>
              </a:ext>
            </a:extLst>
          </p:cNvPr>
          <p:cNvSpPr/>
          <p:nvPr userDrawn="1"/>
        </p:nvSpPr>
        <p:spPr>
          <a:xfrm>
            <a:off x="530352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080BC-5D66-46CA-832E-AD4F1CAD3B0E}"/>
              </a:ext>
            </a:extLst>
          </p:cNvPr>
          <p:cNvSpPr txBox="1"/>
          <p:nvPr userDrawn="1"/>
        </p:nvSpPr>
        <p:spPr>
          <a:xfrm>
            <a:off x="5394959" y="786384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{{pillar_1_metric_1_label}}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E5213D-72D7-59AD-3DCA-16C6333EEE42}"/>
              </a:ext>
            </a:extLst>
          </p:cNvPr>
          <p:cNvSpPr txBox="1"/>
          <p:nvPr userDrawn="1"/>
        </p:nvSpPr>
        <p:spPr>
          <a:xfrm>
            <a:off x="5394959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{{pillar_1_metric_1_value}}</a:t>
            </a:r>
          </a:p>
        </p:txBody>
      </p:sp>
      <p:sp>
        <p:nvSpPr>
          <p:cNvPr id="14" name="Rounded Rectangle 21">
            <a:extLst>
              <a:ext uri="{FF2B5EF4-FFF2-40B4-BE49-F238E27FC236}">
                <a16:creationId xmlns:a16="http://schemas.microsoft.com/office/drawing/2014/main" id="{8BBFD348-B091-6790-FEF8-D6EC17F68F87}"/>
              </a:ext>
            </a:extLst>
          </p:cNvPr>
          <p:cNvSpPr/>
          <p:nvPr userDrawn="1"/>
        </p:nvSpPr>
        <p:spPr>
          <a:xfrm>
            <a:off x="754380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592268-5526-6FC0-395D-C04835F82E84}"/>
              </a:ext>
            </a:extLst>
          </p:cNvPr>
          <p:cNvSpPr/>
          <p:nvPr userDrawn="1"/>
        </p:nvSpPr>
        <p:spPr>
          <a:xfrm>
            <a:off x="754380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C09162-5277-945B-601B-A8F452C882B0}"/>
              </a:ext>
            </a:extLst>
          </p:cNvPr>
          <p:cNvSpPr txBox="1"/>
          <p:nvPr userDrawn="1"/>
        </p:nvSpPr>
        <p:spPr>
          <a:xfrm>
            <a:off x="7635240" y="786384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{{pillar_1_metric_2_label}}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2CD253-2489-FCF1-FCF2-5B242A98AFAD}"/>
              </a:ext>
            </a:extLst>
          </p:cNvPr>
          <p:cNvSpPr txBox="1"/>
          <p:nvPr userDrawn="1"/>
        </p:nvSpPr>
        <p:spPr>
          <a:xfrm>
            <a:off x="7635240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{{pillar_1_metric_2_value}}</a:t>
            </a:r>
          </a:p>
        </p:txBody>
      </p:sp>
      <p:sp>
        <p:nvSpPr>
          <p:cNvPr id="20" name="Rounded Rectangle 27">
            <a:extLst>
              <a:ext uri="{FF2B5EF4-FFF2-40B4-BE49-F238E27FC236}">
                <a16:creationId xmlns:a16="http://schemas.microsoft.com/office/drawing/2014/main" id="{5A4454E3-1B5D-4E3F-0591-9AE6BA4552A1}"/>
              </a:ext>
            </a:extLst>
          </p:cNvPr>
          <p:cNvSpPr/>
          <p:nvPr userDrawn="1"/>
        </p:nvSpPr>
        <p:spPr>
          <a:xfrm>
            <a:off x="978408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66F693-7D78-64BC-0783-1CE7D332B347}"/>
              </a:ext>
            </a:extLst>
          </p:cNvPr>
          <p:cNvSpPr/>
          <p:nvPr userDrawn="1"/>
        </p:nvSpPr>
        <p:spPr>
          <a:xfrm>
            <a:off x="978408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F16A67-D7DF-97EA-27AC-0C14665C1D84}"/>
              </a:ext>
            </a:extLst>
          </p:cNvPr>
          <p:cNvSpPr txBox="1"/>
          <p:nvPr userDrawn="1"/>
        </p:nvSpPr>
        <p:spPr>
          <a:xfrm>
            <a:off x="9875519" y="786384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{{pillar_1_metric_3_label}}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A2E154-2A40-EC5B-28C7-89BAA20F7CC2}"/>
              </a:ext>
            </a:extLst>
          </p:cNvPr>
          <p:cNvSpPr txBox="1"/>
          <p:nvPr userDrawn="1"/>
        </p:nvSpPr>
        <p:spPr>
          <a:xfrm>
            <a:off x="9875519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{{pillar_1_metric_3_value}}</a:t>
            </a:r>
          </a:p>
        </p:txBody>
      </p:sp>
      <p:sp>
        <p:nvSpPr>
          <p:cNvPr id="26" name="Rounded Rectangle 33">
            <a:extLst>
              <a:ext uri="{FF2B5EF4-FFF2-40B4-BE49-F238E27FC236}">
                <a16:creationId xmlns:a16="http://schemas.microsoft.com/office/drawing/2014/main" id="{CEA60BAA-FD34-DE74-DE86-2D820EB0EA5F}"/>
              </a:ext>
            </a:extLst>
          </p:cNvPr>
          <p:cNvSpPr/>
          <p:nvPr userDrawn="1"/>
        </p:nvSpPr>
        <p:spPr>
          <a:xfrm>
            <a:off x="164592" y="1783080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D7AA35-2232-E0C2-242F-BAE48F2454BB}"/>
              </a:ext>
            </a:extLst>
          </p:cNvPr>
          <p:cNvSpPr/>
          <p:nvPr userDrawn="1"/>
        </p:nvSpPr>
        <p:spPr>
          <a:xfrm>
            <a:off x="164592" y="1783080"/>
            <a:ext cx="36576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AABB42-88FD-ED81-1C33-D15464016B8F}"/>
              </a:ext>
            </a:extLst>
          </p:cNvPr>
          <p:cNvSpPr/>
          <p:nvPr userDrawn="1"/>
        </p:nvSpPr>
        <p:spPr>
          <a:xfrm>
            <a:off x="310896" y="1892807"/>
            <a:ext cx="420624" cy="4206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99575B-41DC-F220-7F74-D985F468E972}"/>
              </a:ext>
            </a:extLst>
          </p:cNvPr>
          <p:cNvSpPr txBox="1"/>
          <p:nvPr userDrawn="1"/>
        </p:nvSpPr>
        <p:spPr>
          <a:xfrm>
            <a:off x="310896" y="1911095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06C85A-4A61-42FF-0413-102E54D4CF45}"/>
              </a:ext>
            </a:extLst>
          </p:cNvPr>
          <p:cNvSpPr txBox="1"/>
          <p:nvPr userDrawn="1"/>
        </p:nvSpPr>
        <p:spPr>
          <a:xfrm>
            <a:off x="914400" y="1874519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{{pillar_2_title}}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FF9C72-9EC2-B2B2-F04C-DF1EB6F3D725}"/>
              </a:ext>
            </a:extLst>
          </p:cNvPr>
          <p:cNvSpPr txBox="1"/>
          <p:nvPr userDrawn="1"/>
        </p:nvSpPr>
        <p:spPr>
          <a:xfrm>
            <a:off x="914400" y="2112264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{{pillar_2_subtitle}}</a:t>
            </a:r>
          </a:p>
        </p:txBody>
      </p:sp>
      <p:sp>
        <p:nvSpPr>
          <p:cNvPr id="32" name="Rounded Rectangle 39">
            <a:extLst>
              <a:ext uri="{FF2B5EF4-FFF2-40B4-BE49-F238E27FC236}">
                <a16:creationId xmlns:a16="http://schemas.microsoft.com/office/drawing/2014/main" id="{24752061-96FF-07D1-68EA-1AE2F83424FF}"/>
              </a:ext>
            </a:extLst>
          </p:cNvPr>
          <p:cNvSpPr/>
          <p:nvPr userDrawn="1"/>
        </p:nvSpPr>
        <p:spPr>
          <a:xfrm>
            <a:off x="530352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EB13A3-249E-937F-29E9-B8E85752C763}"/>
              </a:ext>
            </a:extLst>
          </p:cNvPr>
          <p:cNvSpPr/>
          <p:nvPr userDrawn="1"/>
        </p:nvSpPr>
        <p:spPr>
          <a:xfrm>
            <a:off x="530352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FE2F16-6943-CCB8-AE31-EE697471DB97}"/>
              </a:ext>
            </a:extLst>
          </p:cNvPr>
          <p:cNvSpPr txBox="1"/>
          <p:nvPr userDrawn="1"/>
        </p:nvSpPr>
        <p:spPr>
          <a:xfrm>
            <a:off x="5394959" y="1911095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{{pillar_2_metric_1_label}}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220453-4D50-B382-120F-671FC822A8DC}"/>
              </a:ext>
            </a:extLst>
          </p:cNvPr>
          <p:cNvSpPr txBox="1"/>
          <p:nvPr userDrawn="1"/>
        </p:nvSpPr>
        <p:spPr>
          <a:xfrm>
            <a:off x="5394959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{{pillar_2_metric_1_value}}</a:t>
            </a:r>
          </a:p>
        </p:txBody>
      </p:sp>
      <p:sp>
        <p:nvSpPr>
          <p:cNvPr id="38" name="Rounded Rectangle 45">
            <a:extLst>
              <a:ext uri="{FF2B5EF4-FFF2-40B4-BE49-F238E27FC236}">
                <a16:creationId xmlns:a16="http://schemas.microsoft.com/office/drawing/2014/main" id="{1C579BB1-8DBA-6085-BF51-E64EA4DC5272}"/>
              </a:ext>
            </a:extLst>
          </p:cNvPr>
          <p:cNvSpPr/>
          <p:nvPr userDrawn="1"/>
        </p:nvSpPr>
        <p:spPr>
          <a:xfrm>
            <a:off x="754380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1A2BC4-6B2B-C02E-3253-F784253EB1D1}"/>
              </a:ext>
            </a:extLst>
          </p:cNvPr>
          <p:cNvSpPr/>
          <p:nvPr userDrawn="1"/>
        </p:nvSpPr>
        <p:spPr>
          <a:xfrm>
            <a:off x="754380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015136-8AF8-A20E-9917-9B45236620AD}"/>
              </a:ext>
            </a:extLst>
          </p:cNvPr>
          <p:cNvSpPr txBox="1"/>
          <p:nvPr userDrawn="1"/>
        </p:nvSpPr>
        <p:spPr>
          <a:xfrm>
            <a:off x="7635240" y="1911095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{{pillar_2_metric_2_label}}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B2516B-6608-ED64-C1F4-CD1FD9BB61F7}"/>
              </a:ext>
            </a:extLst>
          </p:cNvPr>
          <p:cNvSpPr txBox="1"/>
          <p:nvPr userDrawn="1"/>
        </p:nvSpPr>
        <p:spPr>
          <a:xfrm>
            <a:off x="7635240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{{pillar_2_metric_2_value}}</a:t>
            </a:r>
          </a:p>
        </p:txBody>
      </p:sp>
      <p:sp>
        <p:nvSpPr>
          <p:cNvPr id="44" name="Rounded Rectangle 51">
            <a:extLst>
              <a:ext uri="{FF2B5EF4-FFF2-40B4-BE49-F238E27FC236}">
                <a16:creationId xmlns:a16="http://schemas.microsoft.com/office/drawing/2014/main" id="{60040E01-83F1-4F41-EEF6-790EBCFBEB4F}"/>
              </a:ext>
            </a:extLst>
          </p:cNvPr>
          <p:cNvSpPr/>
          <p:nvPr userDrawn="1"/>
        </p:nvSpPr>
        <p:spPr>
          <a:xfrm>
            <a:off x="978408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9CC74BA-502F-443B-1EEE-7E6C31E585FE}"/>
              </a:ext>
            </a:extLst>
          </p:cNvPr>
          <p:cNvSpPr/>
          <p:nvPr userDrawn="1"/>
        </p:nvSpPr>
        <p:spPr>
          <a:xfrm>
            <a:off x="978408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108B52-AE41-9E15-BAFF-2835E2D0BD9D}"/>
              </a:ext>
            </a:extLst>
          </p:cNvPr>
          <p:cNvSpPr txBox="1"/>
          <p:nvPr userDrawn="1"/>
        </p:nvSpPr>
        <p:spPr>
          <a:xfrm>
            <a:off x="9875519" y="1911095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{{pillar_2_metric_3_label}}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63F7F5-FCD3-3D3F-B640-27F21653100E}"/>
              </a:ext>
            </a:extLst>
          </p:cNvPr>
          <p:cNvSpPr txBox="1"/>
          <p:nvPr userDrawn="1"/>
        </p:nvSpPr>
        <p:spPr>
          <a:xfrm>
            <a:off x="9875519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{{pillar_2_metric_3_value}}</a:t>
            </a:r>
          </a:p>
        </p:txBody>
      </p:sp>
      <p:sp>
        <p:nvSpPr>
          <p:cNvPr id="50" name="Rounded Rectangle 57">
            <a:extLst>
              <a:ext uri="{FF2B5EF4-FFF2-40B4-BE49-F238E27FC236}">
                <a16:creationId xmlns:a16="http://schemas.microsoft.com/office/drawing/2014/main" id="{26491A39-348B-5819-E05A-95A88E9B5B11}"/>
              </a:ext>
            </a:extLst>
          </p:cNvPr>
          <p:cNvSpPr/>
          <p:nvPr userDrawn="1"/>
        </p:nvSpPr>
        <p:spPr>
          <a:xfrm>
            <a:off x="164592" y="2907791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1B3794D-F1C1-D778-29EC-77627FFD30FC}"/>
              </a:ext>
            </a:extLst>
          </p:cNvPr>
          <p:cNvSpPr/>
          <p:nvPr userDrawn="1"/>
        </p:nvSpPr>
        <p:spPr>
          <a:xfrm>
            <a:off x="164592" y="2907791"/>
            <a:ext cx="36576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E2BA4A5-2740-88C4-E05C-CAFF63FCA238}"/>
              </a:ext>
            </a:extLst>
          </p:cNvPr>
          <p:cNvSpPr/>
          <p:nvPr userDrawn="1"/>
        </p:nvSpPr>
        <p:spPr>
          <a:xfrm>
            <a:off x="310896" y="3017520"/>
            <a:ext cx="420624" cy="4206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200545-03E6-9FF1-BBE7-3CF2EA3F06C2}"/>
              </a:ext>
            </a:extLst>
          </p:cNvPr>
          <p:cNvSpPr txBox="1"/>
          <p:nvPr userDrawn="1"/>
        </p:nvSpPr>
        <p:spPr>
          <a:xfrm>
            <a:off x="310896" y="3035808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D0DD8D-8D87-64F4-27F7-9F12333EF923}"/>
              </a:ext>
            </a:extLst>
          </p:cNvPr>
          <p:cNvSpPr txBox="1"/>
          <p:nvPr userDrawn="1"/>
        </p:nvSpPr>
        <p:spPr>
          <a:xfrm>
            <a:off x="914400" y="2999232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{{pillar_3_title}}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B85B61-8551-A5E8-4549-3B6620B73C1E}"/>
              </a:ext>
            </a:extLst>
          </p:cNvPr>
          <p:cNvSpPr txBox="1"/>
          <p:nvPr userDrawn="1"/>
        </p:nvSpPr>
        <p:spPr>
          <a:xfrm>
            <a:off x="914400" y="3236975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{{pillar_3_subtitle}}</a:t>
            </a:r>
          </a:p>
        </p:txBody>
      </p:sp>
      <p:sp>
        <p:nvSpPr>
          <p:cNvPr id="56" name="Rounded Rectangle 63">
            <a:extLst>
              <a:ext uri="{FF2B5EF4-FFF2-40B4-BE49-F238E27FC236}">
                <a16:creationId xmlns:a16="http://schemas.microsoft.com/office/drawing/2014/main" id="{CEDBC588-7629-BEF1-E651-C1B54ECE97D3}"/>
              </a:ext>
            </a:extLst>
          </p:cNvPr>
          <p:cNvSpPr/>
          <p:nvPr userDrawn="1"/>
        </p:nvSpPr>
        <p:spPr>
          <a:xfrm>
            <a:off x="530352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8414D70-0630-C978-F253-235A756F9DA2}"/>
              </a:ext>
            </a:extLst>
          </p:cNvPr>
          <p:cNvSpPr/>
          <p:nvPr userDrawn="1"/>
        </p:nvSpPr>
        <p:spPr>
          <a:xfrm>
            <a:off x="530352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22388B-82F3-92A5-E25D-E2B81DC376D2}"/>
              </a:ext>
            </a:extLst>
          </p:cNvPr>
          <p:cNvSpPr txBox="1"/>
          <p:nvPr userDrawn="1"/>
        </p:nvSpPr>
        <p:spPr>
          <a:xfrm>
            <a:off x="5394959" y="3035808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{{pillar_3_metric_1_label}}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3398B9-7710-9EFB-521E-4A2588227AED}"/>
              </a:ext>
            </a:extLst>
          </p:cNvPr>
          <p:cNvSpPr txBox="1"/>
          <p:nvPr userDrawn="1"/>
        </p:nvSpPr>
        <p:spPr>
          <a:xfrm>
            <a:off x="5394959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{{pillar_3_metric_1_value}}</a:t>
            </a:r>
          </a:p>
        </p:txBody>
      </p:sp>
      <p:sp>
        <p:nvSpPr>
          <p:cNvPr id="62" name="Rounded Rectangle 69">
            <a:extLst>
              <a:ext uri="{FF2B5EF4-FFF2-40B4-BE49-F238E27FC236}">
                <a16:creationId xmlns:a16="http://schemas.microsoft.com/office/drawing/2014/main" id="{6998DD71-F2C0-B1F7-559E-615411E509B2}"/>
              </a:ext>
            </a:extLst>
          </p:cNvPr>
          <p:cNvSpPr/>
          <p:nvPr userDrawn="1"/>
        </p:nvSpPr>
        <p:spPr>
          <a:xfrm>
            <a:off x="754380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4D1C543-60A2-E4CA-5C78-185A64132E37}"/>
              </a:ext>
            </a:extLst>
          </p:cNvPr>
          <p:cNvSpPr/>
          <p:nvPr userDrawn="1"/>
        </p:nvSpPr>
        <p:spPr>
          <a:xfrm>
            <a:off x="754380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3966CF-DD91-F462-AC33-E1994059B01E}"/>
              </a:ext>
            </a:extLst>
          </p:cNvPr>
          <p:cNvSpPr txBox="1"/>
          <p:nvPr userDrawn="1"/>
        </p:nvSpPr>
        <p:spPr>
          <a:xfrm>
            <a:off x="7635240" y="3035808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{{pillar_3_metric_2_label}}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09F0D4-7B6E-0DDD-7C32-FB51BA7D8794}"/>
              </a:ext>
            </a:extLst>
          </p:cNvPr>
          <p:cNvSpPr txBox="1"/>
          <p:nvPr userDrawn="1"/>
        </p:nvSpPr>
        <p:spPr>
          <a:xfrm>
            <a:off x="7635240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{{pillar_3_metric_2_value}}</a:t>
            </a:r>
          </a:p>
        </p:txBody>
      </p:sp>
      <p:sp>
        <p:nvSpPr>
          <p:cNvPr id="68" name="Rounded Rectangle 75">
            <a:extLst>
              <a:ext uri="{FF2B5EF4-FFF2-40B4-BE49-F238E27FC236}">
                <a16:creationId xmlns:a16="http://schemas.microsoft.com/office/drawing/2014/main" id="{C74680D0-09D6-D8BF-0511-41B2CF306C87}"/>
              </a:ext>
            </a:extLst>
          </p:cNvPr>
          <p:cNvSpPr/>
          <p:nvPr userDrawn="1"/>
        </p:nvSpPr>
        <p:spPr>
          <a:xfrm>
            <a:off x="978408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6EF57B4-69A0-299B-18F9-AB756E2A16D8}"/>
              </a:ext>
            </a:extLst>
          </p:cNvPr>
          <p:cNvSpPr/>
          <p:nvPr userDrawn="1"/>
        </p:nvSpPr>
        <p:spPr>
          <a:xfrm>
            <a:off x="978408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1DBEAC-8D30-0253-4F45-E17BFEB2FE40}"/>
              </a:ext>
            </a:extLst>
          </p:cNvPr>
          <p:cNvSpPr txBox="1"/>
          <p:nvPr userDrawn="1"/>
        </p:nvSpPr>
        <p:spPr>
          <a:xfrm>
            <a:off x="9875519" y="3035808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{{pillar_3_metric_3_label}}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8FC3F9-0C0F-2EA9-B84D-5CF88BFB2A33}"/>
              </a:ext>
            </a:extLst>
          </p:cNvPr>
          <p:cNvSpPr txBox="1"/>
          <p:nvPr userDrawn="1"/>
        </p:nvSpPr>
        <p:spPr>
          <a:xfrm>
            <a:off x="9875519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{{pillar_3_metric_3_value}}</a:t>
            </a:r>
          </a:p>
        </p:txBody>
      </p:sp>
      <p:sp>
        <p:nvSpPr>
          <p:cNvPr id="74" name="Rounded Rectangle 81">
            <a:extLst>
              <a:ext uri="{FF2B5EF4-FFF2-40B4-BE49-F238E27FC236}">
                <a16:creationId xmlns:a16="http://schemas.microsoft.com/office/drawing/2014/main" id="{2770894C-996D-178C-C749-97F7526B7532}"/>
              </a:ext>
            </a:extLst>
          </p:cNvPr>
          <p:cNvSpPr/>
          <p:nvPr userDrawn="1"/>
        </p:nvSpPr>
        <p:spPr>
          <a:xfrm>
            <a:off x="164592" y="4032504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12289EC-28A0-1BC2-E27E-E5B25F9A404E}"/>
              </a:ext>
            </a:extLst>
          </p:cNvPr>
          <p:cNvSpPr/>
          <p:nvPr userDrawn="1"/>
        </p:nvSpPr>
        <p:spPr>
          <a:xfrm>
            <a:off x="164592" y="4032504"/>
            <a:ext cx="36576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0D206BB-6DDE-FE28-A815-D7BBA98EE105}"/>
              </a:ext>
            </a:extLst>
          </p:cNvPr>
          <p:cNvSpPr/>
          <p:nvPr userDrawn="1"/>
        </p:nvSpPr>
        <p:spPr>
          <a:xfrm>
            <a:off x="310896" y="4142232"/>
            <a:ext cx="420624" cy="4206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5F149A6-E953-BB7B-1A07-A964E7E73B70}"/>
              </a:ext>
            </a:extLst>
          </p:cNvPr>
          <p:cNvSpPr txBox="1"/>
          <p:nvPr userDrawn="1"/>
        </p:nvSpPr>
        <p:spPr>
          <a:xfrm>
            <a:off x="310896" y="416052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F4B1A06-0DF8-8C93-ABE2-16EEECA6DD7C}"/>
              </a:ext>
            </a:extLst>
          </p:cNvPr>
          <p:cNvSpPr txBox="1"/>
          <p:nvPr userDrawn="1"/>
        </p:nvSpPr>
        <p:spPr>
          <a:xfrm>
            <a:off x="914400" y="4123944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06B6D4"/>
                </a:solidFill>
                <a:latin typeface="Arial"/>
              </a:defRPr>
            </a:pPr>
            <a:r>
              <a:t>{{pillar_4_title}}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F0F463-D6E0-F957-E24D-459EF05FD6A1}"/>
              </a:ext>
            </a:extLst>
          </p:cNvPr>
          <p:cNvSpPr txBox="1"/>
          <p:nvPr userDrawn="1"/>
        </p:nvSpPr>
        <p:spPr>
          <a:xfrm>
            <a:off x="914400" y="4361688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{{pillar_4_subtitle}}</a:t>
            </a:r>
          </a:p>
        </p:txBody>
      </p:sp>
      <p:sp>
        <p:nvSpPr>
          <p:cNvPr id="80" name="Rounded Rectangle 87">
            <a:extLst>
              <a:ext uri="{FF2B5EF4-FFF2-40B4-BE49-F238E27FC236}">
                <a16:creationId xmlns:a16="http://schemas.microsoft.com/office/drawing/2014/main" id="{2DADE564-20EC-F8EB-5B49-9911AC05FF10}"/>
              </a:ext>
            </a:extLst>
          </p:cNvPr>
          <p:cNvSpPr/>
          <p:nvPr userDrawn="1"/>
        </p:nvSpPr>
        <p:spPr>
          <a:xfrm>
            <a:off x="530352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17C1DE8-4E22-1BDF-2729-9355C8B703B2}"/>
              </a:ext>
            </a:extLst>
          </p:cNvPr>
          <p:cNvSpPr/>
          <p:nvPr userDrawn="1"/>
        </p:nvSpPr>
        <p:spPr>
          <a:xfrm>
            <a:off x="530352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20FA53-744F-D37A-B07B-26CA6F27617B}"/>
              </a:ext>
            </a:extLst>
          </p:cNvPr>
          <p:cNvSpPr txBox="1"/>
          <p:nvPr userDrawn="1"/>
        </p:nvSpPr>
        <p:spPr>
          <a:xfrm>
            <a:off x="5394959" y="4160520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{{pillar_4_metric_1_label}}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6C318A6-41C1-3221-2836-8935A7D2CFE9}"/>
              </a:ext>
            </a:extLst>
          </p:cNvPr>
          <p:cNvSpPr txBox="1"/>
          <p:nvPr userDrawn="1"/>
        </p:nvSpPr>
        <p:spPr>
          <a:xfrm>
            <a:off x="5394959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{{pillar_4_metric_1_value}}</a:t>
            </a:r>
          </a:p>
        </p:txBody>
      </p:sp>
      <p:sp>
        <p:nvSpPr>
          <p:cNvPr id="86" name="Rounded Rectangle 93">
            <a:extLst>
              <a:ext uri="{FF2B5EF4-FFF2-40B4-BE49-F238E27FC236}">
                <a16:creationId xmlns:a16="http://schemas.microsoft.com/office/drawing/2014/main" id="{CCF1125C-6E99-22B2-1062-89BFC376E5E5}"/>
              </a:ext>
            </a:extLst>
          </p:cNvPr>
          <p:cNvSpPr/>
          <p:nvPr userDrawn="1"/>
        </p:nvSpPr>
        <p:spPr>
          <a:xfrm>
            <a:off x="754380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9019C62-64C6-7424-1CBF-A5A81453A147}"/>
              </a:ext>
            </a:extLst>
          </p:cNvPr>
          <p:cNvSpPr/>
          <p:nvPr userDrawn="1"/>
        </p:nvSpPr>
        <p:spPr>
          <a:xfrm>
            <a:off x="754380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12CA25D-C480-0D36-D4C8-3BD7E5F303A8}"/>
              </a:ext>
            </a:extLst>
          </p:cNvPr>
          <p:cNvSpPr txBox="1"/>
          <p:nvPr userDrawn="1"/>
        </p:nvSpPr>
        <p:spPr>
          <a:xfrm>
            <a:off x="7635240" y="4160520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{{pillar_4_metric_2_label}}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801A640-E93A-FAFC-5BA6-DEC7F3AD4BE1}"/>
              </a:ext>
            </a:extLst>
          </p:cNvPr>
          <p:cNvSpPr txBox="1"/>
          <p:nvPr userDrawn="1"/>
        </p:nvSpPr>
        <p:spPr>
          <a:xfrm>
            <a:off x="7635240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{{pillar_4_metric_2_value}}</a:t>
            </a:r>
          </a:p>
        </p:txBody>
      </p:sp>
      <p:sp>
        <p:nvSpPr>
          <p:cNvPr id="92" name="Rounded Rectangle 99">
            <a:extLst>
              <a:ext uri="{FF2B5EF4-FFF2-40B4-BE49-F238E27FC236}">
                <a16:creationId xmlns:a16="http://schemas.microsoft.com/office/drawing/2014/main" id="{2B528F1C-0FD4-0284-2A3D-678F37F55782}"/>
              </a:ext>
            </a:extLst>
          </p:cNvPr>
          <p:cNvSpPr/>
          <p:nvPr userDrawn="1"/>
        </p:nvSpPr>
        <p:spPr>
          <a:xfrm>
            <a:off x="978408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87558F7-1862-43E6-B12B-91CAD25938DE}"/>
              </a:ext>
            </a:extLst>
          </p:cNvPr>
          <p:cNvSpPr/>
          <p:nvPr userDrawn="1"/>
        </p:nvSpPr>
        <p:spPr>
          <a:xfrm>
            <a:off x="978408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609AF58-6B0B-05FE-F2FA-E16EF43ED2B3}"/>
              </a:ext>
            </a:extLst>
          </p:cNvPr>
          <p:cNvSpPr txBox="1"/>
          <p:nvPr userDrawn="1"/>
        </p:nvSpPr>
        <p:spPr>
          <a:xfrm>
            <a:off x="9875519" y="4160520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{{pillar_4_metric_3_label}}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FA9AAB5-B0B7-DB4D-803B-4BEB289D730B}"/>
              </a:ext>
            </a:extLst>
          </p:cNvPr>
          <p:cNvSpPr txBox="1"/>
          <p:nvPr userDrawn="1"/>
        </p:nvSpPr>
        <p:spPr>
          <a:xfrm>
            <a:off x="9875519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{{pillar_4_metric_3_value}}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693992E-C0F6-C496-73FC-E523D9E37319}"/>
              </a:ext>
            </a:extLst>
          </p:cNvPr>
          <p:cNvSpPr txBox="1"/>
          <p:nvPr userDrawn="1"/>
        </p:nvSpPr>
        <p:spPr>
          <a:xfrm>
            <a:off x="1600200" y="95226"/>
            <a:ext cx="1669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lang="de-DE"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IMPTERATIVES</a:t>
            </a:r>
            <a:endParaRPr dirty="0">
              <a:solidFill>
                <a:srgbClr val="C4B5F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26CF6C6-84CF-FB57-34E9-CA54C4A9AD62}"/>
              </a:ext>
            </a:extLst>
          </p:cNvPr>
          <p:cNvSpPr txBox="1"/>
          <p:nvPr userDrawn="1"/>
        </p:nvSpPr>
        <p:spPr>
          <a:xfrm>
            <a:off x="3566160" y="1189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7785017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41">
            <a:extLst>
              <a:ext uri="{FF2B5EF4-FFF2-40B4-BE49-F238E27FC236}">
                <a16:creationId xmlns:a16="http://schemas.microsoft.com/office/drawing/2014/main" id="{98EEF80E-0065-637B-D307-010D4C3563DC}"/>
              </a:ext>
            </a:extLst>
          </p:cNvPr>
          <p:cNvSpPr/>
          <p:nvPr userDrawn="1"/>
        </p:nvSpPr>
        <p:spPr>
          <a:xfrm>
            <a:off x="0" y="552653"/>
            <a:ext cx="12025948" cy="54092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910A6D-C99A-645B-0448-B4A275D586CE}"/>
              </a:ext>
            </a:extLst>
          </p:cNvPr>
          <p:cNvSpPr/>
          <p:nvPr userDrawn="1"/>
        </p:nvSpPr>
        <p:spPr>
          <a:xfrm>
            <a:off x="106744" y="923268"/>
            <a:ext cx="119192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ACDB68-4D71-4A5A-E67B-8328F4C3F4CB}"/>
              </a:ext>
            </a:extLst>
          </p:cNvPr>
          <p:cNvSpPr/>
          <p:nvPr userDrawn="1"/>
        </p:nvSpPr>
        <p:spPr>
          <a:xfrm>
            <a:off x="457725" y="742077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1380F-494E-6E1F-128A-CDEC48A672D1}"/>
              </a:ext>
            </a:extLst>
          </p:cNvPr>
          <p:cNvSpPr txBox="1"/>
          <p:nvPr userDrawn="1"/>
        </p:nvSpPr>
        <p:spPr>
          <a:xfrm>
            <a:off x="567453" y="664796"/>
            <a:ext cx="5605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Head-to-Head 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BB18BC-995D-69A3-87A6-3C36EF77D4E9}"/>
              </a:ext>
            </a:extLst>
          </p:cNvPr>
          <p:cNvSpPr/>
          <p:nvPr userDrawn="1"/>
        </p:nvSpPr>
        <p:spPr>
          <a:xfrm>
            <a:off x="106744" y="1042415"/>
            <a:ext cx="11919204" cy="274320"/>
          </a:xfrm>
          <a:prstGeom prst="rect">
            <a:avLst/>
          </a:prstGeom>
          <a:solidFill>
            <a:srgbClr val="F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C1BC2F-81E7-E674-5B24-958D91C94356}"/>
              </a:ext>
            </a:extLst>
          </p:cNvPr>
          <p:cNvSpPr txBox="1"/>
          <p:nvPr userDrawn="1"/>
        </p:nvSpPr>
        <p:spPr>
          <a:xfrm>
            <a:off x="128135" y="1077303"/>
            <a:ext cx="287642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Parameter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AAF8C-D7C0-260D-417B-5F8F1C5E7D5F}"/>
              </a:ext>
            </a:extLst>
          </p:cNvPr>
          <p:cNvSpPr txBox="1"/>
          <p:nvPr userDrawn="1"/>
        </p:nvSpPr>
        <p:spPr>
          <a:xfrm>
            <a:off x="1146387" y="1077303"/>
            <a:ext cx="35955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800" dirty="0"/>
              <a:t>{{comp_drug_1}}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56B40E-A237-A240-0A2B-5B5E747E1F6B}"/>
              </a:ext>
            </a:extLst>
          </p:cNvPr>
          <p:cNvSpPr txBox="1"/>
          <p:nvPr userDrawn="1"/>
        </p:nvSpPr>
        <p:spPr>
          <a:xfrm>
            <a:off x="2153656" y="1077303"/>
            <a:ext cx="52674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{{comp_avg}}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1D4EA1-0513-9F7D-6E5E-43110F456103}"/>
              </a:ext>
            </a:extLst>
          </p:cNvPr>
          <p:cNvSpPr/>
          <p:nvPr userDrawn="1"/>
        </p:nvSpPr>
        <p:spPr>
          <a:xfrm>
            <a:off x="106744" y="1335024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4F55E4-33A2-E9E8-A629-7C5D79C2C9C0}"/>
              </a:ext>
            </a:extLst>
          </p:cNvPr>
          <p:cNvSpPr/>
          <p:nvPr userDrawn="1"/>
        </p:nvSpPr>
        <p:spPr>
          <a:xfrm>
            <a:off x="106744" y="1659636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1DEEF9-E55A-68E2-94CB-97905232F699}"/>
              </a:ext>
            </a:extLst>
          </p:cNvPr>
          <p:cNvSpPr txBox="1"/>
          <p:nvPr userDrawn="1"/>
        </p:nvSpPr>
        <p:spPr>
          <a:xfrm>
            <a:off x="216472" y="1369911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Mechanism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92CFFC-B499-7DDA-B232-33826906C8D3}"/>
              </a:ext>
            </a:extLst>
          </p:cNvPr>
          <p:cNvSpPr txBox="1"/>
          <p:nvPr userDrawn="1"/>
        </p:nvSpPr>
        <p:spPr>
          <a:xfrm>
            <a:off x="1146387" y="1369911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{{comp_1_mechanism}}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A1AB7C-850C-D8D0-791C-F0ABAD7B078B}"/>
              </a:ext>
            </a:extLst>
          </p:cNvPr>
          <p:cNvSpPr txBox="1"/>
          <p:nvPr userDrawn="1"/>
        </p:nvSpPr>
        <p:spPr>
          <a:xfrm>
            <a:off x="2153656" y="1369911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{{comp_avg_mechanism}}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45AD69-8EB0-7E51-A315-C1F83C835A5A}"/>
              </a:ext>
            </a:extLst>
          </p:cNvPr>
          <p:cNvSpPr/>
          <p:nvPr userDrawn="1"/>
        </p:nvSpPr>
        <p:spPr>
          <a:xfrm>
            <a:off x="106744" y="1988819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5ECB1F-D2ED-8254-7347-16F4D2808104}"/>
              </a:ext>
            </a:extLst>
          </p:cNvPr>
          <p:cNvSpPr txBox="1"/>
          <p:nvPr userDrawn="1"/>
        </p:nvSpPr>
        <p:spPr>
          <a:xfrm>
            <a:off x="216472" y="1699095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Line of therapy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3F7B6-5774-307F-44DB-A1121B0F90EB}"/>
              </a:ext>
            </a:extLst>
          </p:cNvPr>
          <p:cNvSpPr txBox="1"/>
          <p:nvPr userDrawn="1"/>
        </p:nvSpPr>
        <p:spPr>
          <a:xfrm>
            <a:off x="1146387" y="1699095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{{comp_1_line}}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4131D3-8723-997F-F92A-0B98ED36CA98}"/>
              </a:ext>
            </a:extLst>
          </p:cNvPr>
          <p:cNvSpPr txBox="1"/>
          <p:nvPr userDrawn="1"/>
        </p:nvSpPr>
        <p:spPr>
          <a:xfrm>
            <a:off x="2153656" y="1699095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{{comp_avg_line}}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1F3DF0-7281-D65B-7294-7D864F88E0C9}"/>
              </a:ext>
            </a:extLst>
          </p:cNvPr>
          <p:cNvSpPr/>
          <p:nvPr userDrawn="1"/>
        </p:nvSpPr>
        <p:spPr>
          <a:xfrm>
            <a:off x="106744" y="1993391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43E6B4-3E13-FA97-9500-6BC2F058855B}"/>
              </a:ext>
            </a:extLst>
          </p:cNvPr>
          <p:cNvSpPr/>
          <p:nvPr userDrawn="1"/>
        </p:nvSpPr>
        <p:spPr>
          <a:xfrm>
            <a:off x="106744" y="2318003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7B23A9-E688-B51F-414D-F0EBCF671441}"/>
              </a:ext>
            </a:extLst>
          </p:cNvPr>
          <p:cNvSpPr txBox="1"/>
          <p:nvPr userDrawn="1"/>
        </p:nvSpPr>
        <p:spPr>
          <a:xfrm>
            <a:off x="216472" y="2028278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ORR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C0B3B0-8C35-CD12-27A8-ED83EDC1DCB7}"/>
              </a:ext>
            </a:extLst>
          </p:cNvPr>
          <p:cNvSpPr txBox="1"/>
          <p:nvPr userDrawn="1"/>
        </p:nvSpPr>
        <p:spPr>
          <a:xfrm>
            <a:off x="1146387" y="2028278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{{comp_1_orr}}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34AE83-E894-2B88-6068-1D4D715C1962}"/>
              </a:ext>
            </a:extLst>
          </p:cNvPr>
          <p:cNvSpPr txBox="1"/>
          <p:nvPr userDrawn="1"/>
        </p:nvSpPr>
        <p:spPr>
          <a:xfrm>
            <a:off x="2153656" y="2028278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{{comp_avg_orr}}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2E5201-2F44-A6E6-BE4B-E639D3CD3C84}"/>
              </a:ext>
            </a:extLst>
          </p:cNvPr>
          <p:cNvSpPr/>
          <p:nvPr userDrawn="1"/>
        </p:nvSpPr>
        <p:spPr>
          <a:xfrm>
            <a:off x="106744" y="2647188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56DA0E-C608-5E55-84B3-8BA9E378F2E0}"/>
              </a:ext>
            </a:extLst>
          </p:cNvPr>
          <p:cNvSpPr txBox="1"/>
          <p:nvPr userDrawn="1"/>
        </p:nvSpPr>
        <p:spPr>
          <a:xfrm>
            <a:off x="216472" y="2357463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CR Rate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F1AEB4-6973-1E77-0A75-99325F81E711}"/>
              </a:ext>
            </a:extLst>
          </p:cNvPr>
          <p:cNvSpPr txBox="1"/>
          <p:nvPr userDrawn="1"/>
        </p:nvSpPr>
        <p:spPr>
          <a:xfrm>
            <a:off x="1146387" y="2357463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{{comp_1_cr}}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4A6395-2E0D-3E66-166D-32EF3676005F}"/>
              </a:ext>
            </a:extLst>
          </p:cNvPr>
          <p:cNvSpPr txBox="1"/>
          <p:nvPr userDrawn="1"/>
        </p:nvSpPr>
        <p:spPr>
          <a:xfrm>
            <a:off x="2153656" y="2357463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{{comp_avg_cr}}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971010-1001-A83B-D8F7-4CFB61F2A315}"/>
              </a:ext>
            </a:extLst>
          </p:cNvPr>
          <p:cNvSpPr/>
          <p:nvPr userDrawn="1"/>
        </p:nvSpPr>
        <p:spPr>
          <a:xfrm>
            <a:off x="106744" y="2651760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0A1405-1AD5-9565-0DF6-B8A109D200BD}"/>
              </a:ext>
            </a:extLst>
          </p:cNvPr>
          <p:cNvSpPr/>
          <p:nvPr userDrawn="1"/>
        </p:nvSpPr>
        <p:spPr>
          <a:xfrm>
            <a:off x="106744" y="2976372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9D3BA5-9D61-A0AA-D0D4-B07EB89CA6FE}"/>
              </a:ext>
            </a:extLst>
          </p:cNvPr>
          <p:cNvSpPr txBox="1"/>
          <p:nvPr userDrawn="1"/>
        </p:nvSpPr>
        <p:spPr>
          <a:xfrm>
            <a:off x="216472" y="2686647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mPFS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B2DB42-745B-420F-EA1A-E927A1094795}"/>
              </a:ext>
            </a:extLst>
          </p:cNvPr>
          <p:cNvSpPr txBox="1"/>
          <p:nvPr userDrawn="1"/>
        </p:nvSpPr>
        <p:spPr>
          <a:xfrm>
            <a:off x="1146387" y="2686647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{{comp_1_mpfs}}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A3D32E-94A7-FF99-B8DA-C005B6AE0703}"/>
              </a:ext>
            </a:extLst>
          </p:cNvPr>
          <p:cNvSpPr txBox="1"/>
          <p:nvPr userDrawn="1"/>
        </p:nvSpPr>
        <p:spPr>
          <a:xfrm>
            <a:off x="2153656" y="2686647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{{comp_avg_mpfs}}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A02531-CEB2-C7DB-0D7F-D1A129F88379}"/>
              </a:ext>
            </a:extLst>
          </p:cNvPr>
          <p:cNvSpPr/>
          <p:nvPr userDrawn="1"/>
        </p:nvSpPr>
        <p:spPr>
          <a:xfrm>
            <a:off x="106744" y="3305556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4A93D4-4FBE-F666-F789-6F5E4AB611AC}"/>
              </a:ext>
            </a:extLst>
          </p:cNvPr>
          <p:cNvSpPr txBox="1"/>
          <p:nvPr userDrawn="1"/>
        </p:nvSpPr>
        <p:spPr>
          <a:xfrm>
            <a:off x="216472" y="3015831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HR (PFS)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1F353E-07CD-3F5D-D04B-9C52DA4C7FC3}"/>
              </a:ext>
            </a:extLst>
          </p:cNvPr>
          <p:cNvSpPr txBox="1"/>
          <p:nvPr userDrawn="1"/>
        </p:nvSpPr>
        <p:spPr>
          <a:xfrm>
            <a:off x="1146387" y="3015831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{{comp_1_hr}}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DC2CFC-6E99-817D-7ECB-B8B52B9BA9B9}"/>
              </a:ext>
            </a:extLst>
          </p:cNvPr>
          <p:cNvSpPr txBox="1"/>
          <p:nvPr userDrawn="1"/>
        </p:nvSpPr>
        <p:spPr>
          <a:xfrm>
            <a:off x="2153656" y="3015831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{{comp_avg_hr}}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1AEBE0-6F7B-FF49-C57A-B757ADFCFA79}"/>
              </a:ext>
            </a:extLst>
          </p:cNvPr>
          <p:cNvSpPr/>
          <p:nvPr userDrawn="1"/>
        </p:nvSpPr>
        <p:spPr>
          <a:xfrm>
            <a:off x="106744" y="3310128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5C0BAAB-B4BA-2AEE-9E97-CA1346A392AD}"/>
              </a:ext>
            </a:extLst>
          </p:cNvPr>
          <p:cNvSpPr/>
          <p:nvPr userDrawn="1"/>
        </p:nvSpPr>
        <p:spPr>
          <a:xfrm>
            <a:off x="106744" y="3634740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6579BB-56A0-BD54-E47B-B424BC84DAAD}"/>
              </a:ext>
            </a:extLst>
          </p:cNvPr>
          <p:cNvSpPr txBox="1"/>
          <p:nvPr userDrawn="1"/>
        </p:nvSpPr>
        <p:spPr>
          <a:xfrm>
            <a:off x="216472" y="3345015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Route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AA338D-5F1D-5B6A-1090-984FA0297969}"/>
              </a:ext>
            </a:extLst>
          </p:cNvPr>
          <p:cNvSpPr txBox="1"/>
          <p:nvPr userDrawn="1"/>
        </p:nvSpPr>
        <p:spPr>
          <a:xfrm>
            <a:off x="1146387" y="3345015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{{comp_1_route}}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7C22BA-775E-6426-86E8-5B06DDACE511}"/>
              </a:ext>
            </a:extLst>
          </p:cNvPr>
          <p:cNvSpPr txBox="1"/>
          <p:nvPr userDrawn="1"/>
        </p:nvSpPr>
        <p:spPr>
          <a:xfrm>
            <a:off x="2153656" y="3345015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{{comp_avg_route}}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42B3BB-CB47-43F1-B39B-26403D6DC53D}"/>
              </a:ext>
            </a:extLst>
          </p:cNvPr>
          <p:cNvSpPr/>
          <p:nvPr userDrawn="1"/>
        </p:nvSpPr>
        <p:spPr>
          <a:xfrm>
            <a:off x="106744" y="3963924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4E3DEE-1D83-29AB-620E-AA14BD88EF2F}"/>
              </a:ext>
            </a:extLst>
          </p:cNvPr>
          <p:cNvSpPr txBox="1"/>
          <p:nvPr userDrawn="1"/>
        </p:nvSpPr>
        <p:spPr>
          <a:xfrm>
            <a:off x="216472" y="3674199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Key AE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F226D7-6E88-E07D-3383-409C7E30EB5A}"/>
              </a:ext>
            </a:extLst>
          </p:cNvPr>
          <p:cNvSpPr txBox="1"/>
          <p:nvPr userDrawn="1"/>
        </p:nvSpPr>
        <p:spPr>
          <a:xfrm>
            <a:off x="1146387" y="3674199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{{comp_1_ae}}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AFC874-61D8-8825-544C-FB14BDA15223}"/>
              </a:ext>
            </a:extLst>
          </p:cNvPr>
          <p:cNvSpPr txBox="1"/>
          <p:nvPr userDrawn="1"/>
        </p:nvSpPr>
        <p:spPr>
          <a:xfrm>
            <a:off x="2153656" y="3674199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{{comp_avg_ae}}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3980B07-3E44-B913-4C65-3303F9A0D51B}"/>
              </a:ext>
            </a:extLst>
          </p:cNvPr>
          <p:cNvSpPr/>
          <p:nvPr userDrawn="1"/>
        </p:nvSpPr>
        <p:spPr>
          <a:xfrm>
            <a:off x="106744" y="3968496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72D3D99-AC88-ED7B-375C-0FEE52BB2744}"/>
              </a:ext>
            </a:extLst>
          </p:cNvPr>
          <p:cNvSpPr/>
          <p:nvPr userDrawn="1"/>
        </p:nvSpPr>
        <p:spPr>
          <a:xfrm>
            <a:off x="106744" y="4293108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F81158-0A62-68E9-F748-724EDE0BC301}"/>
              </a:ext>
            </a:extLst>
          </p:cNvPr>
          <p:cNvSpPr txBox="1"/>
          <p:nvPr userDrawn="1"/>
        </p:nvSpPr>
        <p:spPr>
          <a:xfrm>
            <a:off x="216472" y="4003382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REMS/RMP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6C93EF-248E-D6CC-959F-26D8B2169741}"/>
              </a:ext>
            </a:extLst>
          </p:cNvPr>
          <p:cNvSpPr txBox="1"/>
          <p:nvPr userDrawn="1"/>
        </p:nvSpPr>
        <p:spPr>
          <a:xfrm>
            <a:off x="1146387" y="4003382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{{comp_1_rems}}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DB7271-B719-B6E2-C152-1892D5920762}"/>
              </a:ext>
            </a:extLst>
          </p:cNvPr>
          <p:cNvSpPr txBox="1"/>
          <p:nvPr userDrawn="1"/>
        </p:nvSpPr>
        <p:spPr>
          <a:xfrm>
            <a:off x="2153656" y="4003382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{{comp_avg_rems}}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7082702-93DE-D67D-9108-15FC9DE18C86}"/>
              </a:ext>
            </a:extLst>
          </p:cNvPr>
          <p:cNvSpPr/>
          <p:nvPr userDrawn="1"/>
        </p:nvSpPr>
        <p:spPr>
          <a:xfrm>
            <a:off x="106744" y="4622292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20DCE9-2768-DDCC-ABA8-DE47C4294FB5}"/>
              </a:ext>
            </a:extLst>
          </p:cNvPr>
          <p:cNvSpPr txBox="1"/>
          <p:nvPr userDrawn="1"/>
        </p:nvSpPr>
        <p:spPr>
          <a:xfrm>
            <a:off x="216472" y="4332566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Convenience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6EC170-D2F1-FCD5-51C1-69160601DD73}"/>
              </a:ext>
            </a:extLst>
          </p:cNvPr>
          <p:cNvSpPr txBox="1"/>
          <p:nvPr userDrawn="1"/>
        </p:nvSpPr>
        <p:spPr>
          <a:xfrm>
            <a:off x="1146387" y="4332566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{{comp_1_convenience}}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23BD68-065F-E063-2747-369FA3DA88E5}"/>
              </a:ext>
            </a:extLst>
          </p:cNvPr>
          <p:cNvSpPr txBox="1"/>
          <p:nvPr userDrawn="1"/>
        </p:nvSpPr>
        <p:spPr>
          <a:xfrm>
            <a:off x="2153656" y="4332566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{{comp_avg_convenience}}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928639-6864-0B64-A74B-209AA762AB37}"/>
              </a:ext>
            </a:extLst>
          </p:cNvPr>
          <p:cNvSpPr/>
          <p:nvPr userDrawn="1"/>
        </p:nvSpPr>
        <p:spPr>
          <a:xfrm>
            <a:off x="106744" y="4626864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CDAFAE3-B60F-7E13-14A5-E3A8667AA77D}"/>
              </a:ext>
            </a:extLst>
          </p:cNvPr>
          <p:cNvSpPr/>
          <p:nvPr userDrawn="1"/>
        </p:nvSpPr>
        <p:spPr>
          <a:xfrm>
            <a:off x="106744" y="4951476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4BEAA31-D815-679B-A24E-40DD6CD8205C}"/>
              </a:ext>
            </a:extLst>
          </p:cNvPr>
          <p:cNvSpPr txBox="1"/>
          <p:nvPr userDrawn="1"/>
        </p:nvSpPr>
        <p:spPr>
          <a:xfrm>
            <a:off x="216472" y="4661750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HTA readiness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1251D5-7869-BE90-0883-C69EE880F9C6}"/>
              </a:ext>
            </a:extLst>
          </p:cNvPr>
          <p:cNvSpPr txBox="1"/>
          <p:nvPr userDrawn="1"/>
        </p:nvSpPr>
        <p:spPr>
          <a:xfrm>
            <a:off x="1146387" y="4661750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{{comp_1_hta}}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8F6CDF6-ABFF-2C78-4ABE-3C629705DB9C}"/>
              </a:ext>
            </a:extLst>
          </p:cNvPr>
          <p:cNvSpPr txBox="1"/>
          <p:nvPr userDrawn="1"/>
        </p:nvSpPr>
        <p:spPr>
          <a:xfrm>
            <a:off x="2153656" y="4661750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comp_avg_hta</a:t>
            </a:r>
            <a:r>
              <a:rPr sz="800" dirty="0"/>
              <a:t>}}</a:t>
            </a:r>
          </a:p>
        </p:txBody>
      </p:sp>
      <p:sp>
        <p:nvSpPr>
          <p:cNvPr id="63" name="Rounded Rectangle 100">
            <a:extLst>
              <a:ext uri="{FF2B5EF4-FFF2-40B4-BE49-F238E27FC236}">
                <a16:creationId xmlns:a16="http://schemas.microsoft.com/office/drawing/2014/main" id="{9517973B-3AC6-A06E-935B-184609C1E495}"/>
              </a:ext>
            </a:extLst>
          </p:cNvPr>
          <p:cNvSpPr/>
          <p:nvPr userDrawn="1"/>
        </p:nvSpPr>
        <p:spPr>
          <a:xfrm>
            <a:off x="166180" y="6053327"/>
            <a:ext cx="11859768" cy="47548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5511EC-C2BF-A5B4-B30E-35772D12A72D}"/>
              </a:ext>
            </a:extLst>
          </p:cNvPr>
          <p:cNvSpPr txBox="1"/>
          <p:nvPr userDrawn="1"/>
        </p:nvSpPr>
        <p:spPr>
          <a:xfrm>
            <a:off x="330772" y="6108191"/>
            <a:ext cx="17355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800" dirty="0"/>
              <a:t>KEY DIFFERENTIATOR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428E70-A33D-582C-0B6C-2D034622B63B}"/>
              </a:ext>
            </a:extLst>
          </p:cNvPr>
          <p:cNvSpPr txBox="1"/>
          <p:nvPr userDrawn="1"/>
        </p:nvSpPr>
        <p:spPr>
          <a:xfrm>
            <a:off x="330772" y="6272784"/>
            <a:ext cx="115305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rPr sz="1000"/>
              <a:t>{{key_differentiator}}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58C666A-5A8E-9CCC-DE6C-530CA9C5F44D}"/>
              </a:ext>
            </a:extLst>
          </p:cNvPr>
          <p:cNvSpPr/>
          <p:nvPr userDrawn="1"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714025-2F0A-0DE5-91C2-5F6FC5B2658E}"/>
              </a:ext>
            </a:extLst>
          </p:cNvPr>
          <p:cNvSpPr txBox="1"/>
          <p:nvPr userDrawn="1"/>
        </p:nvSpPr>
        <p:spPr>
          <a:xfrm>
            <a:off x="4456071" y="1062711"/>
            <a:ext cx="52674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{{comp_avg_2}}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F84C44-BFE2-AE58-0026-5A43E89DC0F0}"/>
              </a:ext>
            </a:extLst>
          </p:cNvPr>
          <p:cNvSpPr txBox="1"/>
          <p:nvPr userDrawn="1"/>
        </p:nvSpPr>
        <p:spPr>
          <a:xfrm>
            <a:off x="4456071" y="1355319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_mechanism}}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C0557E-05CB-AB07-9B1E-BB21CC628E99}"/>
              </a:ext>
            </a:extLst>
          </p:cNvPr>
          <p:cNvSpPr txBox="1"/>
          <p:nvPr userDrawn="1"/>
        </p:nvSpPr>
        <p:spPr>
          <a:xfrm>
            <a:off x="4456071" y="1684503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_line}}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46C671-5255-931A-6106-6BF1057AD225}"/>
              </a:ext>
            </a:extLst>
          </p:cNvPr>
          <p:cNvSpPr txBox="1"/>
          <p:nvPr userDrawn="1"/>
        </p:nvSpPr>
        <p:spPr>
          <a:xfrm>
            <a:off x="4456071" y="2013686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</a:t>
            </a:r>
            <a:r>
              <a:rPr sz="800" dirty="0" err="1"/>
              <a:t>orr</a:t>
            </a:r>
            <a:r>
              <a:rPr sz="800" dirty="0"/>
              <a:t>}}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D27A72-3484-6014-F554-124EE1887F73}"/>
              </a:ext>
            </a:extLst>
          </p:cNvPr>
          <p:cNvSpPr txBox="1"/>
          <p:nvPr userDrawn="1"/>
        </p:nvSpPr>
        <p:spPr>
          <a:xfrm>
            <a:off x="4456071" y="2342871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</a:t>
            </a:r>
            <a:r>
              <a:rPr sz="800" dirty="0" err="1"/>
              <a:t>cr</a:t>
            </a:r>
            <a:r>
              <a:rPr sz="800" dirty="0"/>
              <a:t>}}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84DF70-E832-D6E8-DA94-B3DC7327D55D}"/>
              </a:ext>
            </a:extLst>
          </p:cNvPr>
          <p:cNvSpPr txBox="1"/>
          <p:nvPr userDrawn="1"/>
        </p:nvSpPr>
        <p:spPr>
          <a:xfrm>
            <a:off x="4456071" y="2672055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</a:t>
            </a:r>
            <a:r>
              <a:rPr sz="800" dirty="0" err="1"/>
              <a:t>mpfs</a:t>
            </a:r>
            <a:r>
              <a:rPr sz="800" dirty="0"/>
              <a:t>}}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1A94C5-0ED2-13C7-E375-7ECFDE2E6C72}"/>
              </a:ext>
            </a:extLst>
          </p:cNvPr>
          <p:cNvSpPr txBox="1"/>
          <p:nvPr userDrawn="1"/>
        </p:nvSpPr>
        <p:spPr>
          <a:xfrm>
            <a:off x="4456071" y="3001239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</a:t>
            </a:r>
            <a:r>
              <a:rPr sz="800" dirty="0" err="1"/>
              <a:t>hr</a:t>
            </a:r>
            <a:r>
              <a:rPr sz="800" dirty="0"/>
              <a:t>}}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20C1BB-CC17-5DB2-070D-BD121BC98B1D}"/>
              </a:ext>
            </a:extLst>
          </p:cNvPr>
          <p:cNvSpPr txBox="1"/>
          <p:nvPr userDrawn="1"/>
        </p:nvSpPr>
        <p:spPr>
          <a:xfrm>
            <a:off x="4456071" y="3330423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_route}}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6780B8-2E4A-3655-AC54-457CD8C5E471}"/>
              </a:ext>
            </a:extLst>
          </p:cNvPr>
          <p:cNvSpPr txBox="1"/>
          <p:nvPr userDrawn="1"/>
        </p:nvSpPr>
        <p:spPr>
          <a:xfrm>
            <a:off x="4456071" y="3659607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_ae}}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1753EC-7D59-874B-63CB-8E4170CC1FF9}"/>
              </a:ext>
            </a:extLst>
          </p:cNvPr>
          <p:cNvSpPr txBox="1"/>
          <p:nvPr userDrawn="1"/>
        </p:nvSpPr>
        <p:spPr>
          <a:xfrm>
            <a:off x="4456071" y="3988790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_rems}}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0391A95-3914-D4B9-F4AA-603F86BEB64F}"/>
              </a:ext>
            </a:extLst>
          </p:cNvPr>
          <p:cNvSpPr txBox="1"/>
          <p:nvPr userDrawn="1"/>
        </p:nvSpPr>
        <p:spPr>
          <a:xfrm>
            <a:off x="4456071" y="4317974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_convenience}}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BAB698-D865-96F7-D85F-A668401DAB68}"/>
              </a:ext>
            </a:extLst>
          </p:cNvPr>
          <p:cNvSpPr txBox="1"/>
          <p:nvPr userDrawn="1"/>
        </p:nvSpPr>
        <p:spPr>
          <a:xfrm>
            <a:off x="4456071" y="4647158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</a:t>
            </a:r>
            <a:r>
              <a:rPr sz="800" dirty="0" err="1"/>
              <a:t>hta</a:t>
            </a:r>
            <a:r>
              <a:rPr sz="800" dirty="0"/>
              <a:t>}}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679221-DF87-6A71-EE83-F2146CDEB214}"/>
              </a:ext>
            </a:extLst>
          </p:cNvPr>
          <p:cNvSpPr txBox="1"/>
          <p:nvPr userDrawn="1"/>
        </p:nvSpPr>
        <p:spPr>
          <a:xfrm>
            <a:off x="6973371" y="1077303"/>
            <a:ext cx="52674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{{comp_avg_3}}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16DEC13-ACB2-F9C6-9D59-1A142C98CA33}"/>
              </a:ext>
            </a:extLst>
          </p:cNvPr>
          <p:cNvSpPr txBox="1"/>
          <p:nvPr userDrawn="1"/>
        </p:nvSpPr>
        <p:spPr>
          <a:xfrm>
            <a:off x="6973371" y="1369911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_mechanism}}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5BE1D52-A68E-E7AF-1EE3-90EDDB7D6CE0}"/>
              </a:ext>
            </a:extLst>
          </p:cNvPr>
          <p:cNvSpPr txBox="1"/>
          <p:nvPr userDrawn="1"/>
        </p:nvSpPr>
        <p:spPr>
          <a:xfrm>
            <a:off x="6973371" y="1699095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_line}}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1646B42-97A8-F2B0-5F31-3889BC6ABAA9}"/>
              </a:ext>
            </a:extLst>
          </p:cNvPr>
          <p:cNvSpPr txBox="1"/>
          <p:nvPr userDrawn="1"/>
        </p:nvSpPr>
        <p:spPr>
          <a:xfrm>
            <a:off x="6973371" y="2028278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</a:t>
            </a:r>
            <a:r>
              <a:rPr sz="800" dirty="0" err="1"/>
              <a:t>orr</a:t>
            </a:r>
            <a:r>
              <a:rPr sz="800" dirty="0"/>
              <a:t>}}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0790E0D-6D05-A2F7-942F-5A57ED06EDA0}"/>
              </a:ext>
            </a:extLst>
          </p:cNvPr>
          <p:cNvSpPr txBox="1"/>
          <p:nvPr userDrawn="1"/>
        </p:nvSpPr>
        <p:spPr>
          <a:xfrm>
            <a:off x="6973371" y="2357463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</a:t>
            </a:r>
            <a:r>
              <a:rPr sz="800" dirty="0" err="1"/>
              <a:t>cr</a:t>
            </a:r>
            <a:r>
              <a:rPr sz="800" dirty="0"/>
              <a:t>}}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0C1920E-5779-85E9-4FFA-27E30EC01ADE}"/>
              </a:ext>
            </a:extLst>
          </p:cNvPr>
          <p:cNvSpPr txBox="1"/>
          <p:nvPr userDrawn="1"/>
        </p:nvSpPr>
        <p:spPr>
          <a:xfrm>
            <a:off x="6973371" y="2686647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</a:t>
            </a:r>
            <a:r>
              <a:rPr sz="800" dirty="0" err="1"/>
              <a:t>mpfs</a:t>
            </a:r>
            <a:r>
              <a:rPr sz="800" dirty="0"/>
              <a:t>}}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E46211-3F73-D8EB-6D03-A65D31900190}"/>
              </a:ext>
            </a:extLst>
          </p:cNvPr>
          <p:cNvSpPr txBox="1"/>
          <p:nvPr userDrawn="1"/>
        </p:nvSpPr>
        <p:spPr>
          <a:xfrm>
            <a:off x="6973371" y="3015831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</a:t>
            </a:r>
            <a:r>
              <a:rPr sz="800" dirty="0" err="1"/>
              <a:t>hr</a:t>
            </a:r>
            <a:r>
              <a:rPr sz="800" dirty="0"/>
              <a:t>}}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94F13ED-C68A-414A-A631-272E1C3FCF62}"/>
              </a:ext>
            </a:extLst>
          </p:cNvPr>
          <p:cNvSpPr txBox="1"/>
          <p:nvPr userDrawn="1"/>
        </p:nvSpPr>
        <p:spPr>
          <a:xfrm>
            <a:off x="6973371" y="3345015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_route}}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804D749-6123-985C-2E42-43ABA7FC5B0C}"/>
              </a:ext>
            </a:extLst>
          </p:cNvPr>
          <p:cNvSpPr txBox="1"/>
          <p:nvPr userDrawn="1"/>
        </p:nvSpPr>
        <p:spPr>
          <a:xfrm>
            <a:off x="6973371" y="3674199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_ae}}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6421E3-8E43-A6FF-830F-B19EEF94B096}"/>
              </a:ext>
            </a:extLst>
          </p:cNvPr>
          <p:cNvSpPr txBox="1"/>
          <p:nvPr userDrawn="1"/>
        </p:nvSpPr>
        <p:spPr>
          <a:xfrm>
            <a:off x="6973371" y="4003382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_rems}}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DE7ED2A-287B-D08E-407E-D63E418088BA}"/>
              </a:ext>
            </a:extLst>
          </p:cNvPr>
          <p:cNvSpPr txBox="1"/>
          <p:nvPr userDrawn="1"/>
        </p:nvSpPr>
        <p:spPr>
          <a:xfrm>
            <a:off x="6973371" y="4332566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_convenience}}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7455B83-329F-3A16-4E0F-36FB980EBB4E}"/>
              </a:ext>
            </a:extLst>
          </p:cNvPr>
          <p:cNvSpPr txBox="1"/>
          <p:nvPr userDrawn="1"/>
        </p:nvSpPr>
        <p:spPr>
          <a:xfrm>
            <a:off x="6973371" y="4661750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</a:t>
            </a:r>
            <a:r>
              <a:rPr sz="800" dirty="0" err="1"/>
              <a:t>hta</a:t>
            </a:r>
            <a:r>
              <a:rPr sz="800" dirty="0"/>
              <a:t>}}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5747A4F-BF26-257E-F330-23CF02D0A1B8}"/>
              </a:ext>
            </a:extLst>
          </p:cNvPr>
          <p:cNvSpPr txBox="1"/>
          <p:nvPr userDrawn="1"/>
        </p:nvSpPr>
        <p:spPr>
          <a:xfrm>
            <a:off x="1464628" y="88092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/>
              <a:t>COMPETITIVE LANDSCAPE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5D95C84-95B0-BF88-8628-0B2DDF3C1DF9}"/>
              </a:ext>
            </a:extLst>
          </p:cNvPr>
          <p:cNvSpPr txBox="1"/>
          <p:nvPr userDrawn="1"/>
        </p:nvSpPr>
        <p:spPr>
          <a:xfrm>
            <a:off x="3201988" y="118964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{{drug_label}}</a:t>
            </a:r>
          </a:p>
        </p:txBody>
      </p:sp>
    </p:spTree>
    <p:extLst>
      <p:ext uri="{BB962C8B-B14F-4D97-AF65-F5344CB8AC3E}">
        <p14:creationId xmlns:p14="http://schemas.microsoft.com/office/powerpoint/2010/main" val="28706114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MET_NEED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949B74-5528-5815-E866-62B87EB4D2D0}"/>
              </a:ext>
            </a:extLst>
          </p:cNvPr>
          <p:cNvSpPr txBox="1"/>
          <p:nvPr userDrawn="1"/>
        </p:nvSpPr>
        <p:spPr>
          <a:xfrm>
            <a:off x="329184" y="5392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{{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slide_title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F5676-998E-60C9-1B09-844A80591F6E}"/>
              </a:ext>
            </a:extLst>
          </p:cNvPr>
          <p:cNvSpPr txBox="1"/>
          <p:nvPr userDrawn="1"/>
        </p:nvSpPr>
        <p:spPr>
          <a:xfrm>
            <a:off x="329184" y="841248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{{slide_subtitle}}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7E2415-3DD2-7737-5393-52D5E41396F8}"/>
              </a:ext>
            </a:extLst>
          </p:cNvPr>
          <p:cNvSpPr/>
          <p:nvPr userDrawn="1"/>
        </p:nvSpPr>
        <p:spPr>
          <a:xfrm>
            <a:off x="0" y="1024128"/>
            <a:ext cx="12188952" cy="9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D4138-0845-A53E-C64A-3F38C87AC6AC}"/>
              </a:ext>
            </a:extLst>
          </p:cNvPr>
          <p:cNvSpPr txBox="1"/>
          <p:nvPr userDrawn="1"/>
        </p:nvSpPr>
        <p:spPr>
          <a:xfrm>
            <a:off x="329184" y="114300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00" b="1">
                <a:solidFill>
                  <a:srgbClr val="A78B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{{section_1_heading}}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3BB916-08EC-D4D3-5D13-D987FD694092}"/>
              </a:ext>
            </a:extLst>
          </p:cNvPr>
          <p:cNvSpPr/>
          <p:nvPr userDrawn="1"/>
        </p:nvSpPr>
        <p:spPr>
          <a:xfrm>
            <a:off x="374904" y="1518364"/>
            <a:ext cx="54864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23F85-0AF9-1C16-B486-AA0034727409}"/>
              </a:ext>
            </a:extLst>
          </p:cNvPr>
          <p:cNvSpPr txBox="1"/>
          <p:nvPr userDrawn="1"/>
        </p:nvSpPr>
        <p:spPr>
          <a:xfrm>
            <a:off x="512064" y="1417320"/>
            <a:ext cx="6949440" cy="3474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{{bullet_1_1}}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4D6995-730B-4AD7-0B9A-43881749E269}"/>
              </a:ext>
            </a:extLst>
          </p:cNvPr>
          <p:cNvSpPr/>
          <p:nvPr userDrawn="1"/>
        </p:nvSpPr>
        <p:spPr>
          <a:xfrm>
            <a:off x="374904" y="1902411"/>
            <a:ext cx="54864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6E8CA5-2131-429A-6DF2-28D400CC4E9D}"/>
              </a:ext>
            </a:extLst>
          </p:cNvPr>
          <p:cNvSpPr txBox="1"/>
          <p:nvPr userDrawn="1"/>
        </p:nvSpPr>
        <p:spPr>
          <a:xfrm>
            <a:off x="512064" y="1801368"/>
            <a:ext cx="6949440" cy="3474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{{bullet_1_2}}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886850-A441-7ADE-114C-4023A8FA37BD}"/>
              </a:ext>
            </a:extLst>
          </p:cNvPr>
          <p:cNvSpPr/>
          <p:nvPr userDrawn="1"/>
        </p:nvSpPr>
        <p:spPr>
          <a:xfrm>
            <a:off x="374904" y="2286460"/>
            <a:ext cx="54864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0047B-38D4-CE5D-D551-1C8A1C2068E9}"/>
              </a:ext>
            </a:extLst>
          </p:cNvPr>
          <p:cNvSpPr txBox="1"/>
          <p:nvPr userDrawn="1"/>
        </p:nvSpPr>
        <p:spPr>
          <a:xfrm>
            <a:off x="512064" y="2185416"/>
            <a:ext cx="6949440" cy="3474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{{bullet_1_3}}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3B7E97-8A61-3383-5B77-629785A694E4}"/>
              </a:ext>
            </a:extLst>
          </p:cNvPr>
          <p:cNvSpPr txBox="1"/>
          <p:nvPr userDrawn="1"/>
        </p:nvSpPr>
        <p:spPr>
          <a:xfrm>
            <a:off x="329184" y="260604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00" b="1">
                <a:solidFill>
                  <a:srgbClr val="60A5FA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{{section_2_heading}}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2CB7C1-2C28-EFC4-C1EF-605ECE14E08C}"/>
              </a:ext>
            </a:extLst>
          </p:cNvPr>
          <p:cNvSpPr/>
          <p:nvPr userDrawn="1"/>
        </p:nvSpPr>
        <p:spPr>
          <a:xfrm>
            <a:off x="374904" y="2935684"/>
            <a:ext cx="54864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C94B01-877C-F874-3A4F-F536D3C1A4FA}"/>
              </a:ext>
            </a:extLst>
          </p:cNvPr>
          <p:cNvSpPr txBox="1"/>
          <p:nvPr userDrawn="1"/>
        </p:nvSpPr>
        <p:spPr>
          <a:xfrm>
            <a:off x="512064" y="2834640"/>
            <a:ext cx="6949440" cy="3474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{{bullet_2_1}}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BF464C-F317-3E6A-A5B3-78F65B1A3FB1}"/>
              </a:ext>
            </a:extLst>
          </p:cNvPr>
          <p:cNvSpPr/>
          <p:nvPr userDrawn="1"/>
        </p:nvSpPr>
        <p:spPr>
          <a:xfrm>
            <a:off x="374904" y="3319732"/>
            <a:ext cx="54864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7177A9-E9F1-937F-507E-03E6390231D5}"/>
              </a:ext>
            </a:extLst>
          </p:cNvPr>
          <p:cNvSpPr txBox="1"/>
          <p:nvPr userDrawn="1"/>
        </p:nvSpPr>
        <p:spPr>
          <a:xfrm>
            <a:off x="512064" y="3218688"/>
            <a:ext cx="6949440" cy="3474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{{bullet_2_2}}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ED24A0-FC24-C48E-5351-4AF8F3D966B2}"/>
              </a:ext>
            </a:extLst>
          </p:cNvPr>
          <p:cNvSpPr/>
          <p:nvPr userDrawn="1"/>
        </p:nvSpPr>
        <p:spPr>
          <a:xfrm>
            <a:off x="329184" y="3703320"/>
            <a:ext cx="27432" cy="960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Rounded Rectangle 31">
            <a:extLst>
              <a:ext uri="{FF2B5EF4-FFF2-40B4-BE49-F238E27FC236}">
                <a16:creationId xmlns:a16="http://schemas.microsoft.com/office/drawing/2014/main" id="{D1952A5C-6222-51DA-97AA-0850C071C582}"/>
              </a:ext>
            </a:extLst>
          </p:cNvPr>
          <p:cNvSpPr/>
          <p:nvPr userDrawn="1"/>
        </p:nvSpPr>
        <p:spPr>
          <a:xfrm>
            <a:off x="402336" y="3703320"/>
            <a:ext cx="7351776" cy="960120"/>
          </a:xfrm>
          <a:prstGeom prst="roundRect">
            <a:avLst/>
          </a:prstGeom>
          <a:gradFill flip="none" rotWithShape="1">
            <a:gsLst>
              <a:gs pos="0">
                <a:srgbClr val="CDC3DB">
                  <a:lumMod val="60000"/>
                  <a:lumOff val="40000"/>
                </a:srgbClr>
              </a:gs>
              <a:gs pos="42000">
                <a:schemeClr val="accent4">
                  <a:lumMod val="16000"/>
                  <a:lumOff val="84000"/>
                </a:schemeClr>
              </a:gs>
              <a:gs pos="83000">
                <a:schemeClr val="accent4">
                  <a:lumMod val="10000"/>
                  <a:lumOff val="90000"/>
                </a:schemeClr>
              </a:gs>
              <a:gs pos="100000">
                <a:schemeClr val="accent4">
                  <a:lumMod val="19000"/>
                  <a:lumOff val="81000"/>
                </a:schemeClr>
              </a:gs>
            </a:gsLst>
            <a:lin ang="2700000" scaled="1"/>
            <a:tileRect/>
          </a:gra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3D90AF-02F6-DB95-2938-9CE592AF0F40}"/>
              </a:ext>
            </a:extLst>
          </p:cNvPr>
          <p:cNvSpPr txBox="1"/>
          <p:nvPr userDrawn="1"/>
        </p:nvSpPr>
        <p:spPr>
          <a:xfrm>
            <a:off x="512064" y="3767328"/>
            <a:ext cx="6766559" cy="685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{{quote_text}}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58AA89-F538-7DD1-7210-516220719257}"/>
              </a:ext>
            </a:extLst>
          </p:cNvPr>
          <p:cNvSpPr txBox="1"/>
          <p:nvPr userDrawn="1"/>
        </p:nvSpPr>
        <p:spPr>
          <a:xfrm>
            <a:off x="512064" y="4434840"/>
            <a:ext cx="6766559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50" b="1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{{quote_source}}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142AAE-94C7-2725-770B-20D1C98837EE}"/>
              </a:ext>
            </a:extLst>
          </p:cNvPr>
          <p:cNvSpPr txBox="1"/>
          <p:nvPr userDrawn="1"/>
        </p:nvSpPr>
        <p:spPr>
          <a:xfrm>
            <a:off x="7863840" y="1097280"/>
            <a:ext cx="4023360" cy="16459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{{kpi_section_label}}</a:t>
            </a:r>
          </a:p>
        </p:txBody>
      </p:sp>
      <p:sp>
        <p:nvSpPr>
          <p:cNvPr id="24" name="Rounded Rectangle 36">
            <a:extLst>
              <a:ext uri="{FF2B5EF4-FFF2-40B4-BE49-F238E27FC236}">
                <a16:creationId xmlns:a16="http://schemas.microsoft.com/office/drawing/2014/main" id="{0B664F32-40C7-1F51-73DC-973D5D57EF0D}"/>
              </a:ext>
            </a:extLst>
          </p:cNvPr>
          <p:cNvSpPr/>
          <p:nvPr userDrawn="1"/>
        </p:nvSpPr>
        <p:spPr>
          <a:xfrm>
            <a:off x="7863840" y="1371600"/>
            <a:ext cx="4023360" cy="685800"/>
          </a:xfrm>
          <a:prstGeom prst="roundRect">
            <a:avLst/>
          </a:prstGeom>
          <a:gradFill>
            <a:gsLst>
              <a:gs pos="0">
                <a:schemeClr val="accent4">
                  <a:lumMod val="10000"/>
                  <a:lumOff val="90000"/>
                </a:schemeClr>
              </a:gs>
              <a:gs pos="41000">
                <a:schemeClr val="accent4">
                  <a:lumMod val="28000"/>
                  <a:lumOff val="72000"/>
                </a:schemeClr>
              </a:gs>
              <a:gs pos="83000">
                <a:schemeClr val="accent4">
                  <a:lumMod val="26000"/>
                  <a:lumOff val="74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path path="circle">
              <a:fillToRect l="100000" t="100000"/>
            </a:path>
          </a:gra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75CF35-94F8-50DC-6975-D9A99B46984B}"/>
              </a:ext>
            </a:extLst>
          </p:cNvPr>
          <p:cNvSpPr txBox="1"/>
          <p:nvPr userDrawn="1"/>
        </p:nvSpPr>
        <p:spPr>
          <a:xfrm>
            <a:off x="8001000" y="1426464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00" b="1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{{kpi_1_label}}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C72C18-8020-AB3A-CDB3-049A6FFB1344}"/>
              </a:ext>
            </a:extLst>
          </p:cNvPr>
          <p:cNvSpPr txBox="1"/>
          <p:nvPr userDrawn="1"/>
        </p:nvSpPr>
        <p:spPr>
          <a:xfrm>
            <a:off x="8001000" y="1572768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0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{{kpi_1_value}}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165307-F03F-0B6F-CBB9-DAD03B847F0D}"/>
              </a:ext>
            </a:extLst>
          </p:cNvPr>
          <p:cNvSpPr txBox="1"/>
          <p:nvPr userDrawn="1"/>
        </p:nvSpPr>
        <p:spPr>
          <a:xfrm>
            <a:off x="8001000" y="1874519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{{kpi_1_detail}}</a:t>
            </a:r>
          </a:p>
        </p:txBody>
      </p:sp>
      <p:sp>
        <p:nvSpPr>
          <p:cNvPr id="29" name="Rounded Rectangle 41">
            <a:extLst>
              <a:ext uri="{FF2B5EF4-FFF2-40B4-BE49-F238E27FC236}">
                <a16:creationId xmlns:a16="http://schemas.microsoft.com/office/drawing/2014/main" id="{93D1F1A1-0EEF-F6C1-CAF3-285A7D7C4711}"/>
              </a:ext>
            </a:extLst>
          </p:cNvPr>
          <p:cNvSpPr/>
          <p:nvPr userDrawn="1"/>
        </p:nvSpPr>
        <p:spPr>
          <a:xfrm>
            <a:off x="7863840" y="2148840"/>
            <a:ext cx="4023360" cy="685800"/>
          </a:xfrm>
          <a:prstGeom prst="roundRect">
            <a:avLst/>
          </a:prstGeom>
          <a:gradFill>
            <a:gsLst>
              <a:gs pos="0">
                <a:schemeClr val="accent4">
                  <a:lumMod val="10000"/>
                  <a:lumOff val="90000"/>
                </a:schemeClr>
              </a:gs>
              <a:gs pos="41000">
                <a:schemeClr val="accent4">
                  <a:lumMod val="28000"/>
                  <a:lumOff val="72000"/>
                </a:schemeClr>
              </a:gs>
              <a:gs pos="83000">
                <a:schemeClr val="accent4">
                  <a:lumMod val="26000"/>
                  <a:lumOff val="74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path path="circle">
              <a:fillToRect l="100000" t="100000"/>
            </a:path>
          </a:gra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90CF17-C5D2-4360-8079-EFD3D16AB546}"/>
              </a:ext>
            </a:extLst>
          </p:cNvPr>
          <p:cNvSpPr txBox="1"/>
          <p:nvPr userDrawn="1"/>
        </p:nvSpPr>
        <p:spPr>
          <a:xfrm>
            <a:off x="8001000" y="2203704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00" b="1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{{kpi_2_label}}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1B251F-926C-E21C-9402-56531FFDC194}"/>
              </a:ext>
            </a:extLst>
          </p:cNvPr>
          <p:cNvSpPr txBox="1"/>
          <p:nvPr userDrawn="1"/>
        </p:nvSpPr>
        <p:spPr>
          <a:xfrm>
            <a:off x="8001000" y="2350008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0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{{kpi_2_value}}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141751-1055-76B3-9DE5-24892BC306AC}"/>
              </a:ext>
            </a:extLst>
          </p:cNvPr>
          <p:cNvSpPr txBox="1"/>
          <p:nvPr userDrawn="1"/>
        </p:nvSpPr>
        <p:spPr>
          <a:xfrm>
            <a:off x="8001000" y="2651760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{{kpi_2_detail}}</a:t>
            </a:r>
          </a:p>
        </p:txBody>
      </p:sp>
      <p:sp>
        <p:nvSpPr>
          <p:cNvPr id="34" name="Rounded Rectangle 46">
            <a:extLst>
              <a:ext uri="{FF2B5EF4-FFF2-40B4-BE49-F238E27FC236}">
                <a16:creationId xmlns:a16="http://schemas.microsoft.com/office/drawing/2014/main" id="{607FF829-59F1-FD56-7012-89BCD8036149}"/>
              </a:ext>
            </a:extLst>
          </p:cNvPr>
          <p:cNvSpPr/>
          <p:nvPr userDrawn="1"/>
        </p:nvSpPr>
        <p:spPr>
          <a:xfrm>
            <a:off x="7863840" y="2926080"/>
            <a:ext cx="4023360" cy="685800"/>
          </a:xfrm>
          <a:prstGeom prst="roundRect">
            <a:avLst/>
          </a:prstGeom>
          <a:gradFill>
            <a:gsLst>
              <a:gs pos="0">
                <a:schemeClr val="accent4">
                  <a:lumMod val="10000"/>
                  <a:lumOff val="90000"/>
                </a:schemeClr>
              </a:gs>
              <a:gs pos="41000">
                <a:schemeClr val="accent4">
                  <a:lumMod val="28000"/>
                  <a:lumOff val="72000"/>
                </a:schemeClr>
              </a:gs>
              <a:gs pos="83000">
                <a:schemeClr val="accent4">
                  <a:lumMod val="26000"/>
                  <a:lumOff val="74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path path="circle">
              <a:fillToRect l="100000" t="100000"/>
            </a:path>
          </a:gra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DF795C-3D7B-2D66-BBFE-0B804A993D2C}"/>
              </a:ext>
            </a:extLst>
          </p:cNvPr>
          <p:cNvSpPr txBox="1"/>
          <p:nvPr userDrawn="1"/>
        </p:nvSpPr>
        <p:spPr>
          <a:xfrm>
            <a:off x="8001000" y="2980944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00" b="1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{{kpi_3_label}}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CCDCC4-EA1A-07DA-35B5-B7BEFC641289}"/>
              </a:ext>
            </a:extLst>
          </p:cNvPr>
          <p:cNvSpPr txBox="1"/>
          <p:nvPr userDrawn="1"/>
        </p:nvSpPr>
        <p:spPr>
          <a:xfrm>
            <a:off x="8001000" y="3127248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0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{{kpi_3_value}}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B920FA-582A-7E53-D29A-4E47604A6DA2}"/>
              </a:ext>
            </a:extLst>
          </p:cNvPr>
          <p:cNvSpPr txBox="1"/>
          <p:nvPr userDrawn="1"/>
        </p:nvSpPr>
        <p:spPr>
          <a:xfrm>
            <a:off x="8001000" y="3429000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{{kpi_3_detail}}</a:t>
            </a:r>
          </a:p>
        </p:txBody>
      </p:sp>
      <p:sp>
        <p:nvSpPr>
          <p:cNvPr id="39" name="Rounded Rectangle 51">
            <a:extLst>
              <a:ext uri="{FF2B5EF4-FFF2-40B4-BE49-F238E27FC236}">
                <a16:creationId xmlns:a16="http://schemas.microsoft.com/office/drawing/2014/main" id="{AAEC4082-EACD-D1AB-D2AC-83B33B449F0A}"/>
              </a:ext>
            </a:extLst>
          </p:cNvPr>
          <p:cNvSpPr/>
          <p:nvPr userDrawn="1"/>
        </p:nvSpPr>
        <p:spPr>
          <a:xfrm>
            <a:off x="7863840" y="3703320"/>
            <a:ext cx="4023360" cy="685800"/>
          </a:xfrm>
          <a:prstGeom prst="roundRect">
            <a:avLst/>
          </a:prstGeom>
          <a:gradFill>
            <a:gsLst>
              <a:gs pos="0">
                <a:schemeClr val="accent4">
                  <a:lumMod val="10000"/>
                  <a:lumOff val="90000"/>
                </a:schemeClr>
              </a:gs>
              <a:gs pos="41000">
                <a:schemeClr val="accent4">
                  <a:lumMod val="28000"/>
                  <a:lumOff val="72000"/>
                </a:schemeClr>
              </a:gs>
              <a:gs pos="83000">
                <a:schemeClr val="accent4">
                  <a:lumMod val="26000"/>
                  <a:lumOff val="74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path path="circle">
              <a:fillToRect l="100000" t="100000"/>
            </a:path>
          </a:gra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4AFF5F-6D3C-94D0-CAB0-CBD72E5733DE}"/>
              </a:ext>
            </a:extLst>
          </p:cNvPr>
          <p:cNvSpPr txBox="1"/>
          <p:nvPr userDrawn="1"/>
        </p:nvSpPr>
        <p:spPr>
          <a:xfrm>
            <a:off x="8001000" y="3758183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00" b="1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{{kpi_4_label}}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0F79C8-9B51-EB67-072D-554CC7DAD033}"/>
              </a:ext>
            </a:extLst>
          </p:cNvPr>
          <p:cNvSpPr txBox="1"/>
          <p:nvPr userDrawn="1"/>
        </p:nvSpPr>
        <p:spPr>
          <a:xfrm>
            <a:off x="8001000" y="3904487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0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{{kpi_4_value}}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DAAC0F-F7A4-25F6-D084-760072C23676}"/>
              </a:ext>
            </a:extLst>
          </p:cNvPr>
          <p:cNvSpPr txBox="1"/>
          <p:nvPr userDrawn="1"/>
        </p:nvSpPr>
        <p:spPr>
          <a:xfrm>
            <a:off x="8001000" y="4206240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{{kpi_4_detail}}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636D82-8C74-1C41-9464-4AEF686CEF61}"/>
              </a:ext>
            </a:extLst>
          </p:cNvPr>
          <p:cNvSpPr txBox="1"/>
          <p:nvPr userDrawn="1"/>
        </p:nvSpPr>
        <p:spPr>
          <a:xfrm>
            <a:off x="7863840" y="4572000"/>
            <a:ext cx="4023360" cy="16459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KEY SOURCES</a:t>
            </a:r>
          </a:p>
        </p:txBody>
      </p:sp>
      <p:sp>
        <p:nvSpPr>
          <p:cNvPr id="45" name="Rounded Rectangle 57">
            <a:extLst>
              <a:ext uri="{FF2B5EF4-FFF2-40B4-BE49-F238E27FC236}">
                <a16:creationId xmlns:a16="http://schemas.microsoft.com/office/drawing/2014/main" id="{45C4E1AF-227D-60FF-14EE-9CAC9C89165C}"/>
              </a:ext>
            </a:extLst>
          </p:cNvPr>
          <p:cNvSpPr/>
          <p:nvPr userDrawn="1"/>
        </p:nvSpPr>
        <p:spPr>
          <a:xfrm>
            <a:off x="7863840" y="4800600"/>
            <a:ext cx="4023360" cy="256032"/>
          </a:xfrm>
          <a:prstGeom prst="roundRect">
            <a:avLst/>
          </a:prstGeom>
          <a:noFill/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7F4EC8-3D29-08B1-6AAB-869FCB141E38}"/>
              </a:ext>
            </a:extLst>
          </p:cNvPr>
          <p:cNvSpPr txBox="1"/>
          <p:nvPr userDrawn="1"/>
        </p:nvSpPr>
        <p:spPr>
          <a:xfrm>
            <a:off x="7936992" y="4837176"/>
            <a:ext cx="182880" cy="182880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98DEE2-47DB-0A8D-4B88-9C2D4F6160AE}"/>
              </a:ext>
            </a:extLst>
          </p:cNvPr>
          <p:cNvSpPr txBox="1"/>
          <p:nvPr userDrawn="1"/>
        </p:nvSpPr>
        <p:spPr>
          <a:xfrm>
            <a:off x="8183879" y="4837176"/>
            <a:ext cx="356616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{{source_1}}</a:t>
            </a:r>
          </a:p>
        </p:txBody>
      </p:sp>
      <p:sp>
        <p:nvSpPr>
          <p:cNvPr id="48" name="Rounded Rectangle 60">
            <a:extLst>
              <a:ext uri="{FF2B5EF4-FFF2-40B4-BE49-F238E27FC236}">
                <a16:creationId xmlns:a16="http://schemas.microsoft.com/office/drawing/2014/main" id="{B8F970BA-0834-2497-E7CE-5FF50DCA50FC}"/>
              </a:ext>
            </a:extLst>
          </p:cNvPr>
          <p:cNvSpPr/>
          <p:nvPr userDrawn="1"/>
        </p:nvSpPr>
        <p:spPr>
          <a:xfrm>
            <a:off x="7863840" y="5093208"/>
            <a:ext cx="4023360" cy="256032"/>
          </a:xfrm>
          <a:prstGeom prst="roundRect">
            <a:avLst/>
          </a:prstGeom>
          <a:noFill/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1A9F46-060A-3C1B-A159-B53E2DC92711}"/>
              </a:ext>
            </a:extLst>
          </p:cNvPr>
          <p:cNvSpPr txBox="1"/>
          <p:nvPr userDrawn="1"/>
        </p:nvSpPr>
        <p:spPr>
          <a:xfrm>
            <a:off x="7936992" y="5129784"/>
            <a:ext cx="182880" cy="182880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76771E-C54E-5B8D-AAA6-E80C6A33A775}"/>
              </a:ext>
            </a:extLst>
          </p:cNvPr>
          <p:cNvSpPr txBox="1"/>
          <p:nvPr userDrawn="1"/>
        </p:nvSpPr>
        <p:spPr>
          <a:xfrm>
            <a:off x="8183879" y="5129784"/>
            <a:ext cx="356616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{{source_2}}</a:t>
            </a:r>
          </a:p>
        </p:txBody>
      </p:sp>
      <p:sp>
        <p:nvSpPr>
          <p:cNvPr id="51" name="Rounded Rectangle 63">
            <a:extLst>
              <a:ext uri="{FF2B5EF4-FFF2-40B4-BE49-F238E27FC236}">
                <a16:creationId xmlns:a16="http://schemas.microsoft.com/office/drawing/2014/main" id="{1624D95A-620D-DEBF-87AF-9EF8EA47BD32}"/>
              </a:ext>
            </a:extLst>
          </p:cNvPr>
          <p:cNvSpPr/>
          <p:nvPr userDrawn="1"/>
        </p:nvSpPr>
        <p:spPr>
          <a:xfrm>
            <a:off x="7863840" y="5385816"/>
            <a:ext cx="4023360" cy="256032"/>
          </a:xfrm>
          <a:prstGeom prst="roundRect">
            <a:avLst/>
          </a:prstGeom>
          <a:noFill/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5C1C30-1475-7EE8-988B-BEB8ED5F7E4F}"/>
              </a:ext>
            </a:extLst>
          </p:cNvPr>
          <p:cNvSpPr txBox="1"/>
          <p:nvPr userDrawn="1"/>
        </p:nvSpPr>
        <p:spPr>
          <a:xfrm>
            <a:off x="7936992" y="5422392"/>
            <a:ext cx="182880" cy="182880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AFF96E-EB56-66EB-879D-2E5B8D928BCC}"/>
              </a:ext>
            </a:extLst>
          </p:cNvPr>
          <p:cNvSpPr txBox="1"/>
          <p:nvPr userDrawn="1"/>
        </p:nvSpPr>
        <p:spPr>
          <a:xfrm>
            <a:off x="8183879" y="5422392"/>
            <a:ext cx="356616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{{source_3}}</a:t>
            </a:r>
          </a:p>
        </p:txBody>
      </p:sp>
      <p:sp>
        <p:nvSpPr>
          <p:cNvPr id="54" name="Rounded Rectangle 66">
            <a:extLst>
              <a:ext uri="{FF2B5EF4-FFF2-40B4-BE49-F238E27FC236}">
                <a16:creationId xmlns:a16="http://schemas.microsoft.com/office/drawing/2014/main" id="{7FF7C8CE-6BFD-2525-BC93-819F684F3C82}"/>
              </a:ext>
            </a:extLst>
          </p:cNvPr>
          <p:cNvSpPr/>
          <p:nvPr userDrawn="1"/>
        </p:nvSpPr>
        <p:spPr>
          <a:xfrm>
            <a:off x="7863840" y="5678424"/>
            <a:ext cx="4023360" cy="256032"/>
          </a:xfrm>
          <a:prstGeom prst="roundRect">
            <a:avLst/>
          </a:prstGeom>
          <a:noFill/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5CB495-B73B-EEE9-338F-DB83B7B2EBDF}"/>
              </a:ext>
            </a:extLst>
          </p:cNvPr>
          <p:cNvSpPr txBox="1"/>
          <p:nvPr userDrawn="1"/>
        </p:nvSpPr>
        <p:spPr>
          <a:xfrm>
            <a:off x="7936992" y="5715000"/>
            <a:ext cx="182880" cy="182880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E898F3-4658-0C18-A490-6A11892D1907}"/>
              </a:ext>
            </a:extLst>
          </p:cNvPr>
          <p:cNvSpPr txBox="1"/>
          <p:nvPr userDrawn="1"/>
        </p:nvSpPr>
        <p:spPr>
          <a:xfrm>
            <a:off x="8183879" y="5715000"/>
            <a:ext cx="356616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{{source_4}}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3BC9BD-817D-726A-149C-0EA7E4D0153B}"/>
              </a:ext>
            </a:extLst>
          </p:cNvPr>
          <p:cNvSpPr txBox="1"/>
          <p:nvPr userDrawn="1"/>
        </p:nvSpPr>
        <p:spPr>
          <a:xfrm>
            <a:off x="1600200" y="147588"/>
            <a:ext cx="1737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lang="de-DE"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UNMET NEEDS</a:t>
            </a:r>
            <a:endParaRPr dirty="0">
              <a:solidFill>
                <a:srgbClr val="C4B5F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8397F1-A30D-5307-D074-972B93DBBAAB}"/>
              </a:ext>
            </a:extLst>
          </p:cNvPr>
          <p:cNvSpPr txBox="1"/>
          <p:nvPr userDrawn="1"/>
        </p:nvSpPr>
        <p:spPr>
          <a:xfrm>
            <a:off x="3566160" y="1189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4986130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1">
            <a:extLst>
              <a:ext uri="{FF2B5EF4-FFF2-40B4-BE49-F238E27FC236}">
                <a16:creationId xmlns:a16="http://schemas.microsoft.com/office/drawing/2014/main" id="{309CE864-51AC-3E95-713D-C36205143FD3}"/>
              </a:ext>
            </a:extLst>
          </p:cNvPr>
          <p:cNvSpPr txBox="1"/>
          <p:nvPr userDrawn="1"/>
        </p:nvSpPr>
        <p:spPr>
          <a:xfrm>
            <a:off x="1522412" y="2263140"/>
            <a:ext cx="9144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{{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drug_name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}}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F10D05E5-BF04-627E-E0D9-EC9C7B0349B8}"/>
              </a:ext>
            </a:extLst>
          </p:cNvPr>
          <p:cNvSpPr txBox="1"/>
          <p:nvPr userDrawn="1"/>
        </p:nvSpPr>
        <p:spPr>
          <a:xfrm>
            <a:off x="1522412" y="29946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0" i="0">
                <a:solidFill>
                  <a:srgbClr val="C4B5FD"/>
                </a:solidFill>
                <a:latin typeface="Arial"/>
              </a:defRPr>
            </a:pPr>
            <a:r>
              <a:rPr dirty="0">
                <a:solidFill>
                  <a:schemeClr val="accent4"/>
                </a:solidFill>
              </a:rPr>
              <a:t>({{</a:t>
            </a:r>
            <a:r>
              <a:rPr dirty="0" err="1">
                <a:solidFill>
                  <a:schemeClr val="accent4"/>
                </a:solidFill>
              </a:rPr>
              <a:t>drug_brand</a:t>
            </a:r>
            <a:r>
              <a:rPr dirty="0">
                <a:solidFill>
                  <a:schemeClr val="accent4"/>
                </a:solidFill>
              </a:rPr>
              <a:t>}})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0FAC5957-CA1D-6056-8A38-A638A29703AF}"/>
              </a:ext>
            </a:extLst>
          </p:cNvPr>
          <p:cNvSpPr txBox="1"/>
          <p:nvPr userDrawn="1"/>
        </p:nvSpPr>
        <p:spPr>
          <a:xfrm>
            <a:off x="1522412" y="36347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{{indication_full}}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220CCBE6-59EC-0F72-2C84-9F4F63F0C7FC}"/>
              </a:ext>
            </a:extLst>
          </p:cNvPr>
          <p:cNvSpPr txBox="1"/>
          <p:nvPr userDrawn="1"/>
        </p:nvSpPr>
        <p:spPr>
          <a:xfrm>
            <a:off x="1522412" y="4320539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75000"/>
                  </a:schemeClr>
                </a:solidFill>
              </a:rPr>
              <a:t>{{scope}}</a:t>
            </a:r>
          </a:p>
        </p:txBody>
      </p:sp>
    </p:spTree>
    <p:extLst>
      <p:ext uri="{BB962C8B-B14F-4D97-AF65-F5344CB8AC3E}">
        <p14:creationId xmlns:p14="http://schemas.microsoft.com/office/powerpoint/2010/main" val="31905296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ASE_OVERVIEW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48866153-5516-2800-3D2F-87539A3808B0}"/>
              </a:ext>
            </a:extLst>
          </p:cNvPr>
          <p:cNvSpPr/>
          <p:nvPr userDrawn="1"/>
        </p:nvSpPr>
        <p:spPr>
          <a:xfrm>
            <a:off x="164592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01A3DE-9A57-71AF-11D1-5F78D4881AD0}"/>
              </a:ext>
            </a:extLst>
          </p:cNvPr>
          <p:cNvSpPr/>
          <p:nvPr userDrawn="1"/>
        </p:nvSpPr>
        <p:spPr>
          <a:xfrm>
            <a:off x="164592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169F00-C677-36A3-7B06-63ACCA751C45}"/>
              </a:ext>
            </a:extLst>
          </p:cNvPr>
          <p:cNvSpPr/>
          <p:nvPr userDrawn="1"/>
        </p:nvSpPr>
        <p:spPr>
          <a:xfrm>
            <a:off x="164592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1F28AF-237E-4E1B-ACB2-4A48BD8BD1D3}"/>
              </a:ext>
            </a:extLst>
          </p:cNvPr>
          <p:cNvSpPr/>
          <p:nvPr userDrawn="1"/>
        </p:nvSpPr>
        <p:spPr>
          <a:xfrm>
            <a:off x="292608" y="808800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25AC2-CE25-AF5C-0BA5-88635341AD6F}"/>
              </a:ext>
            </a:extLst>
          </p:cNvPr>
          <p:cNvSpPr txBox="1"/>
          <p:nvPr userDrawn="1"/>
        </p:nvSpPr>
        <p:spPr>
          <a:xfrm>
            <a:off x="402336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{{disease_subtitle}}</a:t>
            </a:r>
          </a:p>
        </p:txBody>
      </p:sp>
      <p:sp>
        <p:nvSpPr>
          <p:cNvPr id="11" name="Rounded Rectangle 14">
            <a:extLst>
              <a:ext uri="{FF2B5EF4-FFF2-40B4-BE49-F238E27FC236}">
                <a16:creationId xmlns:a16="http://schemas.microsoft.com/office/drawing/2014/main" id="{B8FC3C85-DCCF-9633-D117-6431AF2825A2}"/>
              </a:ext>
            </a:extLst>
          </p:cNvPr>
          <p:cNvSpPr/>
          <p:nvPr userDrawn="1"/>
        </p:nvSpPr>
        <p:spPr>
          <a:xfrm>
            <a:off x="292608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7ABF28-66E7-35D5-51CB-4A5E065D2CFE}"/>
              </a:ext>
            </a:extLst>
          </p:cNvPr>
          <p:cNvSpPr/>
          <p:nvPr userDrawn="1"/>
        </p:nvSpPr>
        <p:spPr>
          <a:xfrm>
            <a:off x="292608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C1CFCC-8A86-0543-0E43-B6F218F434E6}"/>
              </a:ext>
            </a:extLst>
          </p:cNvPr>
          <p:cNvSpPr txBox="1"/>
          <p:nvPr userDrawn="1"/>
        </p:nvSpPr>
        <p:spPr>
          <a:xfrm>
            <a:off x="365760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{{epi_kpi_1_label}}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CECA4F-C0C2-36F2-6E93-0BC6FE7225A3}"/>
              </a:ext>
            </a:extLst>
          </p:cNvPr>
          <p:cNvSpPr txBox="1"/>
          <p:nvPr userDrawn="1"/>
        </p:nvSpPr>
        <p:spPr>
          <a:xfrm>
            <a:off x="292608" y="1298448"/>
            <a:ext cx="1116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200" dirty="0"/>
              <a:t>{{epi_kpi_1_value}}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D84E13-95BF-1129-ED26-5B02D8B3561E}"/>
              </a:ext>
            </a:extLst>
          </p:cNvPr>
          <p:cNvSpPr txBox="1"/>
          <p:nvPr userDrawn="1"/>
        </p:nvSpPr>
        <p:spPr>
          <a:xfrm>
            <a:off x="365760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{{epi_kpi_1_context}}</a:t>
            </a:r>
          </a:p>
        </p:txBody>
      </p:sp>
      <p:sp>
        <p:nvSpPr>
          <p:cNvPr id="16" name="Rounded Rectangle 19">
            <a:extLst>
              <a:ext uri="{FF2B5EF4-FFF2-40B4-BE49-F238E27FC236}">
                <a16:creationId xmlns:a16="http://schemas.microsoft.com/office/drawing/2014/main" id="{D4785542-9093-72BC-0A1B-4B38C3FF4821}"/>
              </a:ext>
            </a:extLst>
          </p:cNvPr>
          <p:cNvSpPr/>
          <p:nvPr userDrawn="1"/>
        </p:nvSpPr>
        <p:spPr>
          <a:xfrm>
            <a:off x="1500631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D7B822-65FD-99D6-00CF-94BF80BA4AEC}"/>
              </a:ext>
            </a:extLst>
          </p:cNvPr>
          <p:cNvSpPr/>
          <p:nvPr userDrawn="1"/>
        </p:nvSpPr>
        <p:spPr>
          <a:xfrm>
            <a:off x="1500631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2CFCE4-7975-7A6D-95D5-852C05BCD92C}"/>
              </a:ext>
            </a:extLst>
          </p:cNvPr>
          <p:cNvSpPr txBox="1"/>
          <p:nvPr userDrawn="1"/>
        </p:nvSpPr>
        <p:spPr>
          <a:xfrm>
            <a:off x="1573784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{{epi_kpi_2_label}}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1E853-CB6A-C2A9-FB7E-B2B0D699DC14}"/>
              </a:ext>
            </a:extLst>
          </p:cNvPr>
          <p:cNvSpPr txBox="1"/>
          <p:nvPr userDrawn="1"/>
        </p:nvSpPr>
        <p:spPr>
          <a:xfrm>
            <a:off x="1500632" y="1298448"/>
            <a:ext cx="1116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200"/>
              <a:t>{{epi_kpi_2_value}}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143549-94D7-3B4E-1754-8786BA2729DE}"/>
              </a:ext>
            </a:extLst>
          </p:cNvPr>
          <p:cNvSpPr txBox="1"/>
          <p:nvPr userDrawn="1"/>
        </p:nvSpPr>
        <p:spPr>
          <a:xfrm>
            <a:off x="1573784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{{epi_kpi_2_context}}</a:t>
            </a:r>
          </a:p>
        </p:txBody>
      </p:sp>
      <p:sp>
        <p:nvSpPr>
          <p:cNvPr id="21" name="Rounded Rectangle 24">
            <a:extLst>
              <a:ext uri="{FF2B5EF4-FFF2-40B4-BE49-F238E27FC236}">
                <a16:creationId xmlns:a16="http://schemas.microsoft.com/office/drawing/2014/main" id="{5A43CA69-D7D1-2025-67BB-28BFAF404F0E}"/>
              </a:ext>
            </a:extLst>
          </p:cNvPr>
          <p:cNvSpPr/>
          <p:nvPr userDrawn="1"/>
        </p:nvSpPr>
        <p:spPr>
          <a:xfrm>
            <a:off x="2708655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415A47-5703-FC59-736F-F1A7719F72B4}"/>
              </a:ext>
            </a:extLst>
          </p:cNvPr>
          <p:cNvSpPr/>
          <p:nvPr userDrawn="1"/>
        </p:nvSpPr>
        <p:spPr>
          <a:xfrm>
            <a:off x="2708655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F78FE7-9DA2-2785-3D8F-275A48011A60}"/>
              </a:ext>
            </a:extLst>
          </p:cNvPr>
          <p:cNvSpPr txBox="1"/>
          <p:nvPr userDrawn="1"/>
        </p:nvSpPr>
        <p:spPr>
          <a:xfrm>
            <a:off x="2781807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{{epi_kpi_3_label}}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FE22A2-9811-CB69-8788-743D5A1D8EB0}"/>
              </a:ext>
            </a:extLst>
          </p:cNvPr>
          <p:cNvSpPr txBox="1"/>
          <p:nvPr userDrawn="1"/>
        </p:nvSpPr>
        <p:spPr>
          <a:xfrm>
            <a:off x="2708655" y="1298448"/>
            <a:ext cx="1116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200"/>
              <a:t>{{epi_kpi_3_value}}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0D8C5D-DD94-8B73-1CBF-F4416037CD98}"/>
              </a:ext>
            </a:extLst>
          </p:cNvPr>
          <p:cNvSpPr txBox="1"/>
          <p:nvPr userDrawn="1"/>
        </p:nvSpPr>
        <p:spPr>
          <a:xfrm>
            <a:off x="2781807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{{epi_kpi_3_context}}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232A92-D480-7E2B-1C7F-00086F744EED}"/>
              </a:ext>
            </a:extLst>
          </p:cNvPr>
          <p:cNvSpPr txBox="1"/>
          <p:nvPr userDrawn="1"/>
        </p:nvSpPr>
        <p:spPr>
          <a:xfrm>
            <a:off x="292608" y="1847088"/>
            <a:ext cx="362407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EPIDEMIOLOGICAL FACTS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8C96E6-B97F-9A31-A761-C803006572A9}"/>
              </a:ext>
            </a:extLst>
          </p:cNvPr>
          <p:cNvSpPr txBox="1"/>
          <p:nvPr userDrawn="1"/>
        </p:nvSpPr>
        <p:spPr>
          <a:xfrm>
            <a:off x="292608" y="204825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29C38F-8295-8097-E9A7-39A4B1979B3A}"/>
              </a:ext>
            </a:extLst>
          </p:cNvPr>
          <p:cNvSpPr txBox="1"/>
          <p:nvPr userDrawn="1"/>
        </p:nvSpPr>
        <p:spPr>
          <a:xfrm>
            <a:off x="438912" y="2048256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{{fact_1}}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003F04-B772-5D19-F7F1-43E277A88D75}"/>
              </a:ext>
            </a:extLst>
          </p:cNvPr>
          <p:cNvSpPr txBox="1"/>
          <p:nvPr userDrawn="1"/>
        </p:nvSpPr>
        <p:spPr>
          <a:xfrm>
            <a:off x="292608" y="235915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A2C451-D0B9-02C3-F014-B555D752E722}"/>
              </a:ext>
            </a:extLst>
          </p:cNvPr>
          <p:cNvSpPr txBox="1"/>
          <p:nvPr userDrawn="1"/>
        </p:nvSpPr>
        <p:spPr>
          <a:xfrm>
            <a:off x="438912" y="2359152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{{fact_2}}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F1A32C-0158-2846-98CB-43C79A832BD7}"/>
              </a:ext>
            </a:extLst>
          </p:cNvPr>
          <p:cNvSpPr txBox="1"/>
          <p:nvPr userDrawn="1"/>
        </p:nvSpPr>
        <p:spPr>
          <a:xfrm>
            <a:off x="292608" y="267004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ACF049-B3D7-2BAE-4474-E3F1705F3F48}"/>
              </a:ext>
            </a:extLst>
          </p:cNvPr>
          <p:cNvSpPr txBox="1"/>
          <p:nvPr userDrawn="1"/>
        </p:nvSpPr>
        <p:spPr>
          <a:xfrm>
            <a:off x="438912" y="2670048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{{fact_3}}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FBA1DA-94F1-56E0-BE7C-3FBCDEA0F3CC}"/>
              </a:ext>
            </a:extLst>
          </p:cNvPr>
          <p:cNvSpPr txBox="1"/>
          <p:nvPr userDrawn="1"/>
        </p:nvSpPr>
        <p:spPr>
          <a:xfrm>
            <a:off x="292608" y="298094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F29FF0-681E-5FA1-FFFC-1C321D622A7E}"/>
              </a:ext>
            </a:extLst>
          </p:cNvPr>
          <p:cNvSpPr txBox="1"/>
          <p:nvPr userDrawn="1"/>
        </p:nvSpPr>
        <p:spPr>
          <a:xfrm>
            <a:off x="438912" y="2980944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{{fact_4}}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C15ACC-CCF7-D452-E4CB-D34ED995BECC}"/>
              </a:ext>
            </a:extLst>
          </p:cNvPr>
          <p:cNvSpPr txBox="1"/>
          <p:nvPr userDrawn="1"/>
        </p:nvSpPr>
        <p:spPr>
          <a:xfrm>
            <a:off x="292608" y="32918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6AF914-373B-B2EB-759A-F7E1B7398E53}"/>
              </a:ext>
            </a:extLst>
          </p:cNvPr>
          <p:cNvSpPr txBox="1"/>
          <p:nvPr userDrawn="1"/>
        </p:nvSpPr>
        <p:spPr>
          <a:xfrm>
            <a:off x="438912" y="3291839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{{fact_5}}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FD7D86-5C3A-B9AD-53C2-CF38FB3342D3}"/>
              </a:ext>
            </a:extLst>
          </p:cNvPr>
          <p:cNvSpPr txBox="1"/>
          <p:nvPr userDrawn="1"/>
        </p:nvSpPr>
        <p:spPr>
          <a:xfrm>
            <a:off x="292608" y="3602735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B00688-093A-A34B-9FA4-68AB16D3A5C9}"/>
              </a:ext>
            </a:extLst>
          </p:cNvPr>
          <p:cNvSpPr txBox="1"/>
          <p:nvPr userDrawn="1"/>
        </p:nvSpPr>
        <p:spPr>
          <a:xfrm>
            <a:off x="438912" y="3602735"/>
            <a:ext cx="34777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{{fact_6}}</a:t>
            </a:r>
          </a:p>
        </p:txBody>
      </p:sp>
      <p:sp>
        <p:nvSpPr>
          <p:cNvPr id="39" name="Rounded Rectangle 42">
            <a:extLst>
              <a:ext uri="{FF2B5EF4-FFF2-40B4-BE49-F238E27FC236}">
                <a16:creationId xmlns:a16="http://schemas.microsoft.com/office/drawing/2014/main" id="{004F2D57-B5E9-570B-F0F8-11D493858F0F}"/>
              </a:ext>
            </a:extLst>
          </p:cNvPr>
          <p:cNvSpPr/>
          <p:nvPr userDrawn="1"/>
        </p:nvSpPr>
        <p:spPr>
          <a:xfrm>
            <a:off x="4154423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D33B5C-83DF-30A5-C11A-CD6814C937D6}"/>
              </a:ext>
            </a:extLst>
          </p:cNvPr>
          <p:cNvSpPr/>
          <p:nvPr userDrawn="1"/>
        </p:nvSpPr>
        <p:spPr>
          <a:xfrm>
            <a:off x="4154423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ABFC3D-542B-4353-128C-E3A9F4260E03}"/>
              </a:ext>
            </a:extLst>
          </p:cNvPr>
          <p:cNvSpPr/>
          <p:nvPr userDrawn="1"/>
        </p:nvSpPr>
        <p:spPr>
          <a:xfrm>
            <a:off x="4154423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2EC5973-9866-9B51-62B5-D9B4F0211F34}"/>
              </a:ext>
            </a:extLst>
          </p:cNvPr>
          <p:cNvSpPr/>
          <p:nvPr userDrawn="1"/>
        </p:nvSpPr>
        <p:spPr>
          <a:xfrm>
            <a:off x="4282439" y="808800"/>
            <a:ext cx="64008" cy="6400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01FAA9-3925-F692-E0F8-4B7704E7C5B1}"/>
              </a:ext>
            </a:extLst>
          </p:cNvPr>
          <p:cNvSpPr txBox="1"/>
          <p:nvPr userDrawn="1"/>
        </p:nvSpPr>
        <p:spPr>
          <a:xfrm>
            <a:off x="4392167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Pathophysiology &amp; Targets</a:t>
            </a:r>
          </a:p>
        </p:txBody>
      </p:sp>
      <p:sp>
        <p:nvSpPr>
          <p:cNvPr id="44" name="Rounded Rectangle 47">
            <a:extLst>
              <a:ext uri="{FF2B5EF4-FFF2-40B4-BE49-F238E27FC236}">
                <a16:creationId xmlns:a16="http://schemas.microsoft.com/office/drawing/2014/main" id="{5CF50F60-F320-37C1-74E9-BB85425E818F}"/>
              </a:ext>
            </a:extLst>
          </p:cNvPr>
          <p:cNvSpPr/>
          <p:nvPr userDrawn="1"/>
        </p:nvSpPr>
        <p:spPr>
          <a:xfrm>
            <a:off x="4282439" y="1097280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3D9360-9BA6-8AF4-04D2-9D9E388E260E}"/>
              </a:ext>
            </a:extLst>
          </p:cNvPr>
          <p:cNvSpPr/>
          <p:nvPr userDrawn="1"/>
        </p:nvSpPr>
        <p:spPr>
          <a:xfrm>
            <a:off x="4282439" y="1097280"/>
            <a:ext cx="36576" cy="5852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A32BC0-DE05-7D96-362E-57B18BFC1943}"/>
              </a:ext>
            </a:extLst>
          </p:cNvPr>
          <p:cNvSpPr txBox="1"/>
          <p:nvPr userDrawn="1"/>
        </p:nvSpPr>
        <p:spPr>
          <a:xfrm>
            <a:off x="4392167" y="1152144"/>
            <a:ext cx="88775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{{target_1_name}}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32E8B1-3E96-9D15-53D8-72DBF52B1CC3}"/>
              </a:ext>
            </a:extLst>
          </p:cNvPr>
          <p:cNvSpPr txBox="1"/>
          <p:nvPr userDrawn="1"/>
        </p:nvSpPr>
        <p:spPr>
          <a:xfrm>
            <a:off x="4392167" y="1316736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{{target_1_desc}}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C961DE-B457-DB40-080A-652322C75040}"/>
              </a:ext>
            </a:extLst>
          </p:cNvPr>
          <p:cNvSpPr txBox="1"/>
          <p:nvPr userDrawn="1"/>
        </p:nvSpPr>
        <p:spPr>
          <a:xfrm>
            <a:off x="4392167" y="1481328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{{target_1_detail}}</a:t>
            </a:r>
          </a:p>
        </p:txBody>
      </p:sp>
      <p:sp>
        <p:nvSpPr>
          <p:cNvPr id="49" name="Rounded Rectangle 52">
            <a:extLst>
              <a:ext uri="{FF2B5EF4-FFF2-40B4-BE49-F238E27FC236}">
                <a16:creationId xmlns:a16="http://schemas.microsoft.com/office/drawing/2014/main" id="{50880DAB-A249-17BC-1A0B-71B63FCE48A0}"/>
              </a:ext>
            </a:extLst>
          </p:cNvPr>
          <p:cNvSpPr/>
          <p:nvPr userDrawn="1"/>
        </p:nvSpPr>
        <p:spPr>
          <a:xfrm>
            <a:off x="4282439" y="1755648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CBC60F7-F0DB-AD5A-BEDB-C2340825223A}"/>
              </a:ext>
            </a:extLst>
          </p:cNvPr>
          <p:cNvSpPr/>
          <p:nvPr userDrawn="1"/>
        </p:nvSpPr>
        <p:spPr>
          <a:xfrm>
            <a:off x="4282439" y="1755648"/>
            <a:ext cx="36576" cy="5852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715A92-03C4-FF2F-A478-51FF83CA4345}"/>
              </a:ext>
            </a:extLst>
          </p:cNvPr>
          <p:cNvSpPr txBox="1"/>
          <p:nvPr userDrawn="1"/>
        </p:nvSpPr>
        <p:spPr>
          <a:xfrm>
            <a:off x="4392167" y="1810512"/>
            <a:ext cx="887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{{target_2_name}}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928093-2C79-AE9C-696D-65FD118BB7AC}"/>
              </a:ext>
            </a:extLst>
          </p:cNvPr>
          <p:cNvSpPr txBox="1"/>
          <p:nvPr userDrawn="1"/>
        </p:nvSpPr>
        <p:spPr>
          <a:xfrm>
            <a:off x="4392167" y="1975104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{{target_2_desc}}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69F524-205F-345C-ED81-A93257DEBA22}"/>
              </a:ext>
            </a:extLst>
          </p:cNvPr>
          <p:cNvSpPr txBox="1"/>
          <p:nvPr userDrawn="1"/>
        </p:nvSpPr>
        <p:spPr>
          <a:xfrm>
            <a:off x="4392167" y="2139696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{{target_2_detail}}</a:t>
            </a:r>
          </a:p>
        </p:txBody>
      </p:sp>
      <p:sp>
        <p:nvSpPr>
          <p:cNvPr id="54" name="Rounded Rectangle 57">
            <a:extLst>
              <a:ext uri="{FF2B5EF4-FFF2-40B4-BE49-F238E27FC236}">
                <a16:creationId xmlns:a16="http://schemas.microsoft.com/office/drawing/2014/main" id="{72135119-21E3-8692-B92E-6EF5FE79A27F}"/>
              </a:ext>
            </a:extLst>
          </p:cNvPr>
          <p:cNvSpPr/>
          <p:nvPr userDrawn="1"/>
        </p:nvSpPr>
        <p:spPr>
          <a:xfrm>
            <a:off x="4282439" y="2414015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10D4529-5334-7185-B617-6707BF1385F1}"/>
              </a:ext>
            </a:extLst>
          </p:cNvPr>
          <p:cNvSpPr/>
          <p:nvPr userDrawn="1"/>
        </p:nvSpPr>
        <p:spPr>
          <a:xfrm>
            <a:off x="4282439" y="2414015"/>
            <a:ext cx="36576" cy="5852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DCFA7E-56D5-D389-892F-F41C5DFDF24B}"/>
              </a:ext>
            </a:extLst>
          </p:cNvPr>
          <p:cNvSpPr txBox="1"/>
          <p:nvPr userDrawn="1"/>
        </p:nvSpPr>
        <p:spPr>
          <a:xfrm>
            <a:off x="4392167" y="2468879"/>
            <a:ext cx="887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{{target_3_name}}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AE594E-A476-2228-8C11-AB1CF51A86B0}"/>
              </a:ext>
            </a:extLst>
          </p:cNvPr>
          <p:cNvSpPr txBox="1"/>
          <p:nvPr userDrawn="1"/>
        </p:nvSpPr>
        <p:spPr>
          <a:xfrm>
            <a:off x="4392167" y="2633472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{{target_3_desc}}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1DB259-630D-DEC0-BE12-7481B37EA629}"/>
              </a:ext>
            </a:extLst>
          </p:cNvPr>
          <p:cNvSpPr txBox="1"/>
          <p:nvPr userDrawn="1"/>
        </p:nvSpPr>
        <p:spPr>
          <a:xfrm>
            <a:off x="4392167" y="2798063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{{target_3_detail}}</a:t>
            </a:r>
          </a:p>
        </p:txBody>
      </p:sp>
      <p:sp>
        <p:nvSpPr>
          <p:cNvPr id="59" name="Rounded Rectangle 62">
            <a:extLst>
              <a:ext uri="{FF2B5EF4-FFF2-40B4-BE49-F238E27FC236}">
                <a16:creationId xmlns:a16="http://schemas.microsoft.com/office/drawing/2014/main" id="{4B34C5BB-40B4-EE6D-056F-DF75586D9B5D}"/>
              </a:ext>
            </a:extLst>
          </p:cNvPr>
          <p:cNvSpPr/>
          <p:nvPr userDrawn="1"/>
        </p:nvSpPr>
        <p:spPr>
          <a:xfrm>
            <a:off x="4282439" y="3072384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518FE-59BB-B374-0E05-14D74565FBCB}"/>
              </a:ext>
            </a:extLst>
          </p:cNvPr>
          <p:cNvSpPr/>
          <p:nvPr userDrawn="1"/>
        </p:nvSpPr>
        <p:spPr>
          <a:xfrm>
            <a:off x="4282439" y="3072384"/>
            <a:ext cx="36576" cy="5852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E9D6D5-B8E4-A599-90E4-E31FB9D58767}"/>
              </a:ext>
            </a:extLst>
          </p:cNvPr>
          <p:cNvSpPr txBox="1"/>
          <p:nvPr userDrawn="1"/>
        </p:nvSpPr>
        <p:spPr>
          <a:xfrm>
            <a:off x="4392167" y="3127248"/>
            <a:ext cx="792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06B6D4"/>
                </a:solidFill>
                <a:latin typeface="Arial"/>
              </a:defRPr>
            </a:pPr>
            <a:r>
              <a:rPr dirty="0"/>
              <a:t>{{target_4_name}}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4CBA37-7A4B-2084-CF64-C43DEAC494C4}"/>
              </a:ext>
            </a:extLst>
          </p:cNvPr>
          <p:cNvSpPr txBox="1"/>
          <p:nvPr userDrawn="1"/>
        </p:nvSpPr>
        <p:spPr>
          <a:xfrm>
            <a:off x="4392167" y="3291840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{{target_4_desc}}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A91AE3-4284-2627-0391-AAB192223E6E}"/>
              </a:ext>
            </a:extLst>
          </p:cNvPr>
          <p:cNvSpPr txBox="1"/>
          <p:nvPr userDrawn="1"/>
        </p:nvSpPr>
        <p:spPr>
          <a:xfrm>
            <a:off x="4392167" y="3456432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{{target_4_detail}}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A4D4CB-FF09-1CFD-7356-D4EE190723CD}"/>
              </a:ext>
            </a:extLst>
          </p:cNvPr>
          <p:cNvSpPr txBox="1"/>
          <p:nvPr userDrawn="1"/>
        </p:nvSpPr>
        <p:spPr>
          <a:xfrm>
            <a:off x="4282439" y="3822191"/>
            <a:ext cx="362407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DISEASE BIOLOGY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92CAB8-65CA-A783-AEF0-67CDBF05D587}"/>
              </a:ext>
            </a:extLst>
          </p:cNvPr>
          <p:cNvSpPr txBox="1"/>
          <p:nvPr userDrawn="1"/>
        </p:nvSpPr>
        <p:spPr>
          <a:xfrm>
            <a:off x="4282439" y="400507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08337F-9073-EBC1-D691-A416454EA654}"/>
              </a:ext>
            </a:extLst>
          </p:cNvPr>
          <p:cNvSpPr txBox="1"/>
          <p:nvPr userDrawn="1"/>
        </p:nvSpPr>
        <p:spPr>
          <a:xfrm>
            <a:off x="4410456" y="4005072"/>
            <a:ext cx="3496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{{biology_1}}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D24E49-540F-EFD7-26D6-3359CC105B93}"/>
              </a:ext>
            </a:extLst>
          </p:cNvPr>
          <p:cNvSpPr txBox="1"/>
          <p:nvPr userDrawn="1"/>
        </p:nvSpPr>
        <p:spPr>
          <a:xfrm>
            <a:off x="4282439" y="42611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149C62E-1A82-8FD1-D4AB-3E5DC2213052}"/>
              </a:ext>
            </a:extLst>
          </p:cNvPr>
          <p:cNvSpPr txBox="1"/>
          <p:nvPr userDrawn="1"/>
        </p:nvSpPr>
        <p:spPr>
          <a:xfrm>
            <a:off x="4410456" y="4261104"/>
            <a:ext cx="3496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{{biology_2}}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0AD1F8-44F6-77B1-60B7-E07B6FFF9C3A}"/>
              </a:ext>
            </a:extLst>
          </p:cNvPr>
          <p:cNvSpPr txBox="1"/>
          <p:nvPr userDrawn="1"/>
        </p:nvSpPr>
        <p:spPr>
          <a:xfrm>
            <a:off x="4282439" y="45171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2CBA71-32F4-BB95-F1C8-95E5CE882893}"/>
              </a:ext>
            </a:extLst>
          </p:cNvPr>
          <p:cNvSpPr txBox="1"/>
          <p:nvPr userDrawn="1"/>
        </p:nvSpPr>
        <p:spPr>
          <a:xfrm>
            <a:off x="4410456" y="4517136"/>
            <a:ext cx="3496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{{biology_3}}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32494A-2AD8-5151-1C26-3C4261E0A3B0}"/>
              </a:ext>
            </a:extLst>
          </p:cNvPr>
          <p:cNvSpPr txBox="1"/>
          <p:nvPr userDrawn="1"/>
        </p:nvSpPr>
        <p:spPr>
          <a:xfrm>
            <a:off x="4282439" y="4773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B47A25F-7E07-F3A4-D835-EAF28C92393F}"/>
              </a:ext>
            </a:extLst>
          </p:cNvPr>
          <p:cNvSpPr txBox="1"/>
          <p:nvPr userDrawn="1"/>
        </p:nvSpPr>
        <p:spPr>
          <a:xfrm>
            <a:off x="4410456" y="4773168"/>
            <a:ext cx="3496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{{biology_4}}</a:t>
            </a:r>
          </a:p>
        </p:txBody>
      </p:sp>
      <p:sp>
        <p:nvSpPr>
          <p:cNvPr id="73" name="Rounded Rectangle 76">
            <a:extLst>
              <a:ext uri="{FF2B5EF4-FFF2-40B4-BE49-F238E27FC236}">
                <a16:creationId xmlns:a16="http://schemas.microsoft.com/office/drawing/2014/main" id="{AFD376E6-01EF-6F41-0D43-03CE419BF00B}"/>
              </a:ext>
            </a:extLst>
          </p:cNvPr>
          <p:cNvSpPr/>
          <p:nvPr userDrawn="1"/>
        </p:nvSpPr>
        <p:spPr>
          <a:xfrm>
            <a:off x="8144255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EC928E6-FD25-BAC9-D0BB-AA49C3F31933}"/>
              </a:ext>
            </a:extLst>
          </p:cNvPr>
          <p:cNvSpPr/>
          <p:nvPr userDrawn="1"/>
        </p:nvSpPr>
        <p:spPr>
          <a:xfrm>
            <a:off x="8144255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399E179-3217-6114-A536-287BA63EFE0E}"/>
              </a:ext>
            </a:extLst>
          </p:cNvPr>
          <p:cNvSpPr/>
          <p:nvPr userDrawn="1"/>
        </p:nvSpPr>
        <p:spPr>
          <a:xfrm>
            <a:off x="8144255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9A0971F-FD9F-65CD-1205-0B498FC02FBC}"/>
              </a:ext>
            </a:extLst>
          </p:cNvPr>
          <p:cNvSpPr/>
          <p:nvPr userDrawn="1"/>
        </p:nvSpPr>
        <p:spPr>
          <a:xfrm>
            <a:off x="8272271" y="808800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4254102-CB7B-1815-4959-BF4C7BE4407A}"/>
              </a:ext>
            </a:extLst>
          </p:cNvPr>
          <p:cNvSpPr txBox="1"/>
          <p:nvPr userDrawn="1"/>
        </p:nvSpPr>
        <p:spPr>
          <a:xfrm>
            <a:off x="8381999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Current Treatment Landscape</a:t>
            </a:r>
          </a:p>
        </p:txBody>
      </p:sp>
      <p:sp>
        <p:nvSpPr>
          <p:cNvPr id="78" name="Rounded Rectangle 81">
            <a:extLst>
              <a:ext uri="{FF2B5EF4-FFF2-40B4-BE49-F238E27FC236}">
                <a16:creationId xmlns:a16="http://schemas.microsoft.com/office/drawing/2014/main" id="{9B4B72AE-2532-2CF4-66DF-3DF58609CA30}"/>
              </a:ext>
            </a:extLst>
          </p:cNvPr>
          <p:cNvSpPr/>
          <p:nvPr userDrawn="1"/>
        </p:nvSpPr>
        <p:spPr>
          <a:xfrm>
            <a:off x="8272271" y="1097280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5D740B-AC6D-820F-55C9-2CF215026F3D}"/>
              </a:ext>
            </a:extLst>
          </p:cNvPr>
          <p:cNvSpPr txBox="1"/>
          <p:nvPr userDrawn="1"/>
        </p:nvSpPr>
        <p:spPr>
          <a:xfrm>
            <a:off x="8674607" y="1170432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10B981"/>
                </a:solidFill>
                <a:latin typeface="Arial"/>
              </a:defRPr>
            </a:pPr>
            <a:r>
              <a:t>{{tx_1l_label}}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E595C4-E66B-791E-8F41-E3C3A439F59E}"/>
              </a:ext>
            </a:extLst>
          </p:cNvPr>
          <p:cNvSpPr txBox="1"/>
          <p:nvPr userDrawn="1"/>
        </p:nvSpPr>
        <p:spPr>
          <a:xfrm>
            <a:off x="8674607" y="1371600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{{tx_1l_detail}}</a:t>
            </a:r>
            <a:br/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D85F2AD-1EE1-DA61-BE94-EC5C48017177}"/>
              </a:ext>
            </a:extLst>
          </p:cNvPr>
          <p:cNvSpPr/>
          <p:nvPr userDrawn="1"/>
        </p:nvSpPr>
        <p:spPr>
          <a:xfrm>
            <a:off x="8473439" y="1865376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7">
            <a:extLst>
              <a:ext uri="{FF2B5EF4-FFF2-40B4-BE49-F238E27FC236}">
                <a16:creationId xmlns:a16="http://schemas.microsoft.com/office/drawing/2014/main" id="{67D3BD97-B8D8-0501-D49D-A323E783FA29}"/>
              </a:ext>
            </a:extLst>
          </p:cNvPr>
          <p:cNvSpPr/>
          <p:nvPr userDrawn="1"/>
        </p:nvSpPr>
        <p:spPr>
          <a:xfrm>
            <a:off x="8272271" y="2029967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3E90121-55EC-1651-DFED-5748C84B8F1C}"/>
              </a:ext>
            </a:extLst>
          </p:cNvPr>
          <p:cNvSpPr txBox="1"/>
          <p:nvPr userDrawn="1"/>
        </p:nvSpPr>
        <p:spPr>
          <a:xfrm>
            <a:off x="8674607" y="2103120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{{tx_2l_label}}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351EA45-540B-5CDE-DAC1-8A6EC1C0A63A}"/>
              </a:ext>
            </a:extLst>
          </p:cNvPr>
          <p:cNvSpPr txBox="1"/>
          <p:nvPr userDrawn="1"/>
        </p:nvSpPr>
        <p:spPr>
          <a:xfrm>
            <a:off x="8674607" y="2304287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{{tx_2l_detail}}</a:t>
            </a:r>
            <a:br/>
            <a:endParaRPr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22A9A20-18F7-C6DD-B17A-3C0769391D48}"/>
              </a:ext>
            </a:extLst>
          </p:cNvPr>
          <p:cNvSpPr/>
          <p:nvPr userDrawn="1"/>
        </p:nvSpPr>
        <p:spPr>
          <a:xfrm>
            <a:off x="8473439" y="2798063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93">
            <a:extLst>
              <a:ext uri="{FF2B5EF4-FFF2-40B4-BE49-F238E27FC236}">
                <a16:creationId xmlns:a16="http://schemas.microsoft.com/office/drawing/2014/main" id="{8B8570F6-DAE4-E7BA-4596-D89BB8B71ED7}"/>
              </a:ext>
            </a:extLst>
          </p:cNvPr>
          <p:cNvSpPr/>
          <p:nvPr userDrawn="1"/>
        </p:nvSpPr>
        <p:spPr>
          <a:xfrm>
            <a:off x="8272271" y="2962656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592B86B-93BD-FED5-7544-FD2A84B8A222}"/>
              </a:ext>
            </a:extLst>
          </p:cNvPr>
          <p:cNvSpPr txBox="1"/>
          <p:nvPr userDrawn="1"/>
        </p:nvSpPr>
        <p:spPr>
          <a:xfrm>
            <a:off x="8674607" y="3035808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{{tx_3l_label}}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36C8ACB-6A0E-B259-1F31-C193D5293F77}"/>
              </a:ext>
            </a:extLst>
          </p:cNvPr>
          <p:cNvSpPr txBox="1"/>
          <p:nvPr userDrawn="1"/>
        </p:nvSpPr>
        <p:spPr>
          <a:xfrm>
            <a:off x="8674607" y="3236975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{{tx_3l_detail}}</a:t>
            </a:r>
            <a:br/>
            <a:br/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57572C9-CAD6-3E63-0845-53BAEEC2F504}"/>
              </a:ext>
            </a:extLst>
          </p:cNvPr>
          <p:cNvSpPr/>
          <p:nvPr userDrawn="1"/>
        </p:nvSpPr>
        <p:spPr>
          <a:xfrm>
            <a:off x="8473439" y="3730752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9">
            <a:extLst>
              <a:ext uri="{FF2B5EF4-FFF2-40B4-BE49-F238E27FC236}">
                <a16:creationId xmlns:a16="http://schemas.microsoft.com/office/drawing/2014/main" id="{3798337B-87B9-B802-7015-4DD5CD31E3D9}"/>
              </a:ext>
            </a:extLst>
          </p:cNvPr>
          <p:cNvSpPr/>
          <p:nvPr userDrawn="1"/>
        </p:nvSpPr>
        <p:spPr>
          <a:xfrm>
            <a:off x="8272271" y="3895344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FDA90DF-DCFB-C7B3-B297-39BC8F502149}"/>
              </a:ext>
            </a:extLst>
          </p:cNvPr>
          <p:cNvSpPr txBox="1"/>
          <p:nvPr userDrawn="1"/>
        </p:nvSpPr>
        <p:spPr>
          <a:xfrm>
            <a:off x="8674607" y="3968496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EF4444"/>
                </a:solidFill>
                <a:latin typeface="Arial"/>
              </a:defRPr>
            </a:pPr>
            <a:r>
              <a:t>{{tx_rrmm_label}}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4968DD8-A2F0-7B41-A052-77B89975AB96}"/>
              </a:ext>
            </a:extLst>
          </p:cNvPr>
          <p:cNvSpPr txBox="1"/>
          <p:nvPr userDrawn="1"/>
        </p:nvSpPr>
        <p:spPr>
          <a:xfrm>
            <a:off x="8674607" y="4169663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{{tx_rrmm_detail}}</a:t>
            </a:r>
            <a:br/>
            <a:br/>
            <a:endParaRPr/>
          </a:p>
        </p:txBody>
      </p:sp>
      <p:sp>
        <p:nvSpPr>
          <p:cNvPr id="101" name="Rounded Rectangle 104">
            <a:extLst>
              <a:ext uri="{FF2B5EF4-FFF2-40B4-BE49-F238E27FC236}">
                <a16:creationId xmlns:a16="http://schemas.microsoft.com/office/drawing/2014/main" id="{6294FB06-B582-72EF-B257-2772FA7C127F}"/>
              </a:ext>
            </a:extLst>
          </p:cNvPr>
          <p:cNvSpPr/>
          <p:nvPr userDrawn="1"/>
        </p:nvSpPr>
        <p:spPr>
          <a:xfrm>
            <a:off x="8272271" y="4919470"/>
            <a:ext cx="3624071" cy="655419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740B0C3-5736-63AB-98F5-99040AE95925}"/>
              </a:ext>
            </a:extLst>
          </p:cNvPr>
          <p:cNvSpPr/>
          <p:nvPr userDrawn="1"/>
        </p:nvSpPr>
        <p:spPr>
          <a:xfrm>
            <a:off x="8272270" y="4919471"/>
            <a:ext cx="45719" cy="65541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5310323-0FCD-BC7E-FBA3-406EC9F735E4}"/>
              </a:ext>
            </a:extLst>
          </p:cNvPr>
          <p:cNvSpPr txBox="1"/>
          <p:nvPr userDrawn="1"/>
        </p:nvSpPr>
        <p:spPr>
          <a:xfrm>
            <a:off x="8381999" y="4974335"/>
            <a:ext cx="35143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EF4444"/>
                </a:solidFill>
                <a:latin typeface="Arial"/>
              </a:defRPr>
            </a:pPr>
            <a:r>
              <a:t>UNMET NEED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3E46BBC-1BA9-E4A4-19DA-7599540BB7C2}"/>
              </a:ext>
            </a:extLst>
          </p:cNvPr>
          <p:cNvSpPr txBox="1"/>
          <p:nvPr userDrawn="1"/>
        </p:nvSpPr>
        <p:spPr>
          <a:xfrm>
            <a:off x="8381999" y="5120639"/>
            <a:ext cx="3514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{{unmet_need_statement}}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B47C2C66-96A1-BCC3-3F04-F1EA842FE624}"/>
              </a:ext>
            </a:extLst>
          </p:cNvPr>
          <p:cNvSpPr/>
          <p:nvPr userDrawn="1"/>
        </p:nvSpPr>
        <p:spPr>
          <a:xfrm>
            <a:off x="8272271" y="1106516"/>
            <a:ext cx="474658" cy="7680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793CDB2B-1F53-840B-0ED5-6570E1B91AF5}"/>
              </a:ext>
            </a:extLst>
          </p:cNvPr>
          <p:cNvSpPr/>
          <p:nvPr userDrawn="1"/>
        </p:nvSpPr>
        <p:spPr>
          <a:xfrm>
            <a:off x="8272271" y="2041605"/>
            <a:ext cx="474658" cy="7680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6435F1A2-7330-CBB7-9744-7467F62028D7}"/>
              </a:ext>
            </a:extLst>
          </p:cNvPr>
          <p:cNvSpPr/>
          <p:nvPr userDrawn="1"/>
        </p:nvSpPr>
        <p:spPr>
          <a:xfrm>
            <a:off x="8272270" y="2962839"/>
            <a:ext cx="474658" cy="76809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D4BCB7E-37F5-A074-9562-09338B59948E}"/>
              </a:ext>
            </a:extLst>
          </p:cNvPr>
          <p:cNvSpPr/>
          <p:nvPr userDrawn="1"/>
        </p:nvSpPr>
        <p:spPr>
          <a:xfrm>
            <a:off x="8272270" y="3904580"/>
            <a:ext cx="474658" cy="7680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4D847E-38CC-5F6C-5110-0372F60DFDD4}"/>
              </a:ext>
            </a:extLst>
          </p:cNvPr>
          <p:cNvSpPr txBox="1"/>
          <p:nvPr userDrawn="1"/>
        </p:nvSpPr>
        <p:spPr>
          <a:xfrm>
            <a:off x="8219379" y="1098110"/>
            <a:ext cx="51831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{{tx_1l_badge}}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FA4FAC1-B9B2-8E0C-7F71-13DDF13576B9}"/>
              </a:ext>
            </a:extLst>
          </p:cNvPr>
          <p:cNvSpPr txBox="1"/>
          <p:nvPr userDrawn="1"/>
        </p:nvSpPr>
        <p:spPr>
          <a:xfrm>
            <a:off x="8189884" y="2963486"/>
            <a:ext cx="6001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{{tx_3l_badge}}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C8E489D-982E-732B-01AE-A2274972F5C4}"/>
              </a:ext>
            </a:extLst>
          </p:cNvPr>
          <p:cNvSpPr txBox="1"/>
          <p:nvPr userDrawn="1"/>
        </p:nvSpPr>
        <p:spPr>
          <a:xfrm>
            <a:off x="8199119" y="3893193"/>
            <a:ext cx="6183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{{tx_rrmm_badge}}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5C66626-CBE1-1FD9-7DD0-562C2B3A7218}"/>
              </a:ext>
            </a:extLst>
          </p:cNvPr>
          <p:cNvSpPr txBox="1"/>
          <p:nvPr userDrawn="1"/>
        </p:nvSpPr>
        <p:spPr>
          <a:xfrm>
            <a:off x="8219379" y="2030442"/>
            <a:ext cx="51831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{{tx_2l_badge}}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0E4547A-73D4-91C8-3821-E7105DA6BDD1}"/>
              </a:ext>
            </a:extLst>
          </p:cNvPr>
          <p:cNvSpPr txBox="1"/>
          <p:nvPr userDrawn="1"/>
        </p:nvSpPr>
        <p:spPr>
          <a:xfrm>
            <a:off x="1463040" y="1557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DISEASE OVERVIEW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6B17ACA-6A9E-FCD9-AD33-C2D24F74CBBC}"/>
              </a:ext>
            </a:extLst>
          </p:cNvPr>
          <p:cNvSpPr txBox="1"/>
          <p:nvPr userDrawn="1"/>
        </p:nvSpPr>
        <p:spPr>
          <a:xfrm>
            <a:off x="3200400" y="1374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{{disease_name}}</a:t>
            </a:r>
          </a:p>
        </p:txBody>
      </p:sp>
    </p:spTree>
    <p:extLst>
      <p:ext uri="{BB962C8B-B14F-4D97-AF65-F5344CB8AC3E}">
        <p14:creationId xmlns:p14="http://schemas.microsoft.com/office/powerpoint/2010/main" val="21330377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_ACCESS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58FCB9-9AF3-749C-C3E3-C6D95ADC2FD0}"/>
              </a:ext>
            </a:extLst>
          </p:cNvPr>
          <p:cNvSpPr/>
          <p:nvPr userDrawn="1"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AFB7E-6256-9AAC-9583-E94DB12E73F0}"/>
              </a:ext>
            </a:extLst>
          </p:cNvPr>
          <p:cNvSpPr txBox="1"/>
          <p:nvPr userDrawn="1"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{{market_access_title}}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E8ACF-197E-06A5-03B5-5D8B04CB5B9B}"/>
              </a:ext>
            </a:extLst>
          </p:cNvPr>
          <p:cNvSpPr txBox="1"/>
          <p:nvPr userDrawn="1"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{{market_access_subtitle}}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F8251A8E-AB49-ED67-0EFE-B0ADC57798CB}"/>
              </a:ext>
            </a:extLst>
          </p:cNvPr>
          <p:cNvSpPr/>
          <p:nvPr userDrawn="1"/>
        </p:nvSpPr>
        <p:spPr>
          <a:xfrm>
            <a:off x="457200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1FC89B-7C21-48D9-23C0-A16503790098}"/>
              </a:ext>
            </a:extLst>
          </p:cNvPr>
          <p:cNvSpPr/>
          <p:nvPr userDrawn="1"/>
        </p:nvSpPr>
        <p:spPr>
          <a:xfrm>
            <a:off x="457200" y="1188720"/>
            <a:ext cx="3666744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309A1-4CFE-5238-059B-E83911E0E274}"/>
              </a:ext>
            </a:extLst>
          </p:cNvPr>
          <p:cNvSpPr txBox="1"/>
          <p:nvPr userDrawn="1"/>
        </p:nvSpPr>
        <p:spPr>
          <a:xfrm>
            <a:off x="594360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t>EMA 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ABEB48-A76D-CE28-81BA-AE331252E9C8}"/>
              </a:ext>
            </a:extLst>
          </p:cNvPr>
          <p:cNvSpPr txBox="1"/>
          <p:nvPr userDrawn="1"/>
        </p:nvSpPr>
        <p:spPr>
          <a:xfrm>
            <a:off x="594360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{{approval_1_detail}}</a:t>
            </a:r>
          </a:p>
        </p:txBody>
      </p:sp>
      <p:sp>
        <p:nvSpPr>
          <p:cNvPr id="9" name="Rounded Rectangle 22">
            <a:extLst>
              <a:ext uri="{FF2B5EF4-FFF2-40B4-BE49-F238E27FC236}">
                <a16:creationId xmlns:a16="http://schemas.microsoft.com/office/drawing/2014/main" id="{74DF635D-8D9C-A613-550A-179CAB5E033A}"/>
              </a:ext>
            </a:extLst>
          </p:cNvPr>
          <p:cNvSpPr/>
          <p:nvPr userDrawn="1"/>
        </p:nvSpPr>
        <p:spPr>
          <a:xfrm>
            <a:off x="4261104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0750EE-103B-D400-9E77-0EE6AD29A670}"/>
              </a:ext>
            </a:extLst>
          </p:cNvPr>
          <p:cNvSpPr/>
          <p:nvPr userDrawn="1"/>
        </p:nvSpPr>
        <p:spPr>
          <a:xfrm>
            <a:off x="4261104" y="1188720"/>
            <a:ext cx="3666744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F3C82-F149-0065-2BDD-4EDDC40C1AEA}"/>
              </a:ext>
            </a:extLst>
          </p:cNvPr>
          <p:cNvSpPr txBox="1"/>
          <p:nvPr userDrawn="1"/>
        </p:nvSpPr>
        <p:spPr>
          <a:xfrm>
            <a:off x="4398264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66F1"/>
                </a:solidFill>
                <a:latin typeface="Calibri"/>
              </a:defRPr>
            </a:pPr>
            <a:r>
              <a:t>FDA Status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FD576E-A400-EA39-ACB7-E5A90F9A7798}"/>
              </a:ext>
            </a:extLst>
          </p:cNvPr>
          <p:cNvSpPr txBox="1"/>
          <p:nvPr userDrawn="1"/>
        </p:nvSpPr>
        <p:spPr>
          <a:xfrm>
            <a:off x="4398264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{{approval_2_detail}}</a:t>
            </a:r>
          </a:p>
        </p:txBody>
      </p:sp>
      <p:sp>
        <p:nvSpPr>
          <p:cNvPr id="13" name="Rounded Rectangle 26">
            <a:extLst>
              <a:ext uri="{FF2B5EF4-FFF2-40B4-BE49-F238E27FC236}">
                <a16:creationId xmlns:a16="http://schemas.microsoft.com/office/drawing/2014/main" id="{4C58F7BE-F9A5-0463-A605-369777F6772A}"/>
              </a:ext>
            </a:extLst>
          </p:cNvPr>
          <p:cNvSpPr/>
          <p:nvPr userDrawn="1"/>
        </p:nvSpPr>
        <p:spPr>
          <a:xfrm>
            <a:off x="8065008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BB2A90-5F9D-184A-626D-70238F67ED9B}"/>
              </a:ext>
            </a:extLst>
          </p:cNvPr>
          <p:cNvSpPr/>
          <p:nvPr userDrawn="1"/>
        </p:nvSpPr>
        <p:spPr>
          <a:xfrm>
            <a:off x="8065008" y="1188720"/>
            <a:ext cx="3666744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D15C98-8647-337D-E1A8-3AB940CBC965}"/>
              </a:ext>
            </a:extLst>
          </p:cNvPr>
          <p:cNvSpPr txBox="1"/>
          <p:nvPr userDrawn="1"/>
        </p:nvSpPr>
        <p:spPr>
          <a:xfrm>
            <a:off x="8202168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Calibri"/>
              </a:defRPr>
            </a:pPr>
            <a:r>
              <a:t>{{country}} Status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4DD8CD-B826-894C-0734-AFC5F8D77478}"/>
              </a:ext>
            </a:extLst>
          </p:cNvPr>
          <p:cNvSpPr txBox="1"/>
          <p:nvPr userDrawn="1"/>
        </p:nvSpPr>
        <p:spPr>
          <a:xfrm>
            <a:off x="8202168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{{approval_3_detail}}</a:t>
            </a:r>
          </a:p>
        </p:txBody>
      </p:sp>
      <p:sp>
        <p:nvSpPr>
          <p:cNvPr id="17" name="Rounded Rectangle 30">
            <a:extLst>
              <a:ext uri="{FF2B5EF4-FFF2-40B4-BE49-F238E27FC236}">
                <a16:creationId xmlns:a16="http://schemas.microsoft.com/office/drawing/2014/main" id="{609E3A8D-72BC-3C41-02E4-DE91466D5941}"/>
              </a:ext>
            </a:extLst>
          </p:cNvPr>
          <p:cNvSpPr/>
          <p:nvPr userDrawn="1"/>
        </p:nvSpPr>
        <p:spPr>
          <a:xfrm>
            <a:off x="457200" y="3017520"/>
            <a:ext cx="11274552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9292CF-1216-6E66-0611-1FD41E4F3FFB}"/>
              </a:ext>
            </a:extLst>
          </p:cNvPr>
          <p:cNvSpPr txBox="1"/>
          <p:nvPr userDrawn="1"/>
        </p:nvSpPr>
        <p:spPr>
          <a:xfrm>
            <a:off x="640080" y="31272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t>REIMBURSEMENT STATUS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78F42C-4949-0595-EE8D-FF281EC543F4}"/>
              </a:ext>
            </a:extLst>
          </p:cNvPr>
          <p:cNvSpPr txBox="1"/>
          <p:nvPr userDrawn="1"/>
        </p:nvSpPr>
        <p:spPr>
          <a:xfrm>
            <a:off x="6400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Combination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25F962-35A0-2B57-0988-3037D8EF24E3}"/>
              </a:ext>
            </a:extLst>
          </p:cNvPr>
          <p:cNvSpPr txBox="1"/>
          <p:nvPr userDrawn="1"/>
        </p:nvSpPr>
        <p:spPr>
          <a:xfrm>
            <a:off x="33832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F87675-287E-4460-7281-5106FB7FE2C8}"/>
              </a:ext>
            </a:extLst>
          </p:cNvPr>
          <p:cNvSpPr txBox="1"/>
          <p:nvPr userDrawn="1"/>
        </p:nvSpPr>
        <p:spPr>
          <a:xfrm>
            <a:off x="61264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HTA Decision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B9524C-AB88-2314-3AC4-6F1B7E633116}"/>
              </a:ext>
            </a:extLst>
          </p:cNvPr>
          <p:cNvSpPr txBox="1"/>
          <p:nvPr userDrawn="1"/>
        </p:nvSpPr>
        <p:spPr>
          <a:xfrm>
            <a:off x="88696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Conditions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F24681-3321-27AA-829F-0942BAC70739}"/>
              </a:ext>
            </a:extLst>
          </p:cNvPr>
          <p:cNvSpPr txBox="1"/>
          <p:nvPr userDrawn="1"/>
        </p:nvSpPr>
        <p:spPr>
          <a:xfrm>
            <a:off x="6400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{{reimb_1_combo}}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B1A5A7-7AB3-E988-AB93-6DE6A06B4536}"/>
              </a:ext>
            </a:extLst>
          </p:cNvPr>
          <p:cNvSpPr txBox="1"/>
          <p:nvPr userDrawn="1"/>
        </p:nvSpPr>
        <p:spPr>
          <a:xfrm>
            <a:off x="33832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{{reimb_1_status}}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AA055E-5373-EF5E-A21F-CE95481F8A39}"/>
              </a:ext>
            </a:extLst>
          </p:cNvPr>
          <p:cNvSpPr txBox="1"/>
          <p:nvPr userDrawn="1"/>
        </p:nvSpPr>
        <p:spPr>
          <a:xfrm>
            <a:off x="61264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{{reimb_1_hta}}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7318A8-C0D0-11D5-FD5A-F0FF698EC61C}"/>
              </a:ext>
            </a:extLst>
          </p:cNvPr>
          <p:cNvSpPr txBox="1"/>
          <p:nvPr userDrawn="1"/>
        </p:nvSpPr>
        <p:spPr>
          <a:xfrm>
            <a:off x="88696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{{reimb_1_conditions}}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397AF6-F94C-EAB0-2B65-2DCB903E2621}"/>
              </a:ext>
            </a:extLst>
          </p:cNvPr>
          <p:cNvSpPr txBox="1"/>
          <p:nvPr userDrawn="1"/>
        </p:nvSpPr>
        <p:spPr>
          <a:xfrm>
            <a:off x="6400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{{reimb_2_combo}}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C75B0C-037B-6910-E04D-30059C7C9DA9}"/>
              </a:ext>
            </a:extLst>
          </p:cNvPr>
          <p:cNvSpPr txBox="1"/>
          <p:nvPr userDrawn="1"/>
        </p:nvSpPr>
        <p:spPr>
          <a:xfrm>
            <a:off x="33832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{{reimb_2_status}}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17019-361C-4F76-5F1F-1BDB5430354C}"/>
              </a:ext>
            </a:extLst>
          </p:cNvPr>
          <p:cNvSpPr txBox="1"/>
          <p:nvPr userDrawn="1"/>
        </p:nvSpPr>
        <p:spPr>
          <a:xfrm>
            <a:off x="61264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{{reimb_2_hta}}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C81081-40F9-2A3E-BBA9-071636A0F592}"/>
              </a:ext>
            </a:extLst>
          </p:cNvPr>
          <p:cNvSpPr txBox="1"/>
          <p:nvPr userDrawn="1"/>
        </p:nvSpPr>
        <p:spPr>
          <a:xfrm>
            <a:off x="88696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{{reimb_2_conditions}}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871F62-EBE3-18F6-7B41-15CE654AB55B}"/>
              </a:ext>
            </a:extLst>
          </p:cNvPr>
          <p:cNvSpPr txBox="1"/>
          <p:nvPr userDrawn="1"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{{reimb_3_combo}}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C54377-4A02-8CF5-3F9E-6426E59A1E14}"/>
              </a:ext>
            </a:extLst>
          </p:cNvPr>
          <p:cNvSpPr txBox="1"/>
          <p:nvPr userDrawn="1"/>
        </p:nvSpPr>
        <p:spPr>
          <a:xfrm>
            <a:off x="33832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{{reimb_3_status}}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A775C2-E5A0-0F76-8256-039A0ABB39EE}"/>
              </a:ext>
            </a:extLst>
          </p:cNvPr>
          <p:cNvSpPr txBox="1"/>
          <p:nvPr userDrawn="1"/>
        </p:nvSpPr>
        <p:spPr>
          <a:xfrm>
            <a:off x="61264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{{reimb_3_hta}}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D78331-74A6-FF11-38EF-CD097A7D0C77}"/>
              </a:ext>
            </a:extLst>
          </p:cNvPr>
          <p:cNvSpPr txBox="1"/>
          <p:nvPr userDrawn="1"/>
        </p:nvSpPr>
        <p:spPr>
          <a:xfrm>
            <a:off x="88696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{{reimb_3_conditions}}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106AC2-831D-DB47-E5BD-97D0B1AD2F65}"/>
              </a:ext>
            </a:extLst>
          </p:cNvPr>
          <p:cNvSpPr txBox="1"/>
          <p:nvPr userDrawn="1"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{{access_barriers}}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1FFCE2-A98A-56F8-6C3A-D55794BDF648}"/>
              </a:ext>
            </a:extLst>
          </p:cNvPr>
          <p:cNvSpPr txBox="1"/>
          <p:nvPr userDrawn="1"/>
        </p:nvSpPr>
        <p:spPr>
          <a:xfrm>
            <a:off x="640080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0B981"/>
                </a:solidFill>
                <a:latin typeface="Calibri"/>
              </a:defRPr>
            </a:pPr>
            <a:r>
              <a:t>{{upcoming_changes}}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3B7C8F-C0BF-BDDC-1537-6F8977FD65E3}"/>
              </a:ext>
            </a:extLst>
          </p:cNvPr>
          <p:cNvSpPr txBox="1"/>
          <p:nvPr userDrawn="1"/>
        </p:nvSpPr>
        <p:spPr>
          <a:xfrm>
            <a:off x="1489368" y="146396"/>
            <a:ext cx="1737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ACCESS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1C1036-202C-20D0-2599-6A1B4E883085}"/>
              </a:ext>
            </a:extLst>
          </p:cNvPr>
          <p:cNvSpPr txBox="1"/>
          <p:nvPr userDrawn="1"/>
        </p:nvSpPr>
        <p:spPr>
          <a:xfrm>
            <a:off x="3473800" y="128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41105170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_NARRATIV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3868F7B8-ACB4-7097-EDC1-EA24048E2916}"/>
              </a:ext>
            </a:extLst>
          </p:cNvPr>
          <p:cNvSpPr/>
          <p:nvPr userDrawn="1"/>
        </p:nvSpPr>
        <p:spPr>
          <a:xfrm>
            <a:off x="166180" y="658368"/>
            <a:ext cx="11859768" cy="502920"/>
          </a:xfrm>
          <a:prstGeom prst="roundRect">
            <a:avLst/>
          </a:prstGeom>
          <a:solidFill>
            <a:srgbClr val="684F8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844DD-96C0-FCDC-80A0-5D989D04ECF8}"/>
              </a:ext>
            </a:extLst>
          </p:cNvPr>
          <p:cNvSpPr txBox="1"/>
          <p:nvPr userDrawn="1"/>
        </p:nvSpPr>
        <p:spPr>
          <a:xfrm>
            <a:off x="330772" y="713232"/>
            <a:ext cx="11201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800" b="1">
                <a:solidFill>
                  <a:srgbClr val="94A3B8"/>
                </a:solidFill>
                <a:latin typeface="Arial"/>
              </a:rPr>
              <a:t>CORE SCIENTIFIC MESSAGE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D51AC-36A5-C784-EF53-FE6FEA924336}"/>
              </a:ext>
            </a:extLst>
          </p:cNvPr>
          <p:cNvSpPr txBox="1"/>
          <p:nvPr userDrawn="1"/>
        </p:nvSpPr>
        <p:spPr>
          <a:xfrm>
            <a:off x="330772" y="877824"/>
            <a:ext cx="11201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rPr lang="de-DE" sz="1100" dirty="0"/>
              <a:t>{{core_message}}</a:t>
            </a:r>
            <a:endParaRPr sz="11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ounded Rectangle 13">
            <a:extLst>
              <a:ext uri="{FF2B5EF4-FFF2-40B4-BE49-F238E27FC236}">
                <a16:creationId xmlns:a16="http://schemas.microsoft.com/office/drawing/2014/main" id="{1961736B-D3BE-24F8-EC10-D37EE81A414E}"/>
              </a:ext>
            </a:extLst>
          </p:cNvPr>
          <p:cNvSpPr/>
          <p:nvPr userDrawn="1"/>
        </p:nvSpPr>
        <p:spPr>
          <a:xfrm>
            <a:off x="166180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CCD500-335A-3ECF-1612-BD6B7E497A98}"/>
              </a:ext>
            </a:extLst>
          </p:cNvPr>
          <p:cNvSpPr/>
          <p:nvPr userDrawn="1"/>
        </p:nvSpPr>
        <p:spPr>
          <a:xfrm>
            <a:off x="166180" y="1426464"/>
            <a:ext cx="2882646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D9CE4-F230-5D26-E4D8-3D880EC5A52E}"/>
              </a:ext>
            </a:extLst>
          </p:cNvPr>
          <p:cNvSpPr txBox="1"/>
          <p:nvPr userDrawn="1"/>
        </p:nvSpPr>
        <p:spPr>
          <a:xfrm>
            <a:off x="257620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PHASE 3 EFFICACY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89805-4C0A-EF74-E5CE-951E6D592868}"/>
              </a:ext>
            </a:extLst>
          </p:cNvPr>
          <p:cNvSpPr txBox="1"/>
          <p:nvPr userDrawn="1"/>
        </p:nvSpPr>
        <p:spPr>
          <a:xfrm>
            <a:off x="257620" y="1627633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{{nar_col_1_trial}}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DBD010-88C2-0552-B863-A46DDC2051D1}"/>
              </a:ext>
            </a:extLst>
          </p:cNvPr>
          <p:cNvSpPr txBox="1"/>
          <p:nvPr userDrawn="1"/>
        </p:nvSpPr>
        <p:spPr>
          <a:xfrm>
            <a:off x="275908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607CAC-9204-67B2-FA93-CFF35B7682C4}"/>
              </a:ext>
            </a:extLst>
          </p:cNvPr>
          <p:cNvSpPr txBox="1"/>
          <p:nvPr userDrawn="1"/>
        </p:nvSpPr>
        <p:spPr>
          <a:xfrm>
            <a:off x="385636" y="190195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78390-0289-A592-1979-C22036CD1F49}"/>
              </a:ext>
            </a:extLst>
          </p:cNvPr>
          <p:cNvSpPr txBox="1"/>
          <p:nvPr userDrawn="1"/>
        </p:nvSpPr>
        <p:spPr>
          <a:xfrm>
            <a:off x="275908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D5EAA0-A564-3539-65D4-E3E40995AE3C}"/>
              </a:ext>
            </a:extLst>
          </p:cNvPr>
          <p:cNvSpPr txBox="1"/>
          <p:nvPr userDrawn="1"/>
        </p:nvSpPr>
        <p:spPr>
          <a:xfrm>
            <a:off x="385636" y="215798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67169B-F097-1D11-9C51-F4AF6DAA0274}"/>
              </a:ext>
            </a:extLst>
          </p:cNvPr>
          <p:cNvSpPr txBox="1"/>
          <p:nvPr userDrawn="1"/>
        </p:nvSpPr>
        <p:spPr>
          <a:xfrm>
            <a:off x="275908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3CC8B3-ECDD-E7C6-4ABA-DB1EF436C3FE}"/>
              </a:ext>
            </a:extLst>
          </p:cNvPr>
          <p:cNvSpPr txBox="1"/>
          <p:nvPr userDrawn="1"/>
        </p:nvSpPr>
        <p:spPr>
          <a:xfrm>
            <a:off x="385636" y="241401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0B1FB6-A690-9DEC-BDB7-5A3EDE191BC5}"/>
              </a:ext>
            </a:extLst>
          </p:cNvPr>
          <p:cNvSpPr txBox="1"/>
          <p:nvPr userDrawn="1"/>
        </p:nvSpPr>
        <p:spPr>
          <a:xfrm>
            <a:off x="275908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24A53B-F5AE-8975-6B05-D4EA5E4151D4}"/>
              </a:ext>
            </a:extLst>
          </p:cNvPr>
          <p:cNvSpPr txBox="1"/>
          <p:nvPr userDrawn="1"/>
        </p:nvSpPr>
        <p:spPr>
          <a:xfrm>
            <a:off x="385636" y="267004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D3E16B-9831-6F17-4F93-0ADED55EA9CA}"/>
              </a:ext>
            </a:extLst>
          </p:cNvPr>
          <p:cNvSpPr txBox="1"/>
          <p:nvPr userDrawn="1"/>
        </p:nvSpPr>
        <p:spPr>
          <a:xfrm>
            <a:off x="275908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4F903-1A9D-A132-B23C-80A5C6D1EC36}"/>
              </a:ext>
            </a:extLst>
          </p:cNvPr>
          <p:cNvSpPr txBox="1"/>
          <p:nvPr userDrawn="1"/>
        </p:nvSpPr>
        <p:spPr>
          <a:xfrm>
            <a:off x="385636" y="292608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C34B7C-D940-4064-2824-C7E0B89EEBFF}"/>
              </a:ext>
            </a:extLst>
          </p:cNvPr>
          <p:cNvSpPr txBox="1"/>
          <p:nvPr userDrawn="1"/>
        </p:nvSpPr>
        <p:spPr>
          <a:xfrm>
            <a:off x="275908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{{nar_col_1_source}}</a:t>
            </a:r>
          </a:p>
        </p:txBody>
      </p:sp>
      <p:sp>
        <p:nvSpPr>
          <p:cNvPr id="21" name="Rounded Rectangle 28">
            <a:extLst>
              <a:ext uri="{FF2B5EF4-FFF2-40B4-BE49-F238E27FC236}">
                <a16:creationId xmlns:a16="http://schemas.microsoft.com/office/drawing/2014/main" id="{BED21711-68D3-287B-2B21-34F832D58930}"/>
              </a:ext>
            </a:extLst>
          </p:cNvPr>
          <p:cNvSpPr/>
          <p:nvPr userDrawn="1"/>
        </p:nvSpPr>
        <p:spPr>
          <a:xfrm>
            <a:off x="3158554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C7842C-32CD-9237-3393-3C5FC0F0026E}"/>
              </a:ext>
            </a:extLst>
          </p:cNvPr>
          <p:cNvSpPr/>
          <p:nvPr userDrawn="1"/>
        </p:nvSpPr>
        <p:spPr>
          <a:xfrm>
            <a:off x="3158554" y="1426464"/>
            <a:ext cx="2882646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52230B-E6E8-5734-3590-249AFFBAB722}"/>
              </a:ext>
            </a:extLst>
          </p:cNvPr>
          <p:cNvSpPr txBox="1"/>
          <p:nvPr userDrawn="1"/>
        </p:nvSpPr>
        <p:spPr>
          <a:xfrm>
            <a:off x="3249994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SAFETY PROFILE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34AD64-111B-550D-7E9E-D5CBBAC203AA}"/>
              </a:ext>
            </a:extLst>
          </p:cNvPr>
          <p:cNvSpPr txBox="1"/>
          <p:nvPr userDrawn="1"/>
        </p:nvSpPr>
        <p:spPr>
          <a:xfrm>
            <a:off x="3249994" y="1627633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{{nar_col_2_trial}}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B6852A-AAED-0749-75F5-5A3F287366C5}"/>
              </a:ext>
            </a:extLst>
          </p:cNvPr>
          <p:cNvSpPr txBox="1"/>
          <p:nvPr userDrawn="1"/>
        </p:nvSpPr>
        <p:spPr>
          <a:xfrm>
            <a:off x="3268282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06F33A-5FBF-E372-FB7A-330051F58EA5}"/>
              </a:ext>
            </a:extLst>
          </p:cNvPr>
          <p:cNvSpPr txBox="1"/>
          <p:nvPr userDrawn="1"/>
        </p:nvSpPr>
        <p:spPr>
          <a:xfrm>
            <a:off x="3268282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951039-8BE6-1C71-8A2A-F390B40C4F43}"/>
              </a:ext>
            </a:extLst>
          </p:cNvPr>
          <p:cNvSpPr txBox="1"/>
          <p:nvPr userDrawn="1"/>
        </p:nvSpPr>
        <p:spPr>
          <a:xfrm>
            <a:off x="3268282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0106CF-36DE-2675-863B-B10771CCF6EF}"/>
              </a:ext>
            </a:extLst>
          </p:cNvPr>
          <p:cNvSpPr txBox="1"/>
          <p:nvPr userDrawn="1"/>
        </p:nvSpPr>
        <p:spPr>
          <a:xfrm>
            <a:off x="3268282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6CFD00-9926-8C0D-BBF4-D69F617A31E6}"/>
              </a:ext>
            </a:extLst>
          </p:cNvPr>
          <p:cNvSpPr txBox="1"/>
          <p:nvPr userDrawn="1"/>
        </p:nvSpPr>
        <p:spPr>
          <a:xfrm>
            <a:off x="3268282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E0CD55-A11D-AE6B-EC32-EA05AACB4ACC}"/>
              </a:ext>
            </a:extLst>
          </p:cNvPr>
          <p:cNvSpPr txBox="1"/>
          <p:nvPr userDrawn="1"/>
        </p:nvSpPr>
        <p:spPr>
          <a:xfrm>
            <a:off x="3268282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{{nar_col_2_source}}</a:t>
            </a:r>
          </a:p>
        </p:txBody>
      </p:sp>
      <p:sp>
        <p:nvSpPr>
          <p:cNvPr id="31" name="Rounded Rectangle 43">
            <a:extLst>
              <a:ext uri="{FF2B5EF4-FFF2-40B4-BE49-F238E27FC236}">
                <a16:creationId xmlns:a16="http://schemas.microsoft.com/office/drawing/2014/main" id="{948333EB-7774-30B8-A671-0311FA3DEFC1}"/>
              </a:ext>
            </a:extLst>
          </p:cNvPr>
          <p:cNvSpPr/>
          <p:nvPr userDrawn="1"/>
        </p:nvSpPr>
        <p:spPr>
          <a:xfrm>
            <a:off x="6150928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1C5650-10AF-9739-C94E-4E5B6A8BD120}"/>
              </a:ext>
            </a:extLst>
          </p:cNvPr>
          <p:cNvSpPr/>
          <p:nvPr userDrawn="1"/>
        </p:nvSpPr>
        <p:spPr>
          <a:xfrm>
            <a:off x="6150928" y="1426464"/>
            <a:ext cx="2882646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130F0C-0E7D-1A81-AA71-D38645AA11DC}"/>
              </a:ext>
            </a:extLst>
          </p:cNvPr>
          <p:cNvSpPr txBox="1"/>
          <p:nvPr userDrawn="1"/>
        </p:nvSpPr>
        <p:spPr>
          <a:xfrm>
            <a:off x="6242368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SUBGROUP BENEFIT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B71706-F58C-815D-8FEF-D14578E93EDC}"/>
              </a:ext>
            </a:extLst>
          </p:cNvPr>
          <p:cNvSpPr txBox="1"/>
          <p:nvPr userDrawn="1"/>
        </p:nvSpPr>
        <p:spPr>
          <a:xfrm>
            <a:off x="6260656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93C938-352B-0756-EED6-481E4B9FBF68}"/>
              </a:ext>
            </a:extLst>
          </p:cNvPr>
          <p:cNvSpPr txBox="1"/>
          <p:nvPr userDrawn="1"/>
        </p:nvSpPr>
        <p:spPr>
          <a:xfrm>
            <a:off x="6260656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B761F9-349B-64BB-499D-7B131BF6252D}"/>
              </a:ext>
            </a:extLst>
          </p:cNvPr>
          <p:cNvSpPr txBox="1"/>
          <p:nvPr userDrawn="1"/>
        </p:nvSpPr>
        <p:spPr>
          <a:xfrm>
            <a:off x="6260656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05EA2B-CA25-75E4-3D6D-F2B053230B28}"/>
              </a:ext>
            </a:extLst>
          </p:cNvPr>
          <p:cNvSpPr txBox="1"/>
          <p:nvPr userDrawn="1"/>
        </p:nvSpPr>
        <p:spPr>
          <a:xfrm>
            <a:off x="6260656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12D3F6-2EEA-B19C-715C-0D37DB2B2839}"/>
              </a:ext>
            </a:extLst>
          </p:cNvPr>
          <p:cNvSpPr txBox="1"/>
          <p:nvPr userDrawn="1"/>
        </p:nvSpPr>
        <p:spPr>
          <a:xfrm>
            <a:off x="6260656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8E04D9-2B72-C0CE-AF39-58592D3DCF2B}"/>
              </a:ext>
            </a:extLst>
          </p:cNvPr>
          <p:cNvSpPr txBox="1"/>
          <p:nvPr userDrawn="1"/>
        </p:nvSpPr>
        <p:spPr>
          <a:xfrm>
            <a:off x="6260656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{{nar_col_3_source}}</a:t>
            </a:r>
          </a:p>
        </p:txBody>
      </p:sp>
      <p:sp>
        <p:nvSpPr>
          <p:cNvPr id="40" name="Rounded Rectangle 58">
            <a:extLst>
              <a:ext uri="{FF2B5EF4-FFF2-40B4-BE49-F238E27FC236}">
                <a16:creationId xmlns:a16="http://schemas.microsoft.com/office/drawing/2014/main" id="{16A88346-6251-60A5-6333-B56F220EF604}"/>
              </a:ext>
            </a:extLst>
          </p:cNvPr>
          <p:cNvSpPr/>
          <p:nvPr userDrawn="1"/>
        </p:nvSpPr>
        <p:spPr>
          <a:xfrm>
            <a:off x="9143302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37C4FA-72F2-452A-C320-B207005E5228}"/>
              </a:ext>
            </a:extLst>
          </p:cNvPr>
          <p:cNvSpPr/>
          <p:nvPr userDrawn="1"/>
        </p:nvSpPr>
        <p:spPr>
          <a:xfrm>
            <a:off x="9143302" y="1426464"/>
            <a:ext cx="2882646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F187AE-FB32-74A5-D98C-36B2F9A1E4B6}"/>
              </a:ext>
            </a:extLst>
          </p:cNvPr>
          <p:cNvSpPr txBox="1"/>
          <p:nvPr userDrawn="1"/>
        </p:nvSpPr>
        <p:spPr>
          <a:xfrm>
            <a:off x="9234742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PATIENT OUTCOMES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1DFD2C-8021-1FF6-D219-65197F7D5AF1}"/>
              </a:ext>
            </a:extLst>
          </p:cNvPr>
          <p:cNvSpPr txBox="1"/>
          <p:nvPr userDrawn="1"/>
        </p:nvSpPr>
        <p:spPr>
          <a:xfrm>
            <a:off x="9253030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251870-1AB0-A258-0DE4-CEA4309B481C}"/>
              </a:ext>
            </a:extLst>
          </p:cNvPr>
          <p:cNvSpPr txBox="1"/>
          <p:nvPr userDrawn="1"/>
        </p:nvSpPr>
        <p:spPr>
          <a:xfrm>
            <a:off x="9253030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8AE19E-212F-73EC-87D3-51C28E333759}"/>
              </a:ext>
            </a:extLst>
          </p:cNvPr>
          <p:cNvSpPr txBox="1"/>
          <p:nvPr userDrawn="1"/>
        </p:nvSpPr>
        <p:spPr>
          <a:xfrm>
            <a:off x="9253030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887E08-2ADD-DD7F-B6A6-7436CCD834A1}"/>
              </a:ext>
            </a:extLst>
          </p:cNvPr>
          <p:cNvSpPr txBox="1"/>
          <p:nvPr userDrawn="1"/>
        </p:nvSpPr>
        <p:spPr>
          <a:xfrm>
            <a:off x="9253030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33BE8D-6F34-4175-98DB-5D0BDCCA718A}"/>
              </a:ext>
            </a:extLst>
          </p:cNvPr>
          <p:cNvSpPr txBox="1"/>
          <p:nvPr userDrawn="1"/>
        </p:nvSpPr>
        <p:spPr>
          <a:xfrm>
            <a:off x="9253030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29F415-58C5-E165-763D-33FA7E0CA8A1}"/>
              </a:ext>
            </a:extLst>
          </p:cNvPr>
          <p:cNvSpPr txBox="1"/>
          <p:nvPr userDrawn="1"/>
        </p:nvSpPr>
        <p:spPr>
          <a:xfrm>
            <a:off x="9253030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{{nar_col_4_source}}</a:t>
            </a:r>
          </a:p>
        </p:txBody>
      </p:sp>
      <p:sp>
        <p:nvSpPr>
          <p:cNvPr id="49" name="Rounded Rectangle 73">
            <a:extLst>
              <a:ext uri="{FF2B5EF4-FFF2-40B4-BE49-F238E27FC236}">
                <a16:creationId xmlns:a16="http://schemas.microsoft.com/office/drawing/2014/main" id="{42DAEB4A-0983-8CBD-B15F-14B53BBFC86C}"/>
              </a:ext>
            </a:extLst>
          </p:cNvPr>
          <p:cNvSpPr/>
          <p:nvPr userDrawn="1"/>
        </p:nvSpPr>
        <p:spPr>
          <a:xfrm>
            <a:off x="166180" y="3657600"/>
            <a:ext cx="58750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6F098B-D9C1-B5DA-00F6-C06E23A0A1E5}"/>
              </a:ext>
            </a:extLst>
          </p:cNvPr>
          <p:cNvSpPr/>
          <p:nvPr userDrawn="1"/>
        </p:nvSpPr>
        <p:spPr>
          <a:xfrm>
            <a:off x="166180" y="3657600"/>
            <a:ext cx="5875020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F59ED1-174F-97D0-BDC3-1A516852D8F7}"/>
              </a:ext>
            </a:extLst>
          </p:cNvPr>
          <p:cNvSpPr/>
          <p:nvPr userDrawn="1"/>
        </p:nvSpPr>
        <p:spPr>
          <a:xfrm>
            <a:off x="166180" y="3950208"/>
            <a:ext cx="58750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39ADC59-6197-94E3-7134-CD5929D7DB5B}"/>
              </a:ext>
            </a:extLst>
          </p:cNvPr>
          <p:cNvSpPr/>
          <p:nvPr userDrawn="1"/>
        </p:nvSpPr>
        <p:spPr>
          <a:xfrm>
            <a:off x="294196" y="3817863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3193AD-4482-1424-64FD-E4BE55EF9662}"/>
              </a:ext>
            </a:extLst>
          </p:cNvPr>
          <p:cNvSpPr txBox="1"/>
          <p:nvPr userDrawn="1"/>
        </p:nvSpPr>
        <p:spPr>
          <a:xfrm>
            <a:off x="403924" y="3730752"/>
            <a:ext cx="5509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</a:rPr>
              <a:t>Clinical Practice Implications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955809-4A40-0059-E090-7FF05BC50AF6}"/>
              </a:ext>
            </a:extLst>
          </p:cNvPr>
          <p:cNvSpPr txBox="1"/>
          <p:nvPr userDrawn="1"/>
        </p:nvSpPr>
        <p:spPr>
          <a:xfrm>
            <a:off x="294196" y="404164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48E07D-46FB-482F-BD5F-4CBB3750A91B}"/>
              </a:ext>
            </a:extLst>
          </p:cNvPr>
          <p:cNvSpPr txBox="1"/>
          <p:nvPr userDrawn="1"/>
        </p:nvSpPr>
        <p:spPr>
          <a:xfrm>
            <a:off x="440500" y="404164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{{impl_1}}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6896FF-26E2-B06C-2CE1-99614A2E7063}"/>
              </a:ext>
            </a:extLst>
          </p:cNvPr>
          <p:cNvSpPr txBox="1"/>
          <p:nvPr userDrawn="1"/>
        </p:nvSpPr>
        <p:spPr>
          <a:xfrm>
            <a:off x="294196" y="440740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E7BB88-6765-0A8F-B1CC-3223ABC76CEE}"/>
              </a:ext>
            </a:extLst>
          </p:cNvPr>
          <p:cNvSpPr txBox="1"/>
          <p:nvPr userDrawn="1"/>
        </p:nvSpPr>
        <p:spPr>
          <a:xfrm>
            <a:off x="440500" y="440740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{{impl_2}}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5575A6-9522-6B4E-B802-54C5E6600E69}"/>
              </a:ext>
            </a:extLst>
          </p:cNvPr>
          <p:cNvSpPr txBox="1"/>
          <p:nvPr userDrawn="1"/>
        </p:nvSpPr>
        <p:spPr>
          <a:xfrm>
            <a:off x="294196" y="477316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7C4F15-971C-048D-F2D7-FFB944930942}"/>
              </a:ext>
            </a:extLst>
          </p:cNvPr>
          <p:cNvSpPr txBox="1"/>
          <p:nvPr userDrawn="1"/>
        </p:nvSpPr>
        <p:spPr>
          <a:xfrm>
            <a:off x="440500" y="477316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{{impl_3}}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6C998C-35B3-6CAB-0F80-94683714EDCC}"/>
              </a:ext>
            </a:extLst>
          </p:cNvPr>
          <p:cNvSpPr txBox="1"/>
          <p:nvPr userDrawn="1"/>
        </p:nvSpPr>
        <p:spPr>
          <a:xfrm>
            <a:off x="294196" y="513892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23FC3B-78DD-4564-82DB-E32DB191EE6D}"/>
              </a:ext>
            </a:extLst>
          </p:cNvPr>
          <p:cNvSpPr txBox="1"/>
          <p:nvPr userDrawn="1"/>
        </p:nvSpPr>
        <p:spPr>
          <a:xfrm>
            <a:off x="440500" y="513892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{{impl_4}}</a:t>
            </a:r>
          </a:p>
        </p:txBody>
      </p:sp>
      <p:sp>
        <p:nvSpPr>
          <p:cNvPr id="62" name="Rounded Rectangle 86">
            <a:extLst>
              <a:ext uri="{FF2B5EF4-FFF2-40B4-BE49-F238E27FC236}">
                <a16:creationId xmlns:a16="http://schemas.microsoft.com/office/drawing/2014/main" id="{935B8006-574A-F551-E26D-73D4AC68DE5A}"/>
              </a:ext>
            </a:extLst>
          </p:cNvPr>
          <p:cNvSpPr/>
          <p:nvPr userDrawn="1"/>
        </p:nvSpPr>
        <p:spPr>
          <a:xfrm>
            <a:off x="6150928" y="3657600"/>
            <a:ext cx="58750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4652C9A-B5B8-9EEE-94C9-23AD87DE1443}"/>
              </a:ext>
            </a:extLst>
          </p:cNvPr>
          <p:cNvSpPr/>
          <p:nvPr userDrawn="1"/>
        </p:nvSpPr>
        <p:spPr>
          <a:xfrm>
            <a:off x="6150928" y="3657600"/>
            <a:ext cx="5875020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CF27A29-2A99-F76A-70AE-BB63CEA63A73}"/>
              </a:ext>
            </a:extLst>
          </p:cNvPr>
          <p:cNvSpPr/>
          <p:nvPr userDrawn="1"/>
        </p:nvSpPr>
        <p:spPr>
          <a:xfrm>
            <a:off x="6150928" y="3950208"/>
            <a:ext cx="58750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B5E98C8-9308-EA4F-5895-F749486C634B}"/>
              </a:ext>
            </a:extLst>
          </p:cNvPr>
          <p:cNvSpPr/>
          <p:nvPr userDrawn="1"/>
        </p:nvSpPr>
        <p:spPr>
          <a:xfrm>
            <a:off x="6278944" y="3817863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EE6BF9-8B9A-0808-F658-CB816D8E319E}"/>
              </a:ext>
            </a:extLst>
          </p:cNvPr>
          <p:cNvSpPr txBox="1"/>
          <p:nvPr userDrawn="1"/>
        </p:nvSpPr>
        <p:spPr>
          <a:xfrm>
            <a:off x="6388672" y="3730752"/>
            <a:ext cx="5509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</a:rPr>
              <a:t>Remaining Scientific Questions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F7DA3A-BE30-B951-36AB-0AB80F883353}"/>
              </a:ext>
            </a:extLst>
          </p:cNvPr>
          <p:cNvSpPr txBox="1"/>
          <p:nvPr userDrawn="1"/>
        </p:nvSpPr>
        <p:spPr>
          <a:xfrm>
            <a:off x="6278944" y="404164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6F8182-9090-A8F8-8A81-4D879D6B693A}"/>
              </a:ext>
            </a:extLst>
          </p:cNvPr>
          <p:cNvSpPr txBox="1"/>
          <p:nvPr userDrawn="1"/>
        </p:nvSpPr>
        <p:spPr>
          <a:xfrm>
            <a:off x="6425248" y="404164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{{question_1}}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8D8BF9-75D0-F347-FD4A-E58E4A14ED6F}"/>
              </a:ext>
            </a:extLst>
          </p:cNvPr>
          <p:cNvSpPr txBox="1"/>
          <p:nvPr userDrawn="1"/>
        </p:nvSpPr>
        <p:spPr>
          <a:xfrm>
            <a:off x="6278944" y="440740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F4DF7F-DD3E-58C3-3EC5-813FFDC25C76}"/>
              </a:ext>
            </a:extLst>
          </p:cNvPr>
          <p:cNvSpPr txBox="1"/>
          <p:nvPr userDrawn="1"/>
        </p:nvSpPr>
        <p:spPr>
          <a:xfrm>
            <a:off x="6425248" y="440740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{{question_2}}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6C1792-C191-C91C-5046-5C9FE12C7F5F}"/>
              </a:ext>
            </a:extLst>
          </p:cNvPr>
          <p:cNvSpPr txBox="1"/>
          <p:nvPr userDrawn="1"/>
        </p:nvSpPr>
        <p:spPr>
          <a:xfrm>
            <a:off x="6278944" y="477316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98EBEAF-FB67-96BF-2025-4F921D826B40}"/>
              </a:ext>
            </a:extLst>
          </p:cNvPr>
          <p:cNvSpPr txBox="1"/>
          <p:nvPr userDrawn="1"/>
        </p:nvSpPr>
        <p:spPr>
          <a:xfrm>
            <a:off x="6425248" y="477316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{{question_3}}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7583DC-E60B-1F76-50BD-70E1DB5482BA}"/>
              </a:ext>
            </a:extLst>
          </p:cNvPr>
          <p:cNvSpPr txBox="1"/>
          <p:nvPr userDrawn="1"/>
        </p:nvSpPr>
        <p:spPr>
          <a:xfrm>
            <a:off x="6278944" y="513892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7BF30A-2ECE-D985-6306-A0315C898445}"/>
              </a:ext>
            </a:extLst>
          </p:cNvPr>
          <p:cNvSpPr txBox="1"/>
          <p:nvPr userDrawn="1"/>
        </p:nvSpPr>
        <p:spPr>
          <a:xfrm>
            <a:off x="6425248" y="513892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{{question_4}}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12A848F-308A-8F29-290C-8504C3FEC5A6}"/>
              </a:ext>
            </a:extLst>
          </p:cNvPr>
          <p:cNvSpPr/>
          <p:nvPr userDrawn="1"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FE132BE-637B-15BF-28F0-B59859BCF87E}"/>
              </a:ext>
            </a:extLst>
          </p:cNvPr>
          <p:cNvSpPr txBox="1"/>
          <p:nvPr userDrawn="1"/>
        </p:nvSpPr>
        <p:spPr>
          <a:xfrm>
            <a:off x="3359722" y="188416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D47738A-B256-7F05-34BB-8453F71442C5}"/>
              </a:ext>
            </a:extLst>
          </p:cNvPr>
          <p:cNvSpPr txBox="1"/>
          <p:nvPr userDrawn="1"/>
        </p:nvSpPr>
        <p:spPr>
          <a:xfrm>
            <a:off x="3359722" y="214020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622911-7FD7-8647-5252-B3F83C245524}"/>
              </a:ext>
            </a:extLst>
          </p:cNvPr>
          <p:cNvSpPr txBox="1"/>
          <p:nvPr userDrawn="1"/>
        </p:nvSpPr>
        <p:spPr>
          <a:xfrm>
            <a:off x="3359722" y="239623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3B35EE1-1CF8-813C-4A76-9A55D1242698}"/>
              </a:ext>
            </a:extLst>
          </p:cNvPr>
          <p:cNvSpPr txBox="1"/>
          <p:nvPr userDrawn="1"/>
        </p:nvSpPr>
        <p:spPr>
          <a:xfrm>
            <a:off x="3359722" y="265226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6D3335-A2C8-DA50-9DEA-038FC4C2FB06}"/>
              </a:ext>
            </a:extLst>
          </p:cNvPr>
          <p:cNvSpPr txBox="1"/>
          <p:nvPr userDrawn="1"/>
        </p:nvSpPr>
        <p:spPr>
          <a:xfrm>
            <a:off x="3359722" y="290829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EF9CE15-1E33-0946-8222-01C2C07442BF}"/>
              </a:ext>
            </a:extLst>
          </p:cNvPr>
          <p:cNvSpPr txBox="1"/>
          <p:nvPr userDrawn="1"/>
        </p:nvSpPr>
        <p:spPr>
          <a:xfrm>
            <a:off x="6352096" y="188254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055E2B-EC4D-885D-DCD0-32885CB1CE23}"/>
              </a:ext>
            </a:extLst>
          </p:cNvPr>
          <p:cNvSpPr txBox="1"/>
          <p:nvPr userDrawn="1"/>
        </p:nvSpPr>
        <p:spPr>
          <a:xfrm>
            <a:off x="6352096" y="213857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B795650-0318-2361-8317-92B483D8E41C}"/>
              </a:ext>
            </a:extLst>
          </p:cNvPr>
          <p:cNvSpPr txBox="1"/>
          <p:nvPr userDrawn="1"/>
        </p:nvSpPr>
        <p:spPr>
          <a:xfrm>
            <a:off x="6352096" y="239460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9C9589-2D0D-B899-2243-60155CACA38A}"/>
              </a:ext>
            </a:extLst>
          </p:cNvPr>
          <p:cNvSpPr txBox="1"/>
          <p:nvPr userDrawn="1"/>
        </p:nvSpPr>
        <p:spPr>
          <a:xfrm>
            <a:off x="6352096" y="265063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BEDAF1-47DA-F25F-8C19-89003100743C}"/>
              </a:ext>
            </a:extLst>
          </p:cNvPr>
          <p:cNvSpPr txBox="1"/>
          <p:nvPr userDrawn="1"/>
        </p:nvSpPr>
        <p:spPr>
          <a:xfrm>
            <a:off x="6352096" y="290667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16306A2-ABDB-F9B1-0923-E9E61D5C3311}"/>
              </a:ext>
            </a:extLst>
          </p:cNvPr>
          <p:cNvSpPr txBox="1"/>
          <p:nvPr userDrawn="1"/>
        </p:nvSpPr>
        <p:spPr>
          <a:xfrm>
            <a:off x="9408478" y="189972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557FA36-CAF9-48B1-AC0C-9629BA5CA828}"/>
              </a:ext>
            </a:extLst>
          </p:cNvPr>
          <p:cNvSpPr txBox="1"/>
          <p:nvPr userDrawn="1"/>
        </p:nvSpPr>
        <p:spPr>
          <a:xfrm>
            <a:off x="9408478" y="215575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1B9C7C1-C1A8-3A5D-6EC9-1E0E21DFE6AC}"/>
              </a:ext>
            </a:extLst>
          </p:cNvPr>
          <p:cNvSpPr txBox="1"/>
          <p:nvPr userDrawn="1"/>
        </p:nvSpPr>
        <p:spPr>
          <a:xfrm>
            <a:off x="9408478" y="241179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409D74B-F850-1B5B-37EC-A0F27C35903A}"/>
              </a:ext>
            </a:extLst>
          </p:cNvPr>
          <p:cNvSpPr txBox="1"/>
          <p:nvPr userDrawn="1"/>
        </p:nvSpPr>
        <p:spPr>
          <a:xfrm>
            <a:off x="9408478" y="266782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7B50395-BF75-AA33-941F-98B4278C6395}"/>
              </a:ext>
            </a:extLst>
          </p:cNvPr>
          <p:cNvSpPr txBox="1"/>
          <p:nvPr userDrawn="1"/>
        </p:nvSpPr>
        <p:spPr>
          <a:xfrm>
            <a:off x="9408478" y="292385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53D9F2F-F622-1551-6823-842FF18BA756}"/>
              </a:ext>
            </a:extLst>
          </p:cNvPr>
          <p:cNvSpPr txBox="1"/>
          <p:nvPr userDrawn="1"/>
        </p:nvSpPr>
        <p:spPr>
          <a:xfrm>
            <a:off x="6242368" y="1621541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{{nar_col_3_trial}}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71C15D7-0A25-67DF-F98F-D889F7D11628}"/>
              </a:ext>
            </a:extLst>
          </p:cNvPr>
          <p:cNvSpPr txBox="1"/>
          <p:nvPr userDrawn="1"/>
        </p:nvSpPr>
        <p:spPr>
          <a:xfrm>
            <a:off x="9216454" y="1609650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{{nar_col_4_trial}}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CD40D55-B59E-A0D6-D2A4-D140CA83913A}"/>
              </a:ext>
            </a:extLst>
          </p:cNvPr>
          <p:cNvSpPr txBox="1"/>
          <p:nvPr userDrawn="1"/>
        </p:nvSpPr>
        <p:spPr>
          <a:xfrm>
            <a:off x="1483100" y="14648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b="1" dirty="0">
                <a:solidFill>
                  <a:srgbClr val="C4B5FD"/>
                </a:solidFill>
                <a:latin typeface="Arial"/>
              </a:rPr>
              <a:t>SCIENTIFIC NARRATIVE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C30458E-1013-075D-00C7-A0F3F1139738}"/>
              </a:ext>
            </a:extLst>
          </p:cNvPr>
          <p:cNvSpPr txBox="1"/>
          <p:nvPr userDrawn="1"/>
        </p:nvSpPr>
        <p:spPr>
          <a:xfrm>
            <a:off x="3473800" y="128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5768300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04E9E-C17D-1A76-6014-F4A784669467}"/>
              </a:ext>
            </a:extLst>
          </p:cNvPr>
          <p:cNvSpPr txBox="1"/>
          <p:nvPr userDrawn="1"/>
        </p:nvSpPr>
        <p:spPr>
          <a:xfrm>
            <a:off x="329184" y="59436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{{</a:t>
            </a:r>
            <a:r>
              <a:rPr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slide_title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DA880-2464-9DE4-69AF-37E1BC20D90C}"/>
              </a:ext>
            </a:extLst>
          </p:cNvPr>
          <p:cNvSpPr txBox="1"/>
          <p:nvPr userDrawn="1"/>
        </p:nvSpPr>
        <p:spPr>
          <a:xfrm>
            <a:off x="329184" y="896112"/>
            <a:ext cx="73152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</a:rPr>
              <a:t>{{slide_subtitle}}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FA9773-A317-EE13-C5D3-B1306BE7EEF7}"/>
              </a:ext>
            </a:extLst>
          </p:cNvPr>
          <p:cNvSpPr/>
          <p:nvPr userDrawn="1"/>
        </p:nvSpPr>
        <p:spPr>
          <a:xfrm>
            <a:off x="0" y="1078992"/>
            <a:ext cx="12188952" cy="7315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87CAD4-1612-2A8F-24FC-08C13356A208}"/>
              </a:ext>
            </a:extLst>
          </p:cNvPr>
          <p:cNvSpPr/>
          <p:nvPr userDrawn="1"/>
        </p:nvSpPr>
        <p:spPr>
          <a:xfrm>
            <a:off x="457200" y="1399032"/>
            <a:ext cx="36576" cy="67665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8C450-F915-0E25-4126-D5A1F8A6CACB}"/>
              </a:ext>
            </a:extLst>
          </p:cNvPr>
          <p:cNvSpPr txBox="1"/>
          <p:nvPr userDrawn="1"/>
        </p:nvSpPr>
        <p:spPr>
          <a:xfrm>
            <a:off x="640080" y="14630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A78BF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2BF15-3776-7BE2-4020-160DAB27D8BF}"/>
              </a:ext>
            </a:extLst>
          </p:cNvPr>
          <p:cNvSpPr txBox="1"/>
          <p:nvPr userDrawn="1"/>
        </p:nvSpPr>
        <p:spPr>
          <a:xfrm>
            <a:off x="1097280" y="1454079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{{bullet_1_title}}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97CB3-C2B3-F64A-DBEC-DF78F4F47800}"/>
              </a:ext>
            </a:extLst>
          </p:cNvPr>
          <p:cNvSpPr txBox="1"/>
          <p:nvPr userDrawn="1"/>
        </p:nvSpPr>
        <p:spPr>
          <a:xfrm>
            <a:off x="1097280" y="175583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{{bullet_1_text}}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2500AD-63D4-9365-766E-C09E363F556B}"/>
              </a:ext>
            </a:extLst>
          </p:cNvPr>
          <p:cNvSpPr/>
          <p:nvPr userDrawn="1"/>
        </p:nvSpPr>
        <p:spPr>
          <a:xfrm>
            <a:off x="457200" y="2359152"/>
            <a:ext cx="36576" cy="6766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D9EE5-A2F7-9532-6AD5-B1E7E0A62BA2}"/>
              </a:ext>
            </a:extLst>
          </p:cNvPr>
          <p:cNvSpPr txBox="1"/>
          <p:nvPr userDrawn="1"/>
        </p:nvSpPr>
        <p:spPr>
          <a:xfrm>
            <a:off x="640080" y="2423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0A5F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A9C1AD-C946-2B84-9AA7-AFC9C869F3F8}"/>
              </a:ext>
            </a:extLst>
          </p:cNvPr>
          <p:cNvSpPr txBox="1"/>
          <p:nvPr userDrawn="1"/>
        </p:nvSpPr>
        <p:spPr>
          <a:xfrm>
            <a:off x="1097280" y="241420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{{bullet_2_title}}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B41FB1-C5C8-5A8B-89FA-3273943640C0}"/>
              </a:ext>
            </a:extLst>
          </p:cNvPr>
          <p:cNvSpPr txBox="1"/>
          <p:nvPr userDrawn="1"/>
        </p:nvSpPr>
        <p:spPr>
          <a:xfrm>
            <a:off x="1097280" y="271595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{{bullet_2_text}}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BD7C89-05F1-951D-9175-5F4FB2C8E549}"/>
              </a:ext>
            </a:extLst>
          </p:cNvPr>
          <p:cNvSpPr/>
          <p:nvPr userDrawn="1"/>
        </p:nvSpPr>
        <p:spPr>
          <a:xfrm>
            <a:off x="457200" y="3319272"/>
            <a:ext cx="36576" cy="6766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E3A6FF-4516-9E79-2E91-0C6265F46780}"/>
              </a:ext>
            </a:extLst>
          </p:cNvPr>
          <p:cNvSpPr txBox="1"/>
          <p:nvPr userDrawn="1"/>
        </p:nvSpPr>
        <p:spPr>
          <a:xfrm>
            <a:off x="640080" y="33832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D3E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46C038-630F-B65B-8A22-C4C552909751}"/>
              </a:ext>
            </a:extLst>
          </p:cNvPr>
          <p:cNvSpPr txBox="1"/>
          <p:nvPr userDrawn="1"/>
        </p:nvSpPr>
        <p:spPr>
          <a:xfrm>
            <a:off x="1097280" y="337432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{{bullet_3_title}}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A923DB-EE92-0570-D62B-011755375FE0}"/>
              </a:ext>
            </a:extLst>
          </p:cNvPr>
          <p:cNvSpPr txBox="1"/>
          <p:nvPr userDrawn="1"/>
        </p:nvSpPr>
        <p:spPr>
          <a:xfrm>
            <a:off x="1097280" y="367607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{{bullet_3_text}}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312F5-A272-B0A7-E736-9D050BE57003}"/>
              </a:ext>
            </a:extLst>
          </p:cNvPr>
          <p:cNvSpPr/>
          <p:nvPr userDrawn="1"/>
        </p:nvSpPr>
        <p:spPr>
          <a:xfrm>
            <a:off x="457200" y="4279392"/>
            <a:ext cx="36576" cy="67665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D4A0AE-1462-B44A-8952-DD7C0D9BA476}"/>
              </a:ext>
            </a:extLst>
          </p:cNvPr>
          <p:cNvSpPr txBox="1"/>
          <p:nvPr userDrawn="1"/>
        </p:nvSpPr>
        <p:spPr>
          <a:xfrm>
            <a:off x="64008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4D39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328883-E9EB-E664-C5E1-565F03F01603}"/>
              </a:ext>
            </a:extLst>
          </p:cNvPr>
          <p:cNvSpPr txBox="1"/>
          <p:nvPr userDrawn="1"/>
        </p:nvSpPr>
        <p:spPr>
          <a:xfrm>
            <a:off x="1097280" y="433444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{{bullet_4_title}}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A0B688-CDA1-6872-F837-B03C5139E7BD}"/>
              </a:ext>
            </a:extLst>
          </p:cNvPr>
          <p:cNvSpPr txBox="1"/>
          <p:nvPr userDrawn="1"/>
        </p:nvSpPr>
        <p:spPr>
          <a:xfrm>
            <a:off x="1097280" y="463619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{{bullet_4_text}}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4FA686-7A77-819F-9DB5-7C7827ED47C0}"/>
              </a:ext>
            </a:extLst>
          </p:cNvPr>
          <p:cNvSpPr/>
          <p:nvPr userDrawn="1"/>
        </p:nvSpPr>
        <p:spPr>
          <a:xfrm>
            <a:off x="457200" y="5239512"/>
            <a:ext cx="36576" cy="6766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7EBFD2-9BC7-57C2-B59C-738ADC3769B4}"/>
              </a:ext>
            </a:extLst>
          </p:cNvPr>
          <p:cNvSpPr txBox="1"/>
          <p:nvPr userDrawn="1"/>
        </p:nvSpPr>
        <p:spPr>
          <a:xfrm>
            <a:off x="640080" y="5303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5FA895-72CB-9557-2769-B1D882D7C038}"/>
              </a:ext>
            </a:extLst>
          </p:cNvPr>
          <p:cNvSpPr txBox="1"/>
          <p:nvPr userDrawn="1"/>
        </p:nvSpPr>
        <p:spPr>
          <a:xfrm>
            <a:off x="1097280" y="529456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{{bullet_5_title}}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5CE102-5F6D-81E4-5186-94CB26F0BFAD}"/>
              </a:ext>
            </a:extLst>
          </p:cNvPr>
          <p:cNvSpPr txBox="1"/>
          <p:nvPr userDrawn="1"/>
        </p:nvSpPr>
        <p:spPr>
          <a:xfrm>
            <a:off x="1097280" y="559631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rgbClr val="5E4979"/>
                </a:solidFill>
              </a:rPr>
              <a:t>{{bullet_5_text}}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DDDD2B-A3D6-9242-CA99-72FA62745661}"/>
              </a:ext>
            </a:extLst>
          </p:cNvPr>
          <p:cNvSpPr txBox="1"/>
          <p:nvPr userDrawn="1"/>
        </p:nvSpPr>
        <p:spPr>
          <a:xfrm>
            <a:off x="1464628" y="17419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lang="de-DE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SUMMARY</a:t>
            </a:r>
            <a:endParaRPr sz="9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38C645-9099-B837-09A0-0D4FC2AE782B}"/>
              </a:ext>
            </a:extLst>
          </p:cNvPr>
          <p:cNvSpPr txBox="1"/>
          <p:nvPr userDrawn="1"/>
        </p:nvSpPr>
        <p:spPr>
          <a:xfrm>
            <a:off x="3201988" y="15590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{{</a:t>
            </a:r>
            <a:r>
              <a:rPr sz="1100" dirty="0" err="1">
                <a:solidFill>
                  <a:schemeClr val="bg1">
                    <a:lumMod val="75000"/>
                  </a:schemeClr>
                </a:solidFill>
              </a:rPr>
              <a:t>drug_label</a:t>
            </a: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1367970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_NEXT_STEPS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826E52-0CA7-C245-1168-88BCC5469C1B}"/>
              </a:ext>
            </a:extLst>
          </p:cNvPr>
          <p:cNvSpPr txBox="1"/>
          <p:nvPr userDrawn="1"/>
        </p:nvSpPr>
        <p:spPr>
          <a:xfrm>
            <a:off x="1464628" y="137252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lang="de-DE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SUMMARY &amp; NEXT STEPS</a:t>
            </a:r>
            <a:endParaRPr sz="9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5CBBF-29A1-AFBA-1F83-4B56C4ECF163}"/>
              </a:ext>
            </a:extLst>
          </p:cNvPr>
          <p:cNvSpPr txBox="1"/>
          <p:nvPr userDrawn="1"/>
        </p:nvSpPr>
        <p:spPr>
          <a:xfrm>
            <a:off x="3201988" y="15590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{{</a:t>
            </a:r>
            <a:r>
              <a:rPr sz="1100" dirty="0" err="1">
                <a:solidFill>
                  <a:schemeClr val="bg1">
                    <a:lumMod val="75000"/>
                  </a:schemeClr>
                </a:solidFill>
              </a:rPr>
              <a:t>drug_label</a:t>
            </a: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0A89A-E373-06C4-6CA4-D8510403099E}"/>
              </a:ext>
            </a:extLst>
          </p:cNvPr>
          <p:cNvSpPr txBox="1"/>
          <p:nvPr userDrawn="1"/>
        </p:nvSpPr>
        <p:spPr>
          <a:xfrm>
            <a:off x="329184" y="59436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{{slide_title}}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1CD87-C8C9-A52F-1DDC-644B10952BD4}"/>
              </a:ext>
            </a:extLst>
          </p:cNvPr>
          <p:cNvSpPr txBox="1"/>
          <p:nvPr userDrawn="1"/>
        </p:nvSpPr>
        <p:spPr>
          <a:xfrm>
            <a:off x="329184" y="896112"/>
            <a:ext cx="73152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{{slide_subtitle}}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389624-AF02-8615-D8C0-D0C4307B42BA}"/>
              </a:ext>
            </a:extLst>
          </p:cNvPr>
          <p:cNvSpPr/>
          <p:nvPr userDrawn="1"/>
        </p:nvSpPr>
        <p:spPr>
          <a:xfrm>
            <a:off x="0" y="1078992"/>
            <a:ext cx="12188952" cy="7315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F32B389E-C594-25A3-0977-906B6D1F30A4}"/>
              </a:ext>
            </a:extLst>
          </p:cNvPr>
          <p:cNvSpPr/>
          <p:nvPr userDrawn="1"/>
        </p:nvSpPr>
        <p:spPr>
          <a:xfrm>
            <a:off x="457200" y="1307868"/>
            <a:ext cx="256032" cy="25603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0E362-9D11-D259-43AA-0B20518EDF8A}"/>
              </a:ext>
            </a:extLst>
          </p:cNvPr>
          <p:cNvSpPr txBox="1"/>
          <p:nvPr userDrawn="1"/>
        </p:nvSpPr>
        <p:spPr>
          <a:xfrm>
            <a:off x="804672" y="129844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Key Messages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BF6032-F6DA-B1C4-8E82-7B9AA8CB9DD2}"/>
              </a:ext>
            </a:extLst>
          </p:cNvPr>
          <p:cNvSpPr/>
          <p:nvPr userDrawn="1"/>
        </p:nvSpPr>
        <p:spPr>
          <a:xfrm>
            <a:off x="731520" y="1948132"/>
            <a:ext cx="6400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E5A7A0-1072-2EBE-E22F-A9771E2BCB22}"/>
              </a:ext>
            </a:extLst>
          </p:cNvPr>
          <p:cNvSpPr txBox="1"/>
          <p:nvPr userDrawn="1"/>
        </p:nvSpPr>
        <p:spPr>
          <a:xfrm>
            <a:off x="960120" y="182880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{{key_msg_1}}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42D24F-0F8B-548A-0F1F-4C1D2DCB1EBF}"/>
              </a:ext>
            </a:extLst>
          </p:cNvPr>
          <p:cNvSpPr/>
          <p:nvPr userDrawn="1"/>
        </p:nvSpPr>
        <p:spPr>
          <a:xfrm>
            <a:off x="731520" y="2578608"/>
            <a:ext cx="484632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68544E-92B7-4879-AD89-A4497DC5127C}"/>
              </a:ext>
            </a:extLst>
          </p:cNvPr>
          <p:cNvSpPr/>
          <p:nvPr userDrawn="1"/>
        </p:nvSpPr>
        <p:spPr>
          <a:xfrm>
            <a:off x="731520" y="2771092"/>
            <a:ext cx="6400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1D636C-D369-2F27-A1F4-CF997E857E9F}"/>
              </a:ext>
            </a:extLst>
          </p:cNvPr>
          <p:cNvSpPr txBox="1"/>
          <p:nvPr userDrawn="1"/>
        </p:nvSpPr>
        <p:spPr>
          <a:xfrm>
            <a:off x="960120" y="265176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{{key_msg_2}}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E0E94A-A799-4E4C-D94A-722E3A85BFF7}"/>
              </a:ext>
            </a:extLst>
          </p:cNvPr>
          <p:cNvSpPr/>
          <p:nvPr userDrawn="1"/>
        </p:nvSpPr>
        <p:spPr>
          <a:xfrm>
            <a:off x="731520" y="3401568"/>
            <a:ext cx="484632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DB4060-DB2E-972C-7381-69E012028C0B}"/>
              </a:ext>
            </a:extLst>
          </p:cNvPr>
          <p:cNvSpPr/>
          <p:nvPr userDrawn="1"/>
        </p:nvSpPr>
        <p:spPr>
          <a:xfrm>
            <a:off x="731520" y="3594052"/>
            <a:ext cx="6400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3D5A68-1E20-12B5-F595-28CD901495D9}"/>
              </a:ext>
            </a:extLst>
          </p:cNvPr>
          <p:cNvSpPr txBox="1"/>
          <p:nvPr userDrawn="1"/>
        </p:nvSpPr>
        <p:spPr>
          <a:xfrm>
            <a:off x="960120" y="347472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{{key_msg_3}}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10E8AC-FDE4-F8F2-8574-F853FC97BE1A}"/>
              </a:ext>
            </a:extLst>
          </p:cNvPr>
          <p:cNvSpPr/>
          <p:nvPr userDrawn="1"/>
        </p:nvSpPr>
        <p:spPr>
          <a:xfrm>
            <a:off x="731520" y="4224528"/>
            <a:ext cx="484632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C3FF2B-E57E-5C73-5DD1-403EAC0DEFE1}"/>
              </a:ext>
            </a:extLst>
          </p:cNvPr>
          <p:cNvSpPr/>
          <p:nvPr userDrawn="1"/>
        </p:nvSpPr>
        <p:spPr>
          <a:xfrm>
            <a:off x="731520" y="4417012"/>
            <a:ext cx="6400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5862AE-DBFB-B0FC-21B5-7742D85A4D8B}"/>
              </a:ext>
            </a:extLst>
          </p:cNvPr>
          <p:cNvSpPr txBox="1"/>
          <p:nvPr userDrawn="1"/>
        </p:nvSpPr>
        <p:spPr>
          <a:xfrm>
            <a:off x="960120" y="429768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{{key_msg_4}}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0A8130-5F30-1033-CB58-7E6AFCBFBBE9}"/>
              </a:ext>
            </a:extLst>
          </p:cNvPr>
          <p:cNvSpPr/>
          <p:nvPr userDrawn="1"/>
        </p:nvSpPr>
        <p:spPr>
          <a:xfrm>
            <a:off x="731520" y="5047488"/>
            <a:ext cx="484632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84D37F-2F57-C222-7B6C-0FED804B88E5}"/>
              </a:ext>
            </a:extLst>
          </p:cNvPr>
          <p:cNvSpPr/>
          <p:nvPr userDrawn="1"/>
        </p:nvSpPr>
        <p:spPr>
          <a:xfrm>
            <a:off x="731520" y="5239972"/>
            <a:ext cx="6400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D61B9A-2A2C-95DF-C6CC-A838F5EA6BDC}"/>
              </a:ext>
            </a:extLst>
          </p:cNvPr>
          <p:cNvSpPr txBox="1"/>
          <p:nvPr userDrawn="1"/>
        </p:nvSpPr>
        <p:spPr>
          <a:xfrm>
            <a:off x="960120" y="512064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{{key_msg_5}}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3AB89F-8F30-A625-AF09-E121536EE8F2}"/>
              </a:ext>
            </a:extLst>
          </p:cNvPr>
          <p:cNvSpPr/>
          <p:nvPr userDrawn="1"/>
        </p:nvSpPr>
        <p:spPr>
          <a:xfrm>
            <a:off x="5943600" y="1188720"/>
            <a:ext cx="7315" cy="5029200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ounded Rectangle 37">
            <a:extLst>
              <a:ext uri="{FF2B5EF4-FFF2-40B4-BE49-F238E27FC236}">
                <a16:creationId xmlns:a16="http://schemas.microsoft.com/office/drawing/2014/main" id="{A6144B9B-FC00-C710-5F74-1DD1068CE418}"/>
              </a:ext>
            </a:extLst>
          </p:cNvPr>
          <p:cNvSpPr/>
          <p:nvPr userDrawn="1"/>
        </p:nvSpPr>
        <p:spPr>
          <a:xfrm>
            <a:off x="6126480" y="1307868"/>
            <a:ext cx="256032" cy="25603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54A73B-3160-6829-7C9B-BA7AE1B96E29}"/>
              </a:ext>
            </a:extLst>
          </p:cNvPr>
          <p:cNvSpPr txBox="1"/>
          <p:nvPr userDrawn="1"/>
        </p:nvSpPr>
        <p:spPr>
          <a:xfrm>
            <a:off x="6163056" y="1298448"/>
            <a:ext cx="182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</a:rPr>
              <a:t>→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2FCB2B-F307-FF15-14BE-B4CA67237B21}"/>
              </a:ext>
            </a:extLst>
          </p:cNvPr>
          <p:cNvSpPr txBox="1"/>
          <p:nvPr userDrawn="1"/>
        </p:nvSpPr>
        <p:spPr>
          <a:xfrm>
            <a:off x="6473952" y="129844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Next Steps</a:t>
            </a:r>
          </a:p>
        </p:txBody>
      </p:sp>
      <p:sp>
        <p:nvSpPr>
          <p:cNvPr id="30" name="Rounded Rectangle 41">
            <a:extLst>
              <a:ext uri="{FF2B5EF4-FFF2-40B4-BE49-F238E27FC236}">
                <a16:creationId xmlns:a16="http://schemas.microsoft.com/office/drawing/2014/main" id="{63E19FEB-2AE6-FD6E-EDE9-79C5255A0805}"/>
              </a:ext>
            </a:extLst>
          </p:cNvPr>
          <p:cNvSpPr/>
          <p:nvPr userDrawn="1"/>
        </p:nvSpPr>
        <p:spPr>
          <a:xfrm>
            <a:off x="6355080" y="1847088"/>
            <a:ext cx="237744" cy="23774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C8EC2A-ED57-1C53-E49F-13F67BB4680D}"/>
              </a:ext>
            </a:extLst>
          </p:cNvPr>
          <p:cNvSpPr txBox="1"/>
          <p:nvPr userDrawn="1"/>
        </p:nvSpPr>
        <p:spPr>
          <a:xfrm>
            <a:off x="6355080" y="1856231"/>
            <a:ext cx="237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07E7B8-9A9A-4D99-5DEC-66EB80AC99D7}"/>
              </a:ext>
            </a:extLst>
          </p:cNvPr>
          <p:cNvSpPr txBox="1"/>
          <p:nvPr userDrawn="1"/>
        </p:nvSpPr>
        <p:spPr>
          <a:xfrm>
            <a:off x="6720840" y="1828800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{{next_step_1_title}}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AD79F9-E73C-CBC5-1B4E-3A4B8C795707}"/>
              </a:ext>
            </a:extLst>
          </p:cNvPr>
          <p:cNvSpPr txBox="1"/>
          <p:nvPr userDrawn="1"/>
        </p:nvSpPr>
        <p:spPr>
          <a:xfrm>
            <a:off x="6720840" y="2057400"/>
            <a:ext cx="44805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{{next_step_1_text}}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91820D-9A13-1E71-71A3-6C0F77A09A7B}"/>
              </a:ext>
            </a:extLst>
          </p:cNvPr>
          <p:cNvSpPr/>
          <p:nvPr userDrawn="1"/>
        </p:nvSpPr>
        <p:spPr>
          <a:xfrm>
            <a:off x="6355080" y="2578608"/>
            <a:ext cx="493776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Rounded Rectangle 46">
            <a:extLst>
              <a:ext uri="{FF2B5EF4-FFF2-40B4-BE49-F238E27FC236}">
                <a16:creationId xmlns:a16="http://schemas.microsoft.com/office/drawing/2014/main" id="{80CC1F9E-7950-3358-3CA6-3FA4F78EAF5D}"/>
              </a:ext>
            </a:extLst>
          </p:cNvPr>
          <p:cNvSpPr/>
          <p:nvPr userDrawn="1"/>
        </p:nvSpPr>
        <p:spPr>
          <a:xfrm>
            <a:off x="6355080" y="2670048"/>
            <a:ext cx="237744" cy="23774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63A7B5-AAE3-E261-2A16-C509D3E2669C}"/>
              </a:ext>
            </a:extLst>
          </p:cNvPr>
          <p:cNvSpPr txBox="1"/>
          <p:nvPr userDrawn="1"/>
        </p:nvSpPr>
        <p:spPr>
          <a:xfrm>
            <a:off x="6355080" y="2679191"/>
            <a:ext cx="237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EA0A34-D81B-D534-F61C-F29B0CE9C946}"/>
              </a:ext>
            </a:extLst>
          </p:cNvPr>
          <p:cNvSpPr txBox="1"/>
          <p:nvPr userDrawn="1"/>
        </p:nvSpPr>
        <p:spPr>
          <a:xfrm>
            <a:off x="6720840" y="2651760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{{next_step_2_title}}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9A9FA5-ECFE-F331-D38F-C899E697FBF0}"/>
              </a:ext>
            </a:extLst>
          </p:cNvPr>
          <p:cNvSpPr txBox="1"/>
          <p:nvPr userDrawn="1"/>
        </p:nvSpPr>
        <p:spPr>
          <a:xfrm>
            <a:off x="6720840" y="2880360"/>
            <a:ext cx="44805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{{next_step_2_text}}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6E9B5A-707E-24E8-3057-FA9B5F60C613}"/>
              </a:ext>
            </a:extLst>
          </p:cNvPr>
          <p:cNvSpPr/>
          <p:nvPr userDrawn="1"/>
        </p:nvSpPr>
        <p:spPr>
          <a:xfrm>
            <a:off x="6355080" y="3401568"/>
            <a:ext cx="493776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Rounded Rectangle 51">
            <a:extLst>
              <a:ext uri="{FF2B5EF4-FFF2-40B4-BE49-F238E27FC236}">
                <a16:creationId xmlns:a16="http://schemas.microsoft.com/office/drawing/2014/main" id="{59DB9802-98E9-C2D6-8874-1C712FCD0425}"/>
              </a:ext>
            </a:extLst>
          </p:cNvPr>
          <p:cNvSpPr/>
          <p:nvPr userDrawn="1"/>
        </p:nvSpPr>
        <p:spPr>
          <a:xfrm>
            <a:off x="6355080" y="3493008"/>
            <a:ext cx="237744" cy="23774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124BFE-6920-59BB-FA50-C54788517343}"/>
              </a:ext>
            </a:extLst>
          </p:cNvPr>
          <p:cNvSpPr txBox="1"/>
          <p:nvPr userDrawn="1"/>
        </p:nvSpPr>
        <p:spPr>
          <a:xfrm>
            <a:off x="6355080" y="3502151"/>
            <a:ext cx="237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D9B087-72CE-FA4D-CD8C-724786A34A37}"/>
              </a:ext>
            </a:extLst>
          </p:cNvPr>
          <p:cNvSpPr txBox="1"/>
          <p:nvPr userDrawn="1"/>
        </p:nvSpPr>
        <p:spPr>
          <a:xfrm>
            <a:off x="6720840" y="3474720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{{next_step_3_title}}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B87FA5-73D0-FBF6-30D0-6EC6BD38B354}"/>
              </a:ext>
            </a:extLst>
          </p:cNvPr>
          <p:cNvSpPr txBox="1"/>
          <p:nvPr userDrawn="1"/>
        </p:nvSpPr>
        <p:spPr>
          <a:xfrm>
            <a:off x="6720840" y="3703320"/>
            <a:ext cx="44805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{{next_step_3_text}}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3470429-B3AC-E947-0976-600CFD854711}"/>
              </a:ext>
            </a:extLst>
          </p:cNvPr>
          <p:cNvSpPr/>
          <p:nvPr userDrawn="1"/>
        </p:nvSpPr>
        <p:spPr>
          <a:xfrm>
            <a:off x="6355080" y="4224528"/>
            <a:ext cx="493776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Rounded Rectangle 56">
            <a:extLst>
              <a:ext uri="{FF2B5EF4-FFF2-40B4-BE49-F238E27FC236}">
                <a16:creationId xmlns:a16="http://schemas.microsoft.com/office/drawing/2014/main" id="{94E72F4C-4D25-DAA7-8B09-3F7CC20B01F8}"/>
              </a:ext>
            </a:extLst>
          </p:cNvPr>
          <p:cNvSpPr/>
          <p:nvPr userDrawn="1"/>
        </p:nvSpPr>
        <p:spPr>
          <a:xfrm>
            <a:off x="6355080" y="4315968"/>
            <a:ext cx="237744" cy="23774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96C265-0D46-A996-BECC-A111B52922AC}"/>
              </a:ext>
            </a:extLst>
          </p:cNvPr>
          <p:cNvSpPr txBox="1"/>
          <p:nvPr userDrawn="1"/>
        </p:nvSpPr>
        <p:spPr>
          <a:xfrm>
            <a:off x="6355080" y="4325112"/>
            <a:ext cx="237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0D3A04-A6CD-8B11-B7F4-B88E9641C42B}"/>
              </a:ext>
            </a:extLst>
          </p:cNvPr>
          <p:cNvSpPr txBox="1"/>
          <p:nvPr userDrawn="1"/>
        </p:nvSpPr>
        <p:spPr>
          <a:xfrm>
            <a:off x="6720840" y="4297680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{{next_step_4_title}}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33AEEC-95CF-90A4-A400-3CD4A7886A9B}"/>
              </a:ext>
            </a:extLst>
          </p:cNvPr>
          <p:cNvSpPr txBox="1"/>
          <p:nvPr userDrawn="1"/>
        </p:nvSpPr>
        <p:spPr>
          <a:xfrm>
            <a:off x="6720840" y="4526280"/>
            <a:ext cx="44805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{{next_step_4_text}}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7010988-57AE-A6C0-E0DF-8490613C08DC}"/>
              </a:ext>
            </a:extLst>
          </p:cNvPr>
          <p:cNvSpPr/>
          <p:nvPr userDrawn="1"/>
        </p:nvSpPr>
        <p:spPr>
          <a:xfrm>
            <a:off x="6355080" y="5047488"/>
            <a:ext cx="4937760" cy="2743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0" name="Rounded Rectangle 61">
            <a:extLst>
              <a:ext uri="{FF2B5EF4-FFF2-40B4-BE49-F238E27FC236}">
                <a16:creationId xmlns:a16="http://schemas.microsoft.com/office/drawing/2014/main" id="{FF3760DE-EFDF-DFF9-81DA-B1F7B3D935C0}"/>
              </a:ext>
            </a:extLst>
          </p:cNvPr>
          <p:cNvSpPr/>
          <p:nvPr userDrawn="1"/>
        </p:nvSpPr>
        <p:spPr>
          <a:xfrm>
            <a:off x="6355080" y="5138927"/>
            <a:ext cx="237744" cy="23774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E5565A-8869-21D7-F489-068AF6E47136}"/>
              </a:ext>
            </a:extLst>
          </p:cNvPr>
          <p:cNvSpPr txBox="1"/>
          <p:nvPr userDrawn="1"/>
        </p:nvSpPr>
        <p:spPr>
          <a:xfrm>
            <a:off x="6355080" y="5148072"/>
            <a:ext cx="237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59B6E3-DDDD-1C25-6898-EE78DF2BEBF0}"/>
              </a:ext>
            </a:extLst>
          </p:cNvPr>
          <p:cNvSpPr txBox="1"/>
          <p:nvPr userDrawn="1"/>
        </p:nvSpPr>
        <p:spPr>
          <a:xfrm>
            <a:off x="6720840" y="5120640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{{next_step_5_title}}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2EA333-4FF5-48C0-90D5-F8FD7DF9C39E}"/>
              </a:ext>
            </a:extLst>
          </p:cNvPr>
          <p:cNvSpPr txBox="1"/>
          <p:nvPr userDrawn="1"/>
        </p:nvSpPr>
        <p:spPr>
          <a:xfrm>
            <a:off x="6720840" y="5349240"/>
            <a:ext cx="44805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{{next_step_5_text}}</a:t>
            </a:r>
          </a:p>
        </p:txBody>
      </p:sp>
    </p:spTree>
    <p:extLst>
      <p:ext uri="{BB962C8B-B14F-4D97-AF65-F5344CB8AC3E}">
        <p14:creationId xmlns:p14="http://schemas.microsoft.com/office/powerpoint/2010/main" val="9055648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924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61590F-6BCE-F0E3-9788-785ED15127EB}"/>
              </a:ext>
            </a:extLst>
          </p:cNvPr>
          <p:cNvSpPr txBox="1"/>
          <p:nvPr userDrawn="1"/>
        </p:nvSpPr>
        <p:spPr>
          <a:xfrm>
            <a:off x="458788" y="457200"/>
            <a:ext cx="3657600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0" b="1" i="0">
                <a:solidFill>
                  <a:srgbClr val="2D286B"/>
                </a:solidFill>
                <a:latin typeface="Arial"/>
              </a:defRPr>
            </a:pPr>
            <a:r>
              <a:rPr sz="12000" dirty="0">
                <a:solidFill>
                  <a:srgbClr val="594573"/>
                </a:solidFill>
              </a:rPr>
              <a:t>{{</a:t>
            </a:r>
            <a:r>
              <a:rPr sz="12000" dirty="0" err="1">
                <a:solidFill>
                  <a:srgbClr val="594573"/>
                </a:solidFill>
              </a:rPr>
              <a:t>section_number</a:t>
            </a:r>
            <a:r>
              <a:rPr sz="12000" dirty="0">
                <a:solidFill>
                  <a:srgbClr val="594573"/>
                </a:solidFill>
              </a:rPr>
              <a:t>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5EBE2-B9B8-6153-6B81-0E6538016966}"/>
              </a:ext>
            </a:extLst>
          </p:cNvPr>
          <p:cNvSpPr txBox="1"/>
          <p:nvPr userDrawn="1"/>
        </p:nvSpPr>
        <p:spPr>
          <a:xfrm>
            <a:off x="733108" y="2926081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rPr sz="3200"/>
              <a:t>{{divider_title}}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086F0-B903-1F9E-0FC8-62D07A8AB4E8}"/>
              </a:ext>
            </a:extLst>
          </p:cNvPr>
          <p:cNvSpPr txBox="1"/>
          <p:nvPr userDrawn="1"/>
        </p:nvSpPr>
        <p:spPr>
          <a:xfrm>
            <a:off x="733108" y="352044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rPr sz="1600"/>
              <a:t>{{divider_subtitle}}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0DFC8-59AE-1BBE-98AF-DB0AF76451D4}"/>
              </a:ext>
            </a:extLst>
          </p:cNvPr>
          <p:cNvSpPr txBox="1"/>
          <p:nvPr userDrawn="1"/>
        </p:nvSpPr>
        <p:spPr>
          <a:xfrm>
            <a:off x="733108" y="4023361"/>
            <a:ext cx="6400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rPr sz="1100"/>
              <a:t>{{divider_description}}</a:t>
            </a:r>
          </a:p>
        </p:txBody>
      </p:sp>
    </p:spTree>
    <p:extLst>
      <p:ext uri="{BB962C8B-B14F-4D97-AF65-F5344CB8AC3E}">
        <p14:creationId xmlns:p14="http://schemas.microsoft.com/office/powerpoint/2010/main" val="12813419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_8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44B5B-5FF0-B302-F43B-9565F551F063}"/>
              </a:ext>
            </a:extLst>
          </p:cNvPr>
          <p:cNvSpPr/>
          <p:nvPr userDrawn="1"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7ADB2-8060-2FE4-C138-6B14AEF1DDDA}"/>
              </a:ext>
            </a:extLst>
          </p:cNvPr>
          <p:cNvSpPr txBox="1"/>
          <p:nvPr userDrawn="1"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{{guidelines_title}}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74D0A-BE16-214C-37E5-75FA361F2867}"/>
              </a:ext>
            </a:extLst>
          </p:cNvPr>
          <p:cNvSpPr txBox="1"/>
          <p:nvPr userDrawn="1"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{{guidelines_subtitle}}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C3027-D322-D03A-5B2E-11430EECB97A}"/>
              </a:ext>
            </a:extLst>
          </p:cNvPr>
          <p:cNvSpPr/>
          <p:nvPr userDrawn="1"/>
        </p:nvSpPr>
        <p:spPr>
          <a:xfrm>
            <a:off x="457200" y="1188720"/>
            <a:ext cx="11274552" cy="365760"/>
          </a:xfrm>
          <a:prstGeom prst="rect">
            <a:avLst/>
          </a:prstGeom>
          <a:solidFill>
            <a:srgbClr val="654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E8521-6721-DA9D-A3A2-D10AE0BCDF4D}"/>
              </a:ext>
            </a:extLst>
          </p:cNvPr>
          <p:cNvSpPr txBox="1"/>
          <p:nvPr userDrawn="1"/>
        </p:nvSpPr>
        <p:spPr>
          <a:xfrm>
            <a:off x="530352" y="1261872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Guideline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2BEB4-58D1-0829-7881-9E74D9B44D4F}"/>
              </a:ext>
            </a:extLst>
          </p:cNvPr>
          <p:cNvSpPr txBox="1"/>
          <p:nvPr userDrawn="1"/>
        </p:nvSpPr>
        <p:spPr>
          <a:xfrm>
            <a:off x="3273552" y="1261872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98598B-17E3-76AF-E345-9E0DBB38C2E1}"/>
              </a:ext>
            </a:extLst>
          </p:cNvPr>
          <p:cNvSpPr txBox="1"/>
          <p:nvPr userDrawn="1"/>
        </p:nvSpPr>
        <p:spPr>
          <a:xfrm>
            <a:off x="4645152" y="1261872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B07393-5B3A-B05B-DC9A-2C7C6E01CBBA}"/>
              </a:ext>
            </a:extLst>
          </p:cNvPr>
          <p:cNvSpPr txBox="1"/>
          <p:nvPr userDrawn="1"/>
        </p:nvSpPr>
        <p:spPr>
          <a:xfrm>
            <a:off x="6016752" y="126187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B272EF-11D6-491A-8FAC-C55E187400E0}"/>
              </a:ext>
            </a:extLst>
          </p:cNvPr>
          <p:cNvSpPr txBox="1"/>
          <p:nvPr userDrawn="1"/>
        </p:nvSpPr>
        <p:spPr>
          <a:xfrm>
            <a:off x="9217152" y="1261872"/>
            <a:ext cx="2898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CEAD4E-3700-B843-5F44-36CE0D6A416F}"/>
              </a:ext>
            </a:extLst>
          </p:cNvPr>
          <p:cNvSpPr/>
          <p:nvPr userDrawn="1"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0518FC-5CE5-D20E-BADF-E0B80250A82A}"/>
              </a:ext>
            </a:extLst>
          </p:cNvPr>
          <p:cNvSpPr txBox="1"/>
          <p:nvPr userDrawn="1"/>
        </p:nvSpPr>
        <p:spPr>
          <a:xfrm>
            <a:off x="530352" y="162763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{{guideline_1}}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3D833F-3D15-E110-65A9-278A1096425C}"/>
              </a:ext>
            </a:extLst>
          </p:cNvPr>
          <p:cNvSpPr txBox="1"/>
          <p:nvPr userDrawn="1"/>
        </p:nvSpPr>
        <p:spPr>
          <a:xfrm>
            <a:off x="3273552" y="16276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{{line_1}}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C74DAD-F5E8-FBEB-6D70-87185FA2BCC5}"/>
              </a:ext>
            </a:extLst>
          </p:cNvPr>
          <p:cNvSpPr txBox="1"/>
          <p:nvPr userDrawn="1"/>
        </p:nvSpPr>
        <p:spPr>
          <a:xfrm>
            <a:off x="4645152" y="16276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{{status_1}}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74258C-5E59-7285-F052-662840AC4871}"/>
              </a:ext>
            </a:extLst>
          </p:cNvPr>
          <p:cNvSpPr txBox="1"/>
          <p:nvPr userDrawn="1"/>
        </p:nvSpPr>
        <p:spPr>
          <a:xfrm>
            <a:off x="6016752" y="162763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{{recommendation_1}}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558EB-CF25-D389-70C8-B0C3FC41D2FD}"/>
              </a:ext>
            </a:extLst>
          </p:cNvPr>
          <p:cNvSpPr txBox="1"/>
          <p:nvPr userDrawn="1"/>
        </p:nvSpPr>
        <p:spPr>
          <a:xfrm>
            <a:off x="9217152" y="162763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{{source_1}}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092E9A-42B7-ADE1-DA6F-F3AF2766F884}"/>
              </a:ext>
            </a:extLst>
          </p:cNvPr>
          <p:cNvSpPr/>
          <p:nvPr userDrawn="1"/>
        </p:nvSpPr>
        <p:spPr>
          <a:xfrm>
            <a:off x="457200" y="205740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03D168-3710-06D6-A67F-A3BF47CEE7F0}"/>
              </a:ext>
            </a:extLst>
          </p:cNvPr>
          <p:cNvSpPr txBox="1"/>
          <p:nvPr userDrawn="1"/>
        </p:nvSpPr>
        <p:spPr>
          <a:xfrm>
            <a:off x="530352" y="213055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{{guideline_2}}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07D56C-A213-8B15-D343-35B9F61F5925}"/>
              </a:ext>
            </a:extLst>
          </p:cNvPr>
          <p:cNvSpPr txBox="1"/>
          <p:nvPr userDrawn="1"/>
        </p:nvSpPr>
        <p:spPr>
          <a:xfrm>
            <a:off x="3273552" y="21305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{{line_2}}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728187-D795-5303-EFDA-75C6F4C7C85D}"/>
              </a:ext>
            </a:extLst>
          </p:cNvPr>
          <p:cNvSpPr txBox="1"/>
          <p:nvPr userDrawn="1"/>
        </p:nvSpPr>
        <p:spPr>
          <a:xfrm>
            <a:off x="4645152" y="21305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{{status_2}}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F9B50B-FE68-A1C6-781A-8E3004A9FD50}"/>
              </a:ext>
            </a:extLst>
          </p:cNvPr>
          <p:cNvSpPr txBox="1"/>
          <p:nvPr userDrawn="1"/>
        </p:nvSpPr>
        <p:spPr>
          <a:xfrm>
            <a:off x="6016752" y="213055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{{recommendation_2}}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2D9415-E729-6E50-64DF-FD216ADAB0E6}"/>
              </a:ext>
            </a:extLst>
          </p:cNvPr>
          <p:cNvSpPr txBox="1"/>
          <p:nvPr userDrawn="1"/>
        </p:nvSpPr>
        <p:spPr>
          <a:xfrm>
            <a:off x="9217152" y="213055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{{source_2}}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1897C7-7367-CE49-7B1C-AADE68FBAF42}"/>
              </a:ext>
            </a:extLst>
          </p:cNvPr>
          <p:cNvSpPr/>
          <p:nvPr userDrawn="1"/>
        </p:nvSpPr>
        <p:spPr>
          <a:xfrm>
            <a:off x="457200" y="256032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B573EA-BFBC-98AE-3A09-9928455D5207}"/>
              </a:ext>
            </a:extLst>
          </p:cNvPr>
          <p:cNvSpPr txBox="1"/>
          <p:nvPr userDrawn="1"/>
        </p:nvSpPr>
        <p:spPr>
          <a:xfrm>
            <a:off x="530352" y="263347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{{guideline_3}}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F309D2-2515-8990-EF08-33C054C41394}"/>
              </a:ext>
            </a:extLst>
          </p:cNvPr>
          <p:cNvSpPr txBox="1"/>
          <p:nvPr userDrawn="1"/>
        </p:nvSpPr>
        <p:spPr>
          <a:xfrm>
            <a:off x="3273552" y="26334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{{line_3}}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55A73E-4EB1-840B-560E-0CE986B464FF}"/>
              </a:ext>
            </a:extLst>
          </p:cNvPr>
          <p:cNvSpPr txBox="1"/>
          <p:nvPr userDrawn="1"/>
        </p:nvSpPr>
        <p:spPr>
          <a:xfrm>
            <a:off x="4645152" y="26334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{{status_3}}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6712CD-3071-EEF5-1F20-4BBB57451A52}"/>
              </a:ext>
            </a:extLst>
          </p:cNvPr>
          <p:cNvSpPr txBox="1"/>
          <p:nvPr userDrawn="1"/>
        </p:nvSpPr>
        <p:spPr>
          <a:xfrm>
            <a:off x="6016752" y="263347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{{recommendation_3}}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3A631D-AA4A-3ADF-4897-F413136BDF7A}"/>
              </a:ext>
            </a:extLst>
          </p:cNvPr>
          <p:cNvSpPr txBox="1"/>
          <p:nvPr userDrawn="1"/>
        </p:nvSpPr>
        <p:spPr>
          <a:xfrm>
            <a:off x="9217152" y="263347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{{source_3}}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7B55DC-E5FC-9B24-C3BC-D2302760F65A}"/>
              </a:ext>
            </a:extLst>
          </p:cNvPr>
          <p:cNvSpPr/>
          <p:nvPr userDrawn="1"/>
        </p:nvSpPr>
        <p:spPr>
          <a:xfrm>
            <a:off x="457200" y="306324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DC86EF-9682-926E-581A-0D1C49D8F6F0}"/>
              </a:ext>
            </a:extLst>
          </p:cNvPr>
          <p:cNvSpPr txBox="1"/>
          <p:nvPr userDrawn="1"/>
        </p:nvSpPr>
        <p:spPr>
          <a:xfrm>
            <a:off x="530352" y="313639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{{guideline_4}}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AE378B-2618-8F06-8644-83F294E955F8}"/>
              </a:ext>
            </a:extLst>
          </p:cNvPr>
          <p:cNvSpPr txBox="1"/>
          <p:nvPr userDrawn="1"/>
        </p:nvSpPr>
        <p:spPr>
          <a:xfrm>
            <a:off x="3273552" y="313639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{{line_4}}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E6F3B1-B6D6-AEBD-5603-167223608E9B}"/>
              </a:ext>
            </a:extLst>
          </p:cNvPr>
          <p:cNvSpPr txBox="1"/>
          <p:nvPr userDrawn="1"/>
        </p:nvSpPr>
        <p:spPr>
          <a:xfrm>
            <a:off x="4645152" y="313639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{{status_4}}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C4B08D-F1A9-3D68-5061-1763F286E1DA}"/>
              </a:ext>
            </a:extLst>
          </p:cNvPr>
          <p:cNvSpPr txBox="1"/>
          <p:nvPr userDrawn="1"/>
        </p:nvSpPr>
        <p:spPr>
          <a:xfrm>
            <a:off x="6016752" y="313639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{{recommendation_4}}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5EC892-8671-CF68-9C8D-492213C0DA7B}"/>
              </a:ext>
            </a:extLst>
          </p:cNvPr>
          <p:cNvSpPr txBox="1"/>
          <p:nvPr userDrawn="1"/>
        </p:nvSpPr>
        <p:spPr>
          <a:xfrm>
            <a:off x="9217152" y="313639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{{source_4}}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6ED086-486C-A956-38C1-DF95810C5EF2}"/>
              </a:ext>
            </a:extLst>
          </p:cNvPr>
          <p:cNvSpPr/>
          <p:nvPr userDrawn="1"/>
        </p:nvSpPr>
        <p:spPr>
          <a:xfrm>
            <a:off x="457200" y="356616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4CF902-2D35-52DD-B8A1-A6DAC63B590E}"/>
              </a:ext>
            </a:extLst>
          </p:cNvPr>
          <p:cNvSpPr txBox="1"/>
          <p:nvPr userDrawn="1"/>
        </p:nvSpPr>
        <p:spPr>
          <a:xfrm>
            <a:off x="530352" y="363931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{{guideline_5}}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7066EF-7AB5-4056-4051-5C45189BFC57}"/>
              </a:ext>
            </a:extLst>
          </p:cNvPr>
          <p:cNvSpPr txBox="1"/>
          <p:nvPr userDrawn="1"/>
        </p:nvSpPr>
        <p:spPr>
          <a:xfrm>
            <a:off x="3273552" y="36393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{{line_5}}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A7A693-A531-02AD-BF68-31607DE0494D}"/>
              </a:ext>
            </a:extLst>
          </p:cNvPr>
          <p:cNvSpPr txBox="1"/>
          <p:nvPr userDrawn="1"/>
        </p:nvSpPr>
        <p:spPr>
          <a:xfrm>
            <a:off x="4645152" y="36393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{{status_5}}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A1DA50-7CE6-8EEF-4CD6-53BEEE293026}"/>
              </a:ext>
            </a:extLst>
          </p:cNvPr>
          <p:cNvSpPr txBox="1"/>
          <p:nvPr userDrawn="1"/>
        </p:nvSpPr>
        <p:spPr>
          <a:xfrm>
            <a:off x="6016752" y="363931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{{recommendation_5}}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74983B-7EB7-953D-5BC3-1D71587CE93E}"/>
              </a:ext>
            </a:extLst>
          </p:cNvPr>
          <p:cNvSpPr txBox="1"/>
          <p:nvPr userDrawn="1"/>
        </p:nvSpPr>
        <p:spPr>
          <a:xfrm>
            <a:off x="9217152" y="363931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{{source_5}}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0F4967-27D3-0A7C-131F-A1870275081E}"/>
              </a:ext>
            </a:extLst>
          </p:cNvPr>
          <p:cNvSpPr/>
          <p:nvPr userDrawn="1"/>
        </p:nvSpPr>
        <p:spPr>
          <a:xfrm>
            <a:off x="457200" y="406908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EE9A77-9593-01E6-78CB-D4433CB20081}"/>
              </a:ext>
            </a:extLst>
          </p:cNvPr>
          <p:cNvSpPr txBox="1"/>
          <p:nvPr userDrawn="1"/>
        </p:nvSpPr>
        <p:spPr>
          <a:xfrm>
            <a:off x="530352" y="414223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{{guideline_6}}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2E1CD8-AAFF-A8E1-536B-BCDB76ABB419}"/>
              </a:ext>
            </a:extLst>
          </p:cNvPr>
          <p:cNvSpPr txBox="1"/>
          <p:nvPr userDrawn="1"/>
        </p:nvSpPr>
        <p:spPr>
          <a:xfrm>
            <a:off x="3273552" y="41422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{{line_6}}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F28EBF-0C32-E2CF-895D-8D0C8F0C420B}"/>
              </a:ext>
            </a:extLst>
          </p:cNvPr>
          <p:cNvSpPr txBox="1"/>
          <p:nvPr userDrawn="1"/>
        </p:nvSpPr>
        <p:spPr>
          <a:xfrm>
            <a:off x="4645152" y="41422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{{status_6}}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28F402-135C-CA2E-CD69-70E3D0D487AA}"/>
              </a:ext>
            </a:extLst>
          </p:cNvPr>
          <p:cNvSpPr txBox="1"/>
          <p:nvPr userDrawn="1"/>
        </p:nvSpPr>
        <p:spPr>
          <a:xfrm>
            <a:off x="6016752" y="414223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{{recommendation_6}}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0E8F22-92C3-BD2E-1F9F-2EDE74162B4F}"/>
              </a:ext>
            </a:extLst>
          </p:cNvPr>
          <p:cNvSpPr txBox="1"/>
          <p:nvPr userDrawn="1"/>
        </p:nvSpPr>
        <p:spPr>
          <a:xfrm>
            <a:off x="9217152" y="414223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{{source_6}}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C9B9AA2-7531-D9F9-C36C-0DC0D033AF4E}"/>
              </a:ext>
            </a:extLst>
          </p:cNvPr>
          <p:cNvSpPr/>
          <p:nvPr userDrawn="1"/>
        </p:nvSpPr>
        <p:spPr>
          <a:xfrm>
            <a:off x="457200" y="457200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031712-6EE9-0189-AB4A-F1F9E53E8274}"/>
              </a:ext>
            </a:extLst>
          </p:cNvPr>
          <p:cNvSpPr txBox="1"/>
          <p:nvPr userDrawn="1"/>
        </p:nvSpPr>
        <p:spPr>
          <a:xfrm>
            <a:off x="530352" y="464515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{{guideline_7}}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CAFB97-DEE4-CFC7-0CBC-47CBB73A0A8E}"/>
              </a:ext>
            </a:extLst>
          </p:cNvPr>
          <p:cNvSpPr txBox="1"/>
          <p:nvPr userDrawn="1"/>
        </p:nvSpPr>
        <p:spPr>
          <a:xfrm>
            <a:off x="3273552" y="46451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{{line_7}}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FDFF2A-FD0D-0E4E-BDD4-C17E4669FBD5}"/>
              </a:ext>
            </a:extLst>
          </p:cNvPr>
          <p:cNvSpPr txBox="1"/>
          <p:nvPr userDrawn="1"/>
        </p:nvSpPr>
        <p:spPr>
          <a:xfrm>
            <a:off x="4645152" y="46451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{{status_7}}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3D989B-B12A-0DD9-0DBA-0B3BE029B9F7}"/>
              </a:ext>
            </a:extLst>
          </p:cNvPr>
          <p:cNvSpPr txBox="1"/>
          <p:nvPr userDrawn="1"/>
        </p:nvSpPr>
        <p:spPr>
          <a:xfrm>
            <a:off x="6016752" y="464515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{{recommendation_7}}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32F6A8-73D3-3C2E-89C8-FD48BF8CB03C}"/>
              </a:ext>
            </a:extLst>
          </p:cNvPr>
          <p:cNvSpPr txBox="1"/>
          <p:nvPr userDrawn="1"/>
        </p:nvSpPr>
        <p:spPr>
          <a:xfrm>
            <a:off x="9217152" y="464515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{{source_7}}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76FE7E8-E3F9-0132-EA38-C7E770CFAE5D}"/>
              </a:ext>
            </a:extLst>
          </p:cNvPr>
          <p:cNvSpPr/>
          <p:nvPr userDrawn="1"/>
        </p:nvSpPr>
        <p:spPr>
          <a:xfrm>
            <a:off x="457200" y="507492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A6788B-40F1-63CB-17D5-6F859FFFA00B}"/>
              </a:ext>
            </a:extLst>
          </p:cNvPr>
          <p:cNvSpPr txBox="1"/>
          <p:nvPr userDrawn="1"/>
        </p:nvSpPr>
        <p:spPr>
          <a:xfrm>
            <a:off x="530352" y="514807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{{guideline_8}}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738539-B8AE-F6C5-3408-41DD12C91522}"/>
              </a:ext>
            </a:extLst>
          </p:cNvPr>
          <p:cNvSpPr txBox="1"/>
          <p:nvPr userDrawn="1"/>
        </p:nvSpPr>
        <p:spPr>
          <a:xfrm>
            <a:off x="3273552" y="51480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{{line_8}}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5FD7DD-821C-9A94-5B50-92D6ED3A6045}"/>
              </a:ext>
            </a:extLst>
          </p:cNvPr>
          <p:cNvSpPr txBox="1"/>
          <p:nvPr userDrawn="1"/>
        </p:nvSpPr>
        <p:spPr>
          <a:xfrm>
            <a:off x="4645152" y="51480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{{status_8}}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833B5C-07C6-672C-3346-8488EA7F926F}"/>
              </a:ext>
            </a:extLst>
          </p:cNvPr>
          <p:cNvSpPr txBox="1"/>
          <p:nvPr userDrawn="1"/>
        </p:nvSpPr>
        <p:spPr>
          <a:xfrm>
            <a:off x="6016752" y="514807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{{recommendation_8}}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6E5EE6-A979-4C41-744A-3DA8E47D810F}"/>
              </a:ext>
            </a:extLst>
          </p:cNvPr>
          <p:cNvSpPr txBox="1"/>
          <p:nvPr userDrawn="1"/>
        </p:nvSpPr>
        <p:spPr>
          <a:xfrm>
            <a:off x="9217152" y="514807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{{source_8}}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76DD8C-B98A-09EA-F274-A94B8C97787A}"/>
              </a:ext>
            </a:extLst>
          </p:cNvPr>
          <p:cNvSpPr txBox="1"/>
          <p:nvPr userDrawn="1"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Calibri"/>
              </a:defRPr>
            </a:pPr>
            <a:r>
              <a:t>{{key_message}}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6533E8-6945-D01B-4834-EC4F90BDCA57}"/>
              </a:ext>
            </a:extLst>
          </p:cNvPr>
          <p:cNvSpPr txBox="1"/>
          <p:nvPr userDrawn="1"/>
        </p:nvSpPr>
        <p:spPr>
          <a:xfrm>
            <a:off x="1600200" y="155632"/>
            <a:ext cx="1737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GUIDELINES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D9070AD-AC3D-9CC4-036F-E934BE459BEB}"/>
              </a:ext>
            </a:extLst>
          </p:cNvPr>
          <p:cNvSpPr txBox="1"/>
          <p:nvPr userDrawn="1"/>
        </p:nvSpPr>
        <p:spPr>
          <a:xfrm>
            <a:off x="3566160" y="128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</p:spTree>
    <p:extLst>
      <p:ext uri="{BB962C8B-B14F-4D97-AF65-F5344CB8AC3E}">
        <p14:creationId xmlns:p14="http://schemas.microsoft.com/office/powerpoint/2010/main" val="42600592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_LINES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3">
            <a:extLst>
              <a:ext uri="{FF2B5EF4-FFF2-40B4-BE49-F238E27FC236}">
                <a16:creationId xmlns:a16="http://schemas.microsoft.com/office/drawing/2014/main" id="{00B42218-B67B-48AF-830F-840A130B63AF}"/>
              </a:ext>
            </a:extLst>
          </p:cNvPr>
          <p:cNvSpPr/>
          <p:nvPr userDrawn="1"/>
        </p:nvSpPr>
        <p:spPr>
          <a:xfrm>
            <a:off x="166180" y="658368"/>
            <a:ext cx="11859768" cy="140589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B1E190-F99D-C358-DCA6-128D1450BF9F}"/>
              </a:ext>
            </a:extLst>
          </p:cNvPr>
          <p:cNvSpPr/>
          <p:nvPr userDrawn="1"/>
        </p:nvSpPr>
        <p:spPr>
          <a:xfrm>
            <a:off x="166180" y="658368"/>
            <a:ext cx="54864" cy="14058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7F3262-ECEF-1605-A42F-A265F74B0493}"/>
              </a:ext>
            </a:extLst>
          </p:cNvPr>
          <p:cNvSpPr/>
          <p:nvPr userDrawn="1"/>
        </p:nvSpPr>
        <p:spPr>
          <a:xfrm>
            <a:off x="330772" y="74980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996A45-FCCD-99A1-A16B-065DCED69C53}"/>
              </a:ext>
            </a:extLst>
          </p:cNvPr>
          <p:cNvSpPr txBox="1"/>
          <p:nvPr userDrawn="1"/>
        </p:nvSpPr>
        <p:spPr>
          <a:xfrm>
            <a:off x="330772" y="73860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 dirty="0"/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7EEDF-0E02-D81D-3689-F534F386CB23}"/>
              </a:ext>
            </a:extLst>
          </p:cNvPr>
          <p:cNvSpPr txBox="1"/>
          <p:nvPr userDrawn="1"/>
        </p:nvSpPr>
        <p:spPr>
          <a:xfrm>
            <a:off x="733108" y="76809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10B981"/>
                </a:solidFill>
                <a:latin typeface="Arial"/>
              </a:defRPr>
            </a:pPr>
            <a:r>
              <a:rPr sz="1100"/>
              <a:t>STRENGTHS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FD7DD9-81B2-AAD3-2BF1-E826DE1CC433}"/>
              </a:ext>
            </a:extLst>
          </p:cNvPr>
          <p:cNvSpPr txBox="1"/>
          <p:nvPr userDrawn="1"/>
        </p:nvSpPr>
        <p:spPr>
          <a:xfrm>
            <a:off x="2196148" y="74980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A1731D-F7D6-1116-1A8D-FCD3AED8EEEA}"/>
              </a:ext>
            </a:extLst>
          </p:cNvPr>
          <p:cNvSpPr txBox="1"/>
          <p:nvPr userDrawn="1"/>
        </p:nvSpPr>
        <p:spPr>
          <a:xfrm>
            <a:off x="2342452" y="74980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{{strength_1}}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E59AD2-0345-DD10-0D0B-1DFA4D4BE1BB}"/>
              </a:ext>
            </a:extLst>
          </p:cNvPr>
          <p:cNvSpPr txBox="1"/>
          <p:nvPr userDrawn="1"/>
        </p:nvSpPr>
        <p:spPr>
          <a:xfrm>
            <a:off x="2196148" y="98755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21AC6A-DC88-1193-E4D5-3A6322AA7B3D}"/>
              </a:ext>
            </a:extLst>
          </p:cNvPr>
          <p:cNvSpPr txBox="1"/>
          <p:nvPr userDrawn="1"/>
        </p:nvSpPr>
        <p:spPr>
          <a:xfrm>
            <a:off x="2342452" y="98755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{{strength_2}}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F92845-8AEA-E287-B3F8-16667744FEEA}"/>
              </a:ext>
            </a:extLst>
          </p:cNvPr>
          <p:cNvSpPr txBox="1"/>
          <p:nvPr userDrawn="1"/>
        </p:nvSpPr>
        <p:spPr>
          <a:xfrm>
            <a:off x="2196148" y="1225295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5DA2A2-963E-9D01-CB91-AE4A98892250}"/>
              </a:ext>
            </a:extLst>
          </p:cNvPr>
          <p:cNvSpPr txBox="1"/>
          <p:nvPr userDrawn="1"/>
        </p:nvSpPr>
        <p:spPr>
          <a:xfrm>
            <a:off x="2342452" y="1225296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 dirty="0"/>
              <a:t>{{strength_3}}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0E2D96-59E6-D557-F7A3-4ED24597A9E0}"/>
              </a:ext>
            </a:extLst>
          </p:cNvPr>
          <p:cNvSpPr txBox="1"/>
          <p:nvPr userDrawn="1"/>
        </p:nvSpPr>
        <p:spPr>
          <a:xfrm>
            <a:off x="7133908" y="74980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EF665A-DDE3-30B9-3F18-76C05043B1CD}"/>
              </a:ext>
            </a:extLst>
          </p:cNvPr>
          <p:cNvSpPr txBox="1"/>
          <p:nvPr userDrawn="1"/>
        </p:nvSpPr>
        <p:spPr>
          <a:xfrm>
            <a:off x="7280212" y="74980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{{strength_4}}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051882-D701-FD38-2A90-F0B8959F780C}"/>
              </a:ext>
            </a:extLst>
          </p:cNvPr>
          <p:cNvSpPr txBox="1"/>
          <p:nvPr userDrawn="1"/>
        </p:nvSpPr>
        <p:spPr>
          <a:xfrm>
            <a:off x="7133908" y="98755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6430B9-54D1-8A5A-87F9-28444D51A1ED}"/>
              </a:ext>
            </a:extLst>
          </p:cNvPr>
          <p:cNvSpPr txBox="1"/>
          <p:nvPr userDrawn="1"/>
        </p:nvSpPr>
        <p:spPr>
          <a:xfrm>
            <a:off x="7280212" y="98755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{{strength_5}}</a:t>
            </a:r>
          </a:p>
        </p:txBody>
      </p:sp>
      <p:sp>
        <p:nvSpPr>
          <p:cNvPr id="22" name="Rounded Rectangle 28">
            <a:extLst>
              <a:ext uri="{FF2B5EF4-FFF2-40B4-BE49-F238E27FC236}">
                <a16:creationId xmlns:a16="http://schemas.microsoft.com/office/drawing/2014/main" id="{E0A8290D-5EB0-FA02-986B-C1C21C3CBF77}"/>
              </a:ext>
            </a:extLst>
          </p:cNvPr>
          <p:cNvSpPr/>
          <p:nvPr userDrawn="1"/>
        </p:nvSpPr>
        <p:spPr>
          <a:xfrm>
            <a:off x="166180" y="2155698"/>
            <a:ext cx="11859768" cy="140589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3822DF-9F38-AE3F-E818-624728FA5F6B}"/>
              </a:ext>
            </a:extLst>
          </p:cNvPr>
          <p:cNvSpPr/>
          <p:nvPr userDrawn="1"/>
        </p:nvSpPr>
        <p:spPr>
          <a:xfrm>
            <a:off x="166180" y="2155698"/>
            <a:ext cx="54864" cy="140589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4DCAD92-2443-C04F-0139-F00C93EFE613}"/>
              </a:ext>
            </a:extLst>
          </p:cNvPr>
          <p:cNvSpPr/>
          <p:nvPr userDrawn="1"/>
        </p:nvSpPr>
        <p:spPr>
          <a:xfrm>
            <a:off x="330772" y="2247138"/>
            <a:ext cx="310896" cy="3108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AC70B7-5FEC-47EC-AFA4-A60EB3C4C56D}"/>
              </a:ext>
            </a:extLst>
          </p:cNvPr>
          <p:cNvSpPr txBox="1"/>
          <p:nvPr userDrawn="1"/>
        </p:nvSpPr>
        <p:spPr>
          <a:xfrm>
            <a:off x="330772" y="223593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/>
              <a:t>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F554BE-9EF3-4CA6-AC50-994B84B66FBC}"/>
              </a:ext>
            </a:extLst>
          </p:cNvPr>
          <p:cNvSpPr txBox="1"/>
          <p:nvPr userDrawn="1"/>
        </p:nvSpPr>
        <p:spPr>
          <a:xfrm>
            <a:off x="733108" y="226542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EF4444"/>
                </a:solidFill>
                <a:latin typeface="Arial"/>
              </a:defRPr>
            </a:pPr>
            <a:r>
              <a:rPr sz="1100" dirty="0"/>
              <a:t>WEAKNESSES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7EE76C-F9B9-1375-B5A8-C472EF919A8B}"/>
              </a:ext>
            </a:extLst>
          </p:cNvPr>
          <p:cNvSpPr txBox="1"/>
          <p:nvPr userDrawn="1"/>
        </p:nvSpPr>
        <p:spPr>
          <a:xfrm>
            <a:off x="2196148" y="224713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ECC38E-4501-5858-5E13-95EEA4862EFB}"/>
              </a:ext>
            </a:extLst>
          </p:cNvPr>
          <p:cNvSpPr txBox="1"/>
          <p:nvPr userDrawn="1"/>
        </p:nvSpPr>
        <p:spPr>
          <a:xfrm>
            <a:off x="2342452" y="224713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{{weakness_1}}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33C336-FF16-15A7-6B3D-FA28B84655FC}"/>
              </a:ext>
            </a:extLst>
          </p:cNvPr>
          <p:cNvSpPr txBox="1"/>
          <p:nvPr userDrawn="1"/>
        </p:nvSpPr>
        <p:spPr>
          <a:xfrm>
            <a:off x="2196148" y="248488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E1E02B-FF5B-3E33-B6AE-7833DC3FDF2F}"/>
              </a:ext>
            </a:extLst>
          </p:cNvPr>
          <p:cNvSpPr txBox="1"/>
          <p:nvPr userDrawn="1"/>
        </p:nvSpPr>
        <p:spPr>
          <a:xfrm>
            <a:off x="2342452" y="248488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{{weakness_2}}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30F50B-138F-E3C9-EC66-24E86A0359D0}"/>
              </a:ext>
            </a:extLst>
          </p:cNvPr>
          <p:cNvSpPr txBox="1"/>
          <p:nvPr userDrawn="1"/>
        </p:nvSpPr>
        <p:spPr>
          <a:xfrm>
            <a:off x="2196148" y="272262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9FFB57-288A-5B17-B6C9-31A7B967932D}"/>
              </a:ext>
            </a:extLst>
          </p:cNvPr>
          <p:cNvSpPr txBox="1"/>
          <p:nvPr userDrawn="1"/>
        </p:nvSpPr>
        <p:spPr>
          <a:xfrm>
            <a:off x="2342452" y="272262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{{weakness_3}}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7163BD-4F3E-4D8B-EBBA-DF889A4F1E8A}"/>
              </a:ext>
            </a:extLst>
          </p:cNvPr>
          <p:cNvSpPr txBox="1"/>
          <p:nvPr userDrawn="1"/>
        </p:nvSpPr>
        <p:spPr>
          <a:xfrm>
            <a:off x="7133908" y="224713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662DEA-838B-2BEE-54ED-0B261CAC6B75}"/>
              </a:ext>
            </a:extLst>
          </p:cNvPr>
          <p:cNvSpPr txBox="1"/>
          <p:nvPr userDrawn="1"/>
        </p:nvSpPr>
        <p:spPr>
          <a:xfrm>
            <a:off x="7280212" y="224713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{{weakness_4}}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C89B87-4A0E-70BD-73D3-C0B6D6809DE7}"/>
              </a:ext>
            </a:extLst>
          </p:cNvPr>
          <p:cNvSpPr txBox="1"/>
          <p:nvPr userDrawn="1"/>
        </p:nvSpPr>
        <p:spPr>
          <a:xfrm>
            <a:off x="7133908" y="248488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660205-DFCA-012B-81A3-368E770D0921}"/>
              </a:ext>
            </a:extLst>
          </p:cNvPr>
          <p:cNvSpPr txBox="1"/>
          <p:nvPr userDrawn="1"/>
        </p:nvSpPr>
        <p:spPr>
          <a:xfrm>
            <a:off x="7280212" y="248488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{{weakness_5}}</a:t>
            </a:r>
          </a:p>
        </p:txBody>
      </p:sp>
      <p:sp>
        <p:nvSpPr>
          <p:cNvPr id="37" name="Rounded Rectangle 43">
            <a:extLst>
              <a:ext uri="{FF2B5EF4-FFF2-40B4-BE49-F238E27FC236}">
                <a16:creationId xmlns:a16="http://schemas.microsoft.com/office/drawing/2014/main" id="{007804BC-717E-163D-9E77-30008CED4523}"/>
              </a:ext>
            </a:extLst>
          </p:cNvPr>
          <p:cNvSpPr/>
          <p:nvPr userDrawn="1"/>
        </p:nvSpPr>
        <p:spPr>
          <a:xfrm>
            <a:off x="166180" y="3653028"/>
            <a:ext cx="11859768" cy="140589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FCAE23-3136-D3BF-7F2B-DD1B92C0CDD2}"/>
              </a:ext>
            </a:extLst>
          </p:cNvPr>
          <p:cNvSpPr/>
          <p:nvPr userDrawn="1"/>
        </p:nvSpPr>
        <p:spPr>
          <a:xfrm>
            <a:off x="166180" y="3653028"/>
            <a:ext cx="54864" cy="1405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A6F89BC-14D5-0098-49B2-89CDAB1BBF74}"/>
              </a:ext>
            </a:extLst>
          </p:cNvPr>
          <p:cNvSpPr/>
          <p:nvPr userDrawn="1"/>
        </p:nvSpPr>
        <p:spPr>
          <a:xfrm>
            <a:off x="330772" y="3744468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1FA193-4C70-E2C3-C881-C145974112B9}"/>
              </a:ext>
            </a:extLst>
          </p:cNvPr>
          <p:cNvSpPr txBox="1"/>
          <p:nvPr userDrawn="1"/>
        </p:nvSpPr>
        <p:spPr>
          <a:xfrm>
            <a:off x="330772" y="373326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/>
              <a:t>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CA09A4-CD36-8CDF-DB0A-3C2A3D912BD7}"/>
              </a:ext>
            </a:extLst>
          </p:cNvPr>
          <p:cNvSpPr txBox="1"/>
          <p:nvPr userDrawn="1"/>
        </p:nvSpPr>
        <p:spPr>
          <a:xfrm>
            <a:off x="733108" y="3762756"/>
            <a:ext cx="1572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3B82F6"/>
                </a:solidFill>
                <a:latin typeface="Arial"/>
              </a:defRPr>
            </a:pPr>
            <a:r>
              <a:rPr sz="1100" dirty="0"/>
              <a:t>OPPORTUNITIES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4F9DE0-DBBC-64CF-C5D0-6AF6EEEBD360}"/>
              </a:ext>
            </a:extLst>
          </p:cNvPr>
          <p:cNvSpPr txBox="1"/>
          <p:nvPr userDrawn="1"/>
        </p:nvSpPr>
        <p:spPr>
          <a:xfrm>
            <a:off x="2196148" y="374446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F1962A-4CA9-6471-4E7E-44E4F72574FC}"/>
              </a:ext>
            </a:extLst>
          </p:cNvPr>
          <p:cNvSpPr txBox="1"/>
          <p:nvPr userDrawn="1"/>
        </p:nvSpPr>
        <p:spPr>
          <a:xfrm>
            <a:off x="2342452" y="374446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{{opportunity_1}}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48440A-E8A6-A771-677F-F393FB3B5C3A}"/>
              </a:ext>
            </a:extLst>
          </p:cNvPr>
          <p:cNvSpPr txBox="1"/>
          <p:nvPr userDrawn="1"/>
        </p:nvSpPr>
        <p:spPr>
          <a:xfrm>
            <a:off x="2196148" y="3982211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79D0BB-AD11-75FA-3633-83192FD241D2}"/>
              </a:ext>
            </a:extLst>
          </p:cNvPr>
          <p:cNvSpPr txBox="1"/>
          <p:nvPr userDrawn="1"/>
        </p:nvSpPr>
        <p:spPr>
          <a:xfrm>
            <a:off x="2342452" y="398221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{{opportunity_2}}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4DA76F-551A-4824-80C2-4E53B9C63C61}"/>
              </a:ext>
            </a:extLst>
          </p:cNvPr>
          <p:cNvSpPr txBox="1"/>
          <p:nvPr userDrawn="1"/>
        </p:nvSpPr>
        <p:spPr>
          <a:xfrm>
            <a:off x="2196148" y="421995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2A517D-AB65-0D7F-F83F-A330726E2597}"/>
              </a:ext>
            </a:extLst>
          </p:cNvPr>
          <p:cNvSpPr txBox="1"/>
          <p:nvPr userDrawn="1"/>
        </p:nvSpPr>
        <p:spPr>
          <a:xfrm>
            <a:off x="2342452" y="421995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{{opportunity_3}}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9CF2FF-DCE5-42B8-5481-B28913F5658B}"/>
              </a:ext>
            </a:extLst>
          </p:cNvPr>
          <p:cNvSpPr txBox="1"/>
          <p:nvPr userDrawn="1"/>
        </p:nvSpPr>
        <p:spPr>
          <a:xfrm>
            <a:off x="7133908" y="374446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E2E491-C688-241A-B7F4-A170B681E624}"/>
              </a:ext>
            </a:extLst>
          </p:cNvPr>
          <p:cNvSpPr txBox="1"/>
          <p:nvPr userDrawn="1"/>
        </p:nvSpPr>
        <p:spPr>
          <a:xfrm>
            <a:off x="7280212" y="374446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{{opportunity_4}}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7DAB14-6B86-8F38-6369-E60D35ACCD3A}"/>
              </a:ext>
            </a:extLst>
          </p:cNvPr>
          <p:cNvSpPr txBox="1"/>
          <p:nvPr userDrawn="1"/>
        </p:nvSpPr>
        <p:spPr>
          <a:xfrm>
            <a:off x="7133908" y="3982211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91B3A2-E56D-BA54-F0B1-A902A0C22900}"/>
              </a:ext>
            </a:extLst>
          </p:cNvPr>
          <p:cNvSpPr txBox="1"/>
          <p:nvPr userDrawn="1"/>
        </p:nvSpPr>
        <p:spPr>
          <a:xfrm>
            <a:off x="7280212" y="398221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{{opportunity_5}}</a:t>
            </a:r>
          </a:p>
        </p:txBody>
      </p:sp>
      <p:sp>
        <p:nvSpPr>
          <p:cNvPr id="52" name="Rounded Rectangle 58">
            <a:extLst>
              <a:ext uri="{FF2B5EF4-FFF2-40B4-BE49-F238E27FC236}">
                <a16:creationId xmlns:a16="http://schemas.microsoft.com/office/drawing/2014/main" id="{EB771542-4D3D-DB13-7887-57CFDCA31528}"/>
              </a:ext>
            </a:extLst>
          </p:cNvPr>
          <p:cNvSpPr/>
          <p:nvPr userDrawn="1"/>
        </p:nvSpPr>
        <p:spPr>
          <a:xfrm>
            <a:off x="166180" y="5150358"/>
            <a:ext cx="11859768" cy="140589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98ED8D1-4FE9-2118-0141-2D170379809E}"/>
              </a:ext>
            </a:extLst>
          </p:cNvPr>
          <p:cNvSpPr/>
          <p:nvPr userDrawn="1"/>
        </p:nvSpPr>
        <p:spPr>
          <a:xfrm>
            <a:off x="166180" y="5150358"/>
            <a:ext cx="54864" cy="140589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ADC707A-6A4B-982D-91D8-DEBD45B978B7}"/>
              </a:ext>
            </a:extLst>
          </p:cNvPr>
          <p:cNvSpPr/>
          <p:nvPr userDrawn="1"/>
        </p:nvSpPr>
        <p:spPr>
          <a:xfrm>
            <a:off x="330772" y="524179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B805A5-190E-E9EF-694F-C8F018BE0321}"/>
              </a:ext>
            </a:extLst>
          </p:cNvPr>
          <p:cNvSpPr txBox="1"/>
          <p:nvPr userDrawn="1"/>
        </p:nvSpPr>
        <p:spPr>
          <a:xfrm>
            <a:off x="320940" y="5230590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 dirty="0"/>
              <a:t>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FAC42E-4426-6ACF-DD5F-DD3DB4E3507C}"/>
              </a:ext>
            </a:extLst>
          </p:cNvPr>
          <p:cNvSpPr txBox="1"/>
          <p:nvPr userDrawn="1"/>
        </p:nvSpPr>
        <p:spPr>
          <a:xfrm>
            <a:off x="733108" y="526008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rPr sz="1100"/>
              <a:t>THREATS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28814B-1613-66D4-7AD2-3C217D3A2ACA}"/>
              </a:ext>
            </a:extLst>
          </p:cNvPr>
          <p:cNvSpPr txBox="1"/>
          <p:nvPr userDrawn="1"/>
        </p:nvSpPr>
        <p:spPr>
          <a:xfrm>
            <a:off x="2196148" y="524179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D4192E-3306-ECE1-FFF3-7498FE918457}"/>
              </a:ext>
            </a:extLst>
          </p:cNvPr>
          <p:cNvSpPr txBox="1"/>
          <p:nvPr userDrawn="1"/>
        </p:nvSpPr>
        <p:spPr>
          <a:xfrm>
            <a:off x="2342452" y="524179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{{threat_1}}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167FFD-224B-AC56-6D6F-4122FF3DF0AE}"/>
              </a:ext>
            </a:extLst>
          </p:cNvPr>
          <p:cNvSpPr txBox="1"/>
          <p:nvPr userDrawn="1"/>
        </p:nvSpPr>
        <p:spPr>
          <a:xfrm>
            <a:off x="2196148" y="547954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1D0199-46A0-CA31-125C-C39E0B52E008}"/>
              </a:ext>
            </a:extLst>
          </p:cNvPr>
          <p:cNvSpPr txBox="1"/>
          <p:nvPr userDrawn="1"/>
        </p:nvSpPr>
        <p:spPr>
          <a:xfrm>
            <a:off x="2342452" y="547954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{{threat_2}}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5C2670-E6A5-867C-BD23-0A4B4C973786}"/>
              </a:ext>
            </a:extLst>
          </p:cNvPr>
          <p:cNvSpPr txBox="1"/>
          <p:nvPr userDrawn="1"/>
        </p:nvSpPr>
        <p:spPr>
          <a:xfrm>
            <a:off x="2196148" y="571728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B29AAC-C2EF-D126-E87F-74B453E73018}"/>
              </a:ext>
            </a:extLst>
          </p:cNvPr>
          <p:cNvSpPr txBox="1"/>
          <p:nvPr userDrawn="1"/>
        </p:nvSpPr>
        <p:spPr>
          <a:xfrm>
            <a:off x="2342452" y="571728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{{threat_3}}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4D3BC3-69C4-5E86-2DF5-C0CFF5F19B13}"/>
              </a:ext>
            </a:extLst>
          </p:cNvPr>
          <p:cNvSpPr txBox="1"/>
          <p:nvPr userDrawn="1"/>
        </p:nvSpPr>
        <p:spPr>
          <a:xfrm>
            <a:off x="7133908" y="524179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E341099-78B8-7ABC-A008-4F8777F9118D}"/>
              </a:ext>
            </a:extLst>
          </p:cNvPr>
          <p:cNvSpPr txBox="1"/>
          <p:nvPr userDrawn="1"/>
        </p:nvSpPr>
        <p:spPr>
          <a:xfrm>
            <a:off x="7280212" y="524179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{{threat_4}}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E9D40B-2DD5-030D-09C9-94534995C5F2}"/>
              </a:ext>
            </a:extLst>
          </p:cNvPr>
          <p:cNvSpPr txBox="1"/>
          <p:nvPr userDrawn="1"/>
        </p:nvSpPr>
        <p:spPr>
          <a:xfrm>
            <a:off x="7133908" y="547954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19A567-576D-9626-1630-8E9171B7B510}"/>
              </a:ext>
            </a:extLst>
          </p:cNvPr>
          <p:cNvSpPr txBox="1"/>
          <p:nvPr userDrawn="1"/>
        </p:nvSpPr>
        <p:spPr>
          <a:xfrm>
            <a:off x="7280212" y="547954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{{threat_5}}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5452A21-1433-E61D-1645-083320A015B7}"/>
              </a:ext>
            </a:extLst>
          </p:cNvPr>
          <p:cNvSpPr/>
          <p:nvPr userDrawn="1"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F84E48A-82F9-4FE7-840D-D9C8C37C3E2F}"/>
              </a:ext>
            </a:extLst>
          </p:cNvPr>
          <p:cNvSpPr txBox="1"/>
          <p:nvPr userDrawn="1"/>
        </p:nvSpPr>
        <p:spPr>
          <a:xfrm>
            <a:off x="1464628" y="17419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SWOT ANALYSIS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224C7D-D4F2-3B13-057C-923B7D67367E}"/>
              </a:ext>
            </a:extLst>
          </p:cNvPr>
          <p:cNvSpPr txBox="1"/>
          <p:nvPr userDrawn="1"/>
        </p:nvSpPr>
        <p:spPr>
          <a:xfrm>
            <a:off x="3201988" y="15590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{{</a:t>
            </a:r>
            <a:r>
              <a:rPr sz="1100" dirty="0" err="1">
                <a:solidFill>
                  <a:schemeClr val="bg1">
                    <a:lumMod val="75000"/>
                  </a:schemeClr>
                </a:solidFill>
              </a:rPr>
              <a:t>drug_label</a:t>
            </a:r>
            <a:r>
              <a:rPr sz="1100" dirty="0">
                <a:solidFill>
                  <a:schemeClr val="bg1">
                    <a:lumMod val="75000"/>
                  </a:schemeClr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7303989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_SI_4CARDS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7B8F4556-C8A4-19EB-C472-6EC165EA2774}"/>
              </a:ext>
            </a:extLst>
          </p:cNvPr>
          <p:cNvSpPr/>
          <p:nvPr userDrawn="1"/>
        </p:nvSpPr>
        <p:spPr>
          <a:xfrm>
            <a:off x="365760" y="658368"/>
            <a:ext cx="11457432" cy="640080"/>
          </a:xfrm>
          <a:prstGeom prst="roundRect">
            <a:avLst/>
          </a:prstGeom>
          <a:solidFill>
            <a:srgbClr val="6A51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BE4B3-7FF9-5BE4-F1D3-CAE244E31BA3}"/>
              </a:ext>
            </a:extLst>
          </p:cNvPr>
          <p:cNvSpPr txBox="1"/>
          <p:nvPr userDrawn="1"/>
        </p:nvSpPr>
        <p:spPr>
          <a:xfrm>
            <a:off x="548640" y="731519"/>
            <a:ext cx="11091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OVERARCHING MEDICAL AFFAIRS 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467852-CBB8-4883-D9C1-D5046D0EE5F0}"/>
              </a:ext>
            </a:extLst>
          </p:cNvPr>
          <p:cNvSpPr txBox="1"/>
          <p:nvPr userDrawn="1"/>
        </p:nvSpPr>
        <p:spPr>
          <a:xfrm>
            <a:off x="548640" y="93268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{{vision_statement}}</a:t>
            </a: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456A6F08-3835-05AA-C4E6-400978CD441C}"/>
              </a:ext>
            </a:extLst>
          </p:cNvPr>
          <p:cNvSpPr/>
          <p:nvPr userDrawn="1"/>
        </p:nvSpPr>
        <p:spPr>
          <a:xfrm>
            <a:off x="365760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153519-D672-ED2B-51FA-A13901EEBC16}"/>
              </a:ext>
            </a:extLst>
          </p:cNvPr>
          <p:cNvSpPr/>
          <p:nvPr userDrawn="1"/>
        </p:nvSpPr>
        <p:spPr>
          <a:xfrm>
            <a:off x="457200" y="1554480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7FFE9-6448-50A2-60A4-FCD1BDFEA581}"/>
              </a:ext>
            </a:extLst>
          </p:cNvPr>
          <p:cNvSpPr txBox="1"/>
          <p:nvPr userDrawn="1"/>
        </p:nvSpPr>
        <p:spPr>
          <a:xfrm>
            <a:off x="457200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D7306A-CADA-DD4E-09FE-BBA2C5A3837C}"/>
              </a:ext>
            </a:extLst>
          </p:cNvPr>
          <p:cNvSpPr txBox="1"/>
          <p:nvPr userDrawn="1"/>
        </p:nvSpPr>
        <p:spPr>
          <a:xfrm>
            <a:off x="804672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t>{{pillar_1_title}}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C3DFAE-D16A-2DB2-F892-8A1DC2E9E10D}"/>
              </a:ext>
            </a:extLst>
          </p:cNvPr>
          <p:cNvSpPr txBox="1"/>
          <p:nvPr userDrawn="1"/>
        </p:nvSpPr>
        <p:spPr>
          <a:xfrm>
            <a:off x="493776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{{pillar_1_subtitle}}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766D1B-DC13-77C0-234C-DB015520E78E}"/>
              </a:ext>
            </a:extLst>
          </p:cNvPr>
          <p:cNvSpPr/>
          <p:nvPr userDrawn="1"/>
        </p:nvSpPr>
        <p:spPr>
          <a:xfrm>
            <a:off x="493776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8B03BE-EC8A-2E7B-5EDD-3F59447519CD}"/>
              </a:ext>
            </a:extLst>
          </p:cNvPr>
          <p:cNvSpPr txBox="1"/>
          <p:nvPr userDrawn="1"/>
        </p:nvSpPr>
        <p:spPr>
          <a:xfrm>
            <a:off x="493776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FCCBDC-15CB-1887-B8F2-62CA936C8E4F}"/>
              </a:ext>
            </a:extLst>
          </p:cNvPr>
          <p:cNvSpPr/>
          <p:nvPr userDrawn="1"/>
        </p:nvSpPr>
        <p:spPr>
          <a:xfrm>
            <a:off x="493776" y="265176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56881D-06AC-A60B-9DBD-ADDCD0CE6A00}"/>
              </a:ext>
            </a:extLst>
          </p:cNvPr>
          <p:cNvSpPr txBox="1"/>
          <p:nvPr userDrawn="1"/>
        </p:nvSpPr>
        <p:spPr>
          <a:xfrm>
            <a:off x="585216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{{pillar_1_metric_1_label}}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C92407-4F0E-6D4D-A79C-5C2EEEE74CF3}"/>
              </a:ext>
            </a:extLst>
          </p:cNvPr>
          <p:cNvSpPr txBox="1"/>
          <p:nvPr userDrawn="1"/>
        </p:nvSpPr>
        <p:spPr>
          <a:xfrm>
            <a:off x="493776" y="259572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{{pillar_1_metric_1_value}}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45B662-136F-D21F-F29E-F27C05DD08E6}"/>
              </a:ext>
            </a:extLst>
          </p:cNvPr>
          <p:cNvSpPr/>
          <p:nvPr userDrawn="1"/>
        </p:nvSpPr>
        <p:spPr>
          <a:xfrm>
            <a:off x="493776" y="292608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6C0EA8-740B-1418-BD04-8F9D6AB9C068}"/>
              </a:ext>
            </a:extLst>
          </p:cNvPr>
          <p:cNvSpPr txBox="1"/>
          <p:nvPr userDrawn="1"/>
        </p:nvSpPr>
        <p:spPr>
          <a:xfrm>
            <a:off x="585216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{{pillar_1_metric_2_label}}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2B12FE-07DF-0569-B249-8D2FA45AE460}"/>
              </a:ext>
            </a:extLst>
          </p:cNvPr>
          <p:cNvSpPr txBox="1"/>
          <p:nvPr userDrawn="1"/>
        </p:nvSpPr>
        <p:spPr>
          <a:xfrm>
            <a:off x="493776" y="287004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{{pillar_1_metric_2_value}}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0D2C08-4A83-79C9-265B-D8725355672D}"/>
              </a:ext>
            </a:extLst>
          </p:cNvPr>
          <p:cNvSpPr/>
          <p:nvPr userDrawn="1"/>
        </p:nvSpPr>
        <p:spPr>
          <a:xfrm>
            <a:off x="493776" y="320040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CAE78C-A4FC-305F-3474-75835E846EB2}"/>
              </a:ext>
            </a:extLst>
          </p:cNvPr>
          <p:cNvSpPr txBox="1"/>
          <p:nvPr userDrawn="1"/>
        </p:nvSpPr>
        <p:spPr>
          <a:xfrm>
            <a:off x="585216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{{pillar_1_metric_3_label}}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808BB2-15D1-BE77-2D2F-98088EB8F93C}"/>
              </a:ext>
            </a:extLst>
          </p:cNvPr>
          <p:cNvSpPr txBox="1"/>
          <p:nvPr userDrawn="1"/>
        </p:nvSpPr>
        <p:spPr>
          <a:xfrm>
            <a:off x="493776" y="31443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{{pillar_1_metric_3_value}}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467EDB-750A-9BE1-8753-CFBFA9705FF5}"/>
              </a:ext>
            </a:extLst>
          </p:cNvPr>
          <p:cNvSpPr/>
          <p:nvPr userDrawn="1"/>
        </p:nvSpPr>
        <p:spPr>
          <a:xfrm>
            <a:off x="493776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6D2FA-F017-6BF5-EE53-9A23793C9959}"/>
              </a:ext>
            </a:extLst>
          </p:cNvPr>
          <p:cNvSpPr txBox="1"/>
          <p:nvPr userDrawn="1"/>
        </p:nvSpPr>
        <p:spPr>
          <a:xfrm>
            <a:off x="493776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C8A7B5-9A5B-DDE0-6468-CED3F34B352F}"/>
              </a:ext>
            </a:extLst>
          </p:cNvPr>
          <p:cNvSpPr txBox="1"/>
          <p:nvPr userDrawn="1"/>
        </p:nvSpPr>
        <p:spPr>
          <a:xfrm>
            <a:off x="493776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97982E-46F1-AD35-8AE0-2F7A4847F343}"/>
              </a:ext>
            </a:extLst>
          </p:cNvPr>
          <p:cNvSpPr txBox="1"/>
          <p:nvPr userDrawn="1"/>
        </p:nvSpPr>
        <p:spPr>
          <a:xfrm>
            <a:off x="640080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{{pillar_1_action_1}}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3BA1F8-D511-A9BD-9A2D-9220C0414169}"/>
              </a:ext>
            </a:extLst>
          </p:cNvPr>
          <p:cNvSpPr txBox="1"/>
          <p:nvPr userDrawn="1"/>
        </p:nvSpPr>
        <p:spPr>
          <a:xfrm>
            <a:off x="493776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B0298E-699F-E30F-C9E3-60CC7DEF8D77}"/>
              </a:ext>
            </a:extLst>
          </p:cNvPr>
          <p:cNvSpPr txBox="1"/>
          <p:nvPr userDrawn="1"/>
        </p:nvSpPr>
        <p:spPr>
          <a:xfrm>
            <a:off x="640080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{{pillar_1_action_2}}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344AA6-FF89-2A2E-119C-4DCEA05633AA}"/>
              </a:ext>
            </a:extLst>
          </p:cNvPr>
          <p:cNvSpPr txBox="1"/>
          <p:nvPr userDrawn="1"/>
        </p:nvSpPr>
        <p:spPr>
          <a:xfrm>
            <a:off x="493776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6FC542-8C18-EF6E-9EE8-40965038149D}"/>
              </a:ext>
            </a:extLst>
          </p:cNvPr>
          <p:cNvSpPr txBox="1"/>
          <p:nvPr userDrawn="1"/>
        </p:nvSpPr>
        <p:spPr>
          <a:xfrm>
            <a:off x="640080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{{pillar_1_action_3}}</a:t>
            </a:r>
          </a:p>
        </p:txBody>
      </p:sp>
      <p:sp>
        <p:nvSpPr>
          <p:cNvPr id="36" name="Rounded Rectangle 37">
            <a:extLst>
              <a:ext uri="{FF2B5EF4-FFF2-40B4-BE49-F238E27FC236}">
                <a16:creationId xmlns:a16="http://schemas.microsoft.com/office/drawing/2014/main" id="{8C8B1CF2-A7B7-0479-D08F-341C2AB123E7}"/>
              </a:ext>
            </a:extLst>
          </p:cNvPr>
          <p:cNvSpPr/>
          <p:nvPr userDrawn="1"/>
        </p:nvSpPr>
        <p:spPr>
          <a:xfrm>
            <a:off x="3262122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481A21-A4EC-6FE4-D15A-B7B0E8877F61}"/>
              </a:ext>
            </a:extLst>
          </p:cNvPr>
          <p:cNvSpPr/>
          <p:nvPr userDrawn="1"/>
        </p:nvSpPr>
        <p:spPr>
          <a:xfrm>
            <a:off x="3353562" y="155448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EE2F2A-C23A-CBED-1AED-6A69F9A6A894}"/>
              </a:ext>
            </a:extLst>
          </p:cNvPr>
          <p:cNvSpPr txBox="1"/>
          <p:nvPr userDrawn="1"/>
        </p:nvSpPr>
        <p:spPr>
          <a:xfrm>
            <a:off x="3353562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02EA19-AA27-AB7A-878D-403DFB0C16E5}"/>
              </a:ext>
            </a:extLst>
          </p:cNvPr>
          <p:cNvSpPr txBox="1"/>
          <p:nvPr userDrawn="1"/>
        </p:nvSpPr>
        <p:spPr>
          <a:xfrm>
            <a:off x="3701033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t>{{pillar_2_title}}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5E99C6-19E7-482B-F0BE-F3BDD500DCE1}"/>
              </a:ext>
            </a:extLst>
          </p:cNvPr>
          <p:cNvSpPr txBox="1"/>
          <p:nvPr userDrawn="1"/>
        </p:nvSpPr>
        <p:spPr>
          <a:xfrm>
            <a:off x="3390138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{{pillar_2_subtitle}}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8392EE5-0BD2-9596-E7C0-4DEF1C677BCB}"/>
              </a:ext>
            </a:extLst>
          </p:cNvPr>
          <p:cNvSpPr/>
          <p:nvPr userDrawn="1"/>
        </p:nvSpPr>
        <p:spPr>
          <a:xfrm>
            <a:off x="3390138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9FB2F7-1C79-2F31-19DE-A6BA4DDBD788}"/>
              </a:ext>
            </a:extLst>
          </p:cNvPr>
          <p:cNvSpPr txBox="1"/>
          <p:nvPr userDrawn="1"/>
        </p:nvSpPr>
        <p:spPr>
          <a:xfrm>
            <a:off x="3390138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3DCC8A-F312-33EA-5FA1-FB22942A3D2B}"/>
              </a:ext>
            </a:extLst>
          </p:cNvPr>
          <p:cNvSpPr/>
          <p:nvPr userDrawn="1"/>
        </p:nvSpPr>
        <p:spPr>
          <a:xfrm>
            <a:off x="3390138" y="265176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21D8F0-8871-62B6-2872-494E836139DD}"/>
              </a:ext>
            </a:extLst>
          </p:cNvPr>
          <p:cNvSpPr txBox="1"/>
          <p:nvPr userDrawn="1"/>
        </p:nvSpPr>
        <p:spPr>
          <a:xfrm>
            <a:off x="3481578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{{pillar_2_metric_1_label}}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C8EB51-D0FC-AFBD-AFE6-0FF92F0F08C9}"/>
              </a:ext>
            </a:extLst>
          </p:cNvPr>
          <p:cNvSpPr txBox="1"/>
          <p:nvPr userDrawn="1"/>
        </p:nvSpPr>
        <p:spPr>
          <a:xfrm>
            <a:off x="3390138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{{pillar_2_metric_1_value}}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234BBF0-8E39-A7FA-D0FB-414B54CFEFFC}"/>
              </a:ext>
            </a:extLst>
          </p:cNvPr>
          <p:cNvSpPr/>
          <p:nvPr userDrawn="1"/>
        </p:nvSpPr>
        <p:spPr>
          <a:xfrm>
            <a:off x="3390138" y="292608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51886-BF7D-5840-42FF-B24F011E8C8F}"/>
              </a:ext>
            </a:extLst>
          </p:cNvPr>
          <p:cNvSpPr txBox="1"/>
          <p:nvPr userDrawn="1"/>
        </p:nvSpPr>
        <p:spPr>
          <a:xfrm>
            <a:off x="3481578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{{pillar_2_metric_2_label}}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B8CC55-4EFC-987A-7365-16A2373F095F}"/>
              </a:ext>
            </a:extLst>
          </p:cNvPr>
          <p:cNvSpPr txBox="1"/>
          <p:nvPr userDrawn="1"/>
        </p:nvSpPr>
        <p:spPr>
          <a:xfrm>
            <a:off x="3390138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{{pillar_2_metric_2_value}}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AF116E-8F43-3176-B261-942A2A87D2D2}"/>
              </a:ext>
            </a:extLst>
          </p:cNvPr>
          <p:cNvSpPr/>
          <p:nvPr userDrawn="1"/>
        </p:nvSpPr>
        <p:spPr>
          <a:xfrm>
            <a:off x="3390138" y="320040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F84759-997D-3C9D-FBAA-FC35FC3AF751}"/>
              </a:ext>
            </a:extLst>
          </p:cNvPr>
          <p:cNvSpPr txBox="1"/>
          <p:nvPr userDrawn="1"/>
        </p:nvSpPr>
        <p:spPr>
          <a:xfrm>
            <a:off x="3481578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{{pillar_2_metric_3_label}}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EE39D0-58FB-9BA8-3B71-C89FE84B9436}"/>
              </a:ext>
            </a:extLst>
          </p:cNvPr>
          <p:cNvSpPr txBox="1"/>
          <p:nvPr userDrawn="1"/>
        </p:nvSpPr>
        <p:spPr>
          <a:xfrm>
            <a:off x="3390138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t>{{pillar_2_metric_3_value}}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C86B8CD-8518-BAD3-4A0D-BEE8031F926A}"/>
              </a:ext>
            </a:extLst>
          </p:cNvPr>
          <p:cNvSpPr/>
          <p:nvPr userDrawn="1"/>
        </p:nvSpPr>
        <p:spPr>
          <a:xfrm>
            <a:off x="3390138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760EBB-405D-1DD3-AD6E-DAD87FAA9A9C}"/>
              </a:ext>
            </a:extLst>
          </p:cNvPr>
          <p:cNvSpPr txBox="1"/>
          <p:nvPr userDrawn="1"/>
        </p:nvSpPr>
        <p:spPr>
          <a:xfrm>
            <a:off x="3390138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AD5BB5-05B3-0A14-B603-AD1ED50FA36E}"/>
              </a:ext>
            </a:extLst>
          </p:cNvPr>
          <p:cNvSpPr txBox="1"/>
          <p:nvPr userDrawn="1"/>
        </p:nvSpPr>
        <p:spPr>
          <a:xfrm>
            <a:off x="3390138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D7DA9B-0363-F032-5BE2-51F5674C1F3F}"/>
              </a:ext>
            </a:extLst>
          </p:cNvPr>
          <p:cNvSpPr txBox="1"/>
          <p:nvPr userDrawn="1"/>
        </p:nvSpPr>
        <p:spPr>
          <a:xfrm>
            <a:off x="3536441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{{pillar_2_action_1}}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9DD086-A4BA-FCF1-B3F3-F03CCC64F586}"/>
              </a:ext>
            </a:extLst>
          </p:cNvPr>
          <p:cNvSpPr txBox="1"/>
          <p:nvPr userDrawn="1"/>
        </p:nvSpPr>
        <p:spPr>
          <a:xfrm>
            <a:off x="3390138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2719D4-005B-27BD-E7C4-2FBFCF7F00A0}"/>
              </a:ext>
            </a:extLst>
          </p:cNvPr>
          <p:cNvSpPr txBox="1"/>
          <p:nvPr userDrawn="1"/>
        </p:nvSpPr>
        <p:spPr>
          <a:xfrm>
            <a:off x="3536441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{{pillar_2_action_2}}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D237FD-E8EB-EBC8-C0C0-D6A95CD18D1A}"/>
              </a:ext>
            </a:extLst>
          </p:cNvPr>
          <p:cNvSpPr txBox="1"/>
          <p:nvPr userDrawn="1"/>
        </p:nvSpPr>
        <p:spPr>
          <a:xfrm>
            <a:off x="3390138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BE9F60-B068-651E-76B8-E889925CBA13}"/>
              </a:ext>
            </a:extLst>
          </p:cNvPr>
          <p:cNvSpPr txBox="1"/>
          <p:nvPr userDrawn="1"/>
        </p:nvSpPr>
        <p:spPr>
          <a:xfrm>
            <a:off x="3536441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{{pillar_2_action_3}}</a:t>
            </a:r>
          </a:p>
        </p:txBody>
      </p:sp>
      <p:sp>
        <p:nvSpPr>
          <p:cNvPr id="60" name="Rounded Rectangle 61">
            <a:extLst>
              <a:ext uri="{FF2B5EF4-FFF2-40B4-BE49-F238E27FC236}">
                <a16:creationId xmlns:a16="http://schemas.microsoft.com/office/drawing/2014/main" id="{8EBE8792-D4C6-A37D-BD82-92D9237AB55E}"/>
              </a:ext>
            </a:extLst>
          </p:cNvPr>
          <p:cNvSpPr/>
          <p:nvPr userDrawn="1"/>
        </p:nvSpPr>
        <p:spPr>
          <a:xfrm>
            <a:off x="6158484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AB6EBDD-F1C0-8226-4175-F7CEB52267E9}"/>
              </a:ext>
            </a:extLst>
          </p:cNvPr>
          <p:cNvSpPr/>
          <p:nvPr userDrawn="1"/>
        </p:nvSpPr>
        <p:spPr>
          <a:xfrm>
            <a:off x="6249924" y="1554480"/>
            <a:ext cx="2743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4CF43B-6C2A-711C-7013-04F4933206E7}"/>
              </a:ext>
            </a:extLst>
          </p:cNvPr>
          <p:cNvSpPr txBox="1"/>
          <p:nvPr userDrawn="1"/>
        </p:nvSpPr>
        <p:spPr>
          <a:xfrm>
            <a:off x="6249924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C4F4E8-7A22-2C40-8585-B9A39B94868A}"/>
              </a:ext>
            </a:extLst>
          </p:cNvPr>
          <p:cNvSpPr txBox="1"/>
          <p:nvPr userDrawn="1"/>
        </p:nvSpPr>
        <p:spPr>
          <a:xfrm>
            <a:off x="6597396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t>{{pillar_3_title}}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98E397-5A08-403E-82ED-3F7DFFE0C262}"/>
              </a:ext>
            </a:extLst>
          </p:cNvPr>
          <p:cNvSpPr txBox="1"/>
          <p:nvPr userDrawn="1"/>
        </p:nvSpPr>
        <p:spPr>
          <a:xfrm>
            <a:off x="6286500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{{pillar_3_subtitle}}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F70BFE6-048F-19BA-863E-099ADD8D2A82}"/>
              </a:ext>
            </a:extLst>
          </p:cNvPr>
          <p:cNvSpPr/>
          <p:nvPr userDrawn="1"/>
        </p:nvSpPr>
        <p:spPr>
          <a:xfrm>
            <a:off x="6286500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64EDEF-BECA-B831-740C-CE7FF723DB12}"/>
              </a:ext>
            </a:extLst>
          </p:cNvPr>
          <p:cNvSpPr txBox="1"/>
          <p:nvPr userDrawn="1"/>
        </p:nvSpPr>
        <p:spPr>
          <a:xfrm>
            <a:off x="6286500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4ECAEE6-D7D4-5146-E986-7969A97DE066}"/>
              </a:ext>
            </a:extLst>
          </p:cNvPr>
          <p:cNvSpPr/>
          <p:nvPr userDrawn="1"/>
        </p:nvSpPr>
        <p:spPr>
          <a:xfrm>
            <a:off x="6286500" y="265176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0B6FEB-9656-6CED-A551-474BE939B675}"/>
              </a:ext>
            </a:extLst>
          </p:cNvPr>
          <p:cNvSpPr txBox="1"/>
          <p:nvPr userDrawn="1"/>
        </p:nvSpPr>
        <p:spPr>
          <a:xfrm>
            <a:off x="6377940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{{pillar_3_metric_1_label}}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6DA093-0835-F193-337B-EA7B9A598E8B}"/>
              </a:ext>
            </a:extLst>
          </p:cNvPr>
          <p:cNvSpPr txBox="1"/>
          <p:nvPr userDrawn="1"/>
        </p:nvSpPr>
        <p:spPr>
          <a:xfrm>
            <a:off x="6286500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{{pillar_3_metric_1_value}}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A4A2587-C176-B471-8FA5-6888EEAB794E}"/>
              </a:ext>
            </a:extLst>
          </p:cNvPr>
          <p:cNvSpPr/>
          <p:nvPr userDrawn="1"/>
        </p:nvSpPr>
        <p:spPr>
          <a:xfrm>
            <a:off x="6286500" y="292608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9857844-2F74-61F4-4F52-9D218146A02F}"/>
              </a:ext>
            </a:extLst>
          </p:cNvPr>
          <p:cNvSpPr txBox="1"/>
          <p:nvPr userDrawn="1"/>
        </p:nvSpPr>
        <p:spPr>
          <a:xfrm>
            <a:off x="6377940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{{pillar_3_metric_2_label}}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170CFF-82B3-558D-2D1A-DBAF80F10EBD}"/>
              </a:ext>
            </a:extLst>
          </p:cNvPr>
          <p:cNvSpPr txBox="1"/>
          <p:nvPr userDrawn="1"/>
        </p:nvSpPr>
        <p:spPr>
          <a:xfrm>
            <a:off x="6286500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{{pillar_3_metric_2_value}}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FC8DA5B-FF8C-1A40-6230-15DEF2F5AB92}"/>
              </a:ext>
            </a:extLst>
          </p:cNvPr>
          <p:cNvSpPr/>
          <p:nvPr userDrawn="1"/>
        </p:nvSpPr>
        <p:spPr>
          <a:xfrm>
            <a:off x="6286500" y="320040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C30224-D74D-0D19-57AC-151A7E066FBB}"/>
              </a:ext>
            </a:extLst>
          </p:cNvPr>
          <p:cNvSpPr txBox="1"/>
          <p:nvPr userDrawn="1"/>
        </p:nvSpPr>
        <p:spPr>
          <a:xfrm>
            <a:off x="6377940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{{pillar_3_metric_3_label}}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02BD675-1000-A5C3-8868-8DCA57F8FF41}"/>
              </a:ext>
            </a:extLst>
          </p:cNvPr>
          <p:cNvSpPr txBox="1"/>
          <p:nvPr userDrawn="1"/>
        </p:nvSpPr>
        <p:spPr>
          <a:xfrm>
            <a:off x="6286500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{{pillar_3_metric_3_value}}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C2AF06F-7206-B4E4-623F-F38202008F46}"/>
              </a:ext>
            </a:extLst>
          </p:cNvPr>
          <p:cNvSpPr/>
          <p:nvPr userDrawn="1"/>
        </p:nvSpPr>
        <p:spPr>
          <a:xfrm>
            <a:off x="6286500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BE0B67-7FF5-23E4-A98E-5E3736DE2DBD}"/>
              </a:ext>
            </a:extLst>
          </p:cNvPr>
          <p:cNvSpPr txBox="1"/>
          <p:nvPr userDrawn="1"/>
        </p:nvSpPr>
        <p:spPr>
          <a:xfrm>
            <a:off x="6286500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4E217BE-B9D4-0E16-7C2F-FF5BEB3F4206}"/>
              </a:ext>
            </a:extLst>
          </p:cNvPr>
          <p:cNvSpPr txBox="1"/>
          <p:nvPr userDrawn="1"/>
        </p:nvSpPr>
        <p:spPr>
          <a:xfrm>
            <a:off x="6286500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5641ECB-0211-4721-AE8E-6860EF9B2A7B}"/>
              </a:ext>
            </a:extLst>
          </p:cNvPr>
          <p:cNvSpPr txBox="1"/>
          <p:nvPr userDrawn="1"/>
        </p:nvSpPr>
        <p:spPr>
          <a:xfrm>
            <a:off x="6432804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{{pillar_3_action_1}}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BD2B1B8-371C-155E-DEA5-C2BDFDFFF803}"/>
              </a:ext>
            </a:extLst>
          </p:cNvPr>
          <p:cNvSpPr txBox="1"/>
          <p:nvPr userDrawn="1"/>
        </p:nvSpPr>
        <p:spPr>
          <a:xfrm>
            <a:off x="6286500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2A39378-947D-14A3-1D64-228F88106468}"/>
              </a:ext>
            </a:extLst>
          </p:cNvPr>
          <p:cNvSpPr txBox="1"/>
          <p:nvPr userDrawn="1"/>
        </p:nvSpPr>
        <p:spPr>
          <a:xfrm>
            <a:off x="6432804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{{pillar_3_action_2}}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007093A-9EBC-42A9-037B-C4416D21E554}"/>
              </a:ext>
            </a:extLst>
          </p:cNvPr>
          <p:cNvSpPr txBox="1"/>
          <p:nvPr userDrawn="1"/>
        </p:nvSpPr>
        <p:spPr>
          <a:xfrm>
            <a:off x="6286500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A15B65F-12BD-ACE6-59E3-3BE7F0AFEEA5}"/>
              </a:ext>
            </a:extLst>
          </p:cNvPr>
          <p:cNvSpPr txBox="1"/>
          <p:nvPr userDrawn="1"/>
        </p:nvSpPr>
        <p:spPr>
          <a:xfrm>
            <a:off x="6432804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{{pillar_3_action_3}}</a:t>
            </a:r>
          </a:p>
        </p:txBody>
      </p:sp>
      <p:sp>
        <p:nvSpPr>
          <p:cNvPr id="84" name="Rounded Rectangle 85">
            <a:extLst>
              <a:ext uri="{FF2B5EF4-FFF2-40B4-BE49-F238E27FC236}">
                <a16:creationId xmlns:a16="http://schemas.microsoft.com/office/drawing/2014/main" id="{DB6CC0E1-A868-7304-D0A5-07323A5C3BDD}"/>
              </a:ext>
            </a:extLst>
          </p:cNvPr>
          <p:cNvSpPr/>
          <p:nvPr userDrawn="1"/>
        </p:nvSpPr>
        <p:spPr>
          <a:xfrm>
            <a:off x="9054846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2DAC1E0-17DB-6033-0465-B997459EB4EB}"/>
              </a:ext>
            </a:extLst>
          </p:cNvPr>
          <p:cNvSpPr/>
          <p:nvPr userDrawn="1"/>
        </p:nvSpPr>
        <p:spPr>
          <a:xfrm>
            <a:off x="9146286" y="1554480"/>
            <a:ext cx="27432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FAE407F-C566-E800-F608-3B76439FF39B}"/>
              </a:ext>
            </a:extLst>
          </p:cNvPr>
          <p:cNvSpPr txBox="1"/>
          <p:nvPr userDrawn="1"/>
        </p:nvSpPr>
        <p:spPr>
          <a:xfrm>
            <a:off x="9146286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0A421BC-3FA6-4A33-8B0D-11BFF21E1E9B}"/>
              </a:ext>
            </a:extLst>
          </p:cNvPr>
          <p:cNvSpPr txBox="1"/>
          <p:nvPr userDrawn="1"/>
        </p:nvSpPr>
        <p:spPr>
          <a:xfrm>
            <a:off x="9493758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06B6D4"/>
                </a:solidFill>
                <a:latin typeface="Arial"/>
              </a:defRPr>
            </a:pPr>
            <a:r>
              <a:t>{{pillar_4_title}}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BC9A5F4-09D2-068C-08A8-14345CFC6A1D}"/>
              </a:ext>
            </a:extLst>
          </p:cNvPr>
          <p:cNvSpPr txBox="1"/>
          <p:nvPr userDrawn="1"/>
        </p:nvSpPr>
        <p:spPr>
          <a:xfrm>
            <a:off x="9182862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{{pillar_4_subtitle}}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06C8D71-DA91-3C98-8A9A-68A125A781E3}"/>
              </a:ext>
            </a:extLst>
          </p:cNvPr>
          <p:cNvSpPr/>
          <p:nvPr userDrawn="1"/>
        </p:nvSpPr>
        <p:spPr>
          <a:xfrm>
            <a:off x="9182862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72A5D97-B5F7-66BA-DAC5-26ECACF96F7D}"/>
              </a:ext>
            </a:extLst>
          </p:cNvPr>
          <p:cNvSpPr txBox="1"/>
          <p:nvPr userDrawn="1"/>
        </p:nvSpPr>
        <p:spPr>
          <a:xfrm>
            <a:off x="9182862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FC23C5B-FCAA-0452-98B1-40CE01033512}"/>
              </a:ext>
            </a:extLst>
          </p:cNvPr>
          <p:cNvSpPr/>
          <p:nvPr userDrawn="1"/>
        </p:nvSpPr>
        <p:spPr>
          <a:xfrm>
            <a:off x="9182862" y="265176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F44B8A-EC5F-A331-F9D5-F6FA9D08D2B8}"/>
              </a:ext>
            </a:extLst>
          </p:cNvPr>
          <p:cNvSpPr txBox="1"/>
          <p:nvPr userDrawn="1"/>
        </p:nvSpPr>
        <p:spPr>
          <a:xfrm>
            <a:off x="9274302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{{pillar_4_metric_1_label}}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6941C22-0829-B2AC-81C0-ECA90A364092}"/>
              </a:ext>
            </a:extLst>
          </p:cNvPr>
          <p:cNvSpPr txBox="1"/>
          <p:nvPr userDrawn="1"/>
        </p:nvSpPr>
        <p:spPr>
          <a:xfrm>
            <a:off x="9182862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{{pillar_4_metric_1_value}}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9C92013-3A3D-1CC5-52C4-A945DA9965A7}"/>
              </a:ext>
            </a:extLst>
          </p:cNvPr>
          <p:cNvSpPr/>
          <p:nvPr userDrawn="1"/>
        </p:nvSpPr>
        <p:spPr>
          <a:xfrm>
            <a:off x="9182862" y="292608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D974C9C-3936-224A-828C-BE08C7D9DFFD}"/>
              </a:ext>
            </a:extLst>
          </p:cNvPr>
          <p:cNvSpPr txBox="1"/>
          <p:nvPr userDrawn="1"/>
        </p:nvSpPr>
        <p:spPr>
          <a:xfrm>
            <a:off x="9274302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{{pillar_4_metric_2_label}}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FA51E84-694D-8C78-36F5-D99909A76762}"/>
              </a:ext>
            </a:extLst>
          </p:cNvPr>
          <p:cNvSpPr txBox="1"/>
          <p:nvPr userDrawn="1"/>
        </p:nvSpPr>
        <p:spPr>
          <a:xfrm>
            <a:off x="9182862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{{pillar_4_metric_2_value}}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B75D633-02DD-CC9F-F9EC-060BBEC0E98B}"/>
              </a:ext>
            </a:extLst>
          </p:cNvPr>
          <p:cNvSpPr/>
          <p:nvPr userDrawn="1"/>
        </p:nvSpPr>
        <p:spPr>
          <a:xfrm>
            <a:off x="9182862" y="320040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77E8553-9460-D4EA-723D-8502E436EA80}"/>
              </a:ext>
            </a:extLst>
          </p:cNvPr>
          <p:cNvSpPr txBox="1"/>
          <p:nvPr userDrawn="1"/>
        </p:nvSpPr>
        <p:spPr>
          <a:xfrm>
            <a:off x="9274302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{{pillar_4_metric_3_label}}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70E3507-2246-6398-7C3A-DF633F046192}"/>
              </a:ext>
            </a:extLst>
          </p:cNvPr>
          <p:cNvSpPr txBox="1"/>
          <p:nvPr userDrawn="1"/>
        </p:nvSpPr>
        <p:spPr>
          <a:xfrm>
            <a:off x="9182862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{{pillar_4_metric_3_value}}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C50D83B-6696-1FCB-DF85-9F035840CA94}"/>
              </a:ext>
            </a:extLst>
          </p:cNvPr>
          <p:cNvSpPr/>
          <p:nvPr userDrawn="1"/>
        </p:nvSpPr>
        <p:spPr>
          <a:xfrm>
            <a:off x="9182862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ACC7F51-B478-F5CD-3105-44625383373D}"/>
              </a:ext>
            </a:extLst>
          </p:cNvPr>
          <p:cNvSpPr txBox="1"/>
          <p:nvPr userDrawn="1"/>
        </p:nvSpPr>
        <p:spPr>
          <a:xfrm>
            <a:off x="9182862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E60585E-5C55-36CC-F269-356AC876634F}"/>
              </a:ext>
            </a:extLst>
          </p:cNvPr>
          <p:cNvSpPr txBox="1"/>
          <p:nvPr userDrawn="1"/>
        </p:nvSpPr>
        <p:spPr>
          <a:xfrm>
            <a:off x="9182862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E36679D-D2F5-8ADE-999F-A527407D1268}"/>
              </a:ext>
            </a:extLst>
          </p:cNvPr>
          <p:cNvSpPr txBox="1"/>
          <p:nvPr userDrawn="1"/>
        </p:nvSpPr>
        <p:spPr>
          <a:xfrm>
            <a:off x="9329166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{{pillar_4_action_1}}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072B3E6-2966-0199-E013-061985722B7C}"/>
              </a:ext>
            </a:extLst>
          </p:cNvPr>
          <p:cNvSpPr txBox="1"/>
          <p:nvPr userDrawn="1"/>
        </p:nvSpPr>
        <p:spPr>
          <a:xfrm>
            <a:off x="9182862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150F5EC-30FA-BDD9-1E7E-CDECBB6384B9}"/>
              </a:ext>
            </a:extLst>
          </p:cNvPr>
          <p:cNvSpPr txBox="1"/>
          <p:nvPr userDrawn="1"/>
        </p:nvSpPr>
        <p:spPr>
          <a:xfrm>
            <a:off x="9329166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{{pillar_4_action_2}}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5209691-9D5C-A90A-A6E3-F1DD84ED2994}"/>
              </a:ext>
            </a:extLst>
          </p:cNvPr>
          <p:cNvSpPr txBox="1"/>
          <p:nvPr userDrawn="1"/>
        </p:nvSpPr>
        <p:spPr>
          <a:xfrm>
            <a:off x="9182862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0A89DE7-25BA-DF5A-735A-2DD6BC42FA15}"/>
              </a:ext>
            </a:extLst>
          </p:cNvPr>
          <p:cNvSpPr txBox="1"/>
          <p:nvPr userDrawn="1"/>
        </p:nvSpPr>
        <p:spPr>
          <a:xfrm>
            <a:off x="9329166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{{pillar_4_action_3}}</a:t>
            </a:r>
          </a:p>
        </p:txBody>
      </p:sp>
      <p:sp>
        <p:nvSpPr>
          <p:cNvPr id="108" name="Rounded Rectangle 109">
            <a:extLst>
              <a:ext uri="{FF2B5EF4-FFF2-40B4-BE49-F238E27FC236}">
                <a16:creationId xmlns:a16="http://schemas.microsoft.com/office/drawing/2014/main" id="{F80A5C44-ABAC-C85F-2714-3381A1C48428}"/>
              </a:ext>
            </a:extLst>
          </p:cNvPr>
          <p:cNvSpPr/>
          <p:nvPr userDrawn="1"/>
        </p:nvSpPr>
        <p:spPr>
          <a:xfrm>
            <a:off x="365760" y="5029199"/>
            <a:ext cx="11457432" cy="64008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634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99C042C-86C6-684D-F3CE-C99D3FF0D133}"/>
              </a:ext>
            </a:extLst>
          </p:cNvPr>
          <p:cNvSpPr txBox="1"/>
          <p:nvPr userDrawn="1"/>
        </p:nvSpPr>
        <p:spPr>
          <a:xfrm>
            <a:off x="548640" y="5120639"/>
            <a:ext cx="11091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FOUNDATIONAL ENABLERS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33B3DB2-B668-3A63-A975-685DFDACF9C3}"/>
              </a:ext>
            </a:extLst>
          </p:cNvPr>
          <p:cNvSpPr txBox="1"/>
          <p:nvPr userDrawn="1"/>
        </p:nvSpPr>
        <p:spPr>
          <a:xfrm>
            <a:off x="548640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{{enabler_1}}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A1EF553-B27B-B213-E5C3-7AD1C6E68DB4}"/>
              </a:ext>
            </a:extLst>
          </p:cNvPr>
          <p:cNvSpPr txBox="1"/>
          <p:nvPr userDrawn="1"/>
        </p:nvSpPr>
        <p:spPr>
          <a:xfrm>
            <a:off x="2766974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{{enabler_2}}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45A3F7E-FB82-B9A0-5568-3B25C3C9F741}"/>
              </a:ext>
            </a:extLst>
          </p:cNvPr>
          <p:cNvSpPr txBox="1"/>
          <p:nvPr userDrawn="1"/>
        </p:nvSpPr>
        <p:spPr>
          <a:xfrm>
            <a:off x="4985308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{{enabler_3}}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7E16088-2B0F-DEC8-CA45-A3A426EE9602}"/>
              </a:ext>
            </a:extLst>
          </p:cNvPr>
          <p:cNvSpPr txBox="1"/>
          <p:nvPr userDrawn="1"/>
        </p:nvSpPr>
        <p:spPr>
          <a:xfrm>
            <a:off x="7203643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{{enabler_4}}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4140C2B-8FF2-EA58-EFF2-6A1E98DFDC93}"/>
              </a:ext>
            </a:extLst>
          </p:cNvPr>
          <p:cNvSpPr txBox="1"/>
          <p:nvPr userDrawn="1"/>
        </p:nvSpPr>
        <p:spPr>
          <a:xfrm>
            <a:off x="9421977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{{enabler_5}}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E4A14AD-8DE9-045E-1ECD-EEB1AC0C3ECD}"/>
              </a:ext>
            </a:extLst>
          </p:cNvPr>
          <p:cNvSpPr txBox="1"/>
          <p:nvPr userDrawn="1"/>
        </p:nvSpPr>
        <p:spPr>
          <a:xfrm>
            <a:off x="1463040" y="75807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STRATEGIC IMPERATIVES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7314C30-17D2-E236-71BF-F38BB9A440B4}"/>
              </a:ext>
            </a:extLst>
          </p:cNvPr>
          <p:cNvSpPr txBox="1"/>
          <p:nvPr userDrawn="1"/>
        </p:nvSpPr>
        <p:spPr>
          <a:xfrm>
            <a:off x="3200400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{{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drug_label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42140156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CTICAL_PLAN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BF88C6B-452B-601B-8FDA-C8B0E4430F21}"/>
              </a:ext>
            </a:extLst>
          </p:cNvPr>
          <p:cNvSpPr txBox="1"/>
          <p:nvPr userDrawn="1"/>
        </p:nvSpPr>
        <p:spPr>
          <a:xfrm>
            <a:off x="329184" y="5486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000" b="1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rgbClr val="7030A0"/>
                </a:solidFill>
              </a:rPr>
              <a:t>{{</a:t>
            </a:r>
            <a:r>
              <a:rPr dirty="0" err="1">
                <a:solidFill>
                  <a:srgbClr val="7030A0"/>
                </a:solidFill>
              </a:rPr>
              <a:t>slide_title</a:t>
            </a:r>
            <a:r>
              <a:rPr dirty="0">
                <a:solidFill>
                  <a:srgbClr val="7030A0"/>
                </a:solidFill>
              </a:rPr>
              <a:t>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F9124-A127-BDA8-98EA-8701F12B0CEA}"/>
              </a:ext>
            </a:extLst>
          </p:cNvPr>
          <p:cNvSpPr txBox="1"/>
          <p:nvPr userDrawn="1"/>
        </p:nvSpPr>
        <p:spPr>
          <a:xfrm>
            <a:off x="329184" y="804672"/>
            <a:ext cx="731520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rgbClr val="7030A0"/>
                </a:solidFill>
              </a:rPr>
              <a:t>{{slide_subtitle}}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9C7FC9-A0B9-C4C0-8281-2E17388EDE1E}"/>
              </a:ext>
            </a:extLst>
          </p:cNvPr>
          <p:cNvSpPr/>
          <p:nvPr userDrawn="1"/>
        </p:nvSpPr>
        <p:spPr>
          <a:xfrm>
            <a:off x="0" y="960120"/>
            <a:ext cx="12188952" cy="7315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6">
            <a:extLst>
              <a:ext uri="{FF2B5EF4-FFF2-40B4-BE49-F238E27FC236}">
                <a16:creationId xmlns:a16="http://schemas.microsoft.com/office/drawing/2014/main" id="{F11CA430-3609-2652-92A0-0E5DEAB4FF60}"/>
              </a:ext>
            </a:extLst>
          </p:cNvPr>
          <p:cNvSpPr/>
          <p:nvPr userDrawn="1"/>
        </p:nvSpPr>
        <p:spPr>
          <a:xfrm>
            <a:off x="329184" y="1051560"/>
            <a:ext cx="11521440" cy="320040"/>
          </a:xfrm>
          <a:prstGeom prst="roundRect">
            <a:avLst/>
          </a:prstGeom>
          <a:solidFill>
            <a:srgbClr val="634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017FAE-750A-AD94-2403-10BAF163AD57}"/>
              </a:ext>
            </a:extLst>
          </p:cNvPr>
          <p:cNvSpPr txBox="1"/>
          <p:nvPr userDrawn="1"/>
        </p:nvSpPr>
        <p:spPr>
          <a:xfrm>
            <a:off x="402336" y="11247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7E9D3C-CF99-227E-9977-1B32AFD2B9C7}"/>
              </a:ext>
            </a:extLst>
          </p:cNvPr>
          <p:cNvSpPr txBox="1"/>
          <p:nvPr userDrawn="1"/>
        </p:nvSpPr>
        <p:spPr>
          <a:xfrm>
            <a:off x="1152144" y="1124712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TACTIC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452D27-FB75-CB85-4327-37F98916C29B}"/>
              </a:ext>
            </a:extLst>
          </p:cNvPr>
          <p:cNvSpPr txBox="1"/>
          <p:nvPr userDrawn="1"/>
        </p:nvSpPr>
        <p:spPr>
          <a:xfrm>
            <a:off x="2478024" y="1124712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5A31E0-8227-F009-DAAC-6E9AAD82F0AE}"/>
              </a:ext>
            </a:extLst>
          </p:cNvPr>
          <p:cNvSpPr txBox="1"/>
          <p:nvPr userDrawn="1"/>
        </p:nvSpPr>
        <p:spPr>
          <a:xfrm>
            <a:off x="5815584" y="1124712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KPI / SUCCESS METRIC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271FD9-E479-0AFB-ADDC-8A2FA9EC5180}"/>
              </a:ext>
            </a:extLst>
          </p:cNvPr>
          <p:cNvSpPr txBox="1"/>
          <p:nvPr userDrawn="1"/>
        </p:nvSpPr>
        <p:spPr>
          <a:xfrm>
            <a:off x="8787384" y="1124712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E1E3BE-8127-40E6-C45A-564B7A47D2CF}"/>
              </a:ext>
            </a:extLst>
          </p:cNvPr>
          <p:cNvSpPr txBox="1"/>
          <p:nvPr userDrawn="1"/>
        </p:nvSpPr>
        <p:spPr>
          <a:xfrm>
            <a:off x="10296144" y="112471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50" b="1">
                <a:solidFill>
                  <a:srgbClr val="FFFFFF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506180-FC1B-5658-BCF4-4B603CA66DD8}"/>
              </a:ext>
            </a:extLst>
          </p:cNvPr>
          <p:cNvSpPr/>
          <p:nvPr userDrawn="1"/>
        </p:nvSpPr>
        <p:spPr>
          <a:xfrm>
            <a:off x="329184" y="1417319"/>
            <a:ext cx="1152144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AAC914-D0C7-BA72-9644-A63726B3AE64}"/>
              </a:ext>
            </a:extLst>
          </p:cNvPr>
          <p:cNvSpPr/>
          <p:nvPr userDrawn="1"/>
        </p:nvSpPr>
        <p:spPr>
          <a:xfrm>
            <a:off x="329184" y="1979676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5">
            <a:extLst>
              <a:ext uri="{FF2B5EF4-FFF2-40B4-BE49-F238E27FC236}">
                <a16:creationId xmlns:a16="http://schemas.microsoft.com/office/drawing/2014/main" id="{0605565C-D71E-2ACA-B746-FDA1F5F0F113}"/>
              </a:ext>
            </a:extLst>
          </p:cNvPr>
          <p:cNvSpPr/>
          <p:nvPr userDrawn="1"/>
        </p:nvSpPr>
        <p:spPr>
          <a:xfrm>
            <a:off x="402336" y="1554479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A54F2F-B290-0EF9-E378-6C14470AC021}"/>
              </a:ext>
            </a:extLst>
          </p:cNvPr>
          <p:cNvSpPr txBox="1"/>
          <p:nvPr userDrawn="1"/>
        </p:nvSpPr>
        <p:spPr>
          <a:xfrm>
            <a:off x="329184" y="1554479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 dirty="0">
                <a:solidFill>
                  <a:schemeClr val="accent4">
                    <a:lumMod val="75000"/>
                  </a:schemeClr>
                </a:solidFill>
              </a:rPr>
              <a:t>{{tactic_1_type}}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C5F9D5-CDBA-B29E-36D3-306149EF8CF8}"/>
              </a:ext>
            </a:extLst>
          </p:cNvPr>
          <p:cNvSpPr txBox="1"/>
          <p:nvPr userDrawn="1"/>
        </p:nvSpPr>
        <p:spPr>
          <a:xfrm>
            <a:off x="1152144" y="1490472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{{tactic_1_name}}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E999B1-F813-89B3-6261-3BDC2864B0C0}"/>
              </a:ext>
            </a:extLst>
          </p:cNvPr>
          <p:cNvSpPr txBox="1"/>
          <p:nvPr userDrawn="1"/>
        </p:nvSpPr>
        <p:spPr>
          <a:xfrm>
            <a:off x="2478024" y="1472184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 dirty="0">
                <a:solidFill>
                  <a:schemeClr val="accent4">
                    <a:lumMod val="50000"/>
                  </a:schemeClr>
                </a:solidFill>
              </a:rPr>
              <a:t>{{tactic_1_desc}}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69D5E-B0BB-5268-F962-78773E195717}"/>
              </a:ext>
            </a:extLst>
          </p:cNvPr>
          <p:cNvSpPr txBox="1"/>
          <p:nvPr userDrawn="1"/>
        </p:nvSpPr>
        <p:spPr>
          <a:xfrm>
            <a:off x="5815584" y="1472184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{{tactic_1_kpi}}</a:t>
            </a:r>
          </a:p>
        </p:txBody>
      </p:sp>
      <p:sp>
        <p:nvSpPr>
          <p:cNvPr id="28" name="Rounded Rectangle 30">
            <a:extLst>
              <a:ext uri="{FF2B5EF4-FFF2-40B4-BE49-F238E27FC236}">
                <a16:creationId xmlns:a16="http://schemas.microsoft.com/office/drawing/2014/main" id="{68BF0725-6A01-9D60-9AA0-815E34F92BDC}"/>
              </a:ext>
            </a:extLst>
          </p:cNvPr>
          <p:cNvSpPr/>
          <p:nvPr userDrawn="1"/>
        </p:nvSpPr>
        <p:spPr>
          <a:xfrm>
            <a:off x="8693763" y="1554479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D4E38C-AFD8-BA99-00D3-E1DBD884F9AD}"/>
              </a:ext>
            </a:extLst>
          </p:cNvPr>
          <p:cNvSpPr txBox="1"/>
          <p:nvPr userDrawn="1"/>
        </p:nvSpPr>
        <p:spPr>
          <a:xfrm>
            <a:off x="8626764" y="1563623"/>
            <a:ext cx="361788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 dirty="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30" name="Rounded Rectangle 32">
            <a:extLst>
              <a:ext uri="{FF2B5EF4-FFF2-40B4-BE49-F238E27FC236}">
                <a16:creationId xmlns:a16="http://schemas.microsoft.com/office/drawing/2014/main" id="{5757D72A-F44A-BD0B-E0CE-4E9F8C4DA959}"/>
              </a:ext>
            </a:extLst>
          </p:cNvPr>
          <p:cNvSpPr/>
          <p:nvPr userDrawn="1"/>
        </p:nvSpPr>
        <p:spPr>
          <a:xfrm>
            <a:off x="8922363" y="1554479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674E57-41D5-56D1-E7B0-7B8A50C815F5}"/>
              </a:ext>
            </a:extLst>
          </p:cNvPr>
          <p:cNvSpPr txBox="1"/>
          <p:nvPr userDrawn="1"/>
        </p:nvSpPr>
        <p:spPr>
          <a:xfrm>
            <a:off x="8922363" y="1563623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32" name="Rounded Rectangle 34">
            <a:extLst>
              <a:ext uri="{FF2B5EF4-FFF2-40B4-BE49-F238E27FC236}">
                <a16:creationId xmlns:a16="http://schemas.microsoft.com/office/drawing/2014/main" id="{BA12A3FC-05E4-0608-C027-43B273E5398C}"/>
              </a:ext>
            </a:extLst>
          </p:cNvPr>
          <p:cNvSpPr/>
          <p:nvPr userDrawn="1"/>
        </p:nvSpPr>
        <p:spPr>
          <a:xfrm>
            <a:off x="9150963" y="1554479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5B22EC-4F28-6756-1C84-A4D2BD8BA664}"/>
              </a:ext>
            </a:extLst>
          </p:cNvPr>
          <p:cNvSpPr txBox="1"/>
          <p:nvPr userDrawn="1"/>
        </p:nvSpPr>
        <p:spPr>
          <a:xfrm>
            <a:off x="9150963" y="1563623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34" name="Rounded Rectangle 36">
            <a:extLst>
              <a:ext uri="{FF2B5EF4-FFF2-40B4-BE49-F238E27FC236}">
                <a16:creationId xmlns:a16="http://schemas.microsoft.com/office/drawing/2014/main" id="{2E4F62EB-F1EA-8FB9-7ED5-A69C00DC2E83}"/>
              </a:ext>
            </a:extLst>
          </p:cNvPr>
          <p:cNvSpPr/>
          <p:nvPr userDrawn="1"/>
        </p:nvSpPr>
        <p:spPr>
          <a:xfrm>
            <a:off x="9379563" y="1554479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EF6C2D-4DFA-4D64-769E-7509C34E7CCD}"/>
              </a:ext>
            </a:extLst>
          </p:cNvPr>
          <p:cNvSpPr txBox="1"/>
          <p:nvPr userDrawn="1"/>
        </p:nvSpPr>
        <p:spPr>
          <a:xfrm>
            <a:off x="9379563" y="1563623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36" name="Rounded Rectangle 38">
            <a:extLst>
              <a:ext uri="{FF2B5EF4-FFF2-40B4-BE49-F238E27FC236}">
                <a16:creationId xmlns:a16="http://schemas.microsoft.com/office/drawing/2014/main" id="{454FAD16-E9F6-370D-9513-F59CA54E5F14}"/>
              </a:ext>
            </a:extLst>
          </p:cNvPr>
          <p:cNvSpPr/>
          <p:nvPr userDrawn="1"/>
        </p:nvSpPr>
        <p:spPr>
          <a:xfrm>
            <a:off x="9608163" y="1554479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F7BEAF-4C9A-92A2-278A-9D66AD68C365}"/>
              </a:ext>
            </a:extLst>
          </p:cNvPr>
          <p:cNvSpPr txBox="1"/>
          <p:nvPr userDrawn="1"/>
        </p:nvSpPr>
        <p:spPr>
          <a:xfrm>
            <a:off x="9608163" y="1563623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38" name="Rounded Rectangle 40">
            <a:extLst>
              <a:ext uri="{FF2B5EF4-FFF2-40B4-BE49-F238E27FC236}">
                <a16:creationId xmlns:a16="http://schemas.microsoft.com/office/drawing/2014/main" id="{3907F182-4FF2-1776-D41C-E5E65FC28EFD}"/>
              </a:ext>
            </a:extLst>
          </p:cNvPr>
          <p:cNvSpPr/>
          <p:nvPr userDrawn="1"/>
        </p:nvSpPr>
        <p:spPr>
          <a:xfrm>
            <a:off x="9836763" y="1554479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B0A273-5DC2-6BF5-1244-DADC35883F30}"/>
              </a:ext>
            </a:extLst>
          </p:cNvPr>
          <p:cNvSpPr txBox="1"/>
          <p:nvPr userDrawn="1"/>
        </p:nvSpPr>
        <p:spPr>
          <a:xfrm>
            <a:off x="9836763" y="1563623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18E5DA-2EAD-31FA-EDFC-0BB82B40AA43}"/>
              </a:ext>
            </a:extLst>
          </p:cNvPr>
          <p:cNvSpPr txBox="1"/>
          <p:nvPr userDrawn="1"/>
        </p:nvSpPr>
        <p:spPr>
          <a:xfrm>
            <a:off x="8721707" y="1755648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 dirty="0">
                <a:solidFill>
                  <a:schemeClr val="accent4">
                    <a:lumMod val="50000"/>
                  </a:schemeClr>
                </a:solidFill>
              </a:rPr>
              <a:t>2027 ——— 2028</a:t>
            </a:r>
          </a:p>
        </p:txBody>
      </p:sp>
      <p:sp>
        <p:nvSpPr>
          <p:cNvPr id="41" name="Rounded Rectangle 43">
            <a:extLst>
              <a:ext uri="{FF2B5EF4-FFF2-40B4-BE49-F238E27FC236}">
                <a16:creationId xmlns:a16="http://schemas.microsoft.com/office/drawing/2014/main" id="{4A977E2A-272D-1B90-41B6-53C696155320}"/>
              </a:ext>
            </a:extLst>
          </p:cNvPr>
          <p:cNvSpPr/>
          <p:nvPr userDrawn="1"/>
        </p:nvSpPr>
        <p:spPr>
          <a:xfrm>
            <a:off x="10341863" y="1554479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901966-D5F8-2FE1-C4FE-C9D8551F591F}"/>
              </a:ext>
            </a:extLst>
          </p:cNvPr>
          <p:cNvSpPr txBox="1"/>
          <p:nvPr userDrawn="1"/>
        </p:nvSpPr>
        <p:spPr>
          <a:xfrm>
            <a:off x="10360152" y="1572767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{{tactic_1_priority}}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6052B4-62F5-EAFA-C2F9-286EBFDA52BD}"/>
              </a:ext>
            </a:extLst>
          </p:cNvPr>
          <p:cNvSpPr/>
          <p:nvPr userDrawn="1"/>
        </p:nvSpPr>
        <p:spPr>
          <a:xfrm>
            <a:off x="329184" y="1984248"/>
            <a:ext cx="11521440" cy="566928"/>
          </a:xfrm>
          <a:prstGeom prst="rect">
            <a:avLst/>
          </a:prstGeom>
          <a:solidFill>
            <a:srgbClr val="9F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A32691A-65D8-DAAC-BAA0-BD1E769AC5F0}"/>
              </a:ext>
            </a:extLst>
          </p:cNvPr>
          <p:cNvSpPr/>
          <p:nvPr userDrawn="1"/>
        </p:nvSpPr>
        <p:spPr>
          <a:xfrm>
            <a:off x="329184" y="2546604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7">
            <a:extLst>
              <a:ext uri="{FF2B5EF4-FFF2-40B4-BE49-F238E27FC236}">
                <a16:creationId xmlns:a16="http://schemas.microsoft.com/office/drawing/2014/main" id="{29A117FC-3F1C-A37F-B9B6-B864FFDCE10F}"/>
              </a:ext>
            </a:extLst>
          </p:cNvPr>
          <p:cNvSpPr/>
          <p:nvPr userDrawn="1"/>
        </p:nvSpPr>
        <p:spPr>
          <a:xfrm>
            <a:off x="402336" y="2121408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DF7543-80D2-2B28-152D-1F864C0EE13B}"/>
              </a:ext>
            </a:extLst>
          </p:cNvPr>
          <p:cNvSpPr txBox="1"/>
          <p:nvPr userDrawn="1"/>
        </p:nvSpPr>
        <p:spPr>
          <a:xfrm>
            <a:off x="329184" y="2121408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{{tactic_2_type}}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2EBCAE-C145-97DF-83F1-7DD9F0FFB24E}"/>
              </a:ext>
            </a:extLst>
          </p:cNvPr>
          <p:cNvSpPr txBox="1"/>
          <p:nvPr userDrawn="1"/>
        </p:nvSpPr>
        <p:spPr>
          <a:xfrm>
            <a:off x="1152144" y="2057400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t>{{tactic_2_name}}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95DD2B-656A-B6ED-3724-C777799CEB1D}"/>
              </a:ext>
            </a:extLst>
          </p:cNvPr>
          <p:cNvSpPr txBox="1"/>
          <p:nvPr userDrawn="1"/>
        </p:nvSpPr>
        <p:spPr>
          <a:xfrm>
            <a:off x="2478024" y="2039112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{{tactic_2_desc}}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6EE1DB-46F9-3000-1BA2-0D8F0BC81CC8}"/>
              </a:ext>
            </a:extLst>
          </p:cNvPr>
          <p:cNvSpPr txBox="1"/>
          <p:nvPr userDrawn="1"/>
        </p:nvSpPr>
        <p:spPr>
          <a:xfrm>
            <a:off x="5815584" y="2039112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{{tactic_2_kpi}}</a:t>
            </a:r>
          </a:p>
        </p:txBody>
      </p:sp>
      <p:sp>
        <p:nvSpPr>
          <p:cNvPr id="50" name="Rounded Rectangle 52">
            <a:extLst>
              <a:ext uri="{FF2B5EF4-FFF2-40B4-BE49-F238E27FC236}">
                <a16:creationId xmlns:a16="http://schemas.microsoft.com/office/drawing/2014/main" id="{1E356FCD-4148-19D9-99CD-AB158248E824}"/>
              </a:ext>
            </a:extLst>
          </p:cNvPr>
          <p:cNvSpPr/>
          <p:nvPr userDrawn="1"/>
        </p:nvSpPr>
        <p:spPr>
          <a:xfrm>
            <a:off x="8693763" y="212140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DDBF85-760C-B2B6-DA70-5E55A8236EC7}"/>
              </a:ext>
            </a:extLst>
          </p:cNvPr>
          <p:cNvSpPr txBox="1"/>
          <p:nvPr userDrawn="1"/>
        </p:nvSpPr>
        <p:spPr>
          <a:xfrm>
            <a:off x="86937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52" name="Rounded Rectangle 54">
            <a:extLst>
              <a:ext uri="{FF2B5EF4-FFF2-40B4-BE49-F238E27FC236}">
                <a16:creationId xmlns:a16="http://schemas.microsoft.com/office/drawing/2014/main" id="{95711134-2D65-1A6E-7E4C-5FC83E8DA766}"/>
              </a:ext>
            </a:extLst>
          </p:cNvPr>
          <p:cNvSpPr/>
          <p:nvPr userDrawn="1"/>
        </p:nvSpPr>
        <p:spPr>
          <a:xfrm>
            <a:off x="8922363" y="212140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6BF499-A177-4A79-0675-66B17B1F97F2}"/>
              </a:ext>
            </a:extLst>
          </p:cNvPr>
          <p:cNvSpPr txBox="1"/>
          <p:nvPr userDrawn="1"/>
        </p:nvSpPr>
        <p:spPr>
          <a:xfrm>
            <a:off x="89223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54" name="Rounded Rectangle 56">
            <a:extLst>
              <a:ext uri="{FF2B5EF4-FFF2-40B4-BE49-F238E27FC236}">
                <a16:creationId xmlns:a16="http://schemas.microsoft.com/office/drawing/2014/main" id="{C9CA5CEF-6AC9-6BAB-3467-6722C7259C8E}"/>
              </a:ext>
            </a:extLst>
          </p:cNvPr>
          <p:cNvSpPr/>
          <p:nvPr userDrawn="1"/>
        </p:nvSpPr>
        <p:spPr>
          <a:xfrm>
            <a:off x="9150963" y="212140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F73250-874A-7F07-03B9-52EE548DA08F}"/>
              </a:ext>
            </a:extLst>
          </p:cNvPr>
          <p:cNvSpPr txBox="1"/>
          <p:nvPr userDrawn="1"/>
        </p:nvSpPr>
        <p:spPr>
          <a:xfrm>
            <a:off x="91509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56" name="Rounded Rectangle 58">
            <a:extLst>
              <a:ext uri="{FF2B5EF4-FFF2-40B4-BE49-F238E27FC236}">
                <a16:creationId xmlns:a16="http://schemas.microsoft.com/office/drawing/2014/main" id="{60614D8F-E2EA-7224-9EF7-25343DE1304C}"/>
              </a:ext>
            </a:extLst>
          </p:cNvPr>
          <p:cNvSpPr/>
          <p:nvPr userDrawn="1"/>
        </p:nvSpPr>
        <p:spPr>
          <a:xfrm>
            <a:off x="9379563" y="212140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0A9957-1A61-8B8B-D27A-504E2F4C2045}"/>
              </a:ext>
            </a:extLst>
          </p:cNvPr>
          <p:cNvSpPr txBox="1"/>
          <p:nvPr userDrawn="1"/>
        </p:nvSpPr>
        <p:spPr>
          <a:xfrm>
            <a:off x="93795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58" name="Rounded Rectangle 60">
            <a:extLst>
              <a:ext uri="{FF2B5EF4-FFF2-40B4-BE49-F238E27FC236}">
                <a16:creationId xmlns:a16="http://schemas.microsoft.com/office/drawing/2014/main" id="{F8F3E461-25AF-9353-5102-5E48F53D4061}"/>
              </a:ext>
            </a:extLst>
          </p:cNvPr>
          <p:cNvSpPr/>
          <p:nvPr userDrawn="1"/>
        </p:nvSpPr>
        <p:spPr>
          <a:xfrm>
            <a:off x="9608163" y="2121408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8D1B5D-308E-5B92-46FE-5D9679F08532}"/>
              </a:ext>
            </a:extLst>
          </p:cNvPr>
          <p:cNvSpPr txBox="1"/>
          <p:nvPr userDrawn="1"/>
        </p:nvSpPr>
        <p:spPr>
          <a:xfrm>
            <a:off x="96081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60" name="Rounded Rectangle 62">
            <a:extLst>
              <a:ext uri="{FF2B5EF4-FFF2-40B4-BE49-F238E27FC236}">
                <a16:creationId xmlns:a16="http://schemas.microsoft.com/office/drawing/2014/main" id="{2442399C-6B50-1FD1-1CCA-3FC84A407890}"/>
              </a:ext>
            </a:extLst>
          </p:cNvPr>
          <p:cNvSpPr/>
          <p:nvPr userDrawn="1"/>
        </p:nvSpPr>
        <p:spPr>
          <a:xfrm>
            <a:off x="9836763" y="2121408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21ECDC-9859-667B-A6EC-15B643B825A6}"/>
              </a:ext>
            </a:extLst>
          </p:cNvPr>
          <p:cNvSpPr txBox="1"/>
          <p:nvPr userDrawn="1"/>
        </p:nvSpPr>
        <p:spPr>
          <a:xfrm>
            <a:off x="9836763" y="213055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7E98A4-F073-11F6-2FFB-BD78A4D3D3BD}"/>
              </a:ext>
            </a:extLst>
          </p:cNvPr>
          <p:cNvSpPr txBox="1"/>
          <p:nvPr userDrawn="1"/>
        </p:nvSpPr>
        <p:spPr>
          <a:xfrm>
            <a:off x="8721707" y="2322576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bg1"/>
                </a:solidFill>
              </a:rPr>
              <a:t>2027 ——— 2028</a:t>
            </a:r>
          </a:p>
        </p:txBody>
      </p:sp>
      <p:sp>
        <p:nvSpPr>
          <p:cNvPr id="63" name="Rounded Rectangle 65">
            <a:extLst>
              <a:ext uri="{FF2B5EF4-FFF2-40B4-BE49-F238E27FC236}">
                <a16:creationId xmlns:a16="http://schemas.microsoft.com/office/drawing/2014/main" id="{5CDF2588-7F5E-1BB5-AE9F-3CEDFC78F155}"/>
              </a:ext>
            </a:extLst>
          </p:cNvPr>
          <p:cNvSpPr/>
          <p:nvPr userDrawn="1"/>
        </p:nvSpPr>
        <p:spPr>
          <a:xfrm>
            <a:off x="10341863" y="2121408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0F9980-38CA-D329-3220-C4D8AACCFDBA}"/>
              </a:ext>
            </a:extLst>
          </p:cNvPr>
          <p:cNvSpPr txBox="1"/>
          <p:nvPr userDrawn="1"/>
        </p:nvSpPr>
        <p:spPr>
          <a:xfrm>
            <a:off x="10360152" y="2139696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{{tactic_2_priority}}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9689D0E-6F3D-157F-D0A4-6FD70BF1BD98}"/>
              </a:ext>
            </a:extLst>
          </p:cNvPr>
          <p:cNvSpPr/>
          <p:nvPr userDrawn="1"/>
        </p:nvSpPr>
        <p:spPr>
          <a:xfrm>
            <a:off x="329184" y="2551176"/>
            <a:ext cx="1152144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482F676-D02A-369E-A9FD-102E1A7419CC}"/>
              </a:ext>
            </a:extLst>
          </p:cNvPr>
          <p:cNvSpPr/>
          <p:nvPr userDrawn="1"/>
        </p:nvSpPr>
        <p:spPr>
          <a:xfrm>
            <a:off x="329184" y="3113532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9">
            <a:extLst>
              <a:ext uri="{FF2B5EF4-FFF2-40B4-BE49-F238E27FC236}">
                <a16:creationId xmlns:a16="http://schemas.microsoft.com/office/drawing/2014/main" id="{4F13F011-42D9-B469-FE0D-2C0311A4AFCE}"/>
              </a:ext>
            </a:extLst>
          </p:cNvPr>
          <p:cNvSpPr/>
          <p:nvPr userDrawn="1"/>
        </p:nvSpPr>
        <p:spPr>
          <a:xfrm>
            <a:off x="402336" y="2688336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F196E6-581D-81EB-824B-881CE8964A8F}"/>
              </a:ext>
            </a:extLst>
          </p:cNvPr>
          <p:cNvSpPr txBox="1"/>
          <p:nvPr userDrawn="1"/>
        </p:nvSpPr>
        <p:spPr>
          <a:xfrm>
            <a:off x="329184" y="2688336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{{tactic_3_type}}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F8BD00-3394-ED42-1338-6C454C5E03F8}"/>
              </a:ext>
            </a:extLst>
          </p:cNvPr>
          <p:cNvSpPr txBox="1"/>
          <p:nvPr userDrawn="1"/>
        </p:nvSpPr>
        <p:spPr>
          <a:xfrm>
            <a:off x="1152144" y="2624328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{{tactic_3_name}}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5DD772-95B7-608B-CCC6-8BAFC8DACF60}"/>
              </a:ext>
            </a:extLst>
          </p:cNvPr>
          <p:cNvSpPr txBox="1"/>
          <p:nvPr userDrawn="1"/>
        </p:nvSpPr>
        <p:spPr>
          <a:xfrm>
            <a:off x="2478024" y="260604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{{tactic_3_desc}}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A00456-516F-A288-4915-80ABE80244C6}"/>
              </a:ext>
            </a:extLst>
          </p:cNvPr>
          <p:cNvSpPr txBox="1"/>
          <p:nvPr userDrawn="1"/>
        </p:nvSpPr>
        <p:spPr>
          <a:xfrm>
            <a:off x="5815584" y="2606040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{{tactic_3_kpi}}</a:t>
            </a:r>
          </a:p>
        </p:txBody>
      </p:sp>
      <p:sp>
        <p:nvSpPr>
          <p:cNvPr id="72" name="Rounded Rectangle 74">
            <a:extLst>
              <a:ext uri="{FF2B5EF4-FFF2-40B4-BE49-F238E27FC236}">
                <a16:creationId xmlns:a16="http://schemas.microsoft.com/office/drawing/2014/main" id="{1D7B0066-405E-AFCA-A06E-86E38D5F3623}"/>
              </a:ext>
            </a:extLst>
          </p:cNvPr>
          <p:cNvSpPr/>
          <p:nvPr userDrawn="1"/>
        </p:nvSpPr>
        <p:spPr>
          <a:xfrm>
            <a:off x="8693763" y="268833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50D59B-A6EB-0533-F7B1-4FCDCAD55302}"/>
              </a:ext>
            </a:extLst>
          </p:cNvPr>
          <p:cNvSpPr txBox="1"/>
          <p:nvPr userDrawn="1"/>
        </p:nvSpPr>
        <p:spPr>
          <a:xfrm>
            <a:off x="86937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74" name="Rounded Rectangle 76">
            <a:extLst>
              <a:ext uri="{FF2B5EF4-FFF2-40B4-BE49-F238E27FC236}">
                <a16:creationId xmlns:a16="http://schemas.microsoft.com/office/drawing/2014/main" id="{6C291711-04DC-5AC1-BADE-444E787A188C}"/>
              </a:ext>
            </a:extLst>
          </p:cNvPr>
          <p:cNvSpPr/>
          <p:nvPr userDrawn="1"/>
        </p:nvSpPr>
        <p:spPr>
          <a:xfrm>
            <a:off x="8922363" y="268833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6CB091F-D092-493E-D1FF-E0B83D4237F1}"/>
              </a:ext>
            </a:extLst>
          </p:cNvPr>
          <p:cNvSpPr txBox="1"/>
          <p:nvPr userDrawn="1"/>
        </p:nvSpPr>
        <p:spPr>
          <a:xfrm>
            <a:off x="89223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76" name="Rounded Rectangle 78">
            <a:extLst>
              <a:ext uri="{FF2B5EF4-FFF2-40B4-BE49-F238E27FC236}">
                <a16:creationId xmlns:a16="http://schemas.microsoft.com/office/drawing/2014/main" id="{B7BE2CF6-98A9-782F-929E-E733EB640125}"/>
              </a:ext>
            </a:extLst>
          </p:cNvPr>
          <p:cNvSpPr/>
          <p:nvPr userDrawn="1"/>
        </p:nvSpPr>
        <p:spPr>
          <a:xfrm>
            <a:off x="9150963" y="268833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D37B605-06B3-5643-DE32-6FC1C3791DF9}"/>
              </a:ext>
            </a:extLst>
          </p:cNvPr>
          <p:cNvSpPr txBox="1"/>
          <p:nvPr userDrawn="1"/>
        </p:nvSpPr>
        <p:spPr>
          <a:xfrm>
            <a:off x="91509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78" name="Rounded Rectangle 80">
            <a:extLst>
              <a:ext uri="{FF2B5EF4-FFF2-40B4-BE49-F238E27FC236}">
                <a16:creationId xmlns:a16="http://schemas.microsoft.com/office/drawing/2014/main" id="{06FE3E88-747F-BA7F-0423-66C83945B572}"/>
              </a:ext>
            </a:extLst>
          </p:cNvPr>
          <p:cNvSpPr/>
          <p:nvPr userDrawn="1"/>
        </p:nvSpPr>
        <p:spPr>
          <a:xfrm>
            <a:off x="9379563" y="268833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094795B-FF44-F3CC-8ADA-1829F8B47D82}"/>
              </a:ext>
            </a:extLst>
          </p:cNvPr>
          <p:cNvSpPr txBox="1"/>
          <p:nvPr userDrawn="1"/>
        </p:nvSpPr>
        <p:spPr>
          <a:xfrm>
            <a:off x="93795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80" name="Rounded Rectangle 82">
            <a:extLst>
              <a:ext uri="{FF2B5EF4-FFF2-40B4-BE49-F238E27FC236}">
                <a16:creationId xmlns:a16="http://schemas.microsoft.com/office/drawing/2014/main" id="{14E78BD4-12D7-400A-8BA8-94F7D04032FE}"/>
              </a:ext>
            </a:extLst>
          </p:cNvPr>
          <p:cNvSpPr/>
          <p:nvPr userDrawn="1"/>
        </p:nvSpPr>
        <p:spPr>
          <a:xfrm>
            <a:off x="9608163" y="2688336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31C3E53-EA94-50B1-190C-EA373D4F3C03}"/>
              </a:ext>
            </a:extLst>
          </p:cNvPr>
          <p:cNvSpPr txBox="1"/>
          <p:nvPr userDrawn="1"/>
        </p:nvSpPr>
        <p:spPr>
          <a:xfrm>
            <a:off x="96081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82" name="Rounded Rectangle 84">
            <a:extLst>
              <a:ext uri="{FF2B5EF4-FFF2-40B4-BE49-F238E27FC236}">
                <a16:creationId xmlns:a16="http://schemas.microsoft.com/office/drawing/2014/main" id="{FB505EF4-9AEB-6CCB-D015-1DAC5CDA2B40}"/>
              </a:ext>
            </a:extLst>
          </p:cNvPr>
          <p:cNvSpPr/>
          <p:nvPr userDrawn="1"/>
        </p:nvSpPr>
        <p:spPr>
          <a:xfrm>
            <a:off x="9836763" y="2688336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B2637E-BA03-B2A2-5760-1CC67368D003}"/>
              </a:ext>
            </a:extLst>
          </p:cNvPr>
          <p:cNvSpPr txBox="1"/>
          <p:nvPr userDrawn="1"/>
        </p:nvSpPr>
        <p:spPr>
          <a:xfrm>
            <a:off x="9836763" y="269748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81BF47D-4E8B-7FE6-1370-CDFA854186E3}"/>
              </a:ext>
            </a:extLst>
          </p:cNvPr>
          <p:cNvSpPr txBox="1"/>
          <p:nvPr userDrawn="1"/>
        </p:nvSpPr>
        <p:spPr>
          <a:xfrm>
            <a:off x="8721707" y="2889504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accent4">
                    <a:lumMod val="50000"/>
                  </a:schemeClr>
                </a:solidFill>
              </a:rPr>
              <a:t>2027 ——— 2028</a:t>
            </a:r>
          </a:p>
        </p:txBody>
      </p:sp>
      <p:sp>
        <p:nvSpPr>
          <p:cNvPr id="85" name="Rounded Rectangle 87">
            <a:extLst>
              <a:ext uri="{FF2B5EF4-FFF2-40B4-BE49-F238E27FC236}">
                <a16:creationId xmlns:a16="http://schemas.microsoft.com/office/drawing/2014/main" id="{DEA8A773-A54F-470A-AE48-0546380E9E2A}"/>
              </a:ext>
            </a:extLst>
          </p:cNvPr>
          <p:cNvSpPr/>
          <p:nvPr userDrawn="1"/>
        </p:nvSpPr>
        <p:spPr>
          <a:xfrm>
            <a:off x="10341863" y="2688336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F1D3D0-F6A8-E4F0-BC58-43057B140843}"/>
              </a:ext>
            </a:extLst>
          </p:cNvPr>
          <p:cNvSpPr txBox="1"/>
          <p:nvPr userDrawn="1"/>
        </p:nvSpPr>
        <p:spPr>
          <a:xfrm>
            <a:off x="10360152" y="2706624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{{tactic_3_priority}}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A58E2F6-26D8-0BE4-B1A2-F598594BAD4E}"/>
              </a:ext>
            </a:extLst>
          </p:cNvPr>
          <p:cNvSpPr/>
          <p:nvPr userDrawn="1"/>
        </p:nvSpPr>
        <p:spPr>
          <a:xfrm>
            <a:off x="329184" y="3118103"/>
            <a:ext cx="11521440" cy="566928"/>
          </a:xfrm>
          <a:prstGeom prst="rect">
            <a:avLst/>
          </a:prstGeom>
          <a:solidFill>
            <a:srgbClr val="9F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4E9BA1F-4EA0-7D1E-601A-6705BC625C11}"/>
              </a:ext>
            </a:extLst>
          </p:cNvPr>
          <p:cNvSpPr/>
          <p:nvPr userDrawn="1"/>
        </p:nvSpPr>
        <p:spPr>
          <a:xfrm>
            <a:off x="329184" y="3680459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91">
            <a:extLst>
              <a:ext uri="{FF2B5EF4-FFF2-40B4-BE49-F238E27FC236}">
                <a16:creationId xmlns:a16="http://schemas.microsoft.com/office/drawing/2014/main" id="{762F1AA2-1514-0FC6-EAD2-261548DED5C3}"/>
              </a:ext>
            </a:extLst>
          </p:cNvPr>
          <p:cNvSpPr/>
          <p:nvPr userDrawn="1"/>
        </p:nvSpPr>
        <p:spPr>
          <a:xfrm>
            <a:off x="402336" y="3255263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74C9C3-2E6D-7EFE-EAA2-9214902F7F72}"/>
              </a:ext>
            </a:extLst>
          </p:cNvPr>
          <p:cNvSpPr txBox="1"/>
          <p:nvPr userDrawn="1"/>
        </p:nvSpPr>
        <p:spPr>
          <a:xfrm>
            <a:off x="329184" y="3255263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{{tactic_4_type}}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FC68E23-2F50-C028-0FA8-EEDB1C125E76}"/>
              </a:ext>
            </a:extLst>
          </p:cNvPr>
          <p:cNvSpPr txBox="1"/>
          <p:nvPr userDrawn="1"/>
        </p:nvSpPr>
        <p:spPr>
          <a:xfrm>
            <a:off x="1152144" y="3191256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t>{{tactic_4_name}}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5BF78A6-7C25-0238-499D-3E1C884B73DB}"/>
              </a:ext>
            </a:extLst>
          </p:cNvPr>
          <p:cNvSpPr txBox="1"/>
          <p:nvPr userDrawn="1"/>
        </p:nvSpPr>
        <p:spPr>
          <a:xfrm>
            <a:off x="2478024" y="3172968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{{tactic_4_desc}}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472AB4D-8BE5-4D4C-CCED-1B30D774DC8B}"/>
              </a:ext>
            </a:extLst>
          </p:cNvPr>
          <p:cNvSpPr txBox="1"/>
          <p:nvPr userDrawn="1"/>
        </p:nvSpPr>
        <p:spPr>
          <a:xfrm>
            <a:off x="5815584" y="3172968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{{tactic_4_kpi}}</a:t>
            </a:r>
          </a:p>
        </p:txBody>
      </p:sp>
      <p:sp>
        <p:nvSpPr>
          <p:cNvPr id="94" name="Rounded Rectangle 96">
            <a:extLst>
              <a:ext uri="{FF2B5EF4-FFF2-40B4-BE49-F238E27FC236}">
                <a16:creationId xmlns:a16="http://schemas.microsoft.com/office/drawing/2014/main" id="{A474EFE2-E4AB-C550-57D8-23744BCE0239}"/>
              </a:ext>
            </a:extLst>
          </p:cNvPr>
          <p:cNvSpPr/>
          <p:nvPr userDrawn="1"/>
        </p:nvSpPr>
        <p:spPr>
          <a:xfrm>
            <a:off x="8693763" y="3255263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2FBDA6D-FCD2-FC84-3D07-6EE582C7D893}"/>
              </a:ext>
            </a:extLst>
          </p:cNvPr>
          <p:cNvSpPr txBox="1"/>
          <p:nvPr userDrawn="1"/>
        </p:nvSpPr>
        <p:spPr>
          <a:xfrm>
            <a:off x="86937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96" name="Rounded Rectangle 98">
            <a:extLst>
              <a:ext uri="{FF2B5EF4-FFF2-40B4-BE49-F238E27FC236}">
                <a16:creationId xmlns:a16="http://schemas.microsoft.com/office/drawing/2014/main" id="{799ADF24-09A2-B37A-7435-B539A598CB29}"/>
              </a:ext>
            </a:extLst>
          </p:cNvPr>
          <p:cNvSpPr/>
          <p:nvPr userDrawn="1"/>
        </p:nvSpPr>
        <p:spPr>
          <a:xfrm>
            <a:off x="8922363" y="3255263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30DE64A-D687-D51C-093E-56826543CF60}"/>
              </a:ext>
            </a:extLst>
          </p:cNvPr>
          <p:cNvSpPr txBox="1"/>
          <p:nvPr userDrawn="1"/>
        </p:nvSpPr>
        <p:spPr>
          <a:xfrm>
            <a:off x="89223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98" name="Rounded Rectangle 100">
            <a:extLst>
              <a:ext uri="{FF2B5EF4-FFF2-40B4-BE49-F238E27FC236}">
                <a16:creationId xmlns:a16="http://schemas.microsoft.com/office/drawing/2014/main" id="{BFF9C679-1B48-D394-7DE7-F5B86BA873FA}"/>
              </a:ext>
            </a:extLst>
          </p:cNvPr>
          <p:cNvSpPr/>
          <p:nvPr userDrawn="1"/>
        </p:nvSpPr>
        <p:spPr>
          <a:xfrm>
            <a:off x="9150963" y="3255263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14CB509-2E2E-2F26-CCC8-6DCCD5B098F3}"/>
              </a:ext>
            </a:extLst>
          </p:cNvPr>
          <p:cNvSpPr txBox="1"/>
          <p:nvPr userDrawn="1"/>
        </p:nvSpPr>
        <p:spPr>
          <a:xfrm>
            <a:off x="91509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100" name="Rounded Rectangle 102">
            <a:extLst>
              <a:ext uri="{FF2B5EF4-FFF2-40B4-BE49-F238E27FC236}">
                <a16:creationId xmlns:a16="http://schemas.microsoft.com/office/drawing/2014/main" id="{26652DDE-04F3-71EB-5E6A-BC6E73D29E32}"/>
              </a:ext>
            </a:extLst>
          </p:cNvPr>
          <p:cNvSpPr/>
          <p:nvPr userDrawn="1"/>
        </p:nvSpPr>
        <p:spPr>
          <a:xfrm>
            <a:off x="9379563" y="3255263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C6AC65F-3F04-FF70-4BFE-9DCAAC760412}"/>
              </a:ext>
            </a:extLst>
          </p:cNvPr>
          <p:cNvSpPr txBox="1"/>
          <p:nvPr userDrawn="1"/>
        </p:nvSpPr>
        <p:spPr>
          <a:xfrm>
            <a:off x="93795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102" name="Rounded Rectangle 104">
            <a:extLst>
              <a:ext uri="{FF2B5EF4-FFF2-40B4-BE49-F238E27FC236}">
                <a16:creationId xmlns:a16="http://schemas.microsoft.com/office/drawing/2014/main" id="{7591725E-81F4-B157-EC4A-0ED7500B9E01}"/>
              </a:ext>
            </a:extLst>
          </p:cNvPr>
          <p:cNvSpPr/>
          <p:nvPr userDrawn="1"/>
        </p:nvSpPr>
        <p:spPr>
          <a:xfrm>
            <a:off x="9608163" y="3255263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475AA78-3716-73FD-B089-A6AD5300C7CB}"/>
              </a:ext>
            </a:extLst>
          </p:cNvPr>
          <p:cNvSpPr txBox="1"/>
          <p:nvPr userDrawn="1"/>
        </p:nvSpPr>
        <p:spPr>
          <a:xfrm>
            <a:off x="96081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04" name="Rounded Rectangle 106">
            <a:extLst>
              <a:ext uri="{FF2B5EF4-FFF2-40B4-BE49-F238E27FC236}">
                <a16:creationId xmlns:a16="http://schemas.microsoft.com/office/drawing/2014/main" id="{4F6216AD-C940-F0EA-34B2-30DFC0DE25AB}"/>
              </a:ext>
            </a:extLst>
          </p:cNvPr>
          <p:cNvSpPr/>
          <p:nvPr userDrawn="1"/>
        </p:nvSpPr>
        <p:spPr>
          <a:xfrm>
            <a:off x="9836763" y="3255263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7B3FF54-C321-35D6-079A-09A384A5FC1E}"/>
              </a:ext>
            </a:extLst>
          </p:cNvPr>
          <p:cNvSpPr txBox="1"/>
          <p:nvPr userDrawn="1"/>
        </p:nvSpPr>
        <p:spPr>
          <a:xfrm>
            <a:off x="9836763" y="3264408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4BEFC36-D084-C939-4176-BEC43184BCC5}"/>
              </a:ext>
            </a:extLst>
          </p:cNvPr>
          <p:cNvSpPr txBox="1"/>
          <p:nvPr userDrawn="1"/>
        </p:nvSpPr>
        <p:spPr>
          <a:xfrm>
            <a:off x="8721707" y="3456432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bg1"/>
                </a:solidFill>
              </a:rPr>
              <a:t>2027 ——— 2028</a:t>
            </a:r>
          </a:p>
        </p:txBody>
      </p:sp>
      <p:sp>
        <p:nvSpPr>
          <p:cNvPr id="107" name="Rounded Rectangle 109">
            <a:extLst>
              <a:ext uri="{FF2B5EF4-FFF2-40B4-BE49-F238E27FC236}">
                <a16:creationId xmlns:a16="http://schemas.microsoft.com/office/drawing/2014/main" id="{9C7003DF-45D8-2C6F-2456-732D1351CE0E}"/>
              </a:ext>
            </a:extLst>
          </p:cNvPr>
          <p:cNvSpPr/>
          <p:nvPr userDrawn="1"/>
        </p:nvSpPr>
        <p:spPr>
          <a:xfrm>
            <a:off x="10341863" y="3255263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94BE336-61F9-4491-A8E8-53EC4496A460}"/>
              </a:ext>
            </a:extLst>
          </p:cNvPr>
          <p:cNvSpPr txBox="1"/>
          <p:nvPr userDrawn="1"/>
        </p:nvSpPr>
        <p:spPr>
          <a:xfrm>
            <a:off x="10360152" y="3273551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{{tactic_4_priority}}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6EF827D-27D5-6AAD-7F04-B0B56513C2C7}"/>
              </a:ext>
            </a:extLst>
          </p:cNvPr>
          <p:cNvSpPr/>
          <p:nvPr userDrawn="1"/>
        </p:nvSpPr>
        <p:spPr>
          <a:xfrm>
            <a:off x="329184" y="3685031"/>
            <a:ext cx="1152144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D274F46-55DA-98CC-A70D-D958A0941EBE}"/>
              </a:ext>
            </a:extLst>
          </p:cNvPr>
          <p:cNvSpPr/>
          <p:nvPr userDrawn="1"/>
        </p:nvSpPr>
        <p:spPr>
          <a:xfrm>
            <a:off x="329184" y="4247388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3">
            <a:extLst>
              <a:ext uri="{FF2B5EF4-FFF2-40B4-BE49-F238E27FC236}">
                <a16:creationId xmlns:a16="http://schemas.microsoft.com/office/drawing/2014/main" id="{259B49F4-F3BC-EEA0-8838-6268614A6F98}"/>
              </a:ext>
            </a:extLst>
          </p:cNvPr>
          <p:cNvSpPr/>
          <p:nvPr userDrawn="1"/>
        </p:nvSpPr>
        <p:spPr>
          <a:xfrm>
            <a:off x="402336" y="3822191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82A6A6-B484-1D4C-8C64-FABBDA06D8AC}"/>
              </a:ext>
            </a:extLst>
          </p:cNvPr>
          <p:cNvSpPr txBox="1"/>
          <p:nvPr userDrawn="1"/>
        </p:nvSpPr>
        <p:spPr>
          <a:xfrm>
            <a:off x="329184" y="3822191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{{tactic_5_type}}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0871B99-B537-F033-1683-E52F009CB058}"/>
              </a:ext>
            </a:extLst>
          </p:cNvPr>
          <p:cNvSpPr txBox="1"/>
          <p:nvPr userDrawn="1"/>
        </p:nvSpPr>
        <p:spPr>
          <a:xfrm>
            <a:off x="1152144" y="3758183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chemeClr val="accent4">
                    <a:lumMod val="75000"/>
                  </a:schemeClr>
                </a:solidFill>
              </a:rPr>
              <a:t>{{tactic_5_name}}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7FDA947-CDD0-4930-074C-734E75F31A7E}"/>
              </a:ext>
            </a:extLst>
          </p:cNvPr>
          <p:cNvSpPr txBox="1"/>
          <p:nvPr userDrawn="1"/>
        </p:nvSpPr>
        <p:spPr>
          <a:xfrm>
            <a:off x="2478024" y="3739895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{{tactic_5_desc}}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4046312-F0A2-69F1-02A0-F80404141FA1}"/>
              </a:ext>
            </a:extLst>
          </p:cNvPr>
          <p:cNvSpPr txBox="1"/>
          <p:nvPr userDrawn="1"/>
        </p:nvSpPr>
        <p:spPr>
          <a:xfrm>
            <a:off x="5815584" y="3739895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{{tactic_5_kpi}}</a:t>
            </a:r>
          </a:p>
        </p:txBody>
      </p:sp>
      <p:sp>
        <p:nvSpPr>
          <p:cNvPr id="116" name="Rounded Rectangle 118">
            <a:extLst>
              <a:ext uri="{FF2B5EF4-FFF2-40B4-BE49-F238E27FC236}">
                <a16:creationId xmlns:a16="http://schemas.microsoft.com/office/drawing/2014/main" id="{03192AED-95B1-E2A9-11F1-72947C640050}"/>
              </a:ext>
            </a:extLst>
          </p:cNvPr>
          <p:cNvSpPr/>
          <p:nvPr userDrawn="1"/>
        </p:nvSpPr>
        <p:spPr>
          <a:xfrm>
            <a:off x="8693763" y="3822191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087B3B7-6D94-58AD-9DF6-6CDDC77FA99B}"/>
              </a:ext>
            </a:extLst>
          </p:cNvPr>
          <p:cNvSpPr txBox="1"/>
          <p:nvPr userDrawn="1"/>
        </p:nvSpPr>
        <p:spPr>
          <a:xfrm>
            <a:off x="86937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18" name="Rounded Rectangle 120">
            <a:extLst>
              <a:ext uri="{FF2B5EF4-FFF2-40B4-BE49-F238E27FC236}">
                <a16:creationId xmlns:a16="http://schemas.microsoft.com/office/drawing/2014/main" id="{A8E16FD0-3FDC-AE81-15CA-3F0E5EFF2365}"/>
              </a:ext>
            </a:extLst>
          </p:cNvPr>
          <p:cNvSpPr/>
          <p:nvPr userDrawn="1"/>
        </p:nvSpPr>
        <p:spPr>
          <a:xfrm>
            <a:off x="8922363" y="3822191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764A889-FB26-6C81-A70A-DA59279A7C55}"/>
              </a:ext>
            </a:extLst>
          </p:cNvPr>
          <p:cNvSpPr txBox="1"/>
          <p:nvPr userDrawn="1"/>
        </p:nvSpPr>
        <p:spPr>
          <a:xfrm>
            <a:off x="89223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20" name="Rounded Rectangle 122">
            <a:extLst>
              <a:ext uri="{FF2B5EF4-FFF2-40B4-BE49-F238E27FC236}">
                <a16:creationId xmlns:a16="http://schemas.microsoft.com/office/drawing/2014/main" id="{D6BF73EB-E10E-7047-FAAB-8F03213414B6}"/>
              </a:ext>
            </a:extLst>
          </p:cNvPr>
          <p:cNvSpPr/>
          <p:nvPr userDrawn="1"/>
        </p:nvSpPr>
        <p:spPr>
          <a:xfrm>
            <a:off x="9150963" y="3822191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37D7018-8AF7-C530-BC05-294EAAB29CE3}"/>
              </a:ext>
            </a:extLst>
          </p:cNvPr>
          <p:cNvSpPr txBox="1"/>
          <p:nvPr userDrawn="1"/>
        </p:nvSpPr>
        <p:spPr>
          <a:xfrm>
            <a:off x="91509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122" name="Rounded Rectangle 124">
            <a:extLst>
              <a:ext uri="{FF2B5EF4-FFF2-40B4-BE49-F238E27FC236}">
                <a16:creationId xmlns:a16="http://schemas.microsoft.com/office/drawing/2014/main" id="{7159B8AE-93D4-9EB3-4A4A-7B89BDB0DE4C}"/>
              </a:ext>
            </a:extLst>
          </p:cNvPr>
          <p:cNvSpPr/>
          <p:nvPr userDrawn="1"/>
        </p:nvSpPr>
        <p:spPr>
          <a:xfrm>
            <a:off x="9379563" y="3822191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D5FEFA5-8CCC-DA96-B6AF-CFF54ED4F602}"/>
              </a:ext>
            </a:extLst>
          </p:cNvPr>
          <p:cNvSpPr txBox="1"/>
          <p:nvPr userDrawn="1"/>
        </p:nvSpPr>
        <p:spPr>
          <a:xfrm>
            <a:off x="93795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124" name="Rounded Rectangle 126">
            <a:extLst>
              <a:ext uri="{FF2B5EF4-FFF2-40B4-BE49-F238E27FC236}">
                <a16:creationId xmlns:a16="http://schemas.microsoft.com/office/drawing/2014/main" id="{EFA3F399-853A-10FA-5343-E37DE7720E08}"/>
              </a:ext>
            </a:extLst>
          </p:cNvPr>
          <p:cNvSpPr/>
          <p:nvPr userDrawn="1"/>
        </p:nvSpPr>
        <p:spPr>
          <a:xfrm>
            <a:off x="9608163" y="3822191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00D787E-ED61-986E-7DFC-EF690E4E94B6}"/>
              </a:ext>
            </a:extLst>
          </p:cNvPr>
          <p:cNvSpPr txBox="1"/>
          <p:nvPr userDrawn="1"/>
        </p:nvSpPr>
        <p:spPr>
          <a:xfrm>
            <a:off x="96081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26" name="Rounded Rectangle 128">
            <a:extLst>
              <a:ext uri="{FF2B5EF4-FFF2-40B4-BE49-F238E27FC236}">
                <a16:creationId xmlns:a16="http://schemas.microsoft.com/office/drawing/2014/main" id="{BA0C1F55-1C01-C8CE-57C1-0856517CE7F1}"/>
              </a:ext>
            </a:extLst>
          </p:cNvPr>
          <p:cNvSpPr/>
          <p:nvPr userDrawn="1"/>
        </p:nvSpPr>
        <p:spPr>
          <a:xfrm>
            <a:off x="9836763" y="3822191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BC9594B-4155-01C3-5A29-5AA5308275A4}"/>
              </a:ext>
            </a:extLst>
          </p:cNvPr>
          <p:cNvSpPr txBox="1"/>
          <p:nvPr userDrawn="1"/>
        </p:nvSpPr>
        <p:spPr>
          <a:xfrm>
            <a:off x="9836763" y="3831335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D1644FA-A6B6-5315-2998-E82D7B8720B2}"/>
              </a:ext>
            </a:extLst>
          </p:cNvPr>
          <p:cNvSpPr txBox="1"/>
          <p:nvPr userDrawn="1"/>
        </p:nvSpPr>
        <p:spPr>
          <a:xfrm>
            <a:off x="8721707" y="4023359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accent4">
                    <a:lumMod val="50000"/>
                  </a:schemeClr>
                </a:solidFill>
              </a:rPr>
              <a:t>2027 ——— 2028</a:t>
            </a:r>
          </a:p>
        </p:txBody>
      </p:sp>
      <p:sp>
        <p:nvSpPr>
          <p:cNvPr id="129" name="Rounded Rectangle 131">
            <a:extLst>
              <a:ext uri="{FF2B5EF4-FFF2-40B4-BE49-F238E27FC236}">
                <a16:creationId xmlns:a16="http://schemas.microsoft.com/office/drawing/2014/main" id="{F4D7D256-00C5-C008-7257-75BE88B7D6D6}"/>
              </a:ext>
            </a:extLst>
          </p:cNvPr>
          <p:cNvSpPr/>
          <p:nvPr userDrawn="1"/>
        </p:nvSpPr>
        <p:spPr>
          <a:xfrm>
            <a:off x="10341863" y="3822191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6FEE827-11EF-4717-0F7A-935E73260E38}"/>
              </a:ext>
            </a:extLst>
          </p:cNvPr>
          <p:cNvSpPr txBox="1"/>
          <p:nvPr userDrawn="1"/>
        </p:nvSpPr>
        <p:spPr>
          <a:xfrm>
            <a:off x="10360152" y="3840479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{{tactic_5_priority}}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AD42DE8-378C-FBD0-CC35-9047B60120DA}"/>
              </a:ext>
            </a:extLst>
          </p:cNvPr>
          <p:cNvSpPr/>
          <p:nvPr userDrawn="1"/>
        </p:nvSpPr>
        <p:spPr>
          <a:xfrm>
            <a:off x="329184" y="4251960"/>
            <a:ext cx="11521440" cy="566928"/>
          </a:xfrm>
          <a:prstGeom prst="rect">
            <a:avLst/>
          </a:prstGeom>
          <a:solidFill>
            <a:srgbClr val="9F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AE9B652-ACED-C93D-D17B-1AC838C37352}"/>
              </a:ext>
            </a:extLst>
          </p:cNvPr>
          <p:cNvSpPr/>
          <p:nvPr userDrawn="1"/>
        </p:nvSpPr>
        <p:spPr>
          <a:xfrm>
            <a:off x="329184" y="4814316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5">
            <a:extLst>
              <a:ext uri="{FF2B5EF4-FFF2-40B4-BE49-F238E27FC236}">
                <a16:creationId xmlns:a16="http://schemas.microsoft.com/office/drawing/2014/main" id="{0E74613B-66D4-E3E0-7141-FBD90496B68C}"/>
              </a:ext>
            </a:extLst>
          </p:cNvPr>
          <p:cNvSpPr/>
          <p:nvPr userDrawn="1"/>
        </p:nvSpPr>
        <p:spPr>
          <a:xfrm>
            <a:off x="402336" y="4389120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2119BD3-5224-783E-0FD8-D9516E288C76}"/>
              </a:ext>
            </a:extLst>
          </p:cNvPr>
          <p:cNvSpPr txBox="1"/>
          <p:nvPr userDrawn="1"/>
        </p:nvSpPr>
        <p:spPr>
          <a:xfrm>
            <a:off x="329184" y="4389120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{{tactic_6_type}}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ACFB190-2745-A3AA-0C1B-F21A78467C70}"/>
              </a:ext>
            </a:extLst>
          </p:cNvPr>
          <p:cNvSpPr txBox="1"/>
          <p:nvPr userDrawn="1"/>
        </p:nvSpPr>
        <p:spPr>
          <a:xfrm>
            <a:off x="1152144" y="4325112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t>{{tactic_6_name}}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9A27F30-7476-9F5B-0887-432504D5FE45}"/>
              </a:ext>
            </a:extLst>
          </p:cNvPr>
          <p:cNvSpPr txBox="1"/>
          <p:nvPr userDrawn="1"/>
        </p:nvSpPr>
        <p:spPr>
          <a:xfrm>
            <a:off x="2478024" y="4306824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{{tactic_6_desc}}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810FC2C-43A0-0205-C65E-987B605DD4BE}"/>
              </a:ext>
            </a:extLst>
          </p:cNvPr>
          <p:cNvSpPr txBox="1"/>
          <p:nvPr userDrawn="1"/>
        </p:nvSpPr>
        <p:spPr>
          <a:xfrm>
            <a:off x="5815584" y="4306824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{{tactic_6_kpi}}</a:t>
            </a:r>
          </a:p>
        </p:txBody>
      </p:sp>
      <p:sp>
        <p:nvSpPr>
          <p:cNvPr id="138" name="Rounded Rectangle 140">
            <a:extLst>
              <a:ext uri="{FF2B5EF4-FFF2-40B4-BE49-F238E27FC236}">
                <a16:creationId xmlns:a16="http://schemas.microsoft.com/office/drawing/2014/main" id="{22E45CA1-4F27-76BE-63E6-7AB4DB5F84F8}"/>
              </a:ext>
            </a:extLst>
          </p:cNvPr>
          <p:cNvSpPr/>
          <p:nvPr userDrawn="1"/>
        </p:nvSpPr>
        <p:spPr>
          <a:xfrm>
            <a:off x="8693763" y="4389120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1985202-F40F-3203-B380-93C7B7266958}"/>
              </a:ext>
            </a:extLst>
          </p:cNvPr>
          <p:cNvSpPr txBox="1"/>
          <p:nvPr userDrawn="1"/>
        </p:nvSpPr>
        <p:spPr>
          <a:xfrm>
            <a:off x="86937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40" name="Rounded Rectangle 142">
            <a:extLst>
              <a:ext uri="{FF2B5EF4-FFF2-40B4-BE49-F238E27FC236}">
                <a16:creationId xmlns:a16="http://schemas.microsoft.com/office/drawing/2014/main" id="{50BA78C2-8DF3-6B0A-2B53-7D65998EDD78}"/>
              </a:ext>
            </a:extLst>
          </p:cNvPr>
          <p:cNvSpPr/>
          <p:nvPr userDrawn="1"/>
        </p:nvSpPr>
        <p:spPr>
          <a:xfrm>
            <a:off x="8922363" y="4389120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A681D71-05A1-2359-6765-2488C480D8F3}"/>
              </a:ext>
            </a:extLst>
          </p:cNvPr>
          <p:cNvSpPr txBox="1"/>
          <p:nvPr userDrawn="1"/>
        </p:nvSpPr>
        <p:spPr>
          <a:xfrm>
            <a:off x="89223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42" name="Rounded Rectangle 144">
            <a:extLst>
              <a:ext uri="{FF2B5EF4-FFF2-40B4-BE49-F238E27FC236}">
                <a16:creationId xmlns:a16="http://schemas.microsoft.com/office/drawing/2014/main" id="{0D3CBA1E-D31A-F3D9-865B-A42EB3B50DFF}"/>
              </a:ext>
            </a:extLst>
          </p:cNvPr>
          <p:cNvSpPr/>
          <p:nvPr userDrawn="1"/>
        </p:nvSpPr>
        <p:spPr>
          <a:xfrm>
            <a:off x="9150963" y="4389120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E7DD8DA-7BF9-9316-BDD9-698004A3A5F2}"/>
              </a:ext>
            </a:extLst>
          </p:cNvPr>
          <p:cNvSpPr txBox="1"/>
          <p:nvPr userDrawn="1"/>
        </p:nvSpPr>
        <p:spPr>
          <a:xfrm>
            <a:off x="91509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144" name="Rounded Rectangle 146">
            <a:extLst>
              <a:ext uri="{FF2B5EF4-FFF2-40B4-BE49-F238E27FC236}">
                <a16:creationId xmlns:a16="http://schemas.microsoft.com/office/drawing/2014/main" id="{478F3EAC-90FC-E94F-0BCB-18F76FEADB2A}"/>
              </a:ext>
            </a:extLst>
          </p:cNvPr>
          <p:cNvSpPr/>
          <p:nvPr userDrawn="1"/>
        </p:nvSpPr>
        <p:spPr>
          <a:xfrm>
            <a:off x="9379563" y="4389120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3A81B81-4842-42A5-B3C9-BF5017456074}"/>
              </a:ext>
            </a:extLst>
          </p:cNvPr>
          <p:cNvSpPr txBox="1"/>
          <p:nvPr userDrawn="1"/>
        </p:nvSpPr>
        <p:spPr>
          <a:xfrm>
            <a:off x="93795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146" name="Rounded Rectangle 148">
            <a:extLst>
              <a:ext uri="{FF2B5EF4-FFF2-40B4-BE49-F238E27FC236}">
                <a16:creationId xmlns:a16="http://schemas.microsoft.com/office/drawing/2014/main" id="{52908DDB-10AD-6228-A24E-6A84374518BF}"/>
              </a:ext>
            </a:extLst>
          </p:cNvPr>
          <p:cNvSpPr/>
          <p:nvPr userDrawn="1"/>
        </p:nvSpPr>
        <p:spPr>
          <a:xfrm>
            <a:off x="9608163" y="4389120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16D817B-0F6E-CFA4-782D-A91B1B5CD549}"/>
              </a:ext>
            </a:extLst>
          </p:cNvPr>
          <p:cNvSpPr txBox="1"/>
          <p:nvPr userDrawn="1"/>
        </p:nvSpPr>
        <p:spPr>
          <a:xfrm>
            <a:off x="96081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48" name="Rounded Rectangle 150">
            <a:extLst>
              <a:ext uri="{FF2B5EF4-FFF2-40B4-BE49-F238E27FC236}">
                <a16:creationId xmlns:a16="http://schemas.microsoft.com/office/drawing/2014/main" id="{87936644-5E59-9E9A-F3F5-2DC939C720C8}"/>
              </a:ext>
            </a:extLst>
          </p:cNvPr>
          <p:cNvSpPr/>
          <p:nvPr userDrawn="1"/>
        </p:nvSpPr>
        <p:spPr>
          <a:xfrm>
            <a:off x="9836763" y="4389120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2E6E111-CEE5-C0B1-5A32-9A7D3E333386}"/>
              </a:ext>
            </a:extLst>
          </p:cNvPr>
          <p:cNvSpPr txBox="1"/>
          <p:nvPr userDrawn="1"/>
        </p:nvSpPr>
        <p:spPr>
          <a:xfrm>
            <a:off x="9836763" y="4398264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00904FF-BD81-CD40-3816-962C7FCD52CE}"/>
              </a:ext>
            </a:extLst>
          </p:cNvPr>
          <p:cNvSpPr txBox="1"/>
          <p:nvPr userDrawn="1"/>
        </p:nvSpPr>
        <p:spPr>
          <a:xfrm>
            <a:off x="8721707" y="4590288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bg1"/>
                </a:solidFill>
              </a:rPr>
              <a:t>2027 ——— 2028</a:t>
            </a:r>
          </a:p>
        </p:txBody>
      </p:sp>
      <p:sp>
        <p:nvSpPr>
          <p:cNvPr id="151" name="Rounded Rectangle 153">
            <a:extLst>
              <a:ext uri="{FF2B5EF4-FFF2-40B4-BE49-F238E27FC236}">
                <a16:creationId xmlns:a16="http://schemas.microsoft.com/office/drawing/2014/main" id="{09423677-934B-7D62-FC2F-739D917C1977}"/>
              </a:ext>
            </a:extLst>
          </p:cNvPr>
          <p:cNvSpPr/>
          <p:nvPr userDrawn="1"/>
        </p:nvSpPr>
        <p:spPr>
          <a:xfrm>
            <a:off x="10341863" y="4389120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ED8D6E9-9254-1785-1A4A-B4A8DA016F3A}"/>
              </a:ext>
            </a:extLst>
          </p:cNvPr>
          <p:cNvSpPr txBox="1"/>
          <p:nvPr userDrawn="1"/>
        </p:nvSpPr>
        <p:spPr>
          <a:xfrm>
            <a:off x="10360152" y="4407408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{{tactic_6_priority}}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F41D775-D610-55EE-8402-AA72E41FFEED}"/>
              </a:ext>
            </a:extLst>
          </p:cNvPr>
          <p:cNvSpPr/>
          <p:nvPr userDrawn="1"/>
        </p:nvSpPr>
        <p:spPr>
          <a:xfrm>
            <a:off x="329184" y="4818888"/>
            <a:ext cx="1152144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EEF52BC-6FD3-6284-90E6-947D857D66AB}"/>
              </a:ext>
            </a:extLst>
          </p:cNvPr>
          <p:cNvSpPr/>
          <p:nvPr userDrawn="1"/>
        </p:nvSpPr>
        <p:spPr>
          <a:xfrm>
            <a:off x="329184" y="5381244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7">
            <a:extLst>
              <a:ext uri="{FF2B5EF4-FFF2-40B4-BE49-F238E27FC236}">
                <a16:creationId xmlns:a16="http://schemas.microsoft.com/office/drawing/2014/main" id="{B06D8F30-3B13-1B8B-A3A1-ECBE67D5A082}"/>
              </a:ext>
            </a:extLst>
          </p:cNvPr>
          <p:cNvSpPr/>
          <p:nvPr userDrawn="1"/>
        </p:nvSpPr>
        <p:spPr>
          <a:xfrm>
            <a:off x="402336" y="4956048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68C4B47-0D8D-F0F8-B1CC-6BD0902A65B9}"/>
              </a:ext>
            </a:extLst>
          </p:cNvPr>
          <p:cNvSpPr txBox="1"/>
          <p:nvPr userDrawn="1"/>
        </p:nvSpPr>
        <p:spPr>
          <a:xfrm>
            <a:off x="329184" y="4956048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{{tactic_7_type}}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77C5EF6-6528-D2FF-A1E0-2BF6F86504C3}"/>
              </a:ext>
            </a:extLst>
          </p:cNvPr>
          <p:cNvSpPr txBox="1"/>
          <p:nvPr userDrawn="1"/>
        </p:nvSpPr>
        <p:spPr>
          <a:xfrm>
            <a:off x="1152144" y="4892040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</a:rPr>
              <a:t>{{tactic_7_name}}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0E11E34-2D31-A7AB-35BD-DD4E458136A3}"/>
              </a:ext>
            </a:extLst>
          </p:cNvPr>
          <p:cNvSpPr txBox="1"/>
          <p:nvPr userDrawn="1"/>
        </p:nvSpPr>
        <p:spPr>
          <a:xfrm>
            <a:off x="2478024" y="4873751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{{tactic_7_desc}}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AA983E6-D5FC-DF00-F542-1DACC424C2D3}"/>
              </a:ext>
            </a:extLst>
          </p:cNvPr>
          <p:cNvSpPr txBox="1"/>
          <p:nvPr userDrawn="1"/>
        </p:nvSpPr>
        <p:spPr>
          <a:xfrm>
            <a:off x="5815584" y="4873751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{{tactic_7_kpi}}</a:t>
            </a:r>
          </a:p>
        </p:txBody>
      </p:sp>
      <p:sp>
        <p:nvSpPr>
          <p:cNvPr id="160" name="Rounded Rectangle 162">
            <a:extLst>
              <a:ext uri="{FF2B5EF4-FFF2-40B4-BE49-F238E27FC236}">
                <a16:creationId xmlns:a16="http://schemas.microsoft.com/office/drawing/2014/main" id="{31658558-158C-1A04-79BB-4237966EC105}"/>
              </a:ext>
            </a:extLst>
          </p:cNvPr>
          <p:cNvSpPr/>
          <p:nvPr userDrawn="1"/>
        </p:nvSpPr>
        <p:spPr>
          <a:xfrm>
            <a:off x="8693763" y="495604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6CB696F-2C1F-2A62-2778-DA3BF9D530F2}"/>
              </a:ext>
            </a:extLst>
          </p:cNvPr>
          <p:cNvSpPr txBox="1"/>
          <p:nvPr userDrawn="1"/>
        </p:nvSpPr>
        <p:spPr>
          <a:xfrm>
            <a:off x="86937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62" name="Rounded Rectangle 164">
            <a:extLst>
              <a:ext uri="{FF2B5EF4-FFF2-40B4-BE49-F238E27FC236}">
                <a16:creationId xmlns:a16="http://schemas.microsoft.com/office/drawing/2014/main" id="{87BBECA9-3816-B716-B657-9C46ED148F2A}"/>
              </a:ext>
            </a:extLst>
          </p:cNvPr>
          <p:cNvSpPr/>
          <p:nvPr userDrawn="1"/>
        </p:nvSpPr>
        <p:spPr>
          <a:xfrm>
            <a:off x="8922363" y="495604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223294C-B0C9-BCF0-8A93-C94ADF816C54}"/>
              </a:ext>
            </a:extLst>
          </p:cNvPr>
          <p:cNvSpPr txBox="1"/>
          <p:nvPr userDrawn="1"/>
        </p:nvSpPr>
        <p:spPr>
          <a:xfrm>
            <a:off x="89223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64" name="Rounded Rectangle 166">
            <a:extLst>
              <a:ext uri="{FF2B5EF4-FFF2-40B4-BE49-F238E27FC236}">
                <a16:creationId xmlns:a16="http://schemas.microsoft.com/office/drawing/2014/main" id="{94E004A1-1E1C-D5B9-9C4B-BBE663B3A227}"/>
              </a:ext>
            </a:extLst>
          </p:cNvPr>
          <p:cNvSpPr/>
          <p:nvPr userDrawn="1"/>
        </p:nvSpPr>
        <p:spPr>
          <a:xfrm>
            <a:off x="9150963" y="495604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E998A6B-F922-62B1-487C-BE1CB238D90D}"/>
              </a:ext>
            </a:extLst>
          </p:cNvPr>
          <p:cNvSpPr txBox="1"/>
          <p:nvPr userDrawn="1"/>
        </p:nvSpPr>
        <p:spPr>
          <a:xfrm>
            <a:off x="91509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166" name="Rounded Rectangle 168">
            <a:extLst>
              <a:ext uri="{FF2B5EF4-FFF2-40B4-BE49-F238E27FC236}">
                <a16:creationId xmlns:a16="http://schemas.microsoft.com/office/drawing/2014/main" id="{B5463371-24BB-54E5-46AA-0E1144D76CE9}"/>
              </a:ext>
            </a:extLst>
          </p:cNvPr>
          <p:cNvSpPr/>
          <p:nvPr userDrawn="1"/>
        </p:nvSpPr>
        <p:spPr>
          <a:xfrm>
            <a:off x="9379563" y="4956048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1E4FF46-C248-55EC-33A3-225A976F3E0E}"/>
              </a:ext>
            </a:extLst>
          </p:cNvPr>
          <p:cNvSpPr txBox="1"/>
          <p:nvPr userDrawn="1"/>
        </p:nvSpPr>
        <p:spPr>
          <a:xfrm>
            <a:off x="93795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168" name="Rounded Rectangle 170">
            <a:extLst>
              <a:ext uri="{FF2B5EF4-FFF2-40B4-BE49-F238E27FC236}">
                <a16:creationId xmlns:a16="http://schemas.microsoft.com/office/drawing/2014/main" id="{B20E9C6B-7DF5-CE9E-0269-60233B2F6D8F}"/>
              </a:ext>
            </a:extLst>
          </p:cNvPr>
          <p:cNvSpPr/>
          <p:nvPr userDrawn="1"/>
        </p:nvSpPr>
        <p:spPr>
          <a:xfrm>
            <a:off x="9608163" y="4956048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066C4B3-57B9-9B76-2114-5239F4E78CB3}"/>
              </a:ext>
            </a:extLst>
          </p:cNvPr>
          <p:cNvSpPr txBox="1"/>
          <p:nvPr userDrawn="1"/>
        </p:nvSpPr>
        <p:spPr>
          <a:xfrm>
            <a:off x="96081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70" name="Rounded Rectangle 172">
            <a:extLst>
              <a:ext uri="{FF2B5EF4-FFF2-40B4-BE49-F238E27FC236}">
                <a16:creationId xmlns:a16="http://schemas.microsoft.com/office/drawing/2014/main" id="{FD67744A-9EB7-EF8B-ACF3-864EC5F2116F}"/>
              </a:ext>
            </a:extLst>
          </p:cNvPr>
          <p:cNvSpPr/>
          <p:nvPr userDrawn="1"/>
        </p:nvSpPr>
        <p:spPr>
          <a:xfrm>
            <a:off x="9836763" y="4956048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0D96FE2-99D8-B80C-57C7-BA40BBC42758}"/>
              </a:ext>
            </a:extLst>
          </p:cNvPr>
          <p:cNvSpPr txBox="1"/>
          <p:nvPr userDrawn="1"/>
        </p:nvSpPr>
        <p:spPr>
          <a:xfrm>
            <a:off x="9836763" y="4965192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5F899B1-599D-0185-D48B-965D7DAD412A}"/>
              </a:ext>
            </a:extLst>
          </p:cNvPr>
          <p:cNvSpPr txBox="1"/>
          <p:nvPr userDrawn="1"/>
        </p:nvSpPr>
        <p:spPr>
          <a:xfrm>
            <a:off x="8721707" y="5157216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accent4">
                    <a:lumMod val="50000"/>
                  </a:schemeClr>
                </a:solidFill>
              </a:rPr>
              <a:t>2027 ——— 2028</a:t>
            </a:r>
          </a:p>
        </p:txBody>
      </p:sp>
      <p:sp>
        <p:nvSpPr>
          <p:cNvPr id="173" name="Rounded Rectangle 175">
            <a:extLst>
              <a:ext uri="{FF2B5EF4-FFF2-40B4-BE49-F238E27FC236}">
                <a16:creationId xmlns:a16="http://schemas.microsoft.com/office/drawing/2014/main" id="{72B7D919-1BF3-3FFA-8D01-106AC346C21C}"/>
              </a:ext>
            </a:extLst>
          </p:cNvPr>
          <p:cNvSpPr/>
          <p:nvPr userDrawn="1"/>
        </p:nvSpPr>
        <p:spPr>
          <a:xfrm>
            <a:off x="10341863" y="4956048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A7F6A9A-7FCA-E812-06DC-5588A864A431}"/>
              </a:ext>
            </a:extLst>
          </p:cNvPr>
          <p:cNvSpPr txBox="1"/>
          <p:nvPr userDrawn="1"/>
        </p:nvSpPr>
        <p:spPr>
          <a:xfrm>
            <a:off x="10360152" y="4974336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{{tactic_7_priority}}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121149C-5C9C-F73C-276C-DE18682CE8CA}"/>
              </a:ext>
            </a:extLst>
          </p:cNvPr>
          <p:cNvSpPr/>
          <p:nvPr userDrawn="1"/>
        </p:nvSpPr>
        <p:spPr>
          <a:xfrm>
            <a:off x="329184" y="5385816"/>
            <a:ext cx="11521440" cy="566928"/>
          </a:xfrm>
          <a:prstGeom prst="rect">
            <a:avLst/>
          </a:prstGeom>
          <a:solidFill>
            <a:srgbClr val="9F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055A956-9781-1A92-CBBA-DEEC25162E46}"/>
              </a:ext>
            </a:extLst>
          </p:cNvPr>
          <p:cNvSpPr/>
          <p:nvPr userDrawn="1"/>
        </p:nvSpPr>
        <p:spPr>
          <a:xfrm>
            <a:off x="329184" y="5948172"/>
            <a:ext cx="11521440" cy="4572"/>
          </a:xfrm>
          <a:prstGeom prst="rect">
            <a:avLst/>
          </a:prstGeom>
          <a:solidFill>
            <a:srgbClr val="3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ounded Rectangle 179">
            <a:extLst>
              <a:ext uri="{FF2B5EF4-FFF2-40B4-BE49-F238E27FC236}">
                <a16:creationId xmlns:a16="http://schemas.microsoft.com/office/drawing/2014/main" id="{6E2C9F6E-A14C-88F6-C8E9-7552C74BECC3}"/>
              </a:ext>
            </a:extLst>
          </p:cNvPr>
          <p:cNvSpPr/>
          <p:nvPr userDrawn="1"/>
        </p:nvSpPr>
        <p:spPr>
          <a:xfrm>
            <a:off x="402336" y="5522976"/>
            <a:ext cx="685800" cy="201168"/>
          </a:xfrm>
          <a:prstGeom prst="roundRect">
            <a:avLst/>
          </a:prstGeom>
          <a:noFill/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28660B0-EC12-9345-45D9-C7E67B80C432}"/>
              </a:ext>
            </a:extLst>
          </p:cNvPr>
          <p:cNvSpPr txBox="1"/>
          <p:nvPr userDrawn="1"/>
        </p:nvSpPr>
        <p:spPr>
          <a:xfrm>
            <a:off x="329184" y="5522976"/>
            <a:ext cx="731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A78BFA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{{tactic_8_type}}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5A8F2CB-E910-FCA0-A714-089077CAE88F}"/>
              </a:ext>
            </a:extLst>
          </p:cNvPr>
          <p:cNvSpPr txBox="1"/>
          <p:nvPr userDrawn="1"/>
        </p:nvSpPr>
        <p:spPr>
          <a:xfrm>
            <a:off x="1152144" y="5458968"/>
            <a:ext cx="1280160" cy="420623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F1F5F9"/>
                </a:solidFill>
                <a:latin typeface="Calibri"/>
              </a:defRPr>
            </a:pPr>
            <a:r>
              <a:t>{{tactic_8_name}}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A82C875-55B5-CC19-6112-4F0B4AB1F9FE}"/>
              </a:ext>
            </a:extLst>
          </p:cNvPr>
          <p:cNvSpPr txBox="1"/>
          <p:nvPr userDrawn="1"/>
        </p:nvSpPr>
        <p:spPr>
          <a:xfrm>
            <a:off x="2478024" y="5440679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{{tactic_8_desc}}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E3E3986-A6D8-E120-9A6A-95589361F2F9}"/>
              </a:ext>
            </a:extLst>
          </p:cNvPr>
          <p:cNvSpPr txBox="1"/>
          <p:nvPr userDrawn="1"/>
        </p:nvSpPr>
        <p:spPr>
          <a:xfrm>
            <a:off x="5815584" y="5440679"/>
            <a:ext cx="28803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{{tactic_8_kpi}}</a:t>
            </a:r>
          </a:p>
        </p:txBody>
      </p:sp>
      <p:sp>
        <p:nvSpPr>
          <p:cNvPr id="182" name="Rounded Rectangle 184">
            <a:extLst>
              <a:ext uri="{FF2B5EF4-FFF2-40B4-BE49-F238E27FC236}">
                <a16:creationId xmlns:a16="http://schemas.microsoft.com/office/drawing/2014/main" id="{E193E305-8CA8-ACAA-BC8B-3351951340E6}"/>
              </a:ext>
            </a:extLst>
          </p:cNvPr>
          <p:cNvSpPr/>
          <p:nvPr userDrawn="1"/>
        </p:nvSpPr>
        <p:spPr>
          <a:xfrm>
            <a:off x="8693763" y="552297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CFCBB60-81C4-9E30-51F2-DCB7BF1AFC13}"/>
              </a:ext>
            </a:extLst>
          </p:cNvPr>
          <p:cNvSpPr txBox="1"/>
          <p:nvPr userDrawn="1"/>
        </p:nvSpPr>
        <p:spPr>
          <a:xfrm>
            <a:off x="86937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84" name="Rounded Rectangle 186">
            <a:extLst>
              <a:ext uri="{FF2B5EF4-FFF2-40B4-BE49-F238E27FC236}">
                <a16:creationId xmlns:a16="http://schemas.microsoft.com/office/drawing/2014/main" id="{B408CEFC-5A47-D4FA-0745-A221BBEC7B74}"/>
              </a:ext>
            </a:extLst>
          </p:cNvPr>
          <p:cNvSpPr/>
          <p:nvPr userDrawn="1"/>
        </p:nvSpPr>
        <p:spPr>
          <a:xfrm>
            <a:off x="8922363" y="552297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53AA92D-C862-83E0-0E6F-45C427EBBC4F}"/>
              </a:ext>
            </a:extLst>
          </p:cNvPr>
          <p:cNvSpPr txBox="1"/>
          <p:nvPr userDrawn="1"/>
        </p:nvSpPr>
        <p:spPr>
          <a:xfrm>
            <a:off x="89223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86" name="Rounded Rectangle 188">
            <a:extLst>
              <a:ext uri="{FF2B5EF4-FFF2-40B4-BE49-F238E27FC236}">
                <a16:creationId xmlns:a16="http://schemas.microsoft.com/office/drawing/2014/main" id="{98D1FD3A-E3FF-D08A-37B1-BF260A7C038F}"/>
              </a:ext>
            </a:extLst>
          </p:cNvPr>
          <p:cNvSpPr/>
          <p:nvPr userDrawn="1"/>
        </p:nvSpPr>
        <p:spPr>
          <a:xfrm>
            <a:off x="9150963" y="552297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0EE0574-64FB-7777-022D-EDEED0EBB610}"/>
              </a:ext>
            </a:extLst>
          </p:cNvPr>
          <p:cNvSpPr txBox="1"/>
          <p:nvPr userDrawn="1"/>
        </p:nvSpPr>
        <p:spPr>
          <a:xfrm>
            <a:off x="91509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Q3</a:t>
            </a:r>
          </a:p>
        </p:txBody>
      </p:sp>
      <p:sp>
        <p:nvSpPr>
          <p:cNvPr id="188" name="Rounded Rectangle 190">
            <a:extLst>
              <a:ext uri="{FF2B5EF4-FFF2-40B4-BE49-F238E27FC236}">
                <a16:creationId xmlns:a16="http://schemas.microsoft.com/office/drawing/2014/main" id="{64AFD6E3-A928-A28B-0945-47A392EA62FF}"/>
              </a:ext>
            </a:extLst>
          </p:cNvPr>
          <p:cNvSpPr/>
          <p:nvPr userDrawn="1"/>
        </p:nvSpPr>
        <p:spPr>
          <a:xfrm>
            <a:off x="9379563" y="5522976"/>
            <a:ext cx="294790" cy="164592"/>
          </a:xfrm>
          <a:prstGeom prst="roundRect">
            <a:avLst/>
          </a:prstGeom>
          <a:solidFill>
            <a:srgbClr val="1E293B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C26646A-F697-E382-8C54-D917306DF6CE}"/>
              </a:ext>
            </a:extLst>
          </p:cNvPr>
          <p:cNvSpPr txBox="1"/>
          <p:nvPr userDrawn="1"/>
        </p:nvSpPr>
        <p:spPr>
          <a:xfrm>
            <a:off x="93795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Q4</a:t>
            </a:r>
          </a:p>
        </p:txBody>
      </p:sp>
      <p:sp>
        <p:nvSpPr>
          <p:cNvPr id="190" name="Rounded Rectangle 192">
            <a:extLst>
              <a:ext uri="{FF2B5EF4-FFF2-40B4-BE49-F238E27FC236}">
                <a16:creationId xmlns:a16="http://schemas.microsoft.com/office/drawing/2014/main" id="{B20654C1-5850-EBB3-7772-9C9735360ACE}"/>
              </a:ext>
            </a:extLst>
          </p:cNvPr>
          <p:cNvSpPr/>
          <p:nvPr userDrawn="1"/>
        </p:nvSpPr>
        <p:spPr>
          <a:xfrm>
            <a:off x="9608163" y="5522976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370DE138-0047-A816-634A-2390F23A12DE}"/>
              </a:ext>
            </a:extLst>
          </p:cNvPr>
          <p:cNvSpPr txBox="1"/>
          <p:nvPr userDrawn="1"/>
        </p:nvSpPr>
        <p:spPr>
          <a:xfrm>
            <a:off x="96081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Q1</a:t>
            </a:r>
          </a:p>
        </p:txBody>
      </p:sp>
      <p:sp>
        <p:nvSpPr>
          <p:cNvPr id="192" name="Rounded Rectangle 194">
            <a:extLst>
              <a:ext uri="{FF2B5EF4-FFF2-40B4-BE49-F238E27FC236}">
                <a16:creationId xmlns:a16="http://schemas.microsoft.com/office/drawing/2014/main" id="{4720875F-D784-5EF7-DBE1-EEE2C588BB34}"/>
              </a:ext>
            </a:extLst>
          </p:cNvPr>
          <p:cNvSpPr/>
          <p:nvPr userDrawn="1"/>
        </p:nvSpPr>
        <p:spPr>
          <a:xfrm>
            <a:off x="9836763" y="5522976"/>
            <a:ext cx="294790" cy="164592"/>
          </a:xfrm>
          <a:prstGeom prst="roundRect">
            <a:avLst/>
          </a:prstGeom>
          <a:solidFill>
            <a:srgbClr val="162032"/>
          </a:solidFill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D7D2BAC-C213-E6F3-A827-AEFD0EF3665E}"/>
              </a:ext>
            </a:extLst>
          </p:cNvPr>
          <p:cNvSpPr txBox="1"/>
          <p:nvPr userDrawn="1"/>
        </p:nvSpPr>
        <p:spPr>
          <a:xfrm>
            <a:off x="9836763" y="5532120"/>
            <a:ext cx="294790" cy="1463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64748B"/>
                </a:solidFill>
                <a:latin typeface="Calibri"/>
              </a:defRPr>
            </a:pPr>
            <a:r>
              <a:rPr sz="500">
                <a:solidFill>
                  <a:schemeClr val="bg1">
                    <a:lumMod val="85000"/>
                  </a:schemeClr>
                </a:solidFill>
              </a:rPr>
              <a:t>Q2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3D49242-6BD0-D135-5C69-7EF8646F5DE2}"/>
              </a:ext>
            </a:extLst>
          </p:cNvPr>
          <p:cNvSpPr txBox="1"/>
          <p:nvPr userDrawn="1"/>
        </p:nvSpPr>
        <p:spPr>
          <a:xfrm>
            <a:off x="8721707" y="5724144"/>
            <a:ext cx="2009933" cy="1097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550" b="0">
                <a:solidFill>
                  <a:srgbClr val="64748B"/>
                </a:solidFill>
                <a:latin typeface="Calibri"/>
              </a:defRPr>
            </a:pPr>
            <a:r>
              <a:rPr sz="800">
                <a:solidFill>
                  <a:schemeClr val="bg1"/>
                </a:solidFill>
              </a:rPr>
              <a:t>2027 ——— 2028</a:t>
            </a:r>
          </a:p>
        </p:txBody>
      </p:sp>
      <p:sp>
        <p:nvSpPr>
          <p:cNvPr id="195" name="Rounded Rectangle 197">
            <a:extLst>
              <a:ext uri="{FF2B5EF4-FFF2-40B4-BE49-F238E27FC236}">
                <a16:creationId xmlns:a16="http://schemas.microsoft.com/office/drawing/2014/main" id="{37A79D13-55DE-724B-ADA4-EBF78514C3A6}"/>
              </a:ext>
            </a:extLst>
          </p:cNvPr>
          <p:cNvSpPr/>
          <p:nvPr userDrawn="1"/>
        </p:nvSpPr>
        <p:spPr>
          <a:xfrm>
            <a:off x="10341863" y="5522976"/>
            <a:ext cx="640080" cy="201168"/>
          </a:xfrm>
          <a:prstGeom prst="roundRect">
            <a:avLst/>
          </a:prstGeom>
          <a:noFill/>
          <a:ln w="3810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3541BB0-E2EE-40A9-C525-6B5BA45E7594}"/>
              </a:ext>
            </a:extLst>
          </p:cNvPr>
          <p:cNvSpPr txBox="1"/>
          <p:nvPr userDrawn="1"/>
        </p:nvSpPr>
        <p:spPr>
          <a:xfrm>
            <a:off x="10360152" y="5541264"/>
            <a:ext cx="603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{{tactic_8_priority}}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14D13C4-2B2B-A729-3B3E-F9B0482B2A8F}"/>
              </a:ext>
            </a:extLst>
          </p:cNvPr>
          <p:cNvSpPr txBox="1"/>
          <p:nvPr userDrawn="1"/>
        </p:nvSpPr>
        <p:spPr>
          <a:xfrm>
            <a:off x="3200400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{{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drug_label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}}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E442DB4-413A-C8FA-C8CD-21DADEBA5EBF}"/>
              </a:ext>
            </a:extLst>
          </p:cNvPr>
          <p:cNvSpPr txBox="1"/>
          <p:nvPr userDrawn="1"/>
        </p:nvSpPr>
        <p:spPr>
          <a:xfrm>
            <a:off x="1463040" y="145819"/>
            <a:ext cx="1554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lang="de-DE" sz="1050" dirty="0"/>
              <a:t>Tactical Plan</a:t>
            </a: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1531028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VOTAL_STUDY_SLID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FA3541-56BD-9CBB-8ADF-64BD0BC80571}"/>
              </a:ext>
            </a:extLst>
          </p:cNvPr>
          <p:cNvSpPr/>
          <p:nvPr userDrawn="1"/>
        </p:nvSpPr>
        <p:spPr>
          <a:xfrm>
            <a:off x="166180" y="612648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757D2D-73D6-0A72-1ED8-2050C6C5C0EF}"/>
              </a:ext>
            </a:extLst>
          </p:cNvPr>
          <p:cNvSpPr/>
          <p:nvPr userDrawn="1"/>
        </p:nvSpPr>
        <p:spPr>
          <a:xfrm>
            <a:off x="166180" y="612648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20AA4E-CFDB-20D4-3759-5C95E54E5960}"/>
              </a:ext>
            </a:extLst>
          </p:cNvPr>
          <p:cNvSpPr/>
          <p:nvPr userDrawn="1"/>
        </p:nvSpPr>
        <p:spPr>
          <a:xfrm>
            <a:off x="166180" y="877824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933CAF-EC33-0000-A5B2-A488D798E101}"/>
              </a:ext>
            </a:extLst>
          </p:cNvPr>
          <p:cNvSpPr/>
          <p:nvPr userDrawn="1"/>
        </p:nvSpPr>
        <p:spPr>
          <a:xfrm>
            <a:off x="294196" y="713232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0CA90B-CD50-C59C-E0CD-E690B1DD6F88}"/>
              </a:ext>
            </a:extLst>
          </p:cNvPr>
          <p:cNvSpPr txBox="1"/>
          <p:nvPr userDrawn="1"/>
        </p:nvSpPr>
        <p:spPr>
          <a:xfrm>
            <a:off x="403924" y="630384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study_design_title</a:t>
            </a:r>
            <a:r>
              <a:rPr sz="800" dirty="0"/>
              <a:t>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837ED1-5942-5870-FCBE-9F0175198D0F}"/>
              </a:ext>
            </a:extLst>
          </p:cNvPr>
          <p:cNvSpPr txBox="1"/>
          <p:nvPr userDrawn="1"/>
        </p:nvSpPr>
        <p:spPr>
          <a:xfrm>
            <a:off x="284364" y="898376"/>
            <a:ext cx="2395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rPr sz="2400" dirty="0">
                <a:gradFill flip="none" rotWithShape="1">
                  <a:gsLst>
                    <a:gs pos="0">
                      <a:schemeClr val="accent4">
                        <a:lumMod val="50000"/>
                        <a:lumOff val="50000"/>
                      </a:schemeClr>
                    </a:gs>
                    <a:gs pos="46000">
                      <a:schemeClr val="accent4">
                        <a:lumMod val="95000"/>
                        <a:lumOff val="5000"/>
                      </a:schemeClr>
                    </a:gs>
                    <a:gs pos="100000">
                      <a:schemeClr val="accent4">
                        <a:lumMod val="60000"/>
                      </a:schemeClr>
                    </a:gs>
                  </a:gsLst>
                  <a:lin ang="2700000" scaled="1"/>
                  <a:tileRect/>
                </a:gradFill>
              </a:rPr>
              <a:t>{{trial_name}}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9F46E6-60FC-0023-5B5B-981E7CD410B4}"/>
              </a:ext>
            </a:extLst>
          </p:cNvPr>
          <p:cNvSpPr txBox="1"/>
          <p:nvPr userDrawn="1"/>
        </p:nvSpPr>
        <p:spPr>
          <a:xfrm>
            <a:off x="284364" y="1321751"/>
            <a:ext cx="2395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{{trial_design}}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53B89-E8A5-E403-4087-0D4214C3A250}"/>
              </a:ext>
            </a:extLst>
          </p:cNvPr>
          <p:cNvSpPr/>
          <p:nvPr userDrawn="1"/>
        </p:nvSpPr>
        <p:spPr>
          <a:xfrm>
            <a:off x="294196" y="16916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580149-DDA0-0BA8-274A-F50D29EE0DF1}"/>
              </a:ext>
            </a:extLst>
          </p:cNvPr>
          <p:cNvSpPr txBox="1"/>
          <p:nvPr userDrawn="1"/>
        </p:nvSpPr>
        <p:spPr>
          <a:xfrm>
            <a:off x="240908" y="1728217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>
                <a:solidFill>
                  <a:schemeClr val="bg1">
                    <a:lumMod val="50000"/>
                  </a:schemeClr>
                </a:solidFill>
              </a:rPr>
              <a:t>Experimental arm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3DDF5E-7EE1-42B5-CB0B-6F2F43194DDC}"/>
              </a:ext>
            </a:extLst>
          </p:cNvPr>
          <p:cNvSpPr txBox="1"/>
          <p:nvPr userDrawn="1"/>
        </p:nvSpPr>
        <p:spPr>
          <a:xfrm>
            <a:off x="970852" y="1714761"/>
            <a:ext cx="17245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 err="1"/>
              <a:t>{{experimental_arm}}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B7FF14-DB69-AA08-BA1A-20F93F5121DE}"/>
              </a:ext>
            </a:extLst>
          </p:cNvPr>
          <p:cNvSpPr/>
          <p:nvPr userDrawn="1"/>
        </p:nvSpPr>
        <p:spPr>
          <a:xfrm>
            <a:off x="294196" y="1965960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6ED4D1-E10C-2F64-A79E-ED69BE031086}"/>
              </a:ext>
            </a:extLst>
          </p:cNvPr>
          <p:cNvSpPr txBox="1"/>
          <p:nvPr userDrawn="1"/>
        </p:nvSpPr>
        <p:spPr>
          <a:xfrm>
            <a:off x="240908" y="2002537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>
                <a:solidFill>
                  <a:schemeClr val="bg1">
                    <a:lumMod val="50000"/>
                  </a:schemeClr>
                </a:solidFill>
              </a:rPr>
              <a:t>Control arm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23F8EC-906A-B4DB-37ED-A853A8568499}"/>
              </a:ext>
            </a:extLst>
          </p:cNvPr>
          <p:cNvSpPr txBox="1"/>
          <p:nvPr userDrawn="1"/>
        </p:nvSpPr>
        <p:spPr>
          <a:xfrm>
            <a:off x="815404" y="2002536"/>
            <a:ext cx="18800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{{control_arm}}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9E1F30-B3B5-3BFD-92AF-31270AF48043}"/>
              </a:ext>
            </a:extLst>
          </p:cNvPr>
          <p:cNvSpPr/>
          <p:nvPr userDrawn="1"/>
        </p:nvSpPr>
        <p:spPr>
          <a:xfrm>
            <a:off x="294196" y="224027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25333D-B33C-0AA0-45B0-E6DE02B8E527}"/>
              </a:ext>
            </a:extLst>
          </p:cNvPr>
          <p:cNvSpPr txBox="1"/>
          <p:nvPr userDrawn="1"/>
        </p:nvSpPr>
        <p:spPr>
          <a:xfrm>
            <a:off x="240908" y="2276857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>
                <a:solidFill>
                  <a:schemeClr val="bg1">
                    <a:lumMod val="50000"/>
                  </a:schemeClr>
                </a:solidFill>
              </a:rPr>
              <a:t>Primary endpoint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CE7F6-01C5-56B8-9AB3-4814823A107A}"/>
              </a:ext>
            </a:extLst>
          </p:cNvPr>
          <p:cNvSpPr txBox="1"/>
          <p:nvPr userDrawn="1"/>
        </p:nvSpPr>
        <p:spPr>
          <a:xfrm>
            <a:off x="970852" y="2276856"/>
            <a:ext cx="1724576" cy="22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{{primary_endpoint}}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D2A6E7-F961-62D8-A67F-B9C8BE9947B3}"/>
              </a:ext>
            </a:extLst>
          </p:cNvPr>
          <p:cNvSpPr/>
          <p:nvPr userDrawn="1"/>
        </p:nvSpPr>
        <p:spPr>
          <a:xfrm>
            <a:off x="294196" y="251459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72E0C4-704E-FB93-6E6E-A79FF22C5487}"/>
              </a:ext>
            </a:extLst>
          </p:cNvPr>
          <p:cNvSpPr txBox="1"/>
          <p:nvPr userDrawn="1"/>
        </p:nvSpPr>
        <p:spPr>
          <a:xfrm>
            <a:off x="240908" y="255117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 dirty="0">
                <a:solidFill>
                  <a:schemeClr val="bg1">
                    <a:lumMod val="50000"/>
                  </a:schemeClr>
                </a:solidFill>
              </a:rPr>
              <a:t>Key eligibility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7FD3C9-797B-81FE-21B6-B4D1B1DDF7B4}"/>
              </a:ext>
            </a:extLst>
          </p:cNvPr>
          <p:cNvSpPr txBox="1"/>
          <p:nvPr userDrawn="1"/>
        </p:nvSpPr>
        <p:spPr>
          <a:xfrm>
            <a:off x="883904" y="2551174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{{key_eligibility}}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306A85-B88D-C4F5-6CDF-22514383B1B0}"/>
              </a:ext>
            </a:extLst>
          </p:cNvPr>
          <p:cNvSpPr/>
          <p:nvPr userDrawn="1"/>
        </p:nvSpPr>
        <p:spPr>
          <a:xfrm>
            <a:off x="294196" y="278891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712753-CDD4-C3D5-DCC9-8ECEB2243AA9}"/>
              </a:ext>
            </a:extLst>
          </p:cNvPr>
          <p:cNvSpPr txBox="1"/>
          <p:nvPr userDrawn="1"/>
        </p:nvSpPr>
        <p:spPr>
          <a:xfrm>
            <a:off x="240908" y="282549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 dirty="0" err="1">
                <a:solidFill>
                  <a:schemeClr val="bg1">
                    <a:lumMod val="50000"/>
                  </a:schemeClr>
                </a:solidFill>
              </a:rPr>
              <a:t>Randomisation</a:t>
            </a:r>
            <a:endParaRPr sz="7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3337DA-0F13-5EE9-92E4-5E405E6DA1E9}"/>
              </a:ext>
            </a:extLst>
          </p:cNvPr>
          <p:cNvSpPr txBox="1"/>
          <p:nvPr userDrawn="1"/>
        </p:nvSpPr>
        <p:spPr>
          <a:xfrm>
            <a:off x="883904" y="2825495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{{randomisation}}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808762-11B3-C128-4439-B67F2272276D}"/>
              </a:ext>
            </a:extLst>
          </p:cNvPr>
          <p:cNvSpPr/>
          <p:nvPr userDrawn="1"/>
        </p:nvSpPr>
        <p:spPr>
          <a:xfrm>
            <a:off x="294196" y="30632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2EE13D-895C-6AD3-1696-892D68A9F4FD}"/>
              </a:ext>
            </a:extLst>
          </p:cNvPr>
          <p:cNvSpPr txBox="1"/>
          <p:nvPr userDrawn="1"/>
        </p:nvSpPr>
        <p:spPr>
          <a:xfrm>
            <a:off x="240908" y="309981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 dirty="0">
                <a:solidFill>
                  <a:schemeClr val="bg1">
                    <a:lumMod val="50000"/>
                  </a:schemeClr>
                </a:solidFill>
              </a:rPr>
              <a:t>Data cut-off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65D31E-22E4-14FF-C608-645439F5AC37}"/>
              </a:ext>
            </a:extLst>
          </p:cNvPr>
          <p:cNvSpPr txBox="1"/>
          <p:nvPr userDrawn="1"/>
        </p:nvSpPr>
        <p:spPr>
          <a:xfrm>
            <a:off x="1433556" y="3099815"/>
            <a:ext cx="12618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{{data_cutoff}}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737CC1-D0E4-E1FE-A28B-768881F10541}"/>
              </a:ext>
            </a:extLst>
          </p:cNvPr>
          <p:cNvSpPr/>
          <p:nvPr userDrawn="1"/>
        </p:nvSpPr>
        <p:spPr>
          <a:xfrm>
            <a:off x="166180" y="3648457"/>
            <a:ext cx="2651760" cy="2798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83F61E-A36C-3FFD-9C58-C73136D289D9}"/>
              </a:ext>
            </a:extLst>
          </p:cNvPr>
          <p:cNvSpPr/>
          <p:nvPr userDrawn="1"/>
        </p:nvSpPr>
        <p:spPr>
          <a:xfrm>
            <a:off x="166180" y="3648456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D03888-7768-B183-A69D-4D1E52E2E267}"/>
              </a:ext>
            </a:extLst>
          </p:cNvPr>
          <p:cNvSpPr/>
          <p:nvPr userDrawn="1"/>
        </p:nvSpPr>
        <p:spPr>
          <a:xfrm>
            <a:off x="166180" y="3913632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C17E7F-AC91-A566-A685-64EB97F454A0}"/>
              </a:ext>
            </a:extLst>
          </p:cNvPr>
          <p:cNvSpPr/>
          <p:nvPr userDrawn="1"/>
        </p:nvSpPr>
        <p:spPr>
          <a:xfrm>
            <a:off x="294196" y="3749040"/>
            <a:ext cx="64008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36E629-987F-B151-A1D9-65E07A127E83}"/>
              </a:ext>
            </a:extLst>
          </p:cNvPr>
          <p:cNvSpPr txBox="1"/>
          <p:nvPr userDrawn="1"/>
        </p:nvSpPr>
        <p:spPr>
          <a:xfrm>
            <a:off x="403924" y="3666192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{{safety_title}}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5C2275-FA66-2022-2434-142701B52B5D}"/>
              </a:ext>
            </a:extLst>
          </p:cNvPr>
          <p:cNvSpPr txBox="1"/>
          <p:nvPr userDrawn="1"/>
        </p:nvSpPr>
        <p:spPr>
          <a:xfrm>
            <a:off x="294196" y="4050792"/>
            <a:ext cx="10972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GRADE ≥3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9E2A78-02AC-12BE-7A0D-21DE2DCCCFDE}"/>
              </a:ext>
            </a:extLst>
          </p:cNvPr>
          <p:cNvSpPr txBox="1"/>
          <p:nvPr userDrawn="1"/>
        </p:nvSpPr>
        <p:spPr>
          <a:xfrm>
            <a:off x="294196" y="4215383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/>
              <a:t>{{safety_grade3_1}}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5138E5-2298-2B2A-B786-084C914465CC}"/>
              </a:ext>
            </a:extLst>
          </p:cNvPr>
          <p:cNvSpPr txBox="1"/>
          <p:nvPr userDrawn="1"/>
        </p:nvSpPr>
        <p:spPr>
          <a:xfrm>
            <a:off x="294196" y="4398264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/>
              <a:t>{{safety_grade3_2}}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07EE10-BD74-EB9E-A180-C993B47671F1}"/>
              </a:ext>
            </a:extLst>
          </p:cNvPr>
          <p:cNvSpPr txBox="1"/>
          <p:nvPr userDrawn="1"/>
        </p:nvSpPr>
        <p:spPr>
          <a:xfrm>
            <a:off x="294196" y="4581144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 err="1"/>
              <a:t>{{safety_grade3_3}}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C7712A-083D-02EA-5863-D0D703AF7049}"/>
              </a:ext>
            </a:extLst>
          </p:cNvPr>
          <p:cNvSpPr txBox="1"/>
          <p:nvPr userDrawn="1"/>
        </p:nvSpPr>
        <p:spPr>
          <a:xfrm>
            <a:off x="294196" y="4764024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/>
              <a:t>{{safety_grade3_4}}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2C9A98-4EAB-F7A7-6599-687E1F2EC2BA}"/>
              </a:ext>
            </a:extLst>
          </p:cNvPr>
          <p:cNvSpPr txBox="1"/>
          <p:nvPr userDrawn="1"/>
        </p:nvSpPr>
        <p:spPr>
          <a:xfrm>
            <a:off x="294196" y="5020057"/>
            <a:ext cx="142803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ANY GRADE — OCULAR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5AC303-C4EA-FD2D-0CBA-9AD35407CDE6}"/>
              </a:ext>
            </a:extLst>
          </p:cNvPr>
          <p:cNvSpPr txBox="1"/>
          <p:nvPr userDrawn="1"/>
        </p:nvSpPr>
        <p:spPr>
          <a:xfrm>
            <a:off x="294196" y="5312467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sz="850" dirty="0"/>
              <a:t>{{safety_ocular_1}}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3496C-EF70-E30F-C008-A12BB984E9C5}"/>
              </a:ext>
            </a:extLst>
          </p:cNvPr>
          <p:cNvSpPr txBox="1"/>
          <p:nvPr userDrawn="1"/>
        </p:nvSpPr>
        <p:spPr>
          <a:xfrm>
            <a:off x="294196" y="5495347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sz="850" dirty="0"/>
              <a:t>{{safety_ocular_2}}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904141-CAB8-FDD1-8EB5-0D025D2E6B2F}"/>
              </a:ext>
            </a:extLst>
          </p:cNvPr>
          <p:cNvSpPr txBox="1"/>
          <p:nvPr userDrawn="1"/>
        </p:nvSpPr>
        <p:spPr>
          <a:xfrm>
            <a:off x="294196" y="5678227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sz="850" dirty="0"/>
              <a:t>{{safety_ocular_3}}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402F940-0F52-C1F0-A5A5-B684A01A244D}"/>
              </a:ext>
            </a:extLst>
          </p:cNvPr>
          <p:cNvSpPr/>
          <p:nvPr userDrawn="1"/>
        </p:nvSpPr>
        <p:spPr>
          <a:xfrm>
            <a:off x="2927668" y="612648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88D34B9-233B-9F79-A456-5C30EE97416C}"/>
              </a:ext>
            </a:extLst>
          </p:cNvPr>
          <p:cNvSpPr/>
          <p:nvPr userDrawn="1"/>
        </p:nvSpPr>
        <p:spPr>
          <a:xfrm>
            <a:off x="2927668" y="612648"/>
            <a:ext cx="429768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68E2050-FCBD-EB1B-1E95-DC9742559085}"/>
              </a:ext>
            </a:extLst>
          </p:cNvPr>
          <p:cNvSpPr/>
          <p:nvPr userDrawn="1"/>
        </p:nvSpPr>
        <p:spPr>
          <a:xfrm>
            <a:off x="2927668" y="877824"/>
            <a:ext cx="42976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7A8549-A087-702E-44E4-6C4DC0B3F0ED}"/>
              </a:ext>
            </a:extLst>
          </p:cNvPr>
          <p:cNvSpPr/>
          <p:nvPr userDrawn="1"/>
        </p:nvSpPr>
        <p:spPr>
          <a:xfrm>
            <a:off x="3055684" y="713232"/>
            <a:ext cx="64008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FCE6B5-2DE6-303B-4CCA-556FA2D84FD5}"/>
              </a:ext>
            </a:extLst>
          </p:cNvPr>
          <p:cNvSpPr txBox="1"/>
          <p:nvPr userDrawn="1"/>
        </p:nvSpPr>
        <p:spPr>
          <a:xfrm>
            <a:off x="3165412" y="630384"/>
            <a:ext cx="3840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{{efficacy_title}}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B51556-FC3A-0FCF-AE90-FE49A1733043}"/>
              </a:ext>
            </a:extLst>
          </p:cNvPr>
          <p:cNvSpPr/>
          <p:nvPr userDrawn="1"/>
        </p:nvSpPr>
        <p:spPr>
          <a:xfrm>
            <a:off x="3055684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026197A-C2D4-365A-5389-FF9ED266A10E}"/>
              </a:ext>
            </a:extLst>
          </p:cNvPr>
          <p:cNvSpPr/>
          <p:nvPr userDrawn="1"/>
        </p:nvSpPr>
        <p:spPr>
          <a:xfrm>
            <a:off x="3055684" y="996695"/>
            <a:ext cx="27432" cy="6309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030F2D-D549-C63F-65F6-25B49435D586}"/>
              </a:ext>
            </a:extLst>
          </p:cNvPr>
          <p:cNvSpPr txBox="1"/>
          <p:nvPr userDrawn="1"/>
        </p:nvSpPr>
        <p:spPr>
          <a:xfrm>
            <a:off x="3147125" y="1051561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{{mpfs_exp_label}}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6BF22F-9859-D5E9-5233-6EE6C6563422}"/>
              </a:ext>
            </a:extLst>
          </p:cNvPr>
          <p:cNvSpPr txBox="1"/>
          <p:nvPr userDrawn="1"/>
        </p:nvSpPr>
        <p:spPr>
          <a:xfrm>
            <a:off x="3147124" y="1130416"/>
            <a:ext cx="992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{{mpfs_exp_value}}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5F20AF-CA8B-0BB4-06B4-3A53070AE6C3}"/>
              </a:ext>
            </a:extLst>
          </p:cNvPr>
          <p:cNvSpPr txBox="1"/>
          <p:nvPr userDrawn="1"/>
        </p:nvSpPr>
        <p:spPr>
          <a:xfrm>
            <a:off x="3147125" y="146304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{{mpfs_exp_ci}}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F7FDF1-733E-92D2-B9DD-EC54322B62E5}"/>
              </a:ext>
            </a:extLst>
          </p:cNvPr>
          <p:cNvSpPr/>
          <p:nvPr userDrawn="1"/>
        </p:nvSpPr>
        <p:spPr>
          <a:xfrm>
            <a:off x="5113084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32187B9-9246-BAB8-E14F-C1290E055C95}"/>
              </a:ext>
            </a:extLst>
          </p:cNvPr>
          <p:cNvSpPr/>
          <p:nvPr userDrawn="1"/>
        </p:nvSpPr>
        <p:spPr>
          <a:xfrm>
            <a:off x="5113084" y="996695"/>
            <a:ext cx="27432" cy="6309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524B86-86D9-9FD4-4A48-17BF4E8FC891}"/>
              </a:ext>
            </a:extLst>
          </p:cNvPr>
          <p:cNvSpPr txBox="1"/>
          <p:nvPr userDrawn="1"/>
        </p:nvSpPr>
        <p:spPr>
          <a:xfrm>
            <a:off x="5204525" y="1051561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{{mpfs_ctrl_label}}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8F6AF6-C0DE-3B33-05DC-AF561B4475A8}"/>
              </a:ext>
            </a:extLst>
          </p:cNvPr>
          <p:cNvSpPr txBox="1"/>
          <p:nvPr userDrawn="1"/>
        </p:nvSpPr>
        <p:spPr>
          <a:xfrm>
            <a:off x="5204524" y="1130416"/>
            <a:ext cx="992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/>
              <a:t>{{mpfs_ctrl_value}}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3E4A06-8923-DDFF-7DB9-5B75B263DD95}"/>
              </a:ext>
            </a:extLst>
          </p:cNvPr>
          <p:cNvSpPr txBox="1"/>
          <p:nvPr userDrawn="1"/>
        </p:nvSpPr>
        <p:spPr>
          <a:xfrm>
            <a:off x="5204525" y="146304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{{mpfs_ctrl_ci}}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283C83D-1AB1-BC75-CA49-63786FFC94F7}"/>
              </a:ext>
            </a:extLst>
          </p:cNvPr>
          <p:cNvSpPr/>
          <p:nvPr userDrawn="1"/>
        </p:nvSpPr>
        <p:spPr>
          <a:xfrm>
            <a:off x="3055684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2F3EE2D-E9D0-5F28-EF29-079AEA13678D}"/>
              </a:ext>
            </a:extLst>
          </p:cNvPr>
          <p:cNvSpPr/>
          <p:nvPr userDrawn="1"/>
        </p:nvSpPr>
        <p:spPr>
          <a:xfrm>
            <a:off x="3055684" y="1700784"/>
            <a:ext cx="27432" cy="6309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739D0D-3BEC-58DB-CF33-A910BCEB3593}"/>
              </a:ext>
            </a:extLst>
          </p:cNvPr>
          <p:cNvSpPr txBox="1"/>
          <p:nvPr userDrawn="1"/>
        </p:nvSpPr>
        <p:spPr>
          <a:xfrm>
            <a:off x="3147125" y="175564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{{orr_exp_label}}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F52156-9C89-6ECC-053A-A86DF4995D3E}"/>
              </a:ext>
            </a:extLst>
          </p:cNvPr>
          <p:cNvSpPr txBox="1"/>
          <p:nvPr userDrawn="1"/>
        </p:nvSpPr>
        <p:spPr>
          <a:xfrm>
            <a:off x="3196288" y="1834505"/>
            <a:ext cx="992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{{orr_exp_value}}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24700C-F231-D17C-B9EB-7556C1959A3F}"/>
              </a:ext>
            </a:extLst>
          </p:cNvPr>
          <p:cNvSpPr txBox="1"/>
          <p:nvPr userDrawn="1"/>
        </p:nvSpPr>
        <p:spPr>
          <a:xfrm>
            <a:off x="3147125" y="216712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{{orr_exp_detail}}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67240B-1EE4-59EC-DD9E-38325AE44663}"/>
              </a:ext>
            </a:extLst>
          </p:cNvPr>
          <p:cNvSpPr/>
          <p:nvPr userDrawn="1"/>
        </p:nvSpPr>
        <p:spPr>
          <a:xfrm>
            <a:off x="5113084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0EAB7A-AFE4-3CBD-C3E7-4CA94F34E50F}"/>
              </a:ext>
            </a:extLst>
          </p:cNvPr>
          <p:cNvSpPr/>
          <p:nvPr userDrawn="1"/>
        </p:nvSpPr>
        <p:spPr>
          <a:xfrm>
            <a:off x="5113084" y="1700784"/>
            <a:ext cx="27432" cy="6309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3D05BC3-4969-5A8B-9732-40FE3FAC2293}"/>
              </a:ext>
            </a:extLst>
          </p:cNvPr>
          <p:cNvSpPr txBox="1"/>
          <p:nvPr userDrawn="1"/>
        </p:nvSpPr>
        <p:spPr>
          <a:xfrm>
            <a:off x="5204525" y="175564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{{orr_ctrl_label}}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F4A092-25F9-3FC3-73BA-8A6F77842EF8}"/>
              </a:ext>
            </a:extLst>
          </p:cNvPr>
          <p:cNvSpPr txBox="1"/>
          <p:nvPr userDrawn="1"/>
        </p:nvSpPr>
        <p:spPr>
          <a:xfrm>
            <a:off x="5263515" y="1834505"/>
            <a:ext cx="992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{{orr_ctrl_value}}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3510BE-CD5D-4E4E-CFD1-D240AB93302A}"/>
              </a:ext>
            </a:extLst>
          </p:cNvPr>
          <p:cNvSpPr txBox="1"/>
          <p:nvPr userDrawn="1"/>
        </p:nvSpPr>
        <p:spPr>
          <a:xfrm>
            <a:off x="5204525" y="216712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{{orr_ctrl_detail}}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F556318-4367-0386-AE3E-647EB0B3CC72}"/>
              </a:ext>
            </a:extLst>
          </p:cNvPr>
          <p:cNvSpPr/>
          <p:nvPr userDrawn="1"/>
        </p:nvSpPr>
        <p:spPr>
          <a:xfrm>
            <a:off x="2927668" y="2551176"/>
            <a:ext cx="4297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D5C1A4F-AF81-E7BF-3E3F-768ABC4A718E}"/>
              </a:ext>
            </a:extLst>
          </p:cNvPr>
          <p:cNvSpPr/>
          <p:nvPr userDrawn="1"/>
        </p:nvSpPr>
        <p:spPr>
          <a:xfrm>
            <a:off x="2927668" y="2551176"/>
            <a:ext cx="4297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74AF5B-758B-F893-4977-724AA9098414}"/>
              </a:ext>
            </a:extLst>
          </p:cNvPr>
          <p:cNvSpPr txBox="1"/>
          <p:nvPr userDrawn="1"/>
        </p:nvSpPr>
        <p:spPr>
          <a:xfrm>
            <a:off x="3055684" y="2642616"/>
            <a:ext cx="40416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HAZARD RATIO · PRIMARY ENDPOINT (PFS)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3866EC-1630-20FF-BF53-79F7DCFA9FDD}"/>
              </a:ext>
            </a:extLst>
          </p:cNvPr>
          <p:cNvSpPr txBox="1"/>
          <p:nvPr userDrawn="1"/>
        </p:nvSpPr>
        <p:spPr>
          <a:xfrm>
            <a:off x="3055684" y="2744089"/>
            <a:ext cx="19339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 i="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{{hr_value}}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981F45-7109-DCDA-CD31-3B75289C60EA}"/>
              </a:ext>
            </a:extLst>
          </p:cNvPr>
          <p:cNvSpPr txBox="1"/>
          <p:nvPr userDrawn="1"/>
        </p:nvSpPr>
        <p:spPr>
          <a:xfrm>
            <a:off x="5076508" y="2916937"/>
            <a:ext cx="1719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92400E"/>
                </a:solidFill>
                <a:latin typeface="Arial"/>
              </a:defRPr>
            </a:pPr>
            <a:r>
              <a:rPr sz="1000"/>
              <a:t>{{hr_conclusion}}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8EDA78-B993-BF6D-A1B2-272C9D3379B7}"/>
              </a:ext>
            </a:extLst>
          </p:cNvPr>
          <p:cNvSpPr txBox="1"/>
          <p:nvPr userDrawn="1"/>
        </p:nvSpPr>
        <p:spPr>
          <a:xfrm>
            <a:off x="3055684" y="3300984"/>
            <a:ext cx="4041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{{hr_ci_p}}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D3438A3-C5E6-886F-7F21-38ED1FACB374}"/>
              </a:ext>
            </a:extLst>
          </p:cNvPr>
          <p:cNvSpPr/>
          <p:nvPr userDrawn="1"/>
        </p:nvSpPr>
        <p:spPr>
          <a:xfrm>
            <a:off x="3055684" y="3538728"/>
            <a:ext cx="4041648" cy="512063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827C52-0830-CA69-4DC9-5962B90F644E}"/>
              </a:ext>
            </a:extLst>
          </p:cNvPr>
          <p:cNvSpPr txBox="1"/>
          <p:nvPr userDrawn="1"/>
        </p:nvSpPr>
        <p:spPr>
          <a:xfrm>
            <a:off x="3037395" y="3538728"/>
            <a:ext cx="4059937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{{hr_interpretation}}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B7D3513-C1E3-56A0-E436-845884EFA3F2}"/>
              </a:ext>
            </a:extLst>
          </p:cNvPr>
          <p:cNvSpPr txBox="1"/>
          <p:nvPr userDrawn="1"/>
        </p:nvSpPr>
        <p:spPr>
          <a:xfrm>
            <a:off x="3055684" y="4153961"/>
            <a:ext cx="4041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OVERALL SURVIVAL (SECONDARY)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2A0CD73-6790-8F54-4D0C-D222A9D7243C}"/>
              </a:ext>
            </a:extLst>
          </p:cNvPr>
          <p:cNvSpPr txBox="1"/>
          <p:nvPr userDrawn="1"/>
        </p:nvSpPr>
        <p:spPr>
          <a:xfrm>
            <a:off x="3055684" y="433199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 err="1"/>
              <a:t>{{os_exp_label}}</a:t>
            </a:r>
            <a:endParaRPr sz="7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8D9DC45-4FD0-B8E4-270B-6E0055B68E0C}"/>
              </a:ext>
            </a:extLst>
          </p:cNvPr>
          <p:cNvSpPr txBox="1"/>
          <p:nvPr userDrawn="1"/>
        </p:nvSpPr>
        <p:spPr>
          <a:xfrm>
            <a:off x="3055684" y="4479672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{{os_exp_value}}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3FA29E-AB72-D583-F99D-9A88F42E2B55}"/>
              </a:ext>
            </a:extLst>
          </p:cNvPr>
          <p:cNvSpPr txBox="1"/>
          <p:nvPr userDrawn="1"/>
        </p:nvSpPr>
        <p:spPr>
          <a:xfrm>
            <a:off x="4402900" y="433199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{{</a:t>
            </a:r>
            <a:r>
              <a:rPr sz="700" dirty="0" err="1"/>
              <a:t>os_ctrl_label</a:t>
            </a:r>
            <a:r>
              <a:rPr sz="700" dirty="0"/>
              <a:t>}}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816931-50AC-4F06-69DC-F10F8A276535}"/>
              </a:ext>
            </a:extLst>
          </p:cNvPr>
          <p:cNvSpPr txBox="1"/>
          <p:nvPr userDrawn="1"/>
        </p:nvSpPr>
        <p:spPr>
          <a:xfrm>
            <a:off x="4402900" y="4479672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{{os_ctrl_value}}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721818C-67B6-BBBA-C272-D637BF9455F6}"/>
              </a:ext>
            </a:extLst>
          </p:cNvPr>
          <p:cNvSpPr txBox="1"/>
          <p:nvPr userDrawn="1"/>
        </p:nvSpPr>
        <p:spPr>
          <a:xfrm>
            <a:off x="5750116" y="4479672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{{os_hr_value}}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A796C18-458C-9677-440B-391E3C563923}"/>
              </a:ext>
            </a:extLst>
          </p:cNvPr>
          <p:cNvSpPr/>
          <p:nvPr userDrawn="1"/>
        </p:nvSpPr>
        <p:spPr>
          <a:xfrm>
            <a:off x="2927668" y="5038345"/>
            <a:ext cx="4297680" cy="1408175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797B217-7245-A685-B9C1-1237D433B6B9}"/>
              </a:ext>
            </a:extLst>
          </p:cNvPr>
          <p:cNvSpPr txBox="1"/>
          <p:nvPr userDrawn="1"/>
        </p:nvSpPr>
        <p:spPr>
          <a:xfrm>
            <a:off x="3055684" y="5129785"/>
            <a:ext cx="4041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</a:rPr>
              <a:t>ADDITIONAL ENDPOINTS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4B05987-DCBF-AE40-1416-3F84B524F378}"/>
              </a:ext>
            </a:extLst>
          </p:cNvPr>
          <p:cNvSpPr txBox="1"/>
          <p:nvPr userDrawn="1"/>
        </p:nvSpPr>
        <p:spPr>
          <a:xfrm>
            <a:off x="3055684" y="531266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{{add_1_label}}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3EED7B2-CAA7-19AB-527E-B0D3DFE84BA4}"/>
              </a:ext>
            </a:extLst>
          </p:cNvPr>
          <p:cNvSpPr txBox="1"/>
          <p:nvPr userDrawn="1"/>
        </p:nvSpPr>
        <p:spPr>
          <a:xfrm>
            <a:off x="3055684" y="5519336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{{add_1_value}}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21542E6-F297-0473-3D05-FA7A569AA2A4}"/>
              </a:ext>
            </a:extLst>
          </p:cNvPr>
          <p:cNvSpPr txBox="1"/>
          <p:nvPr userDrawn="1"/>
        </p:nvSpPr>
        <p:spPr>
          <a:xfrm>
            <a:off x="4402900" y="531266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{{add_2_label}}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BF36986-C1A2-3E1E-EF56-077CC69459E0}"/>
              </a:ext>
            </a:extLst>
          </p:cNvPr>
          <p:cNvSpPr txBox="1"/>
          <p:nvPr userDrawn="1"/>
        </p:nvSpPr>
        <p:spPr>
          <a:xfrm>
            <a:off x="4402900" y="5519336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{{add_2_value}}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1B1206A-4337-AFBE-8ACE-5501C86B75A6}"/>
              </a:ext>
            </a:extLst>
          </p:cNvPr>
          <p:cNvSpPr txBox="1"/>
          <p:nvPr userDrawn="1"/>
        </p:nvSpPr>
        <p:spPr>
          <a:xfrm>
            <a:off x="5750116" y="531266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{{add_3_label}}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04C74DB-48A8-EDD5-379E-A693092D7E1A}"/>
              </a:ext>
            </a:extLst>
          </p:cNvPr>
          <p:cNvSpPr txBox="1"/>
          <p:nvPr userDrawn="1"/>
        </p:nvSpPr>
        <p:spPr>
          <a:xfrm>
            <a:off x="5750116" y="5519336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/>
              <a:t>{{add_3_value}}</a:t>
            </a:r>
          </a:p>
        </p:txBody>
      </p:sp>
      <p:sp>
        <p:nvSpPr>
          <p:cNvPr id="97" name="Rectangle 96" descr="CHART_AREA">
            <a:extLst>
              <a:ext uri="{FF2B5EF4-FFF2-40B4-BE49-F238E27FC236}">
                <a16:creationId xmlns:a16="http://schemas.microsoft.com/office/drawing/2014/main" id="{ABE746EC-B833-C1A1-B14C-B6F7C21995F8}"/>
              </a:ext>
            </a:extLst>
          </p:cNvPr>
          <p:cNvSpPr/>
          <p:nvPr userDrawn="1"/>
        </p:nvSpPr>
        <p:spPr>
          <a:xfrm>
            <a:off x="7335076" y="612648"/>
            <a:ext cx="469087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A8A7AF3-BA3C-8B83-B3DA-7206AFE49938}"/>
              </a:ext>
            </a:extLst>
          </p:cNvPr>
          <p:cNvSpPr/>
          <p:nvPr userDrawn="1"/>
        </p:nvSpPr>
        <p:spPr>
          <a:xfrm>
            <a:off x="7335076" y="612648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C82A983-C928-C90D-7F6A-C4CAE1D2A4B0}"/>
              </a:ext>
            </a:extLst>
          </p:cNvPr>
          <p:cNvSpPr/>
          <p:nvPr userDrawn="1"/>
        </p:nvSpPr>
        <p:spPr>
          <a:xfrm>
            <a:off x="7335076" y="877824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8707883-1946-5C87-5398-F7CF3A6222A6}"/>
              </a:ext>
            </a:extLst>
          </p:cNvPr>
          <p:cNvSpPr/>
          <p:nvPr userDrawn="1"/>
        </p:nvSpPr>
        <p:spPr>
          <a:xfrm>
            <a:off x="7463092" y="713232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3C188B4-49C3-FCDC-9705-1472740A0570}"/>
              </a:ext>
            </a:extLst>
          </p:cNvPr>
          <p:cNvSpPr txBox="1"/>
          <p:nvPr userDrawn="1"/>
        </p:nvSpPr>
        <p:spPr>
          <a:xfrm>
            <a:off x="7572819" y="630384"/>
            <a:ext cx="4233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{{chart_bar_title}}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8DAB191-116C-8A36-77F1-CFDB96C2E839}"/>
              </a:ext>
            </a:extLst>
          </p:cNvPr>
          <p:cNvSpPr txBox="1"/>
          <p:nvPr userDrawn="1"/>
        </p:nvSpPr>
        <p:spPr>
          <a:xfrm>
            <a:off x="7426515" y="3575304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0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79D7955-C27B-1C86-75DC-CA3CC8ABD5E5}"/>
              </a:ext>
            </a:extLst>
          </p:cNvPr>
          <p:cNvSpPr/>
          <p:nvPr userDrawn="1"/>
        </p:nvSpPr>
        <p:spPr>
          <a:xfrm>
            <a:off x="7792276" y="3630168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9EDAB63-38E5-6511-CBCB-E05739632AB0}"/>
              </a:ext>
            </a:extLst>
          </p:cNvPr>
          <p:cNvSpPr txBox="1"/>
          <p:nvPr userDrawn="1"/>
        </p:nvSpPr>
        <p:spPr>
          <a:xfrm>
            <a:off x="7426515" y="2976590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10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C9D9EB6-13A5-7823-6BEE-8FD409F8CFEF}"/>
              </a:ext>
            </a:extLst>
          </p:cNvPr>
          <p:cNvSpPr/>
          <p:nvPr userDrawn="1"/>
        </p:nvSpPr>
        <p:spPr>
          <a:xfrm>
            <a:off x="7792276" y="3031453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5DE519-EDE7-B7D1-1BB7-2695D6CA2807}"/>
              </a:ext>
            </a:extLst>
          </p:cNvPr>
          <p:cNvSpPr txBox="1"/>
          <p:nvPr userDrawn="1"/>
        </p:nvSpPr>
        <p:spPr>
          <a:xfrm>
            <a:off x="7426515" y="2377876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20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C70DE65-762E-61AB-CD90-9C433F088276}"/>
              </a:ext>
            </a:extLst>
          </p:cNvPr>
          <p:cNvSpPr/>
          <p:nvPr userDrawn="1"/>
        </p:nvSpPr>
        <p:spPr>
          <a:xfrm>
            <a:off x="7792276" y="2432739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7F5EFD4-1C2F-6983-6C52-5F63AD839241}"/>
              </a:ext>
            </a:extLst>
          </p:cNvPr>
          <p:cNvSpPr txBox="1"/>
          <p:nvPr userDrawn="1"/>
        </p:nvSpPr>
        <p:spPr>
          <a:xfrm>
            <a:off x="7426515" y="1779162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30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B3A0A4D-F011-4562-2345-B76AF2E3ADDF}"/>
              </a:ext>
            </a:extLst>
          </p:cNvPr>
          <p:cNvSpPr/>
          <p:nvPr userDrawn="1"/>
        </p:nvSpPr>
        <p:spPr>
          <a:xfrm>
            <a:off x="7792276" y="1834025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6D85ACA-B48E-D610-36AB-F0A210CEB066}"/>
              </a:ext>
            </a:extLst>
          </p:cNvPr>
          <p:cNvSpPr txBox="1"/>
          <p:nvPr userDrawn="1"/>
        </p:nvSpPr>
        <p:spPr>
          <a:xfrm>
            <a:off x="7426515" y="1180447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40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2BD1377-5558-297C-E380-9F7848F0F6A2}"/>
              </a:ext>
            </a:extLst>
          </p:cNvPr>
          <p:cNvSpPr/>
          <p:nvPr userDrawn="1"/>
        </p:nvSpPr>
        <p:spPr>
          <a:xfrm>
            <a:off x="7792276" y="1235310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925BC54-D83A-805A-A0A0-816B5D73E4FD}"/>
              </a:ext>
            </a:extLst>
          </p:cNvPr>
          <p:cNvSpPr/>
          <p:nvPr userDrawn="1"/>
        </p:nvSpPr>
        <p:spPr>
          <a:xfrm>
            <a:off x="7792276" y="3630168"/>
            <a:ext cx="3959352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CCB2919-B846-A936-58B0-B803B71A2F51}"/>
              </a:ext>
            </a:extLst>
          </p:cNvPr>
          <p:cNvSpPr/>
          <p:nvPr userDrawn="1"/>
        </p:nvSpPr>
        <p:spPr>
          <a:xfrm>
            <a:off x="7792276" y="1115568"/>
            <a:ext cx="9144" cy="2514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18D6F9D-7027-AD86-531E-E3BBB4EB5AD9}"/>
              </a:ext>
            </a:extLst>
          </p:cNvPr>
          <p:cNvSpPr txBox="1"/>
          <p:nvPr userDrawn="1"/>
        </p:nvSpPr>
        <p:spPr>
          <a:xfrm>
            <a:off x="7289356" y="935590"/>
            <a:ext cx="8458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lang="de-DE" sz="700"/>
              <a:t>{{chart_bar_y_label}}</a:t>
            </a:r>
            <a:endParaRPr sz="7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ECA5BED-7F12-431E-5036-8A5C8DA96ADE}"/>
              </a:ext>
            </a:extLst>
          </p:cNvPr>
          <p:cNvSpPr txBox="1"/>
          <p:nvPr userDrawn="1"/>
        </p:nvSpPr>
        <p:spPr>
          <a:xfrm>
            <a:off x="8126033" y="3685031"/>
            <a:ext cx="14630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{{chart_bar_exp_label}}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80F1BBB-02DA-320E-6ED9-2CC760D08B8B}"/>
              </a:ext>
            </a:extLst>
          </p:cNvPr>
          <p:cNvSpPr txBox="1"/>
          <p:nvPr userDrawn="1"/>
        </p:nvSpPr>
        <p:spPr>
          <a:xfrm>
            <a:off x="9954833" y="3685031"/>
            <a:ext cx="14630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{{chart_bar_ctrl_label}}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9468840-41E9-32D1-3E79-2AF0497CA798}"/>
              </a:ext>
            </a:extLst>
          </p:cNvPr>
          <p:cNvSpPr txBox="1"/>
          <p:nvPr userDrawn="1"/>
        </p:nvSpPr>
        <p:spPr>
          <a:xfrm>
            <a:off x="7792276" y="3904488"/>
            <a:ext cx="3959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{{chart_bar_note}}</a:t>
            </a:r>
          </a:p>
        </p:txBody>
      </p:sp>
      <p:sp>
        <p:nvSpPr>
          <p:cNvPr id="120" name="Rectangle 119" descr="CHART_AREA">
            <a:extLst>
              <a:ext uri="{FF2B5EF4-FFF2-40B4-BE49-F238E27FC236}">
                <a16:creationId xmlns:a16="http://schemas.microsoft.com/office/drawing/2014/main" id="{527FCFC5-1DE7-476C-253D-939228FDFBCE}"/>
              </a:ext>
            </a:extLst>
          </p:cNvPr>
          <p:cNvSpPr/>
          <p:nvPr userDrawn="1"/>
        </p:nvSpPr>
        <p:spPr>
          <a:xfrm>
            <a:off x="7335076" y="4197096"/>
            <a:ext cx="4690872" cy="22494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4077678-76A7-D2DD-7BAC-4E3FB238777B}"/>
              </a:ext>
            </a:extLst>
          </p:cNvPr>
          <p:cNvSpPr/>
          <p:nvPr userDrawn="1"/>
        </p:nvSpPr>
        <p:spPr>
          <a:xfrm>
            <a:off x="7335076" y="4197096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0D52CEF-4C6A-C059-7FDA-F43B642F2D33}"/>
              </a:ext>
            </a:extLst>
          </p:cNvPr>
          <p:cNvSpPr/>
          <p:nvPr userDrawn="1"/>
        </p:nvSpPr>
        <p:spPr>
          <a:xfrm>
            <a:off x="7335076" y="4462272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E5FEBAA-0E0D-538D-225D-39A6AE8FB1F2}"/>
              </a:ext>
            </a:extLst>
          </p:cNvPr>
          <p:cNvSpPr/>
          <p:nvPr userDrawn="1"/>
        </p:nvSpPr>
        <p:spPr>
          <a:xfrm>
            <a:off x="7463092" y="429768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4F5796B-3C2C-7C4E-803E-9087ADD9F86B}"/>
              </a:ext>
            </a:extLst>
          </p:cNvPr>
          <p:cNvSpPr txBox="1"/>
          <p:nvPr userDrawn="1"/>
        </p:nvSpPr>
        <p:spPr>
          <a:xfrm>
            <a:off x="7572819" y="4224068"/>
            <a:ext cx="4233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chart_orr_title</a:t>
            </a:r>
            <a:r>
              <a:rPr sz="800" dirty="0"/>
              <a:t>}}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2AE354D-16A5-4BB5-9306-B43DD3B787BE}"/>
              </a:ext>
            </a:extLst>
          </p:cNvPr>
          <p:cNvSpPr txBox="1"/>
          <p:nvPr userDrawn="1"/>
        </p:nvSpPr>
        <p:spPr>
          <a:xfrm>
            <a:off x="7975155" y="4599432"/>
            <a:ext cx="16139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{{chart_orr_exp_label}}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788D3FC-FAD5-11EF-728F-F5846BF4A5B8}"/>
              </a:ext>
            </a:extLst>
          </p:cNvPr>
          <p:cNvSpPr txBox="1"/>
          <p:nvPr userDrawn="1"/>
        </p:nvSpPr>
        <p:spPr>
          <a:xfrm>
            <a:off x="9863392" y="4599432"/>
            <a:ext cx="16139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{{chart_orr_ctrl_label}}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8472DFB-7575-AE60-1D15-059BD8505C3A}"/>
              </a:ext>
            </a:extLst>
          </p:cNvPr>
          <p:cNvSpPr txBox="1"/>
          <p:nvPr userDrawn="1"/>
        </p:nvSpPr>
        <p:spPr>
          <a:xfrm>
            <a:off x="7335076" y="4800599"/>
            <a:ext cx="5852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CR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0998276-3F0E-D57B-BB70-2A7DDAB1FAFB}"/>
              </a:ext>
            </a:extLst>
          </p:cNvPr>
          <p:cNvSpPr txBox="1"/>
          <p:nvPr userDrawn="1"/>
        </p:nvSpPr>
        <p:spPr>
          <a:xfrm>
            <a:off x="7335077" y="5111494"/>
            <a:ext cx="64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VGPR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92DDF00-6B0A-23E2-BEEC-53B05CE479FB}"/>
              </a:ext>
            </a:extLst>
          </p:cNvPr>
          <p:cNvSpPr txBox="1"/>
          <p:nvPr userDrawn="1"/>
        </p:nvSpPr>
        <p:spPr>
          <a:xfrm>
            <a:off x="7335078" y="5422390"/>
            <a:ext cx="5852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sz="900"/>
              <a:t>PR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EA372A3-6397-91DF-816D-E09E8A5C843F}"/>
              </a:ext>
            </a:extLst>
          </p:cNvPr>
          <p:cNvSpPr txBox="1"/>
          <p:nvPr userDrawn="1"/>
        </p:nvSpPr>
        <p:spPr>
          <a:xfrm>
            <a:off x="7900615" y="4768298"/>
            <a:ext cx="771905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{{chart_orr_cr_exp}}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81702E8-2B56-DB32-3957-07D28198D115}"/>
              </a:ext>
            </a:extLst>
          </p:cNvPr>
          <p:cNvSpPr txBox="1"/>
          <p:nvPr userDrawn="1"/>
        </p:nvSpPr>
        <p:spPr>
          <a:xfrm>
            <a:off x="7906200" y="5081200"/>
            <a:ext cx="649963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{{chart_orr_vgpr_exp}}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0F74621-2276-4A24-68A0-C87367938D43}"/>
              </a:ext>
            </a:extLst>
          </p:cNvPr>
          <p:cNvSpPr txBox="1"/>
          <p:nvPr userDrawn="1"/>
        </p:nvSpPr>
        <p:spPr>
          <a:xfrm>
            <a:off x="7908123" y="5394790"/>
            <a:ext cx="6480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{{chart_orr_pr_exp}}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9892DEC-4399-2704-19F2-C28841EE91E1}"/>
              </a:ext>
            </a:extLst>
          </p:cNvPr>
          <p:cNvSpPr txBox="1"/>
          <p:nvPr userDrawn="1"/>
        </p:nvSpPr>
        <p:spPr>
          <a:xfrm>
            <a:off x="9767560" y="4773197"/>
            <a:ext cx="5661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{{chart_orr_cr_ctrl}}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B7C1D43-C3F9-3484-3E67-217EEDD3560B}"/>
              </a:ext>
            </a:extLst>
          </p:cNvPr>
          <p:cNvSpPr txBox="1"/>
          <p:nvPr userDrawn="1"/>
        </p:nvSpPr>
        <p:spPr>
          <a:xfrm>
            <a:off x="9788521" y="5084093"/>
            <a:ext cx="5447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{{chart_orr_vgpr_ctrl}}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C944887-33A6-FD6D-B77B-041E152850D6}"/>
              </a:ext>
            </a:extLst>
          </p:cNvPr>
          <p:cNvSpPr txBox="1"/>
          <p:nvPr userDrawn="1"/>
        </p:nvSpPr>
        <p:spPr>
          <a:xfrm>
            <a:off x="9799013" y="5405622"/>
            <a:ext cx="6035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{{chart_orr_pr_ctrl}}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58440B0-4B09-D4CD-28A2-AE625C4BD8D8}"/>
              </a:ext>
            </a:extLst>
          </p:cNvPr>
          <p:cNvSpPr txBox="1"/>
          <p:nvPr userDrawn="1"/>
        </p:nvSpPr>
        <p:spPr>
          <a:xfrm>
            <a:off x="1464628" y="16496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/>
              <a:t>PIVOTAL STUDIES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95FE688-29B9-CB0E-077D-E55DBEB8A694}"/>
              </a:ext>
            </a:extLst>
          </p:cNvPr>
          <p:cNvSpPr txBox="1"/>
          <p:nvPr userDrawn="1"/>
        </p:nvSpPr>
        <p:spPr>
          <a:xfrm>
            <a:off x="3019108" y="146672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{{drug_label_full}}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0E6586F-31E7-46B2-8E3C-138161296947}"/>
              </a:ext>
            </a:extLst>
          </p:cNvPr>
          <p:cNvSpPr txBox="1"/>
          <p:nvPr userDrawn="1"/>
        </p:nvSpPr>
        <p:spPr>
          <a:xfrm>
            <a:off x="8688388" y="164960"/>
            <a:ext cx="1097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phase_badge</a:t>
            </a:r>
            <a:r>
              <a:rPr sz="800" dirty="0"/>
              <a:t>}}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CE104B9-E53A-803B-DBC8-9A7113E4510F}"/>
              </a:ext>
            </a:extLst>
          </p:cNvPr>
          <p:cNvSpPr txBox="1"/>
          <p:nvPr userDrawn="1"/>
        </p:nvSpPr>
        <p:spPr>
          <a:xfrm>
            <a:off x="5750116" y="4338493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{{</a:t>
            </a:r>
            <a:r>
              <a:rPr sz="700" dirty="0" err="1"/>
              <a:t>os</a:t>
            </a:r>
            <a:r>
              <a:rPr sz="700" dirty="0"/>
              <a:t>_</a:t>
            </a:r>
            <a:r>
              <a:rPr lang="de-DE" sz="700" dirty="0"/>
              <a:t>hr</a:t>
            </a:r>
            <a:r>
              <a:rPr sz="700" dirty="0"/>
              <a:t>_label}}</a:t>
            </a:r>
          </a:p>
        </p:txBody>
      </p:sp>
      <p:graphicFrame>
        <p:nvGraphicFramePr>
          <p:cNvPr id="146" name="Chart 145" descr="CHART_MEDIAN_PFS">
            <a:extLst>
              <a:ext uri="{FF2B5EF4-FFF2-40B4-BE49-F238E27FC236}">
                <a16:creationId xmlns:a16="http://schemas.microsoft.com/office/drawing/2014/main" id="{99F1BBB1-9326-C9C0-CCA3-88C720C893A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87421809"/>
              </p:ext>
            </p:extLst>
          </p:nvPr>
        </p:nvGraphicFramePr>
        <p:xfrm>
          <a:off x="7509786" y="529785"/>
          <a:ext cx="4168407" cy="3805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B7063B6A-0784-0956-D7EC-B4B88280A8C5}"/>
              </a:ext>
            </a:extLst>
          </p:cNvPr>
          <p:cNvSpPr txBox="1"/>
          <p:nvPr userDrawn="1"/>
        </p:nvSpPr>
        <p:spPr>
          <a:xfrm>
            <a:off x="8313039" y="3354977"/>
            <a:ext cx="1280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5CF6"/>
                </a:solidFill>
                <a:latin typeface="Arial"/>
              </a:defRPr>
            </a:pPr>
            <a:r>
              <a:rPr sz="1300" dirty="0">
                <a:solidFill>
                  <a:schemeClr val="tx1"/>
                </a:solidFill>
              </a:rPr>
              <a:t>{{chart_bar_exp_value}}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3B88301-3F5D-F895-0ED7-17D70D405A8D}"/>
              </a:ext>
            </a:extLst>
          </p:cNvPr>
          <p:cNvSpPr txBox="1"/>
          <p:nvPr userDrawn="1"/>
        </p:nvSpPr>
        <p:spPr>
          <a:xfrm>
            <a:off x="10125455" y="3368623"/>
            <a:ext cx="1280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94A3B8"/>
                </a:solidFill>
                <a:latin typeface="Arial"/>
              </a:defRPr>
            </a:pPr>
            <a:r>
              <a:rPr sz="1300" dirty="0">
                <a:solidFill>
                  <a:schemeClr val="tx1"/>
                </a:solidFill>
              </a:rPr>
              <a:t>{{chart_bar_ctrl_value}}</a:t>
            </a:r>
          </a:p>
        </p:txBody>
      </p:sp>
      <p:graphicFrame>
        <p:nvGraphicFramePr>
          <p:cNvPr id="149" name="Chart 148" descr="CHART_ORR_RESPONSE_DRUG">
            <a:extLst>
              <a:ext uri="{FF2B5EF4-FFF2-40B4-BE49-F238E27FC236}">
                <a16:creationId xmlns:a16="http://schemas.microsoft.com/office/drawing/2014/main" id="{50836417-7C44-2B9B-60F6-B6C796CB148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861153493"/>
              </p:ext>
            </p:extLst>
          </p:nvPr>
        </p:nvGraphicFramePr>
        <p:xfrm>
          <a:off x="7878553" y="4239571"/>
          <a:ext cx="1907115" cy="1795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3" name="Chart 152" descr="CHART_ORR_RESPONSE_CONTROL">
            <a:extLst>
              <a:ext uri="{FF2B5EF4-FFF2-40B4-BE49-F238E27FC236}">
                <a16:creationId xmlns:a16="http://schemas.microsoft.com/office/drawing/2014/main" id="{E5EA97B0-F30C-13BD-9D5C-AC53B81685E7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310115014"/>
              </p:ext>
            </p:extLst>
          </p:nvPr>
        </p:nvGraphicFramePr>
        <p:xfrm>
          <a:off x="9954833" y="4647530"/>
          <a:ext cx="1340863" cy="1152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229134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CTICAL_GANTT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9" descr="CHART_AREA">
            <a:extLst>
              <a:ext uri="{FF2B5EF4-FFF2-40B4-BE49-F238E27FC236}">
                <a16:creationId xmlns:a16="http://schemas.microsoft.com/office/drawing/2014/main" id="{ED0ED1F4-AC27-6799-692F-338C9B4C0141}"/>
              </a:ext>
            </a:extLst>
          </p:cNvPr>
          <p:cNvSpPr/>
          <p:nvPr userDrawn="1"/>
        </p:nvSpPr>
        <p:spPr>
          <a:xfrm>
            <a:off x="166180" y="658368"/>
            <a:ext cx="11859768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829CE-53CC-D5FA-BDF8-B2A57D9E4DAF}"/>
              </a:ext>
            </a:extLst>
          </p:cNvPr>
          <p:cNvSpPr/>
          <p:nvPr userDrawn="1"/>
        </p:nvSpPr>
        <p:spPr>
          <a:xfrm>
            <a:off x="2269300" y="658368"/>
            <a:ext cx="2439162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013F6-05E9-BE8A-902B-E98C23A1FB5E}"/>
              </a:ext>
            </a:extLst>
          </p:cNvPr>
          <p:cNvSpPr txBox="1"/>
          <p:nvPr userDrawn="1"/>
        </p:nvSpPr>
        <p:spPr>
          <a:xfrm>
            <a:off x="2269300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Q1 · Jan–Mar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8F776-1BD9-C8EC-4EA7-D3BDD907B360}"/>
              </a:ext>
            </a:extLst>
          </p:cNvPr>
          <p:cNvSpPr txBox="1"/>
          <p:nvPr userDrawn="1"/>
        </p:nvSpPr>
        <p:spPr>
          <a:xfrm>
            <a:off x="226930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178C4F-8ADF-1D1D-9269-68E61D0E0D78}"/>
              </a:ext>
            </a:extLst>
          </p:cNvPr>
          <p:cNvSpPr txBox="1"/>
          <p:nvPr userDrawn="1"/>
        </p:nvSpPr>
        <p:spPr>
          <a:xfrm>
            <a:off x="308235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Feb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78BA30-1ACC-35A7-81BB-81D815448F5B}"/>
              </a:ext>
            </a:extLst>
          </p:cNvPr>
          <p:cNvSpPr/>
          <p:nvPr userDrawn="1"/>
        </p:nvSpPr>
        <p:spPr>
          <a:xfrm>
            <a:off x="3082354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FFDDF8-8162-7E5A-5EA2-2A443A1C02BF}"/>
              </a:ext>
            </a:extLst>
          </p:cNvPr>
          <p:cNvSpPr txBox="1"/>
          <p:nvPr userDrawn="1"/>
        </p:nvSpPr>
        <p:spPr>
          <a:xfrm>
            <a:off x="3895408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Mar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17277D-7A41-44B3-0C75-75E2DA95B738}"/>
              </a:ext>
            </a:extLst>
          </p:cNvPr>
          <p:cNvSpPr/>
          <p:nvPr userDrawn="1"/>
        </p:nvSpPr>
        <p:spPr>
          <a:xfrm>
            <a:off x="3895408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4593B5-24F4-065C-D67B-338199BB8C80}"/>
              </a:ext>
            </a:extLst>
          </p:cNvPr>
          <p:cNvSpPr/>
          <p:nvPr userDrawn="1"/>
        </p:nvSpPr>
        <p:spPr>
          <a:xfrm>
            <a:off x="4708462" y="658368"/>
            <a:ext cx="2439162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D84BD1-2DC7-D9D4-E2B1-C9634AB4E7B4}"/>
              </a:ext>
            </a:extLst>
          </p:cNvPr>
          <p:cNvSpPr txBox="1"/>
          <p:nvPr userDrawn="1"/>
        </p:nvSpPr>
        <p:spPr>
          <a:xfrm>
            <a:off x="4708462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Q2 · Apr–Jun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753BB8-6E8E-A6AF-C4C2-D44158A42B27}"/>
              </a:ext>
            </a:extLst>
          </p:cNvPr>
          <p:cNvSpPr txBox="1"/>
          <p:nvPr userDrawn="1"/>
        </p:nvSpPr>
        <p:spPr>
          <a:xfrm>
            <a:off x="4708462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Apr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BCDB4E-16C2-B3EA-CEF1-F5BDDFA76293}"/>
              </a:ext>
            </a:extLst>
          </p:cNvPr>
          <p:cNvSpPr txBox="1"/>
          <p:nvPr userDrawn="1"/>
        </p:nvSpPr>
        <p:spPr>
          <a:xfrm>
            <a:off x="5521516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May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893B16-D570-D6A8-420A-9F8E26922BDB}"/>
              </a:ext>
            </a:extLst>
          </p:cNvPr>
          <p:cNvSpPr/>
          <p:nvPr userDrawn="1"/>
        </p:nvSpPr>
        <p:spPr>
          <a:xfrm>
            <a:off x="5521516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1BCCC9-ED9A-29BB-90CF-5BFBBF4D8ACF}"/>
              </a:ext>
            </a:extLst>
          </p:cNvPr>
          <p:cNvSpPr txBox="1"/>
          <p:nvPr userDrawn="1"/>
        </p:nvSpPr>
        <p:spPr>
          <a:xfrm>
            <a:off x="633457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Jun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7975F5-2787-4CEB-BFD0-DA807CAA94C9}"/>
              </a:ext>
            </a:extLst>
          </p:cNvPr>
          <p:cNvSpPr/>
          <p:nvPr userDrawn="1"/>
        </p:nvSpPr>
        <p:spPr>
          <a:xfrm>
            <a:off x="633457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2B6BD4-BBE6-C4C6-DA09-93DCA83F2A7B}"/>
              </a:ext>
            </a:extLst>
          </p:cNvPr>
          <p:cNvSpPr/>
          <p:nvPr userDrawn="1"/>
        </p:nvSpPr>
        <p:spPr>
          <a:xfrm>
            <a:off x="7147624" y="658368"/>
            <a:ext cx="243916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DCCEDC-C06C-1B3C-F123-49A12E873A5D}"/>
              </a:ext>
            </a:extLst>
          </p:cNvPr>
          <p:cNvSpPr txBox="1"/>
          <p:nvPr userDrawn="1"/>
        </p:nvSpPr>
        <p:spPr>
          <a:xfrm>
            <a:off x="7147624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Q3 · Jul–Sep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3D42AC-839E-F27D-868A-E6061F5EF57A}"/>
              </a:ext>
            </a:extLst>
          </p:cNvPr>
          <p:cNvSpPr txBox="1"/>
          <p:nvPr userDrawn="1"/>
        </p:nvSpPr>
        <p:spPr>
          <a:xfrm>
            <a:off x="714762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Jul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D2385-7D56-ED90-5837-3C11B07E5EB8}"/>
              </a:ext>
            </a:extLst>
          </p:cNvPr>
          <p:cNvSpPr txBox="1"/>
          <p:nvPr userDrawn="1"/>
        </p:nvSpPr>
        <p:spPr>
          <a:xfrm>
            <a:off x="7960678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Aug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430DD5-3A28-9A99-FD79-8F9641DBC56B}"/>
              </a:ext>
            </a:extLst>
          </p:cNvPr>
          <p:cNvSpPr/>
          <p:nvPr userDrawn="1"/>
        </p:nvSpPr>
        <p:spPr>
          <a:xfrm>
            <a:off x="7960678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098995-10AA-6EA0-27D8-41D93F4AB27A}"/>
              </a:ext>
            </a:extLst>
          </p:cNvPr>
          <p:cNvSpPr txBox="1"/>
          <p:nvPr userDrawn="1"/>
        </p:nvSpPr>
        <p:spPr>
          <a:xfrm>
            <a:off x="8773732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Sep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9ED3CA-AE97-BDCD-A02F-F1AAA3131AC4}"/>
              </a:ext>
            </a:extLst>
          </p:cNvPr>
          <p:cNvSpPr/>
          <p:nvPr userDrawn="1"/>
        </p:nvSpPr>
        <p:spPr>
          <a:xfrm>
            <a:off x="8773732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9A5782-2338-3A6A-E89C-AE88925F77F4}"/>
              </a:ext>
            </a:extLst>
          </p:cNvPr>
          <p:cNvSpPr/>
          <p:nvPr userDrawn="1"/>
        </p:nvSpPr>
        <p:spPr>
          <a:xfrm>
            <a:off x="9586786" y="658368"/>
            <a:ext cx="2439162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D0457E-7A29-CB50-C355-A752D999BAC9}"/>
              </a:ext>
            </a:extLst>
          </p:cNvPr>
          <p:cNvSpPr txBox="1"/>
          <p:nvPr userDrawn="1"/>
        </p:nvSpPr>
        <p:spPr>
          <a:xfrm>
            <a:off x="9586786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Q4 · Oct–Dec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4B27CB-A13B-230F-B700-F3CC9DDD341F}"/>
              </a:ext>
            </a:extLst>
          </p:cNvPr>
          <p:cNvSpPr txBox="1"/>
          <p:nvPr userDrawn="1"/>
        </p:nvSpPr>
        <p:spPr>
          <a:xfrm>
            <a:off x="9586786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Oct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009AF0-1A86-FD81-B8BA-4BAEE8BA4540}"/>
              </a:ext>
            </a:extLst>
          </p:cNvPr>
          <p:cNvSpPr txBox="1"/>
          <p:nvPr userDrawn="1"/>
        </p:nvSpPr>
        <p:spPr>
          <a:xfrm>
            <a:off x="1039984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Nov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A54194-93C3-055C-8532-2666B20134B7}"/>
              </a:ext>
            </a:extLst>
          </p:cNvPr>
          <p:cNvSpPr/>
          <p:nvPr userDrawn="1"/>
        </p:nvSpPr>
        <p:spPr>
          <a:xfrm>
            <a:off x="1039984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6755A8-5A0F-F789-1997-8DAC82DB62E6}"/>
              </a:ext>
            </a:extLst>
          </p:cNvPr>
          <p:cNvSpPr txBox="1"/>
          <p:nvPr userDrawn="1"/>
        </p:nvSpPr>
        <p:spPr>
          <a:xfrm>
            <a:off x="1121289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Dec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17A4B2-AEE9-183A-0F57-D2ADC8E1D5C7}"/>
              </a:ext>
            </a:extLst>
          </p:cNvPr>
          <p:cNvSpPr/>
          <p:nvPr userDrawn="1"/>
        </p:nvSpPr>
        <p:spPr>
          <a:xfrm>
            <a:off x="11212894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7278FE-8A18-25E7-8372-8B48CFF4CC7C}"/>
              </a:ext>
            </a:extLst>
          </p:cNvPr>
          <p:cNvSpPr/>
          <p:nvPr userDrawn="1"/>
        </p:nvSpPr>
        <p:spPr>
          <a:xfrm>
            <a:off x="2269300" y="1184148"/>
            <a:ext cx="9756648" cy="45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10FDEE-2703-E691-3EE8-F6E030111005}"/>
              </a:ext>
            </a:extLst>
          </p:cNvPr>
          <p:cNvSpPr txBox="1"/>
          <p:nvPr userDrawn="1"/>
        </p:nvSpPr>
        <p:spPr>
          <a:xfrm>
            <a:off x="340560" y="786384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WORKSTREAM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C72C5F-84EA-C0B1-041B-F864684BAF3A}"/>
              </a:ext>
            </a:extLst>
          </p:cNvPr>
          <p:cNvSpPr/>
          <p:nvPr userDrawn="1"/>
        </p:nvSpPr>
        <p:spPr>
          <a:xfrm>
            <a:off x="166180" y="1188719"/>
            <a:ext cx="11859768" cy="91440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D3EBED-0944-E5EC-E24E-1E5504DA08F1}"/>
              </a:ext>
            </a:extLst>
          </p:cNvPr>
          <p:cNvSpPr/>
          <p:nvPr userDrawn="1"/>
        </p:nvSpPr>
        <p:spPr>
          <a:xfrm>
            <a:off x="166180" y="1188719"/>
            <a:ext cx="36576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942049-3362-6800-4E2D-A7C618139117}"/>
              </a:ext>
            </a:extLst>
          </p:cNvPr>
          <p:cNvSpPr txBox="1"/>
          <p:nvPr userDrawn="1"/>
        </p:nvSpPr>
        <p:spPr>
          <a:xfrm>
            <a:off x="275908" y="124358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{{ws_1_name}}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645A6D-FB5B-9C3B-EFCA-D41BD1A1AC4D}"/>
              </a:ext>
            </a:extLst>
          </p:cNvPr>
          <p:cNvSpPr/>
          <p:nvPr userDrawn="1"/>
        </p:nvSpPr>
        <p:spPr>
          <a:xfrm>
            <a:off x="275908" y="1463039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8940B7-4E51-7A7D-7FBF-30DCF63D657A}"/>
              </a:ext>
            </a:extLst>
          </p:cNvPr>
          <p:cNvSpPr txBox="1"/>
          <p:nvPr userDrawn="1"/>
        </p:nvSpPr>
        <p:spPr>
          <a:xfrm>
            <a:off x="385636" y="1444752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{{ws_1_count}}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2CE277-C5EC-2A23-863B-EC6108263B6E}"/>
              </a:ext>
            </a:extLst>
          </p:cNvPr>
          <p:cNvSpPr/>
          <p:nvPr userDrawn="1"/>
        </p:nvSpPr>
        <p:spPr>
          <a:xfrm>
            <a:off x="4708462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6DC101-6124-D4D1-ECAA-66B5F56FD901}"/>
              </a:ext>
            </a:extLst>
          </p:cNvPr>
          <p:cNvSpPr/>
          <p:nvPr userDrawn="1"/>
        </p:nvSpPr>
        <p:spPr>
          <a:xfrm>
            <a:off x="7147624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CB84360-CAD3-DEF8-2734-EE53ACBD37C1}"/>
              </a:ext>
            </a:extLst>
          </p:cNvPr>
          <p:cNvSpPr/>
          <p:nvPr userDrawn="1"/>
        </p:nvSpPr>
        <p:spPr>
          <a:xfrm>
            <a:off x="9586786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E5C371-D738-072B-0642-6DCA53F40AE8}"/>
              </a:ext>
            </a:extLst>
          </p:cNvPr>
          <p:cNvSpPr/>
          <p:nvPr userDrawn="1"/>
        </p:nvSpPr>
        <p:spPr>
          <a:xfrm>
            <a:off x="2269300" y="20985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E6BE81-221D-37A8-688D-DC2116814CE0}"/>
              </a:ext>
            </a:extLst>
          </p:cNvPr>
          <p:cNvSpPr/>
          <p:nvPr userDrawn="1"/>
        </p:nvSpPr>
        <p:spPr>
          <a:xfrm>
            <a:off x="166180" y="2103120"/>
            <a:ext cx="36576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981C7C-02FD-06F4-CB7B-4A6024148BF8}"/>
              </a:ext>
            </a:extLst>
          </p:cNvPr>
          <p:cNvSpPr txBox="1"/>
          <p:nvPr userDrawn="1"/>
        </p:nvSpPr>
        <p:spPr>
          <a:xfrm>
            <a:off x="275908" y="215798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{{ws_2_name}}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B7E73A9-1580-C1FE-05DE-CFAD5BEE7FCF}"/>
              </a:ext>
            </a:extLst>
          </p:cNvPr>
          <p:cNvSpPr/>
          <p:nvPr userDrawn="1"/>
        </p:nvSpPr>
        <p:spPr>
          <a:xfrm>
            <a:off x="275908" y="2377439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338D98-DF3A-BB5A-85A0-C1C6E82961D2}"/>
              </a:ext>
            </a:extLst>
          </p:cNvPr>
          <p:cNvSpPr txBox="1"/>
          <p:nvPr userDrawn="1"/>
        </p:nvSpPr>
        <p:spPr>
          <a:xfrm>
            <a:off x="385636" y="2359153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{{ws_2_count}}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280B4F-F3DA-F89A-CD08-2746CB397B35}"/>
              </a:ext>
            </a:extLst>
          </p:cNvPr>
          <p:cNvSpPr/>
          <p:nvPr userDrawn="1"/>
        </p:nvSpPr>
        <p:spPr>
          <a:xfrm>
            <a:off x="4708462" y="21031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24E89D0-E5F5-0D16-148F-0721B09429C2}"/>
              </a:ext>
            </a:extLst>
          </p:cNvPr>
          <p:cNvSpPr/>
          <p:nvPr userDrawn="1"/>
        </p:nvSpPr>
        <p:spPr>
          <a:xfrm>
            <a:off x="7147624" y="21031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11F8635-7D7C-D2B3-C72C-06DC9B50F4BB}"/>
              </a:ext>
            </a:extLst>
          </p:cNvPr>
          <p:cNvSpPr/>
          <p:nvPr userDrawn="1"/>
        </p:nvSpPr>
        <p:spPr>
          <a:xfrm>
            <a:off x="9586786" y="21031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536C44-7544-227B-6F80-C389A36117CF}"/>
              </a:ext>
            </a:extLst>
          </p:cNvPr>
          <p:cNvSpPr/>
          <p:nvPr userDrawn="1"/>
        </p:nvSpPr>
        <p:spPr>
          <a:xfrm>
            <a:off x="2269300" y="30129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F9095AA-6FFD-A9A2-6FF4-3E99E2D6E795}"/>
              </a:ext>
            </a:extLst>
          </p:cNvPr>
          <p:cNvSpPr/>
          <p:nvPr userDrawn="1"/>
        </p:nvSpPr>
        <p:spPr>
          <a:xfrm>
            <a:off x="166180" y="3017520"/>
            <a:ext cx="11859768" cy="91440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7585F4-DC77-8DB8-AFFF-AA2F57E3C9D3}"/>
              </a:ext>
            </a:extLst>
          </p:cNvPr>
          <p:cNvSpPr/>
          <p:nvPr userDrawn="1"/>
        </p:nvSpPr>
        <p:spPr>
          <a:xfrm>
            <a:off x="166180" y="3017520"/>
            <a:ext cx="36576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268BD9-1B2B-241F-B06B-CB3BCBB4AB44}"/>
              </a:ext>
            </a:extLst>
          </p:cNvPr>
          <p:cNvSpPr txBox="1"/>
          <p:nvPr userDrawn="1"/>
        </p:nvSpPr>
        <p:spPr>
          <a:xfrm>
            <a:off x="275908" y="307238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{{ws_3_name}}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04E76F8-4EAA-22BE-C177-FB0E78EAB83C}"/>
              </a:ext>
            </a:extLst>
          </p:cNvPr>
          <p:cNvSpPr/>
          <p:nvPr userDrawn="1"/>
        </p:nvSpPr>
        <p:spPr>
          <a:xfrm>
            <a:off x="275908" y="3291839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37A288-9D84-9E85-B38B-ECBA3B7DB4CA}"/>
              </a:ext>
            </a:extLst>
          </p:cNvPr>
          <p:cNvSpPr txBox="1"/>
          <p:nvPr userDrawn="1"/>
        </p:nvSpPr>
        <p:spPr>
          <a:xfrm>
            <a:off x="385636" y="3273553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{{ws_3_count}}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7682B97-1EDB-CFB9-16E5-3F793A7F9AB9}"/>
              </a:ext>
            </a:extLst>
          </p:cNvPr>
          <p:cNvSpPr/>
          <p:nvPr userDrawn="1"/>
        </p:nvSpPr>
        <p:spPr>
          <a:xfrm>
            <a:off x="4708462" y="30175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0504EC0-B8AB-869A-ECC6-C6B010AA1A71}"/>
              </a:ext>
            </a:extLst>
          </p:cNvPr>
          <p:cNvSpPr/>
          <p:nvPr userDrawn="1"/>
        </p:nvSpPr>
        <p:spPr>
          <a:xfrm>
            <a:off x="7147624" y="30175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6BEED2C-7B6D-6B01-9F76-9FB5741FE3BA}"/>
              </a:ext>
            </a:extLst>
          </p:cNvPr>
          <p:cNvSpPr/>
          <p:nvPr userDrawn="1"/>
        </p:nvSpPr>
        <p:spPr>
          <a:xfrm>
            <a:off x="9586786" y="30175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E62F194-9B1D-75A5-0EB7-0BDB4A4380CD}"/>
              </a:ext>
            </a:extLst>
          </p:cNvPr>
          <p:cNvSpPr/>
          <p:nvPr userDrawn="1"/>
        </p:nvSpPr>
        <p:spPr>
          <a:xfrm>
            <a:off x="2269300" y="39273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F931E4-55DD-9FDE-2D4A-7CA82160E705}"/>
              </a:ext>
            </a:extLst>
          </p:cNvPr>
          <p:cNvSpPr/>
          <p:nvPr userDrawn="1"/>
        </p:nvSpPr>
        <p:spPr>
          <a:xfrm>
            <a:off x="166180" y="3931920"/>
            <a:ext cx="36576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20BA1C-FA98-6751-762D-95DF42B881BA}"/>
              </a:ext>
            </a:extLst>
          </p:cNvPr>
          <p:cNvSpPr txBox="1"/>
          <p:nvPr userDrawn="1"/>
        </p:nvSpPr>
        <p:spPr>
          <a:xfrm>
            <a:off x="275908" y="3986783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{{ws_4_name}}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01A76A7-6277-E95C-30A8-5414E9916D72}"/>
              </a:ext>
            </a:extLst>
          </p:cNvPr>
          <p:cNvSpPr/>
          <p:nvPr userDrawn="1"/>
        </p:nvSpPr>
        <p:spPr>
          <a:xfrm>
            <a:off x="275908" y="4206240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CC3961-EBA7-B193-90DF-81F5C8C1077A}"/>
              </a:ext>
            </a:extLst>
          </p:cNvPr>
          <p:cNvSpPr txBox="1"/>
          <p:nvPr userDrawn="1"/>
        </p:nvSpPr>
        <p:spPr>
          <a:xfrm>
            <a:off x="385636" y="4187953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{{ws_4_count}}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B995F11-0E27-5766-3173-9044E9EF510E}"/>
              </a:ext>
            </a:extLst>
          </p:cNvPr>
          <p:cNvSpPr/>
          <p:nvPr userDrawn="1"/>
        </p:nvSpPr>
        <p:spPr>
          <a:xfrm>
            <a:off x="4708462" y="39319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626DA06-CE7F-B39F-2FB9-63430B1CB0DD}"/>
              </a:ext>
            </a:extLst>
          </p:cNvPr>
          <p:cNvSpPr/>
          <p:nvPr userDrawn="1"/>
        </p:nvSpPr>
        <p:spPr>
          <a:xfrm>
            <a:off x="7147624" y="39319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D10215B-5238-9AA5-6129-101A021AD913}"/>
              </a:ext>
            </a:extLst>
          </p:cNvPr>
          <p:cNvSpPr/>
          <p:nvPr userDrawn="1"/>
        </p:nvSpPr>
        <p:spPr>
          <a:xfrm>
            <a:off x="9586786" y="39319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36E60AF-EEA4-330A-DB78-AD11E947DC58}"/>
              </a:ext>
            </a:extLst>
          </p:cNvPr>
          <p:cNvSpPr/>
          <p:nvPr userDrawn="1"/>
        </p:nvSpPr>
        <p:spPr>
          <a:xfrm>
            <a:off x="2269300" y="48417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FC559F-0B61-4C98-4D8A-2EEBA8F333FE}"/>
              </a:ext>
            </a:extLst>
          </p:cNvPr>
          <p:cNvSpPr txBox="1"/>
          <p:nvPr userDrawn="1"/>
        </p:nvSpPr>
        <p:spPr>
          <a:xfrm>
            <a:off x="275908" y="4901183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KEY MILESTONES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7DD467-5F27-F860-D22B-B4348566C7D3}"/>
              </a:ext>
            </a:extLst>
          </p:cNvPr>
          <p:cNvSpPr txBox="1"/>
          <p:nvPr userDrawn="1"/>
        </p:nvSpPr>
        <p:spPr>
          <a:xfrm>
            <a:off x="1464628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>
                <a:solidFill>
                  <a:srgbClr val="C4B5FD"/>
                </a:solidFill>
              </a:rPr>
              <a:t>TACTICAL PLAN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8CC6D2-F5DE-36DC-4EB8-23CF502730FA}"/>
              </a:ext>
            </a:extLst>
          </p:cNvPr>
          <p:cNvSpPr txBox="1"/>
          <p:nvPr userDrawn="1"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 dirty="0"/>
              <a:t>{{</a:t>
            </a:r>
            <a:r>
              <a:rPr sz="1100" dirty="0" err="1"/>
              <a:t>drug_label_year</a:t>
            </a:r>
            <a:r>
              <a:rPr sz="1100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8009384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_SQUARE1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966D0B2-46A9-4C12-9401-CA41244DDE03}"/>
              </a:ext>
            </a:extLst>
          </p:cNvPr>
          <p:cNvSpPr/>
          <p:nvPr userDrawn="1"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11067-87D6-7337-1154-BA433719B3E6}"/>
              </a:ext>
            </a:extLst>
          </p:cNvPr>
          <p:cNvSpPr txBox="1"/>
          <p:nvPr userDrawn="1"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{{swot_title}}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5CFFCF-2B82-4B31-BF16-FED298BB0B3A}"/>
              </a:ext>
            </a:extLst>
          </p:cNvPr>
          <p:cNvSpPr txBox="1"/>
          <p:nvPr userDrawn="1"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{{swot_subtitle}}</a:t>
            </a:r>
          </a:p>
        </p:txBody>
      </p: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1340C7DF-1CCA-3CED-FCBC-9150FED57368}"/>
              </a:ext>
            </a:extLst>
          </p:cNvPr>
          <p:cNvSpPr/>
          <p:nvPr userDrawn="1"/>
        </p:nvSpPr>
        <p:spPr>
          <a:xfrm>
            <a:off x="457200" y="1143000"/>
            <a:ext cx="4613148" cy="245059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CB8F52-ADD6-6CC2-50B6-635DAC1EB253}"/>
              </a:ext>
            </a:extLst>
          </p:cNvPr>
          <p:cNvSpPr/>
          <p:nvPr userDrawn="1"/>
        </p:nvSpPr>
        <p:spPr>
          <a:xfrm>
            <a:off x="603503" y="130777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9EC48E-93AB-7E83-36B0-85571BA6058D}"/>
              </a:ext>
            </a:extLst>
          </p:cNvPr>
          <p:cNvSpPr txBox="1"/>
          <p:nvPr userDrawn="1"/>
        </p:nvSpPr>
        <p:spPr>
          <a:xfrm>
            <a:off x="804672" y="1252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FBA77D-73C5-A4FB-8E9F-3E2CBA161897}"/>
              </a:ext>
            </a:extLst>
          </p:cNvPr>
          <p:cNvSpPr txBox="1"/>
          <p:nvPr userDrawn="1"/>
        </p:nvSpPr>
        <p:spPr>
          <a:xfrm>
            <a:off x="685800" y="160020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{{strength_1}}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B0F53-4A6C-2717-02F8-65B3DD9C07B5}"/>
              </a:ext>
            </a:extLst>
          </p:cNvPr>
          <p:cNvSpPr txBox="1"/>
          <p:nvPr userDrawn="1"/>
        </p:nvSpPr>
        <p:spPr>
          <a:xfrm>
            <a:off x="685800" y="201168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{{strength_2}}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55B1C1-5F39-CD4B-80FC-63E37A266457}"/>
              </a:ext>
            </a:extLst>
          </p:cNvPr>
          <p:cNvSpPr txBox="1"/>
          <p:nvPr userDrawn="1"/>
        </p:nvSpPr>
        <p:spPr>
          <a:xfrm>
            <a:off x="685800" y="242316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{{strength_3}}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3E7782-87E3-25BA-EC48-7019E83A3269}"/>
              </a:ext>
            </a:extLst>
          </p:cNvPr>
          <p:cNvSpPr txBox="1"/>
          <p:nvPr userDrawn="1"/>
        </p:nvSpPr>
        <p:spPr>
          <a:xfrm>
            <a:off x="685800" y="283464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{{strength_4}}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57451E-3DDA-694B-D06E-9FE1262824A8}"/>
              </a:ext>
            </a:extLst>
          </p:cNvPr>
          <p:cNvSpPr txBox="1"/>
          <p:nvPr userDrawn="1"/>
        </p:nvSpPr>
        <p:spPr>
          <a:xfrm>
            <a:off x="685800" y="324612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{{strength_5}}</a:t>
            </a:r>
          </a:p>
        </p:txBody>
      </p:sp>
      <p:sp>
        <p:nvSpPr>
          <p:cNvPr id="19" name="Rounded Rectangle 23">
            <a:extLst>
              <a:ext uri="{FF2B5EF4-FFF2-40B4-BE49-F238E27FC236}">
                <a16:creationId xmlns:a16="http://schemas.microsoft.com/office/drawing/2014/main" id="{06A63297-7DFB-057D-E424-9A5BF994B50C}"/>
              </a:ext>
            </a:extLst>
          </p:cNvPr>
          <p:cNvSpPr/>
          <p:nvPr userDrawn="1"/>
        </p:nvSpPr>
        <p:spPr>
          <a:xfrm>
            <a:off x="7155180" y="1143000"/>
            <a:ext cx="4613148" cy="245059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3794D2-F97E-8246-D96C-E21B84E50558}"/>
              </a:ext>
            </a:extLst>
          </p:cNvPr>
          <p:cNvSpPr/>
          <p:nvPr userDrawn="1"/>
        </p:nvSpPr>
        <p:spPr>
          <a:xfrm>
            <a:off x="7301484" y="130777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5E49DF-F8A9-BF7D-A6CD-A0BCF248AEC9}"/>
              </a:ext>
            </a:extLst>
          </p:cNvPr>
          <p:cNvSpPr txBox="1"/>
          <p:nvPr userDrawn="1"/>
        </p:nvSpPr>
        <p:spPr>
          <a:xfrm>
            <a:off x="7502652" y="1252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Calibri"/>
              </a:defRPr>
            </a:pPr>
            <a:r>
              <a:t>WEAKNESSES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F8F229-9B84-E3BC-FF0E-05A9D243584E}"/>
              </a:ext>
            </a:extLst>
          </p:cNvPr>
          <p:cNvSpPr txBox="1"/>
          <p:nvPr userDrawn="1"/>
        </p:nvSpPr>
        <p:spPr>
          <a:xfrm>
            <a:off x="7383779" y="160020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{{weakness_1}}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040DB1-FE26-2A07-2D38-DEC4FA6C84C7}"/>
              </a:ext>
            </a:extLst>
          </p:cNvPr>
          <p:cNvSpPr txBox="1"/>
          <p:nvPr userDrawn="1"/>
        </p:nvSpPr>
        <p:spPr>
          <a:xfrm>
            <a:off x="7383779" y="201168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{{weakness_2}}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13AEFF-411E-3F19-B7CA-DCE10B34B8AA}"/>
              </a:ext>
            </a:extLst>
          </p:cNvPr>
          <p:cNvSpPr txBox="1"/>
          <p:nvPr userDrawn="1"/>
        </p:nvSpPr>
        <p:spPr>
          <a:xfrm>
            <a:off x="7383779" y="242316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{{weakness_3}}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958D9D-DB96-4AEE-04B7-AD8FB9EFF8B6}"/>
              </a:ext>
            </a:extLst>
          </p:cNvPr>
          <p:cNvSpPr txBox="1"/>
          <p:nvPr userDrawn="1"/>
        </p:nvSpPr>
        <p:spPr>
          <a:xfrm>
            <a:off x="7383779" y="283464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{{weakness_4}}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5C1780-2E66-A7CC-293F-3C39B003C97F}"/>
              </a:ext>
            </a:extLst>
          </p:cNvPr>
          <p:cNvSpPr txBox="1"/>
          <p:nvPr userDrawn="1"/>
        </p:nvSpPr>
        <p:spPr>
          <a:xfrm>
            <a:off x="7383779" y="324612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{{weakness_5}}</a:t>
            </a:r>
          </a:p>
        </p:txBody>
      </p:sp>
      <p:sp>
        <p:nvSpPr>
          <p:cNvPr id="27" name="Rounded Rectangle 31">
            <a:extLst>
              <a:ext uri="{FF2B5EF4-FFF2-40B4-BE49-F238E27FC236}">
                <a16:creationId xmlns:a16="http://schemas.microsoft.com/office/drawing/2014/main" id="{EEE920CA-D3AB-D72C-26F2-9E92BBB7B71A}"/>
              </a:ext>
            </a:extLst>
          </p:cNvPr>
          <p:cNvSpPr/>
          <p:nvPr userDrawn="1"/>
        </p:nvSpPr>
        <p:spPr>
          <a:xfrm>
            <a:off x="457200" y="3630168"/>
            <a:ext cx="4613148" cy="24505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A7611C4-E18E-ABB8-395F-DE132667F9FD}"/>
              </a:ext>
            </a:extLst>
          </p:cNvPr>
          <p:cNvSpPr/>
          <p:nvPr userDrawn="1"/>
        </p:nvSpPr>
        <p:spPr>
          <a:xfrm>
            <a:off x="603503" y="3794944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793E6A-FF37-13D4-579B-4559881A4662}"/>
              </a:ext>
            </a:extLst>
          </p:cNvPr>
          <p:cNvSpPr txBox="1"/>
          <p:nvPr userDrawn="1"/>
        </p:nvSpPr>
        <p:spPr>
          <a:xfrm>
            <a:off x="804672" y="37398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803D"/>
                </a:solidFill>
                <a:latin typeface="Calibri"/>
              </a:defRPr>
            </a:pPr>
            <a:r>
              <a:t>OPPORTUNITIES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DE8167-1031-17F9-ED11-442A5BF6AEA7}"/>
              </a:ext>
            </a:extLst>
          </p:cNvPr>
          <p:cNvSpPr txBox="1"/>
          <p:nvPr userDrawn="1"/>
        </p:nvSpPr>
        <p:spPr>
          <a:xfrm>
            <a:off x="685800" y="408736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{{opportunity_1}}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70E3D0-D5CE-E0E8-0B60-1F7DA79AF97E}"/>
              </a:ext>
            </a:extLst>
          </p:cNvPr>
          <p:cNvSpPr txBox="1"/>
          <p:nvPr userDrawn="1"/>
        </p:nvSpPr>
        <p:spPr>
          <a:xfrm>
            <a:off x="685800" y="449884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{{opportunity_2}}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492550-6398-B7AA-2DF3-9271A1E4C27E}"/>
              </a:ext>
            </a:extLst>
          </p:cNvPr>
          <p:cNvSpPr txBox="1"/>
          <p:nvPr userDrawn="1"/>
        </p:nvSpPr>
        <p:spPr>
          <a:xfrm>
            <a:off x="685800" y="491032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{{opportunity_3}}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AE99EE-A99D-8803-5D62-BAADF789464E}"/>
              </a:ext>
            </a:extLst>
          </p:cNvPr>
          <p:cNvSpPr txBox="1"/>
          <p:nvPr userDrawn="1"/>
        </p:nvSpPr>
        <p:spPr>
          <a:xfrm>
            <a:off x="685800" y="532180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{{opportunity_4}}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E873BA-B220-7321-34C1-3ABA48221F17}"/>
              </a:ext>
            </a:extLst>
          </p:cNvPr>
          <p:cNvSpPr txBox="1"/>
          <p:nvPr userDrawn="1"/>
        </p:nvSpPr>
        <p:spPr>
          <a:xfrm>
            <a:off x="685800" y="573328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{{opportunity_5}}</a:t>
            </a:r>
          </a:p>
        </p:txBody>
      </p:sp>
      <p:sp>
        <p:nvSpPr>
          <p:cNvPr id="35" name="Rounded Rectangle 39">
            <a:extLst>
              <a:ext uri="{FF2B5EF4-FFF2-40B4-BE49-F238E27FC236}">
                <a16:creationId xmlns:a16="http://schemas.microsoft.com/office/drawing/2014/main" id="{D00A5BF5-6ABA-16E3-9D68-F2BFBBF468F3}"/>
              </a:ext>
            </a:extLst>
          </p:cNvPr>
          <p:cNvSpPr/>
          <p:nvPr userDrawn="1"/>
        </p:nvSpPr>
        <p:spPr>
          <a:xfrm>
            <a:off x="7155180" y="3630168"/>
            <a:ext cx="4613148" cy="2450592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712B557-5DE5-FB8B-4DC4-B8CF7DD39728}"/>
              </a:ext>
            </a:extLst>
          </p:cNvPr>
          <p:cNvSpPr/>
          <p:nvPr userDrawn="1"/>
        </p:nvSpPr>
        <p:spPr>
          <a:xfrm>
            <a:off x="7301484" y="3794944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76E773-4B7E-D98F-00EF-E7672C6E5C15}"/>
              </a:ext>
            </a:extLst>
          </p:cNvPr>
          <p:cNvSpPr txBox="1"/>
          <p:nvPr userDrawn="1"/>
        </p:nvSpPr>
        <p:spPr>
          <a:xfrm>
            <a:off x="7502652" y="37398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2410C"/>
                </a:solidFill>
                <a:latin typeface="Calibri"/>
              </a:defRPr>
            </a:pPr>
            <a:r>
              <a:t>THREATS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3C389F-A634-4AB0-857C-F6422249F663}"/>
              </a:ext>
            </a:extLst>
          </p:cNvPr>
          <p:cNvSpPr txBox="1"/>
          <p:nvPr userDrawn="1"/>
        </p:nvSpPr>
        <p:spPr>
          <a:xfrm>
            <a:off x="7383779" y="408736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{{threat_1}}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221D65-444F-E70A-7ABC-A3C08AD206B9}"/>
              </a:ext>
            </a:extLst>
          </p:cNvPr>
          <p:cNvSpPr txBox="1"/>
          <p:nvPr userDrawn="1"/>
        </p:nvSpPr>
        <p:spPr>
          <a:xfrm>
            <a:off x="7383779" y="449884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{{threat_2}}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D85968-152C-BBC5-A4F2-4F3E7BCA3AE9}"/>
              </a:ext>
            </a:extLst>
          </p:cNvPr>
          <p:cNvSpPr txBox="1"/>
          <p:nvPr userDrawn="1"/>
        </p:nvSpPr>
        <p:spPr>
          <a:xfrm>
            <a:off x="7383779" y="491032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{{threat_3}}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463614-CA87-D178-667C-4F45293DFCE9}"/>
              </a:ext>
            </a:extLst>
          </p:cNvPr>
          <p:cNvSpPr txBox="1"/>
          <p:nvPr userDrawn="1"/>
        </p:nvSpPr>
        <p:spPr>
          <a:xfrm>
            <a:off x="7383779" y="532180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{{threat_4}}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A22421-F568-7E73-D908-A1E969354946}"/>
              </a:ext>
            </a:extLst>
          </p:cNvPr>
          <p:cNvSpPr txBox="1"/>
          <p:nvPr userDrawn="1"/>
        </p:nvSpPr>
        <p:spPr>
          <a:xfrm>
            <a:off x="7383779" y="573328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{{threat_5}}</a:t>
            </a: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765DCABC-C804-D87D-EB9F-8C40C25BAD98}"/>
              </a:ext>
            </a:extLst>
          </p:cNvPr>
          <p:cNvSpPr/>
          <p:nvPr userDrawn="1"/>
        </p:nvSpPr>
        <p:spPr>
          <a:xfrm>
            <a:off x="5426964" y="2926080"/>
            <a:ext cx="685800" cy="685800"/>
          </a:xfrm>
          <a:prstGeom prst="diamond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F7A9AA-1A57-A80B-1266-15C9328D92AE}"/>
              </a:ext>
            </a:extLst>
          </p:cNvPr>
          <p:cNvSpPr txBox="1"/>
          <p:nvPr userDrawn="1"/>
        </p:nvSpPr>
        <p:spPr>
          <a:xfrm>
            <a:off x="5500116" y="30358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821FC996-07D5-794B-E062-7E53251A8479}"/>
              </a:ext>
            </a:extLst>
          </p:cNvPr>
          <p:cNvSpPr/>
          <p:nvPr userDrawn="1"/>
        </p:nvSpPr>
        <p:spPr>
          <a:xfrm>
            <a:off x="6112764" y="2926080"/>
            <a:ext cx="685800" cy="685800"/>
          </a:xfrm>
          <a:prstGeom prst="diamond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50429C-D140-4B26-9520-B67A42558A89}"/>
              </a:ext>
            </a:extLst>
          </p:cNvPr>
          <p:cNvSpPr txBox="1"/>
          <p:nvPr userDrawn="1"/>
        </p:nvSpPr>
        <p:spPr>
          <a:xfrm>
            <a:off x="6185916" y="30358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E80BF908-DED5-1DC4-62A4-ED7C0653F6D3}"/>
              </a:ext>
            </a:extLst>
          </p:cNvPr>
          <p:cNvSpPr/>
          <p:nvPr userDrawn="1"/>
        </p:nvSpPr>
        <p:spPr>
          <a:xfrm>
            <a:off x="5426964" y="3611880"/>
            <a:ext cx="685800" cy="685800"/>
          </a:xfrm>
          <a:prstGeom prst="diamond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C57E3E-3D88-C633-FF5B-AA712716466A}"/>
              </a:ext>
            </a:extLst>
          </p:cNvPr>
          <p:cNvSpPr txBox="1"/>
          <p:nvPr userDrawn="1"/>
        </p:nvSpPr>
        <p:spPr>
          <a:xfrm>
            <a:off x="5500116" y="37216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4C2F0276-CBD1-1CA5-3BDA-368772C0AFEB}"/>
              </a:ext>
            </a:extLst>
          </p:cNvPr>
          <p:cNvSpPr/>
          <p:nvPr userDrawn="1"/>
        </p:nvSpPr>
        <p:spPr>
          <a:xfrm>
            <a:off x="6112764" y="3611880"/>
            <a:ext cx="685800" cy="685800"/>
          </a:xfrm>
          <a:prstGeom prst="diamond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678C4E-939C-C072-A22B-8758BFEC2069}"/>
              </a:ext>
            </a:extLst>
          </p:cNvPr>
          <p:cNvSpPr txBox="1"/>
          <p:nvPr userDrawn="1"/>
        </p:nvSpPr>
        <p:spPr>
          <a:xfrm>
            <a:off x="6185916" y="37216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83382E2-AFAB-ABE7-2879-D52BDE4E12BE}"/>
              </a:ext>
            </a:extLst>
          </p:cNvPr>
          <p:cNvSpPr/>
          <p:nvPr userDrawn="1"/>
        </p:nvSpPr>
        <p:spPr>
          <a:xfrm>
            <a:off x="5792724" y="32918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CAC15A-36BA-2FA5-C044-AB7E5A5D5833}"/>
              </a:ext>
            </a:extLst>
          </p:cNvPr>
          <p:cNvSpPr txBox="1"/>
          <p:nvPr userDrawn="1"/>
        </p:nvSpPr>
        <p:spPr>
          <a:xfrm>
            <a:off x="5701284" y="350215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{{drug_short}}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9FF20E-F137-D5EF-20DE-7179AD9CCE75}"/>
              </a:ext>
            </a:extLst>
          </p:cNvPr>
          <p:cNvSpPr txBox="1"/>
          <p:nvPr userDrawn="1"/>
        </p:nvSpPr>
        <p:spPr>
          <a:xfrm>
            <a:off x="1600200" y="146396"/>
            <a:ext cx="137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SWOT ANALYSIS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204D80-BBAE-B4F6-4DBD-27A5698DB0A5}"/>
              </a:ext>
            </a:extLst>
          </p:cNvPr>
          <p:cNvSpPr txBox="1"/>
          <p:nvPr userDrawn="1"/>
        </p:nvSpPr>
        <p:spPr>
          <a:xfrm>
            <a:off x="3200400" y="1189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</p:spTree>
    <p:extLst>
      <p:ext uri="{BB962C8B-B14F-4D97-AF65-F5344CB8AC3E}">
        <p14:creationId xmlns:p14="http://schemas.microsoft.com/office/powerpoint/2010/main" val="37558172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M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AF0B43C-559B-4A51-5A4B-699509B0EF84}"/>
              </a:ext>
            </a:extLst>
          </p:cNvPr>
          <p:cNvSpPr/>
          <p:nvPr userDrawn="1"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42C9BC-6BB1-DA87-3078-8A46D917176A}"/>
              </a:ext>
            </a:extLst>
          </p:cNvPr>
          <p:cNvSpPr txBox="1"/>
          <p:nvPr userDrawn="1"/>
        </p:nvSpPr>
        <p:spPr>
          <a:xfrm>
            <a:off x="475488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{{km_title}}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18B7B-8D32-8B6B-D73C-176DAB693C2B}"/>
              </a:ext>
            </a:extLst>
          </p:cNvPr>
          <p:cNvSpPr txBox="1"/>
          <p:nvPr userDrawn="1"/>
        </p:nvSpPr>
        <p:spPr>
          <a:xfrm>
            <a:off x="6400800" y="6766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{{km_subtitle}}</a:t>
            </a:r>
          </a:p>
        </p:txBody>
      </p: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4EC4E375-3DC7-4D2B-5F02-A0138B0402F4}"/>
              </a:ext>
            </a:extLst>
          </p:cNvPr>
          <p:cNvSpPr/>
          <p:nvPr userDrawn="1"/>
        </p:nvSpPr>
        <p:spPr>
          <a:xfrm>
            <a:off x="45720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714286-56BD-CD7D-B8B1-38DAAEA88EF1}"/>
              </a:ext>
            </a:extLst>
          </p:cNvPr>
          <p:cNvSpPr/>
          <p:nvPr userDrawn="1"/>
        </p:nvSpPr>
        <p:spPr>
          <a:xfrm>
            <a:off x="457200" y="1143000"/>
            <a:ext cx="273634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37E4F-3F89-D8AA-43BF-DB193AD27756}"/>
              </a:ext>
            </a:extLst>
          </p:cNvPr>
          <p:cNvSpPr txBox="1"/>
          <p:nvPr userDrawn="1"/>
        </p:nvSpPr>
        <p:spPr>
          <a:xfrm>
            <a:off x="56692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{{km_kpi_1_label}}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AEF49-6112-C3EB-A249-312FB15E1974}"/>
              </a:ext>
            </a:extLst>
          </p:cNvPr>
          <p:cNvSpPr txBox="1"/>
          <p:nvPr userDrawn="1"/>
        </p:nvSpPr>
        <p:spPr>
          <a:xfrm>
            <a:off x="56692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{{km_kpi_1_value}}</a:t>
            </a:r>
          </a:p>
        </p:txBody>
      </p:sp>
      <p:sp>
        <p:nvSpPr>
          <p:cNvPr id="15" name="Rounded Rectangle 19">
            <a:extLst>
              <a:ext uri="{FF2B5EF4-FFF2-40B4-BE49-F238E27FC236}">
                <a16:creationId xmlns:a16="http://schemas.microsoft.com/office/drawing/2014/main" id="{99522371-BEED-A3A6-C0C6-BA9463F9E2B2}"/>
              </a:ext>
            </a:extLst>
          </p:cNvPr>
          <p:cNvSpPr/>
          <p:nvPr userDrawn="1"/>
        </p:nvSpPr>
        <p:spPr>
          <a:xfrm>
            <a:off x="330327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0B1239-3E38-ED17-32F6-CE2371F32064}"/>
              </a:ext>
            </a:extLst>
          </p:cNvPr>
          <p:cNvSpPr/>
          <p:nvPr userDrawn="1"/>
        </p:nvSpPr>
        <p:spPr>
          <a:xfrm>
            <a:off x="3303270" y="1143000"/>
            <a:ext cx="273634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839B7-7823-3408-7E8F-DB5665B99EA8}"/>
              </a:ext>
            </a:extLst>
          </p:cNvPr>
          <p:cNvSpPr txBox="1"/>
          <p:nvPr userDrawn="1"/>
        </p:nvSpPr>
        <p:spPr>
          <a:xfrm>
            <a:off x="341299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{{km_kpi_2_label}}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E7FAA2-DC29-0569-27F3-4535D352C590}"/>
              </a:ext>
            </a:extLst>
          </p:cNvPr>
          <p:cNvSpPr txBox="1"/>
          <p:nvPr userDrawn="1"/>
        </p:nvSpPr>
        <p:spPr>
          <a:xfrm>
            <a:off x="341299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Calibri"/>
              </a:defRPr>
            </a:pPr>
            <a:r>
              <a:t>{{km_kpi_2_value}}</a:t>
            </a:r>
          </a:p>
        </p:txBody>
      </p:sp>
      <p:sp>
        <p:nvSpPr>
          <p:cNvPr id="19" name="Rounded Rectangle 23">
            <a:extLst>
              <a:ext uri="{FF2B5EF4-FFF2-40B4-BE49-F238E27FC236}">
                <a16:creationId xmlns:a16="http://schemas.microsoft.com/office/drawing/2014/main" id="{B9966078-BCBF-1DB5-6AC5-623F79944D20}"/>
              </a:ext>
            </a:extLst>
          </p:cNvPr>
          <p:cNvSpPr/>
          <p:nvPr userDrawn="1"/>
        </p:nvSpPr>
        <p:spPr>
          <a:xfrm>
            <a:off x="614934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D27D29-873A-B704-FA51-C9C2B2B6632B}"/>
              </a:ext>
            </a:extLst>
          </p:cNvPr>
          <p:cNvSpPr/>
          <p:nvPr userDrawn="1"/>
        </p:nvSpPr>
        <p:spPr>
          <a:xfrm>
            <a:off x="6149340" y="1143000"/>
            <a:ext cx="273634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531344-BE68-AA82-7BFF-CA458D68CC0B}"/>
              </a:ext>
            </a:extLst>
          </p:cNvPr>
          <p:cNvSpPr txBox="1"/>
          <p:nvPr userDrawn="1"/>
        </p:nvSpPr>
        <p:spPr>
          <a:xfrm>
            <a:off x="625906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{{km_kpi_3_label}}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5E6FAB-7019-54DB-C52A-D50255EA6F34}"/>
              </a:ext>
            </a:extLst>
          </p:cNvPr>
          <p:cNvSpPr txBox="1"/>
          <p:nvPr userDrawn="1"/>
        </p:nvSpPr>
        <p:spPr>
          <a:xfrm>
            <a:off x="625906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{{km_kpi_3_value}}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5112CE02-E98D-A30F-91A7-0AD290062F16}"/>
              </a:ext>
            </a:extLst>
          </p:cNvPr>
          <p:cNvSpPr/>
          <p:nvPr userDrawn="1"/>
        </p:nvSpPr>
        <p:spPr>
          <a:xfrm>
            <a:off x="899541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1BFBC4-A90D-B426-C95E-79608CCD5BEB}"/>
              </a:ext>
            </a:extLst>
          </p:cNvPr>
          <p:cNvSpPr/>
          <p:nvPr userDrawn="1"/>
        </p:nvSpPr>
        <p:spPr>
          <a:xfrm>
            <a:off x="8995410" y="1143000"/>
            <a:ext cx="273634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92597A-3922-68B4-F287-236DD3D41E2D}"/>
              </a:ext>
            </a:extLst>
          </p:cNvPr>
          <p:cNvSpPr txBox="1"/>
          <p:nvPr userDrawn="1"/>
        </p:nvSpPr>
        <p:spPr>
          <a:xfrm>
            <a:off x="910513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{{km_kpi_4_label}}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CC0B2B-FD4A-D675-9EFD-98F6FED601FF}"/>
              </a:ext>
            </a:extLst>
          </p:cNvPr>
          <p:cNvSpPr txBox="1"/>
          <p:nvPr userDrawn="1"/>
        </p:nvSpPr>
        <p:spPr>
          <a:xfrm>
            <a:off x="910513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Calibri"/>
              </a:defRPr>
            </a:pPr>
            <a:r>
              <a:t>{{km_kpi_4_value}}</a:t>
            </a:r>
          </a:p>
        </p:txBody>
      </p:sp>
      <p:sp>
        <p:nvSpPr>
          <p:cNvPr id="27" name="Rounded Rectangle 31" descr="CHART_AREA">
            <a:extLst>
              <a:ext uri="{FF2B5EF4-FFF2-40B4-BE49-F238E27FC236}">
                <a16:creationId xmlns:a16="http://schemas.microsoft.com/office/drawing/2014/main" id="{C63E1236-270A-BE7E-FEC3-C6F4A14BF0CD}"/>
              </a:ext>
            </a:extLst>
          </p:cNvPr>
          <p:cNvSpPr/>
          <p:nvPr userDrawn="1"/>
        </p:nvSpPr>
        <p:spPr>
          <a:xfrm>
            <a:off x="457200" y="2057400"/>
            <a:ext cx="11274552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42E532-E1F6-C562-6B48-929EEA54C02F}"/>
              </a:ext>
            </a:extLst>
          </p:cNvPr>
          <p:cNvSpPr txBox="1"/>
          <p:nvPr userDrawn="1"/>
        </p:nvSpPr>
        <p:spPr>
          <a:xfrm>
            <a:off x="411480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{{km_chart_area}}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846A70-302A-A985-EAFC-2CD118AF445C}"/>
              </a:ext>
            </a:extLst>
          </p:cNvPr>
          <p:cNvSpPr txBox="1"/>
          <p:nvPr userDrawn="1"/>
        </p:nvSpPr>
        <p:spPr>
          <a:xfrm>
            <a:off x="3200400" y="3886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KM curve rendered by Chart Service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F00C8F-C1D7-D3DC-B2D5-6A066DFD95E0}"/>
              </a:ext>
            </a:extLst>
          </p:cNvPr>
          <p:cNvSpPr txBox="1"/>
          <p:nvPr userDrawn="1"/>
        </p:nvSpPr>
        <p:spPr>
          <a:xfrm>
            <a:off x="457200" y="5989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{{km_at_risk_label}}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ADF438-E191-E957-E0E7-B92C3AD6308C}"/>
              </a:ext>
            </a:extLst>
          </p:cNvPr>
          <p:cNvSpPr txBox="1"/>
          <p:nvPr userDrawn="1"/>
        </p:nvSpPr>
        <p:spPr>
          <a:xfrm>
            <a:off x="1600200" y="147588"/>
            <a:ext cx="1737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KAPLAN-MEIER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23FA61-29FB-1635-C73F-2A628D48AEF6}"/>
              </a:ext>
            </a:extLst>
          </p:cNvPr>
          <p:cNvSpPr txBox="1"/>
          <p:nvPr userDrawn="1"/>
        </p:nvSpPr>
        <p:spPr>
          <a:xfrm>
            <a:off x="3566160" y="1189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5598242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DEMIOLOG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FF796-1CC4-4F5C-DD74-4A88F9DDD6DE}"/>
              </a:ext>
            </a:extLst>
          </p:cNvPr>
          <p:cNvSpPr/>
          <p:nvPr userDrawn="1"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52883-B992-4C7C-2F7C-399E8C488B81}"/>
              </a:ext>
            </a:extLst>
          </p:cNvPr>
          <p:cNvSpPr txBox="1"/>
          <p:nvPr userDrawn="1"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{{prevalence_title}}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9B25A9-A08F-F2BB-418B-CED7E5290740}"/>
              </a:ext>
            </a:extLst>
          </p:cNvPr>
          <p:cNvSpPr txBox="1"/>
          <p:nvPr userDrawn="1"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{{prevalence_subtitle}}</a:t>
            </a: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70272913-CF21-883A-BDE6-9CE4F2BB31CC}"/>
              </a:ext>
            </a:extLst>
          </p:cNvPr>
          <p:cNvSpPr/>
          <p:nvPr userDrawn="1"/>
        </p:nvSpPr>
        <p:spPr>
          <a:xfrm>
            <a:off x="457200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E2004-B2D3-7DF4-615A-180EC13FAC33}"/>
              </a:ext>
            </a:extLst>
          </p:cNvPr>
          <p:cNvSpPr/>
          <p:nvPr userDrawn="1"/>
        </p:nvSpPr>
        <p:spPr>
          <a:xfrm>
            <a:off x="457200" y="1234440"/>
            <a:ext cx="2715768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A3E71-B754-C7DC-770A-0472CC4A107F}"/>
              </a:ext>
            </a:extLst>
          </p:cNvPr>
          <p:cNvSpPr txBox="1"/>
          <p:nvPr userDrawn="1"/>
        </p:nvSpPr>
        <p:spPr>
          <a:xfrm>
            <a:off x="594360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{{kpi_1_label}}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E5EA1-B8AD-3E31-D8CC-142A5606FA93}"/>
              </a:ext>
            </a:extLst>
          </p:cNvPr>
          <p:cNvSpPr txBox="1"/>
          <p:nvPr userDrawn="1"/>
        </p:nvSpPr>
        <p:spPr>
          <a:xfrm>
            <a:off x="594360" y="1645920"/>
            <a:ext cx="2441448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rPr>
                <a:solidFill>
                  <a:schemeClr val="accent4"/>
                </a:solidFill>
              </a:rPr>
              <a:t>{{kpi_1_value}}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95D551-9D2F-284D-AF63-1FD0F8E1ACB0}"/>
              </a:ext>
            </a:extLst>
          </p:cNvPr>
          <p:cNvSpPr txBox="1"/>
          <p:nvPr userDrawn="1"/>
        </p:nvSpPr>
        <p:spPr>
          <a:xfrm>
            <a:off x="594360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{{kpi_1_source}}</a:t>
            </a:r>
          </a:p>
        </p:txBody>
      </p:sp>
      <p:sp>
        <p:nvSpPr>
          <p:cNvPr id="15" name="Rounded Rectangle 23">
            <a:extLst>
              <a:ext uri="{FF2B5EF4-FFF2-40B4-BE49-F238E27FC236}">
                <a16:creationId xmlns:a16="http://schemas.microsoft.com/office/drawing/2014/main" id="{A60244F1-F80D-93EF-51AA-534F1B019112}"/>
              </a:ext>
            </a:extLst>
          </p:cNvPr>
          <p:cNvSpPr/>
          <p:nvPr userDrawn="1"/>
        </p:nvSpPr>
        <p:spPr>
          <a:xfrm>
            <a:off x="3310128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0BB11A-FB33-0EA7-04C4-831061C58F75}"/>
              </a:ext>
            </a:extLst>
          </p:cNvPr>
          <p:cNvSpPr/>
          <p:nvPr userDrawn="1"/>
        </p:nvSpPr>
        <p:spPr>
          <a:xfrm>
            <a:off x="3310128" y="1234440"/>
            <a:ext cx="2715768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7DF350-F647-AFF1-88E3-600D7E2CA272}"/>
              </a:ext>
            </a:extLst>
          </p:cNvPr>
          <p:cNvSpPr txBox="1"/>
          <p:nvPr userDrawn="1"/>
        </p:nvSpPr>
        <p:spPr>
          <a:xfrm>
            <a:off x="3447288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{{kpi_2_label}}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9C076D-CC24-E1CE-0AA9-3FC7BA42CCC5}"/>
              </a:ext>
            </a:extLst>
          </p:cNvPr>
          <p:cNvSpPr txBox="1"/>
          <p:nvPr userDrawn="1"/>
        </p:nvSpPr>
        <p:spPr>
          <a:xfrm>
            <a:off x="3447288" y="1645920"/>
            <a:ext cx="2441448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rPr>
                <a:solidFill>
                  <a:schemeClr val="accent4"/>
                </a:solidFill>
              </a:rPr>
              <a:t>{{kpi_2_value}}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CA52C1-A682-FC79-6295-1736F6E2CCE7}"/>
              </a:ext>
            </a:extLst>
          </p:cNvPr>
          <p:cNvSpPr txBox="1"/>
          <p:nvPr userDrawn="1"/>
        </p:nvSpPr>
        <p:spPr>
          <a:xfrm>
            <a:off x="3447288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{{kpi_2_source}}</a:t>
            </a:r>
          </a:p>
        </p:txBody>
      </p:sp>
      <p:sp>
        <p:nvSpPr>
          <p:cNvPr id="20" name="Rounded Rectangle 28">
            <a:extLst>
              <a:ext uri="{FF2B5EF4-FFF2-40B4-BE49-F238E27FC236}">
                <a16:creationId xmlns:a16="http://schemas.microsoft.com/office/drawing/2014/main" id="{5E8F3997-A0DD-CF59-99E0-9B6A7EAC459A}"/>
              </a:ext>
            </a:extLst>
          </p:cNvPr>
          <p:cNvSpPr/>
          <p:nvPr userDrawn="1"/>
        </p:nvSpPr>
        <p:spPr>
          <a:xfrm>
            <a:off x="6163056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2C73DE-B93A-E04A-F8AC-4A431CB0AF9D}"/>
              </a:ext>
            </a:extLst>
          </p:cNvPr>
          <p:cNvSpPr/>
          <p:nvPr userDrawn="1"/>
        </p:nvSpPr>
        <p:spPr>
          <a:xfrm>
            <a:off x="6163056" y="1234440"/>
            <a:ext cx="2715768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6EF6BA-919B-26E9-F844-2A53AD388745}"/>
              </a:ext>
            </a:extLst>
          </p:cNvPr>
          <p:cNvSpPr txBox="1"/>
          <p:nvPr userDrawn="1"/>
        </p:nvSpPr>
        <p:spPr>
          <a:xfrm>
            <a:off x="6300216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{{kpi_3_label}}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11D85-7ADD-3D27-5D40-259C9CC6110D}"/>
              </a:ext>
            </a:extLst>
          </p:cNvPr>
          <p:cNvSpPr txBox="1"/>
          <p:nvPr userDrawn="1"/>
        </p:nvSpPr>
        <p:spPr>
          <a:xfrm>
            <a:off x="6300216" y="1645920"/>
            <a:ext cx="2441448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rPr>
                <a:solidFill>
                  <a:schemeClr val="accent4"/>
                </a:solidFill>
              </a:rPr>
              <a:t>{{kpi_3_value}}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AD6BE7-4427-57B4-5CB6-8715496A9200}"/>
              </a:ext>
            </a:extLst>
          </p:cNvPr>
          <p:cNvSpPr txBox="1"/>
          <p:nvPr userDrawn="1"/>
        </p:nvSpPr>
        <p:spPr>
          <a:xfrm>
            <a:off x="6300216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{{kpi_3_source}}</a:t>
            </a:r>
          </a:p>
        </p:txBody>
      </p:sp>
      <p:sp>
        <p:nvSpPr>
          <p:cNvPr id="25" name="Rounded Rectangle 33">
            <a:extLst>
              <a:ext uri="{FF2B5EF4-FFF2-40B4-BE49-F238E27FC236}">
                <a16:creationId xmlns:a16="http://schemas.microsoft.com/office/drawing/2014/main" id="{8E5FC0AA-C794-EC89-CD22-3663DABAEC96}"/>
              </a:ext>
            </a:extLst>
          </p:cNvPr>
          <p:cNvSpPr/>
          <p:nvPr userDrawn="1"/>
        </p:nvSpPr>
        <p:spPr>
          <a:xfrm>
            <a:off x="9015984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76D96C-CCC2-CE2A-56A2-C64D0D7FC958}"/>
              </a:ext>
            </a:extLst>
          </p:cNvPr>
          <p:cNvSpPr/>
          <p:nvPr userDrawn="1"/>
        </p:nvSpPr>
        <p:spPr>
          <a:xfrm>
            <a:off x="9015984" y="1234440"/>
            <a:ext cx="2715768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4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9B3132-3965-EA92-BB85-F61CBD321F8E}"/>
              </a:ext>
            </a:extLst>
          </p:cNvPr>
          <p:cNvSpPr txBox="1"/>
          <p:nvPr userDrawn="1"/>
        </p:nvSpPr>
        <p:spPr>
          <a:xfrm>
            <a:off x="9153144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{{kpi_4_label}}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9E80CF-ED26-9BCC-2989-1292A2B307DD}"/>
              </a:ext>
            </a:extLst>
          </p:cNvPr>
          <p:cNvSpPr txBox="1"/>
          <p:nvPr userDrawn="1"/>
        </p:nvSpPr>
        <p:spPr>
          <a:xfrm>
            <a:off x="9153144" y="1645920"/>
            <a:ext cx="2441448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rPr>
                <a:solidFill>
                  <a:schemeClr val="accent4"/>
                </a:solidFill>
              </a:rPr>
              <a:t>{{kpi_4_value}}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4E063B-6543-B07A-B93B-BE75CCE388FD}"/>
              </a:ext>
            </a:extLst>
          </p:cNvPr>
          <p:cNvSpPr txBox="1"/>
          <p:nvPr userDrawn="1"/>
        </p:nvSpPr>
        <p:spPr>
          <a:xfrm>
            <a:off x="9153144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{{kpi_4_source}}</a:t>
            </a:r>
          </a:p>
        </p:txBody>
      </p:sp>
      <p:sp>
        <p:nvSpPr>
          <p:cNvPr id="30" name="Rounded Rectangle 38">
            <a:extLst>
              <a:ext uri="{FF2B5EF4-FFF2-40B4-BE49-F238E27FC236}">
                <a16:creationId xmlns:a16="http://schemas.microsoft.com/office/drawing/2014/main" id="{BB1BBD39-2EAC-1864-CFD4-7DD98EAE6BDD}"/>
              </a:ext>
            </a:extLst>
          </p:cNvPr>
          <p:cNvSpPr/>
          <p:nvPr userDrawn="1"/>
        </p:nvSpPr>
        <p:spPr>
          <a:xfrm>
            <a:off x="457200" y="2880360"/>
            <a:ext cx="11274552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6E27A5-D9F5-EDC3-2F47-A8513827AE85}"/>
              </a:ext>
            </a:extLst>
          </p:cNvPr>
          <p:cNvSpPr txBox="1"/>
          <p:nvPr userDrawn="1"/>
        </p:nvSpPr>
        <p:spPr>
          <a:xfrm>
            <a:off x="640080" y="29900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rPr dirty="0">
                <a:solidFill>
                  <a:schemeClr val="accent4"/>
                </a:solidFill>
              </a:rPr>
              <a:t>EPIDEMIOLOGY CONTEXT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F9D67E-8A5D-2F87-7FC5-1F7AD1A130EF}"/>
              </a:ext>
            </a:extLst>
          </p:cNvPr>
          <p:cNvSpPr txBox="1"/>
          <p:nvPr userDrawn="1"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{{ctx_metric_1}}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1E3A88-675D-DDF5-6B3A-EF89EA0B3367}"/>
              </a:ext>
            </a:extLst>
          </p:cNvPr>
          <p:cNvSpPr txBox="1"/>
          <p:nvPr userDrawn="1"/>
        </p:nvSpPr>
        <p:spPr>
          <a:xfrm>
            <a:off x="502920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{{ctx_value_1}}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D4055E-85F0-7DDC-DA5D-09220F226AC1}"/>
              </a:ext>
            </a:extLst>
          </p:cNvPr>
          <p:cNvSpPr txBox="1"/>
          <p:nvPr userDrawn="1"/>
        </p:nvSpPr>
        <p:spPr>
          <a:xfrm>
            <a:off x="7498079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{{ctx_source_1}}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35E29F-2181-DB5E-744F-459ECD55D26C}"/>
              </a:ext>
            </a:extLst>
          </p:cNvPr>
          <p:cNvSpPr txBox="1"/>
          <p:nvPr userDrawn="1"/>
        </p:nvSpPr>
        <p:spPr>
          <a:xfrm>
            <a:off x="64008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{{ctx_metric_2}}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AEBF6D-EC73-ECE4-2048-07549AA352C1}"/>
              </a:ext>
            </a:extLst>
          </p:cNvPr>
          <p:cNvSpPr txBox="1"/>
          <p:nvPr userDrawn="1"/>
        </p:nvSpPr>
        <p:spPr>
          <a:xfrm>
            <a:off x="502920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{{ctx_value_2}}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7FF60A-2508-A9E6-DF3B-FC60D734CA7C}"/>
              </a:ext>
            </a:extLst>
          </p:cNvPr>
          <p:cNvSpPr txBox="1"/>
          <p:nvPr userDrawn="1"/>
        </p:nvSpPr>
        <p:spPr>
          <a:xfrm>
            <a:off x="7498079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{{ctx_source_2}}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C0077A-378B-0ACB-1AD4-941950F5D4F1}"/>
              </a:ext>
            </a:extLst>
          </p:cNvPr>
          <p:cNvSpPr txBox="1"/>
          <p:nvPr userDrawn="1"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{{ctx_metric_3}}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26B44E-3F9F-1E64-E0C7-D9433A0CFD16}"/>
              </a:ext>
            </a:extLst>
          </p:cNvPr>
          <p:cNvSpPr txBox="1"/>
          <p:nvPr userDrawn="1"/>
        </p:nvSpPr>
        <p:spPr>
          <a:xfrm>
            <a:off x="502920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{{ctx_value_3}}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24E226-43B6-F856-46C5-BE8758AAF3DC}"/>
              </a:ext>
            </a:extLst>
          </p:cNvPr>
          <p:cNvSpPr txBox="1"/>
          <p:nvPr userDrawn="1"/>
        </p:nvSpPr>
        <p:spPr>
          <a:xfrm>
            <a:off x="7498079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{{ctx_source_3}}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4F18D-4F03-FB49-83C2-E49543C88877}"/>
              </a:ext>
            </a:extLst>
          </p:cNvPr>
          <p:cNvSpPr txBox="1"/>
          <p:nvPr userDrawn="1"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{{ctx_metric_4}}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478CC2-79F2-953F-F5A1-99BF67B2D86C}"/>
              </a:ext>
            </a:extLst>
          </p:cNvPr>
          <p:cNvSpPr txBox="1"/>
          <p:nvPr userDrawn="1"/>
        </p:nvSpPr>
        <p:spPr>
          <a:xfrm>
            <a:off x="502920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{{ctx_value_4}}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8768DE-70D0-7F41-1E95-A02D278BDCD5}"/>
              </a:ext>
            </a:extLst>
          </p:cNvPr>
          <p:cNvSpPr txBox="1"/>
          <p:nvPr userDrawn="1"/>
        </p:nvSpPr>
        <p:spPr>
          <a:xfrm>
            <a:off x="7498079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{{ctx_source_4}}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FF2A71-CF8F-8789-6685-C69A91EAAF1F}"/>
              </a:ext>
            </a:extLst>
          </p:cNvPr>
          <p:cNvSpPr txBox="1"/>
          <p:nvPr userDrawn="1"/>
        </p:nvSpPr>
        <p:spPr>
          <a:xfrm>
            <a:off x="64008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{{ctx_metric_5}}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F4F53E-4FE0-C034-1ADE-09824C7EC948}"/>
              </a:ext>
            </a:extLst>
          </p:cNvPr>
          <p:cNvSpPr txBox="1"/>
          <p:nvPr userDrawn="1"/>
        </p:nvSpPr>
        <p:spPr>
          <a:xfrm>
            <a:off x="502920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{{ctx_value_5}}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BAF7C9-2844-8010-C025-B4D9636F039D}"/>
              </a:ext>
            </a:extLst>
          </p:cNvPr>
          <p:cNvSpPr txBox="1"/>
          <p:nvPr userDrawn="1"/>
        </p:nvSpPr>
        <p:spPr>
          <a:xfrm>
            <a:off x="7498079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{{ctx_source_5}}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5D95F5-92F3-148F-AE7E-C67D40835A26}"/>
              </a:ext>
            </a:extLst>
          </p:cNvPr>
          <p:cNvSpPr txBox="1"/>
          <p:nvPr userDrawn="1"/>
        </p:nvSpPr>
        <p:spPr>
          <a:xfrm>
            <a:off x="64008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{{ctx_metric_6}}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1742C6-6531-843F-2846-5DFD556E3B43}"/>
              </a:ext>
            </a:extLst>
          </p:cNvPr>
          <p:cNvSpPr txBox="1"/>
          <p:nvPr userDrawn="1"/>
        </p:nvSpPr>
        <p:spPr>
          <a:xfrm>
            <a:off x="502920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{{ctx_value_6}}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27332F-07AD-E92A-90DE-B6D54EE6A806}"/>
              </a:ext>
            </a:extLst>
          </p:cNvPr>
          <p:cNvSpPr txBox="1"/>
          <p:nvPr userDrawn="1"/>
        </p:nvSpPr>
        <p:spPr>
          <a:xfrm>
            <a:off x="7498079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{{ctx_source_6}}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C30E17-1B84-FB22-95DD-3383E99912E4}"/>
              </a:ext>
            </a:extLst>
          </p:cNvPr>
          <p:cNvSpPr txBox="1"/>
          <p:nvPr userDrawn="1"/>
        </p:nvSpPr>
        <p:spPr>
          <a:xfrm>
            <a:off x="1572768" y="89654"/>
            <a:ext cx="1737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PREVALENCE &amp; EPIDEMIOLOGY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9E00D5-73D9-B2BA-7D68-781EE762497D}"/>
              </a:ext>
            </a:extLst>
          </p:cNvPr>
          <p:cNvSpPr txBox="1"/>
          <p:nvPr userDrawn="1"/>
        </p:nvSpPr>
        <p:spPr>
          <a:xfrm>
            <a:off x="3566160" y="12839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</p:spTree>
    <p:extLst>
      <p:ext uri="{BB962C8B-B14F-4D97-AF65-F5344CB8AC3E}">
        <p14:creationId xmlns:p14="http://schemas.microsoft.com/office/powerpoint/2010/main" val="41477799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PLOT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9" descr="CHART_AREA">
            <a:extLst>
              <a:ext uri="{FF2B5EF4-FFF2-40B4-BE49-F238E27FC236}">
                <a16:creationId xmlns:a16="http://schemas.microsoft.com/office/drawing/2014/main" id="{14F771B1-9F53-87B6-B769-811FF6E7FB02}"/>
              </a:ext>
            </a:extLst>
          </p:cNvPr>
          <p:cNvSpPr/>
          <p:nvPr userDrawn="1"/>
        </p:nvSpPr>
        <p:spPr>
          <a:xfrm>
            <a:off x="4847909" y="822960"/>
            <a:ext cx="6400800" cy="561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AB946A-1346-E902-8B23-0778DEDAF545}"/>
              </a:ext>
            </a:extLst>
          </p:cNvPr>
          <p:cNvSpPr/>
          <p:nvPr userDrawn="1"/>
        </p:nvSpPr>
        <p:spPr>
          <a:xfrm>
            <a:off x="166180" y="658368"/>
            <a:ext cx="11859768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313F02-0759-A7ED-A26C-C2E08A33BF9C}"/>
              </a:ext>
            </a:extLst>
          </p:cNvPr>
          <p:cNvSpPr/>
          <p:nvPr userDrawn="1"/>
        </p:nvSpPr>
        <p:spPr>
          <a:xfrm>
            <a:off x="166180" y="987552"/>
            <a:ext cx="1185976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B3BF1F-7391-A33D-EB72-511C4CEFA271}"/>
              </a:ext>
            </a:extLst>
          </p:cNvPr>
          <p:cNvSpPr/>
          <p:nvPr userDrawn="1"/>
        </p:nvSpPr>
        <p:spPr>
          <a:xfrm>
            <a:off x="294196" y="815125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7D5147-26DF-CB9F-5A27-17D5D2113B47}"/>
              </a:ext>
            </a:extLst>
          </p:cNvPr>
          <p:cNvSpPr txBox="1"/>
          <p:nvPr userDrawn="1"/>
        </p:nvSpPr>
        <p:spPr>
          <a:xfrm>
            <a:off x="403924" y="731519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/>
              <a:t>{{forest_title}}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D55372-5CD5-D3D7-FC8F-66B1ABEDCB9C}"/>
              </a:ext>
            </a:extLst>
          </p:cNvPr>
          <p:cNvSpPr txBox="1"/>
          <p:nvPr userDrawn="1"/>
        </p:nvSpPr>
        <p:spPr>
          <a:xfrm>
            <a:off x="330772" y="1060704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Subgroup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E59C60-BADD-9990-8470-F4BA3285BE08}"/>
              </a:ext>
            </a:extLst>
          </p:cNvPr>
          <p:cNvSpPr txBox="1"/>
          <p:nvPr userDrawn="1"/>
        </p:nvSpPr>
        <p:spPr>
          <a:xfrm>
            <a:off x="3384868" y="1060704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DF252-8D16-36D3-B638-3C9B37B24E7F}"/>
              </a:ext>
            </a:extLst>
          </p:cNvPr>
          <p:cNvSpPr txBox="1"/>
          <p:nvPr userDrawn="1"/>
        </p:nvSpPr>
        <p:spPr>
          <a:xfrm>
            <a:off x="4024948" y="1060704"/>
            <a:ext cx="8428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HR (95% CI)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FAA986-9E5F-F0E7-6F3F-D5043D836F5B}"/>
              </a:ext>
            </a:extLst>
          </p:cNvPr>
          <p:cNvSpPr txBox="1"/>
          <p:nvPr userDrawn="1"/>
        </p:nvSpPr>
        <p:spPr>
          <a:xfrm>
            <a:off x="4939348" y="1060705"/>
            <a:ext cx="3108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 dirty="0"/>
              <a:t>{{</a:t>
            </a:r>
            <a:r>
              <a:rPr sz="700" dirty="0" err="1"/>
              <a:t>forest_favours_left</a:t>
            </a:r>
            <a:r>
              <a:rPr sz="700" dirty="0"/>
              <a:t>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CD72C9-BAE9-EB25-D0EA-883641485D65}"/>
              </a:ext>
            </a:extLst>
          </p:cNvPr>
          <p:cNvSpPr txBox="1"/>
          <p:nvPr userDrawn="1"/>
        </p:nvSpPr>
        <p:spPr>
          <a:xfrm>
            <a:off x="8048308" y="1060705"/>
            <a:ext cx="3108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{{forest_favours_right}}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68E1A6-D865-B61B-1882-C1D86357E77F}"/>
              </a:ext>
            </a:extLst>
          </p:cNvPr>
          <p:cNvSpPr/>
          <p:nvPr userDrawn="1"/>
        </p:nvSpPr>
        <p:spPr>
          <a:xfrm>
            <a:off x="330772" y="1238019"/>
            <a:ext cx="1082649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2BEDD1-6197-B69C-6BF2-2DACCD744242}"/>
              </a:ext>
            </a:extLst>
          </p:cNvPr>
          <p:cNvSpPr txBox="1"/>
          <p:nvPr userDrawn="1"/>
        </p:nvSpPr>
        <p:spPr>
          <a:xfrm>
            <a:off x="5392274" y="5779008"/>
            <a:ext cx="3657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0.2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8E3720-8C11-2052-F9EF-A70FF9C5577C}"/>
              </a:ext>
            </a:extLst>
          </p:cNvPr>
          <p:cNvSpPr/>
          <p:nvPr userDrawn="1"/>
        </p:nvSpPr>
        <p:spPr>
          <a:xfrm>
            <a:off x="5575154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A84032-6D3E-925B-4CBB-5152EEAC83E6}"/>
              </a:ext>
            </a:extLst>
          </p:cNvPr>
          <p:cNvSpPr txBox="1"/>
          <p:nvPr userDrawn="1"/>
        </p:nvSpPr>
        <p:spPr>
          <a:xfrm>
            <a:off x="8949293" y="5779008"/>
            <a:ext cx="3657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1.0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575235-3E7D-B7CF-318F-B1CCF3213705}"/>
              </a:ext>
            </a:extLst>
          </p:cNvPr>
          <p:cNvSpPr/>
          <p:nvPr userDrawn="1"/>
        </p:nvSpPr>
        <p:spPr>
          <a:xfrm>
            <a:off x="9132173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2F083A-9C7C-1424-583C-0ACAF19B81EF}"/>
              </a:ext>
            </a:extLst>
          </p:cNvPr>
          <p:cNvSpPr txBox="1"/>
          <p:nvPr userDrawn="1"/>
        </p:nvSpPr>
        <p:spPr>
          <a:xfrm>
            <a:off x="10481218" y="5779008"/>
            <a:ext cx="3657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2.0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F008DD-4CAF-4EA8-4C72-6E425571CB10}"/>
              </a:ext>
            </a:extLst>
          </p:cNvPr>
          <p:cNvSpPr/>
          <p:nvPr userDrawn="1"/>
        </p:nvSpPr>
        <p:spPr>
          <a:xfrm>
            <a:off x="10664098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7EDD4D-CCFC-68F4-52CF-024D24CE039E}"/>
              </a:ext>
            </a:extLst>
          </p:cNvPr>
          <p:cNvSpPr/>
          <p:nvPr userDrawn="1"/>
        </p:nvSpPr>
        <p:spPr>
          <a:xfrm>
            <a:off x="330772" y="1298448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6237D4-1B6C-3B3D-DC7B-C6A2BA8F8213}"/>
              </a:ext>
            </a:extLst>
          </p:cNvPr>
          <p:cNvSpPr txBox="1"/>
          <p:nvPr userDrawn="1"/>
        </p:nvSpPr>
        <p:spPr>
          <a:xfrm>
            <a:off x="330772" y="131673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{{sg_overall_name}}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C28C69-F7D6-A220-1FE5-30808E60E555}"/>
              </a:ext>
            </a:extLst>
          </p:cNvPr>
          <p:cNvSpPr txBox="1"/>
          <p:nvPr userDrawn="1"/>
        </p:nvSpPr>
        <p:spPr>
          <a:xfrm>
            <a:off x="3384868" y="1316736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{{sg_overall_n}}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23D2CC-E9E7-7CEE-4E9E-75750F91E19B}"/>
              </a:ext>
            </a:extLst>
          </p:cNvPr>
          <p:cNvSpPr txBox="1"/>
          <p:nvPr userDrawn="1"/>
        </p:nvSpPr>
        <p:spPr>
          <a:xfrm>
            <a:off x="4024948" y="1316736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{{sg_overall_hr}}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1B1F3E-FA36-C35B-0D1F-F03642A91FF8}"/>
              </a:ext>
            </a:extLst>
          </p:cNvPr>
          <p:cNvSpPr txBox="1"/>
          <p:nvPr userDrawn="1"/>
        </p:nvSpPr>
        <p:spPr>
          <a:xfrm>
            <a:off x="330772" y="1700784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{{sg_age_header_name}}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5B4175-248E-1F50-F61A-8D66CEDDF07E}"/>
              </a:ext>
            </a:extLst>
          </p:cNvPr>
          <p:cNvSpPr txBox="1"/>
          <p:nvPr userDrawn="1"/>
        </p:nvSpPr>
        <p:spPr>
          <a:xfrm>
            <a:off x="330772" y="1920240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{{sg_age_lt65_name}}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62415F-C1D2-EDA4-0F3A-03EF2856190A}"/>
              </a:ext>
            </a:extLst>
          </p:cNvPr>
          <p:cNvSpPr txBox="1"/>
          <p:nvPr userDrawn="1"/>
        </p:nvSpPr>
        <p:spPr>
          <a:xfrm>
            <a:off x="3384868" y="1920240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{{sg_age_lt65_n}}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DF60BA-1267-F625-C31D-CBDE09ED4FA4}"/>
              </a:ext>
            </a:extLst>
          </p:cNvPr>
          <p:cNvSpPr txBox="1"/>
          <p:nvPr userDrawn="1"/>
        </p:nvSpPr>
        <p:spPr>
          <a:xfrm>
            <a:off x="4024948" y="1920240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{{sg_age_lt65_hr}}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CC740A-7C11-082C-60C0-22E490C4E39E}"/>
              </a:ext>
            </a:extLst>
          </p:cNvPr>
          <p:cNvSpPr/>
          <p:nvPr userDrawn="1"/>
        </p:nvSpPr>
        <p:spPr>
          <a:xfrm>
            <a:off x="330772" y="2103120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97E3A4-7C39-A524-D0F6-EF361AE086E7}"/>
              </a:ext>
            </a:extLst>
          </p:cNvPr>
          <p:cNvSpPr txBox="1"/>
          <p:nvPr userDrawn="1"/>
        </p:nvSpPr>
        <p:spPr>
          <a:xfrm>
            <a:off x="330772" y="2121408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{{sg_age_gte65_name}}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1121A2-616F-4FEA-7CE6-3AEEB073C037}"/>
              </a:ext>
            </a:extLst>
          </p:cNvPr>
          <p:cNvSpPr txBox="1"/>
          <p:nvPr userDrawn="1"/>
        </p:nvSpPr>
        <p:spPr>
          <a:xfrm>
            <a:off x="3384868" y="2121408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{{sg_age_gte65_n}}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2DC4E3-195D-9632-2991-64922E3F2F82}"/>
              </a:ext>
            </a:extLst>
          </p:cNvPr>
          <p:cNvSpPr txBox="1"/>
          <p:nvPr userDrawn="1"/>
        </p:nvSpPr>
        <p:spPr>
          <a:xfrm>
            <a:off x="4024948" y="2121408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{{sg_age_gte65_hr}}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50B4E7-51B6-8015-7A63-D7441C6F318D}"/>
              </a:ext>
            </a:extLst>
          </p:cNvPr>
          <p:cNvSpPr txBox="1"/>
          <p:nvPr userDrawn="1"/>
        </p:nvSpPr>
        <p:spPr>
          <a:xfrm>
            <a:off x="330772" y="250545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{{sg_prior_header_name}}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75ACE9-FD5E-9054-97EE-46F81BA423CF}"/>
              </a:ext>
            </a:extLst>
          </p:cNvPr>
          <p:cNvSpPr txBox="1"/>
          <p:nvPr userDrawn="1"/>
        </p:nvSpPr>
        <p:spPr>
          <a:xfrm>
            <a:off x="330772" y="2724912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{{sg_prior_1_name}}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14F809-8A95-882B-5B64-11C5826D7E38}"/>
              </a:ext>
            </a:extLst>
          </p:cNvPr>
          <p:cNvSpPr txBox="1"/>
          <p:nvPr userDrawn="1"/>
        </p:nvSpPr>
        <p:spPr>
          <a:xfrm>
            <a:off x="3384868" y="2724912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{{sg_prior_1_n}}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4DA3EA-F83F-FD49-1B83-11ABF95ED40F}"/>
              </a:ext>
            </a:extLst>
          </p:cNvPr>
          <p:cNvSpPr txBox="1"/>
          <p:nvPr userDrawn="1"/>
        </p:nvSpPr>
        <p:spPr>
          <a:xfrm>
            <a:off x="4024948" y="2724912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{{sg_prior_1_hr}}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1D211C-21A3-1C1D-32CF-AA81CE26B5BA}"/>
              </a:ext>
            </a:extLst>
          </p:cNvPr>
          <p:cNvSpPr/>
          <p:nvPr userDrawn="1"/>
        </p:nvSpPr>
        <p:spPr>
          <a:xfrm>
            <a:off x="330772" y="2907791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A89DC2-A24F-5980-2CB2-D9594E13D234}"/>
              </a:ext>
            </a:extLst>
          </p:cNvPr>
          <p:cNvSpPr txBox="1"/>
          <p:nvPr userDrawn="1"/>
        </p:nvSpPr>
        <p:spPr>
          <a:xfrm>
            <a:off x="330772" y="292607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{{sg_prior_2_3_name}}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5560FF-AD46-A081-7B78-7C31F3B71854}"/>
              </a:ext>
            </a:extLst>
          </p:cNvPr>
          <p:cNvSpPr txBox="1"/>
          <p:nvPr userDrawn="1"/>
        </p:nvSpPr>
        <p:spPr>
          <a:xfrm>
            <a:off x="3384868" y="292607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{{sg_prior_2_3_n}}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4149DD-9B6E-E07F-6EC6-951CBBB79351}"/>
              </a:ext>
            </a:extLst>
          </p:cNvPr>
          <p:cNvSpPr txBox="1"/>
          <p:nvPr userDrawn="1"/>
        </p:nvSpPr>
        <p:spPr>
          <a:xfrm>
            <a:off x="4024948" y="292607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{{sg_prior_2_3_hr}}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2DAD83-6F1F-489D-553F-3BE435EFFC9C}"/>
              </a:ext>
            </a:extLst>
          </p:cNvPr>
          <p:cNvSpPr txBox="1"/>
          <p:nvPr userDrawn="1"/>
        </p:nvSpPr>
        <p:spPr>
          <a:xfrm>
            <a:off x="330772" y="3127248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{{sg_prior_gte4_name}}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6282CF-41E9-0A04-2FAE-B65AD40AB8A7}"/>
              </a:ext>
            </a:extLst>
          </p:cNvPr>
          <p:cNvSpPr txBox="1"/>
          <p:nvPr userDrawn="1"/>
        </p:nvSpPr>
        <p:spPr>
          <a:xfrm>
            <a:off x="3384868" y="3127248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{{sg_prior_gte4_n}}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5BE384-09B8-7B6D-B73F-DE1FB2630270}"/>
              </a:ext>
            </a:extLst>
          </p:cNvPr>
          <p:cNvSpPr txBox="1"/>
          <p:nvPr userDrawn="1"/>
        </p:nvSpPr>
        <p:spPr>
          <a:xfrm>
            <a:off x="4024948" y="3127248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{{sg_prior_gte4_hr}}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94CB53-96F6-9F9D-888A-BF1E0390567C}"/>
              </a:ext>
            </a:extLst>
          </p:cNvPr>
          <p:cNvSpPr txBox="1"/>
          <p:nvPr userDrawn="1"/>
        </p:nvSpPr>
        <p:spPr>
          <a:xfrm>
            <a:off x="330772" y="351129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{{sg_refract_header_name}}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D2DC53-BDEF-8154-070C-F08941668E1B}"/>
              </a:ext>
            </a:extLst>
          </p:cNvPr>
          <p:cNvSpPr/>
          <p:nvPr userDrawn="1"/>
        </p:nvSpPr>
        <p:spPr>
          <a:xfrm>
            <a:off x="330772" y="3712464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134845-03EF-4819-D480-576116C4378A}"/>
              </a:ext>
            </a:extLst>
          </p:cNvPr>
          <p:cNvSpPr txBox="1"/>
          <p:nvPr userDrawn="1"/>
        </p:nvSpPr>
        <p:spPr>
          <a:xfrm>
            <a:off x="330772" y="3730752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{{sg_pi_refract_name}}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E8829D-545A-0D00-B531-751AC41AC515}"/>
              </a:ext>
            </a:extLst>
          </p:cNvPr>
          <p:cNvSpPr txBox="1"/>
          <p:nvPr userDrawn="1"/>
        </p:nvSpPr>
        <p:spPr>
          <a:xfrm>
            <a:off x="3384868" y="3730752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{{sg_pi_refract_n}}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012368-AD44-44CC-1C14-E4D90D2B368F}"/>
              </a:ext>
            </a:extLst>
          </p:cNvPr>
          <p:cNvSpPr txBox="1"/>
          <p:nvPr userDrawn="1"/>
        </p:nvSpPr>
        <p:spPr>
          <a:xfrm>
            <a:off x="4024948" y="3730752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{{sg_pi_refract_hr}}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07808F-FE3B-CA29-1A76-0A4730130B99}"/>
              </a:ext>
            </a:extLst>
          </p:cNvPr>
          <p:cNvSpPr txBox="1"/>
          <p:nvPr userDrawn="1"/>
        </p:nvSpPr>
        <p:spPr>
          <a:xfrm>
            <a:off x="330772" y="393191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{{sg_imid_refract_name}}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281380-9431-1FB6-C39A-51AB0778DD93}"/>
              </a:ext>
            </a:extLst>
          </p:cNvPr>
          <p:cNvSpPr txBox="1"/>
          <p:nvPr userDrawn="1"/>
        </p:nvSpPr>
        <p:spPr>
          <a:xfrm>
            <a:off x="3384868" y="393191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{{sg_imid_refract_n}}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C1FA67-41AB-B169-EEF8-927F97BF455F}"/>
              </a:ext>
            </a:extLst>
          </p:cNvPr>
          <p:cNvSpPr txBox="1"/>
          <p:nvPr userDrawn="1"/>
        </p:nvSpPr>
        <p:spPr>
          <a:xfrm>
            <a:off x="4024948" y="393191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{{sg_imid_refract_hr}}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2AB552-3EE0-C2AE-E811-648A9DDC0CA5}"/>
              </a:ext>
            </a:extLst>
          </p:cNvPr>
          <p:cNvSpPr/>
          <p:nvPr userDrawn="1"/>
        </p:nvSpPr>
        <p:spPr>
          <a:xfrm>
            <a:off x="330772" y="4114800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E68C37-4BEA-63A6-AE68-756C8F4C64BE}"/>
              </a:ext>
            </a:extLst>
          </p:cNvPr>
          <p:cNvSpPr txBox="1"/>
          <p:nvPr userDrawn="1"/>
        </p:nvSpPr>
        <p:spPr>
          <a:xfrm>
            <a:off x="330772" y="4133087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{{sg_double_refract_name}}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F2A537-EBE9-01C3-94A4-267A99A2AFE2}"/>
              </a:ext>
            </a:extLst>
          </p:cNvPr>
          <p:cNvSpPr txBox="1"/>
          <p:nvPr userDrawn="1"/>
        </p:nvSpPr>
        <p:spPr>
          <a:xfrm>
            <a:off x="3384868" y="4133087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{{sg_double_refract_n}}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09F430-F4B9-2B2F-509D-229671B0799B}"/>
              </a:ext>
            </a:extLst>
          </p:cNvPr>
          <p:cNvSpPr txBox="1"/>
          <p:nvPr userDrawn="1"/>
        </p:nvSpPr>
        <p:spPr>
          <a:xfrm>
            <a:off x="4024948" y="4133087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{{sg_double_refract_hr}}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863873-FFDB-76EA-9DAC-1AF4114ABA6F}"/>
              </a:ext>
            </a:extLst>
          </p:cNvPr>
          <p:cNvSpPr txBox="1"/>
          <p:nvPr userDrawn="1"/>
        </p:nvSpPr>
        <p:spPr>
          <a:xfrm>
            <a:off x="330772" y="451713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{{sg_ecog_header_name}}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C0E14E-066F-BCA0-9EE8-F62C4C2260FC}"/>
              </a:ext>
            </a:extLst>
          </p:cNvPr>
          <p:cNvSpPr txBox="1"/>
          <p:nvPr userDrawn="1"/>
        </p:nvSpPr>
        <p:spPr>
          <a:xfrm>
            <a:off x="330772" y="4736592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{{sg_ecog_0_name}}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706D4F-9D94-A752-66E4-02E92723AFE7}"/>
              </a:ext>
            </a:extLst>
          </p:cNvPr>
          <p:cNvSpPr txBox="1"/>
          <p:nvPr userDrawn="1"/>
        </p:nvSpPr>
        <p:spPr>
          <a:xfrm>
            <a:off x="3384868" y="4736592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{{sg_ecog_0_n}}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32D114-813A-5491-730A-667288CB89E3}"/>
              </a:ext>
            </a:extLst>
          </p:cNvPr>
          <p:cNvSpPr txBox="1"/>
          <p:nvPr userDrawn="1"/>
        </p:nvSpPr>
        <p:spPr>
          <a:xfrm>
            <a:off x="4024948" y="4736592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{{sg_ecog_0_hr}}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3625406-CAB0-3BC1-13E1-D9A24F19F42A}"/>
              </a:ext>
            </a:extLst>
          </p:cNvPr>
          <p:cNvSpPr/>
          <p:nvPr userDrawn="1"/>
        </p:nvSpPr>
        <p:spPr>
          <a:xfrm>
            <a:off x="330772" y="4919472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FB01D0-3F65-3697-FE10-54ACFB606F3D}"/>
              </a:ext>
            </a:extLst>
          </p:cNvPr>
          <p:cNvSpPr txBox="1"/>
          <p:nvPr userDrawn="1"/>
        </p:nvSpPr>
        <p:spPr>
          <a:xfrm>
            <a:off x="330772" y="493775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{{sg_ecog_1_name}}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9756AD-36D3-A1AB-C70E-E5EF7A7B50C4}"/>
              </a:ext>
            </a:extLst>
          </p:cNvPr>
          <p:cNvSpPr txBox="1"/>
          <p:nvPr userDrawn="1"/>
        </p:nvSpPr>
        <p:spPr>
          <a:xfrm>
            <a:off x="3384868" y="493775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{{sg_ecog_1_n}}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DE7644-C693-2763-AB70-497E52DB3502}"/>
              </a:ext>
            </a:extLst>
          </p:cNvPr>
          <p:cNvSpPr txBox="1"/>
          <p:nvPr userDrawn="1"/>
        </p:nvSpPr>
        <p:spPr>
          <a:xfrm>
            <a:off x="4024948" y="493775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{{sg_ecog_1_hr}}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3B8A95-BAAB-06E0-838D-C9EAADA7C625}"/>
              </a:ext>
            </a:extLst>
          </p:cNvPr>
          <p:cNvSpPr txBox="1"/>
          <p:nvPr userDrawn="1"/>
        </p:nvSpPr>
        <p:spPr>
          <a:xfrm>
            <a:off x="330772" y="5321808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{{sg_iss_header_name}}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AB64B91-EFBA-0E0C-6FD2-6563A61FD6E3}"/>
              </a:ext>
            </a:extLst>
          </p:cNvPr>
          <p:cNvSpPr txBox="1"/>
          <p:nvPr userDrawn="1"/>
        </p:nvSpPr>
        <p:spPr>
          <a:xfrm>
            <a:off x="330772" y="5541264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{{sg_iss_1_name}}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97F856-B72F-47A7-3219-A950AF15D91B}"/>
              </a:ext>
            </a:extLst>
          </p:cNvPr>
          <p:cNvSpPr txBox="1"/>
          <p:nvPr userDrawn="1"/>
        </p:nvSpPr>
        <p:spPr>
          <a:xfrm>
            <a:off x="3384868" y="5541264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{{sg_iss_1_n}}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6C5C219-4595-8E5A-9A30-6EAF5EF2BF27}"/>
              </a:ext>
            </a:extLst>
          </p:cNvPr>
          <p:cNvSpPr txBox="1"/>
          <p:nvPr userDrawn="1"/>
        </p:nvSpPr>
        <p:spPr>
          <a:xfrm>
            <a:off x="4024948" y="5541264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{{sg_iss_1_hr}}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436981F-E84A-F2B2-4CBD-8AECDCAF1CB9}"/>
              </a:ext>
            </a:extLst>
          </p:cNvPr>
          <p:cNvSpPr/>
          <p:nvPr userDrawn="1"/>
        </p:nvSpPr>
        <p:spPr>
          <a:xfrm>
            <a:off x="330772" y="5724144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264DE0-9E55-9EBE-8A49-8222A0E19CEE}"/>
              </a:ext>
            </a:extLst>
          </p:cNvPr>
          <p:cNvSpPr txBox="1"/>
          <p:nvPr userDrawn="1"/>
        </p:nvSpPr>
        <p:spPr>
          <a:xfrm>
            <a:off x="330772" y="5742431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{{sg_iss_2_name}}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06A91D-023D-CBB5-1710-EBC70AE7DE26}"/>
              </a:ext>
            </a:extLst>
          </p:cNvPr>
          <p:cNvSpPr txBox="1"/>
          <p:nvPr userDrawn="1"/>
        </p:nvSpPr>
        <p:spPr>
          <a:xfrm>
            <a:off x="3384868" y="5742431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{{sg_iss_2_n}}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B31852-9D0E-7088-C993-30F2E2490D63}"/>
              </a:ext>
            </a:extLst>
          </p:cNvPr>
          <p:cNvSpPr txBox="1"/>
          <p:nvPr userDrawn="1"/>
        </p:nvSpPr>
        <p:spPr>
          <a:xfrm>
            <a:off x="4024948" y="5742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{{sg_iss_2_hr}}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D987BD-CE91-A66E-DD2C-497DF05CAAA6}"/>
              </a:ext>
            </a:extLst>
          </p:cNvPr>
          <p:cNvSpPr txBox="1"/>
          <p:nvPr userDrawn="1"/>
        </p:nvSpPr>
        <p:spPr>
          <a:xfrm>
            <a:off x="330772" y="594359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{{sg_iss_3_name}}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4F408BE-629E-E769-6A51-1DD56F5FE4C0}"/>
              </a:ext>
            </a:extLst>
          </p:cNvPr>
          <p:cNvSpPr txBox="1"/>
          <p:nvPr userDrawn="1"/>
        </p:nvSpPr>
        <p:spPr>
          <a:xfrm>
            <a:off x="3384868" y="594359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{{sg_iss_3_n}}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CBB42AD-2CBA-B82C-BC9C-4D2660DECAF2}"/>
              </a:ext>
            </a:extLst>
          </p:cNvPr>
          <p:cNvSpPr txBox="1"/>
          <p:nvPr userDrawn="1"/>
        </p:nvSpPr>
        <p:spPr>
          <a:xfrm>
            <a:off x="4024948" y="594359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{{sg_iss_3_hr}}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EB0BA15-8023-1AB6-5852-5A3D8ADCBD4B}"/>
              </a:ext>
            </a:extLst>
          </p:cNvPr>
          <p:cNvSpPr txBox="1"/>
          <p:nvPr userDrawn="1"/>
        </p:nvSpPr>
        <p:spPr>
          <a:xfrm>
            <a:off x="4934776" y="6131052"/>
            <a:ext cx="62179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dirty="0"/>
              <a:t>{{forest_conclusion}}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A18E5C-3AC6-A6F0-D15C-DF6FAFC7DEAD}"/>
              </a:ext>
            </a:extLst>
          </p:cNvPr>
          <p:cNvSpPr txBox="1"/>
          <p:nvPr userDrawn="1"/>
        </p:nvSpPr>
        <p:spPr>
          <a:xfrm>
            <a:off x="1519492" y="147588"/>
            <a:ext cx="1737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lang="de-DE"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FOREST-PLOT</a:t>
            </a:r>
            <a:endParaRPr dirty="0">
              <a:solidFill>
                <a:srgbClr val="C4B5F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758F234-EB91-FCA4-50C2-4E170BC143D0}"/>
              </a:ext>
            </a:extLst>
          </p:cNvPr>
          <p:cNvSpPr txBox="1"/>
          <p:nvPr userDrawn="1"/>
        </p:nvSpPr>
        <p:spPr>
          <a:xfrm>
            <a:off x="3566160" y="1189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46A0FE1-A28F-5971-493C-F8F863FB4B78}"/>
              </a:ext>
            </a:extLst>
          </p:cNvPr>
          <p:cNvCxnSpPr/>
          <p:nvPr userDrawn="1"/>
        </p:nvCxnSpPr>
        <p:spPr>
          <a:xfrm>
            <a:off x="8944855" y="1298448"/>
            <a:ext cx="0" cy="488289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2922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_4LINES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95B37692-9278-0088-CBA1-9282637E1A46}"/>
              </a:ext>
            </a:extLst>
          </p:cNvPr>
          <p:cNvSpPr/>
          <p:nvPr userDrawn="1"/>
        </p:nvSpPr>
        <p:spPr>
          <a:xfrm>
            <a:off x="164592" y="658368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CCEA9E-9409-5E5B-7B61-DADDEABA867D}"/>
              </a:ext>
            </a:extLst>
          </p:cNvPr>
          <p:cNvSpPr/>
          <p:nvPr userDrawn="1"/>
        </p:nvSpPr>
        <p:spPr>
          <a:xfrm>
            <a:off x="164592" y="658368"/>
            <a:ext cx="36576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612B0-32FB-E69F-A498-2FC7D19BAE78}"/>
              </a:ext>
            </a:extLst>
          </p:cNvPr>
          <p:cNvSpPr/>
          <p:nvPr userDrawn="1"/>
        </p:nvSpPr>
        <p:spPr>
          <a:xfrm>
            <a:off x="310896" y="768096"/>
            <a:ext cx="420624" cy="42062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616C3C-4972-F244-6B66-3CD4949CC306}"/>
              </a:ext>
            </a:extLst>
          </p:cNvPr>
          <p:cNvSpPr txBox="1"/>
          <p:nvPr userDrawn="1"/>
        </p:nvSpPr>
        <p:spPr>
          <a:xfrm>
            <a:off x="310896" y="786384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1E1AF-AC11-905B-6F9F-A2113D73B9D0}"/>
              </a:ext>
            </a:extLst>
          </p:cNvPr>
          <p:cNvSpPr txBox="1"/>
          <p:nvPr userDrawn="1"/>
        </p:nvSpPr>
        <p:spPr>
          <a:xfrm>
            <a:off x="914400" y="749808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{{pillar_1_title}}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94236-1B81-743F-F714-FB305173761F}"/>
              </a:ext>
            </a:extLst>
          </p:cNvPr>
          <p:cNvSpPr txBox="1"/>
          <p:nvPr userDrawn="1"/>
        </p:nvSpPr>
        <p:spPr>
          <a:xfrm>
            <a:off x="914400" y="987552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{{pillar_1_subtitle}}</a:t>
            </a: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C1D2DB75-80AE-7AC6-939A-47C04393DAE6}"/>
              </a:ext>
            </a:extLst>
          </p:cNvPr>
          <p:cNvSpPr/>
          <p:nvPr userDrawn="1"/>
        </p:nvSpPr>
        <p:spPr>
          <a:xfrm>
            <a:off x="530352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FA484A-E25E-CD3D-8E4E-8899643A0D1F}"/>
              </a:ext>
            </a:extLst>
          </p:cNvPr>
          <p:cNvSpPr/>
          <p:nvPr userDrawn="1"/>
        </p:nvSpPr>
        <p:spPr>
          <a:xfrm>
            <a:off x="530352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080BC-5D66-46CA-832E-AD4F1CAD3B0E}"/>
              </a:ext>
            </a:extLst>
          </p:cNvPr>
          <p:cNvSpPr txBox="1"/>
          <p:nvPr userDrawn="1"/>
        </p:nvSpPr>
        <p:spPr>
          <a:xfrm>
            <a:off x="5394959" y="786384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{{pillar_1_metric_1_label}}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E5213D-72D7-59AD-3DCA-16C6333EEE42}"/>
              </a:ext>
            </a:extLst>
          </p:cNvPr>
          <p:cNvSpPr txBox="1"/>
          <p:nvPr userDrawn="1"/>
        </p:nvSpPr>
        <p:spPr>
          <a:xfrm>
            <a:off x="5394959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{{pillar_1_metric_1_value}}</a:t>
            </a:r>
          </a:p>
        </p:txBody>
      </p:sp>
      <p:sp>
        <p:nvSpPr>
          <p:cNvPr id="14" name="Rounded Rectangle 21">
            <a:extLst>
              <a:ext uri="{FF2B5EF4-FFF2-40B4-BE49-F238E27FC236}">
                <a16:creationId xmlns:a16="http://schemas.microsoft.com/office/drawing/2014/main" id="{8BBFD348-B091-6790-FEF8-D6EC17F68F87}"/>
              </a:ext>
            </a:extLst>
          </p:cNvPr>
          <p:cNvSpPr/>
          <p:nvPr userDrawn="1"/>
        </p:nvSpPr>
        <p:spPr>
          <a:xfrm>
            <a:off x="754380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592268-5526-6FC0-395D-C04835F82E84}"/>
              </a:ext>
            </a:extLst>
          </p:cNvPr>
          <p:cNvSpPr/>
          <p:nvPr userDrawn="1"/>
        </p:nvSpPr>
        <p:spPr>
          <a:xfrm>
            <a:off x="754380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C09162-5277-945B-601B-A8F452C882B0}"/>
              </a:ext>
            </a:extLst>
          </p:cNvPr>
          <p:cNvSpPr txBox="1"/>
          <p:nvPr userDrawn="1"/>
        </p:nvSpPr>
        <p:spPr>
          <a:xfrm>
            <a:off x="7635240" y="786384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{{pillar_1_metric_2_label}}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2CD253-2489-FCF1-FCF2-5B242A98AFAD}"/>
              </a:ext>
            </a:extLst>
          </p:cNvPr>
          <p:cNvSpPr txBox="1"/>
          <p:nvPr userDrawn="1"/>
        </p:nvSpPr>
        <p:spPr>
          <a:xfrm>
            <a:off x="7635240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{{pillar_1_metric_2_value}}</a:t>
            </a:r>
          </a:p>
        </p:txBody>
      </p:sp>
      <p:sp>
        <p:nvSpPr>
          <p:cNvPr id="20" name="Rounded Rectangle 27">
            <a:extLst>
              <a:ext uri="{FF2B5EF4-FFF2-40B4-BE49-F238E27FC236}">
                <a16:creationId xmlns:a16="http://schemas.microsoft.com/office/drawing/2014/main" id="{5A4454E3-1B5D-4E3F-0591-9AE6BA4552A1}"/>
              </a:ext>
            </a:extLst>
          </p:cNvPr>
          <p:cNvSpPr/>
          <p:nvPr userDrawn="1"/>
        </p:nvSpPr>
        <p:spPr>
          <a:xfrm>
            <a:off x="978408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66F693-7D78-64BC-0783-1CE7D332B347}"/>
              </a:ext>
            </a:extLst>
          </p:cNvPr>
          <p:cNvSpPr/>
          <p:nvPr userDrawn="1"/>
        </p:nvSpPr>
        <p:spPr>
          <a:xfrm>
            <a:off x="978408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F16A67-D7DF-97EA-27AC-0C14665C1D84}"/>
              </a:ext>
            </a:extLst>
          </p:cNvPr>
          <p:cNvSpPr txBox="1"/>
          <p:nvPr userDrawn="1"/>
        </p:nvSpPr>
        <p:spPr>
          <a:xfrm>
            <a:off x="9875519" y="786384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{{pillar_1_metric_3_label}}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A2E154-2A40-EC5B-28C7-89BAA20F7CC2}"/>
              </a:ext>
            </a:extLst>
          </p:cNvPr>
          <p:cNvSpPr txBox="1"/>
          <p:nvPr userDrawn="1"/>
        </p:nvSpPr>
        <p:spPr>
          <a:xfrm>
            <a:off x="9875519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{{pillar_1_metric_3_value}}</a:t>
            </a:r>
          </a:p>
        </p:txBody>
      </p:sp>
      <p:sp>
        <p:nvSpPr>
          <p:cNvPr id="26" name="Rounded Rectangle 33">
            <a:extLst>
              <a:ext uri="{FF2B5EF4-FFF2-40B4-BE49-F238E27FC236}">
                <a16:creationId xmlns:a16="http://schemas.microsoft.com/office/drawing/2014/main" id="{CEA60BAA-FD34-DE74-DE86-2D820EB0EA5F}"/>
              </a:ext>
            </a:extLst>
          </p:cNvPr>
          <p:cNvSpPr/>
          <p:nvPr userDrawn="1"/>
        </p:nvSpPr>
        <p:spPr>
          <a:xfrm>
            <a:off x="164592" y="1783080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D7AA35-2232-E0C2-242F-BAE48F2454BB}"/>
              </a:ext>
            </a:extLst>
          </p:cNvPr>
          <p:cNvSpPr/>
          <p:nvPr userDrawn="1"/>
        </p:nvSpPr>
        <p:spPr>
          <a:xfrm>
            <a:off x="164592" y="1783080"/>
            <a:ext cx="36576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AABB42-88FD-ED81-1C33-D15464016B8F}"/>
              </a:ext>
            </a:extLst>
          </p:cNvPr>
          <p:cNvSpPr/>
          <p:nvPr userDrawn="1"/>
        </p:nvSpPr>
        <p:spPr>
          <a:xfrm>
            <a:off x="310896" y="1892807"/>
            <a:ext cx="420624" cy="4206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99575B-41DC-F220-7F74-D985F468E972}"/>
              </a:ext>
            </a:extLst>
          </p:cNvPr>
          <p:cNvSpPr txBox="1"/>
          <p:nvPr userDrawn="1"/>
        </p:nvSpPr>
        <p:spPr>
          <a:xfrm>
            <a:off x="310896" y="1911095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06C85A-4A61-42FF-0413-102E54D4CF45}"/>
              </a:ext>
            </a:extLst>
          </p:cNvPr>
          <p:cNvSpPr txBox="1"/>
          <p:nvPr userDrawn="1"/>
        </p:nvSpPr>
        <p:spPr>
          <a:xfrm>
            <a:off x="914400" y="1874519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{{pillar_2_title}}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FF9C72-9EC2-B2B2-F04C-DF1EB6F3D725}"/>
              </a:ext>
            </a:extLst>
          </p:cNvPr>
          <p:cNvSpPr txBox="1"/>
          <p:nvPr userDrawn="1"/>
        </p:nvSpPr>
        <p:spPr>
          <a:xfrm>
            <a:off x="914400" y="2112264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{{pillar_2_subtitle}}</a:t>
            </a:r>
          </a:p>
        </p:txBody>
      </p:sp>
      <p:sp>
        <p:nvSpPr>
          <p:cNvPr id="32" name="Rounded Rectangle 39">
            <a:extLst>
              <a:ext uri="{FF2B5EF4-FFF2-40B4-BE49-F238E27FC236}">
                <a16:creationId xmlns:a16="http://schemas.microsoft.com/office/drawing/2014/main" id="{24752061-96FF-07D1-68EA-1AE2F83424FF}"/>
              </a:ext>
            </a:extLst>
          </p:cNvPr>
          <p:cNvSpPr/>
          <p:nvPr userDrawn="1"/>
        </p:nvSpPr>
        <p:spPr>
          <a:xfrm>
            <a:off x="530352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EB13A3-249E-937F-29E9-B8E85752C763}"/>
              </a:ext>
            </a:extLst>
          </p:cNvPr>
          <p:cNvSpPr/>
          <p:nvPr userDrawn="1"/>
        </p:nvSpPr>
        <p:spPr>
          <a:xfrm>
            <a:off x="530352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FE2F16-6943-CCB8-AE31-EE697471DB97}"/>
              </a:ext>
            </a:extLst>
          </p:cNvPr>
          <p:cNvSpPr txBox="1"/>
          <p:nvPr userDrawn="1"/>
        </p:nvSpPr>
        <p:spPr>
          <a:xfrm>
            <a:off x="5394959" y="1911095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{{pillar_2_metric_1_label}}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220453-4D50-B382-120F-671FC822A8DC}"/>
              </a:ext>
            </a:extLst>
          </p:cNvPr>
          <p:cNvSpPr txBox="1"/>
          <p:nvPr userDrawn="1"/>
        </p:nvSpPr>
        <p:spPr>
          <a:xfrm>
            <a:off x="5394959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{{pillar_2_metric_1_value}}</a:t>
            </a:r>
          </a:p>
        </p:txBody>
      </p:sp>
      <p:sp>
        <p:nvSpPr>
          <p:cNvPr id="38" name="Rounded Rectangle 45">
            <a:extLst>
              <a:ext uri="{FF2B5EF4-FFF2-40B4-BE49-F238E27FC236}">
                <a16:creationId xmlns:a16="http://schemas.microsoft.com/office/drawing/2014/main" id="{1C579BB1-8DBA-6085-BF51-E64EA4DC5272}"/>
              </a:ext>
            </a:extLst>
          </p:cNvPr>
          <p:cNvSpPr/>
          <p:nvPr userDrawn="1"/>
        </p:nvSpPr>
        <p:spPr>
          <a:xfrm>
            <a:off x="754380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1A2BC4-6B2B-C02E-3253-F784253EB1D1}"/>
              </a:ext>
            </a:extLst>
          </p:cNvPr>
          <p:cNvSpPr/>
          <p:nvPr userDrawn="1"/>
        </p:nvSpPr>
        <p:spPr>
          <a:xfrm>
            <a:off x="754380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015136-8AF8-A20E-9917-9B45236620AD}"/>
              </a:ext>
            </a:extLst>
          </p:cNvPr>
          <p:cNvSpPr txBox="1"/>
          <p:nvPr userDrawn="1"/>
        </p:nvSpPr>
        <p:spPr>
          <a:xfrm>
            <a:off x="7635240" y="1911095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{{pillar_2_metric_2_label}}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B2516B-6608-ED64-C1F4-CD1FD9BB61F7}"/>
              </a:ext>
            </a:extLst>
          </p:cNvPr>
          <p:cNvSpPr txBox="1"/>
          <p:nvPr userDrawn="1"/>
        </p:nvSpPr>
        <p:spPr>
          <a:xfrm>
            <a:off x="7635240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{{pillar_2_metric_2_value}}</a:t>
            </a:r>
          </a:p>
        </p:txBody>
      </p:sp>
      <p:sp>
        <p:nvSpPr>
          <p:cNvPr id="44" name="Rounded Rectangle 51">
            <a:extLst>
              <a:ext uri="{FF2B5EF4-FFF2-40B4-BE49-F238E27FC236}">
                <a16:creationId xmlns:a16="http://schemas.microsoft.com/office/drawing/2014/main" id="{60040E01-83F1-4F41-EEF6-790EBCFBEB4F}"/>
              </a:ext>
            </a:extLst>
          </p:cNvPr>
          <p:cNvSpPr/>
          <p:nvPr userDrawn="1"/>
        </p:nvSpPr>
        <p:spPr>
          <a:xfrm>
            <a:off x="978408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9CC74BA-502F-443B-1EEE-7E6C31E585FE}"/>
              </a:ext>
            </a:extLst>
          </p:cNvPr>
          <p:cNvSpPr/>
          <p:nvPr userDrawn="1"/>
        </p:nvSpPr>
        <p:spPr>
          <a:xfrm>
            <a:off x="978408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108B52-AE41-9E15-BAFF-2835E2D0BD9D}"/>
              </a:ext>
            </a:extLst>
          </p:cNvPr>
          <p:cNvSpPr txBox="1"/>
          <p:nvPr userDrawn="1"/>
        </p:nvSpPr>
        <p:spPr>
          <a:xfrm>
            <a:off x="9875519" y="1911095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{{pillar_2_metric_3_label}}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63F7F5-FCD3-3D3F-B640-27F21653100E}"/>
              </a:ext>
            </a:extLst>
          </p:cNvPr>
          <p:cNvSpPr txBox="1"/>
          <p:nvPr userDrawn="1"/>
        </p:nvSpPr>
        <p:spPr>
          <a:xfrm>
            <a:off x="9875519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{{pillar_2_metric_3_value}}</a:t>
            </a:r>
          </a:p>
        </p:txBody>
      </p:sp>
      <p:sp>
        <p:nvSpPr>
          <p:cNvPr id="50" name="Rounded Rectangle 57">
            <a:extLst>
              <a:ext uri="{FF2B5EF4-FFF2-40B4-BE49-F238E27FC236}">
                <a16:creationId xmlns:a16="http://schemas.microsoft.com/office/drawing/2014/main" id="{26491A39-348B-5819-E05A-95A88E9B5B11}"/>
              </a:ext>
            </a:extLst>
          </p:cNvPr>
          <p:cNvSpPr/>
          <p:nvPr userDrawn="1"/>
        </p:nvSpPr>
        <p:spPr>
          <a:xfrm>
            <a:off x="164592" y="2907791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1B3794D-F1C1-D778-29EC-77627FFD30FC}"/>
              </a:ext>
            </a:extLst>
          </p:cNvPr>
          <p:cNvSpPr/>
          <p:nvPr userDrawn="1"/>
        </p:nvSpPr>
        <p:spPr>
          <a:xfrm>
            <a:off x="164592" y="2907791"/>
            <a:ext cx="36576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E2BA4A5-2740-88C4-E05C-CAFF63FCA238}"/>
              </a:ext>
            </a:extLst>
          </p:cNvPr>
          <p:cNvSpPr/>
          <p:nvPr userDrawn="1"/>
        </p:nvSpPr>
        <p:spPr>
          <a:xfrm>
            <a:off x="310896" y="3017520"/>
            <a:ext cx="420624" cy="4206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200545-03E6-9FF1-BBE7-3CF2EA3F06C2}"/>
              </a:ext>
            </a:extLst>
          </p:cNvPr>
          <p:cNvSpPr txBox="1"/>
          <p:nvPr userDrawn="1"/>
        </p:nvSpPr>
        <p:spPr>
          <a:xfrm>
            <a:off x="310896" y="3035808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D0DD8D-8D87-64F4-27F7-9F12333EF923}"/>
              </a:ext>
            </a:extLst>
          </p:cNvPr>
          <p:cNvSpPr txBox="1"/>
          <p:nvPr userDrawn="1"/>
        </p:nvSpPr>
        <p:spPr>
          <a:xfrm>
            <a:off x="914400" y="2999232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{{pillar_3_title}}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B85B61-8551-A5E8-4549-3B6620B73C1E}"/>
              </a:ext>
            </a:extLst>
          </p:cNvPr>
          <p:cNvSpPr txBox="1"/>
          <p:nvPr userDrawn="1"/>
        </p:nvSpPr>
        <p:spPr>
          <a:xfrm>
            <a:off x="914400" y="3236975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{{pillar_3_subtitle}}</a:t>
            </a:r>
          </a:p>
        </p:txBody>
      </p:sp>
      <p:sp>
        <p:nvSpPr>
          <p:cNvPr id="56" name="Rounded Rectangle 63">
            <a:extLst>
              <a:ext uri="{FF2B5EF4-FFF2-40B4-BE49-F238E27FC236}">
                <a16:creationId xmlns:a16="http://schemas.microsoft.com/office/drawing/2014/main" id="{CEDBC588-7629-BEF1-E651-C1B54ECE97D3}"/>
              </a:ext>
            </a:extLst>
          </p:cNvPr>
          <p:cNvSpPr/>
          <p:nvPr userDrawn="1"/>
        </p:nvSpPr>
        <p:spPr>
          <a:xfrm>
            <a:off x="530352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8414D70-0630-C978-F253-235A756F9DA2}"/>
              </a:ext>
            </a:extLst>
          </p:cNvPr>
          <p:cNvSpPr/>
          <p:nvPr userDrawn="1"/>
        </p:nvSpPr>
        <p:spPr>
          <a:xfrm>
            <a:off x="530352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22388B-82F3-92A5-E25D-E2B81DC376D2}"/>
              </a:ext>
            </a:extLst>
          </p:cNvPr>
          <p:cNvSpPr txBox="1"/>
          <p:nvPr userDrawn="1"/>
        </p:nvSpPr>
        <p:spPr>
          <a:xfrm>
            <a:off x="5394959" y="3035808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{{pillar_3_metric_1_label}}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3398B9-7710-9EFB-521E-4A2588227AED}"/>
              </a:ext>
            </a:extLst>
          </p:cNvPr>
          <p:cNvSpPr txBox="1"/>
          <p:nvPr userDrawn="1"/>
        </p:nvSpPr>
        <p:spPr>
          <a:xfrm>
            <a:off x="5394959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{{pillar_3_metric_1_value}}</a:t>
            </a:r>
          </a:p>
        </p:txBody>
      </p:sp>
      <p:sp>
        <p:nvSpPr>
          <p:cNvPr id="62" name="Rounded Rectangle 69">
            <a:extLst>
              <a:ext uri="{FF2B5EF4-FFF2-40B4-BE49-F238E27FC236}">
                <a16:creationId xmlns:a16="http://schemas.microsoft.com/office/drawing/2014/main" id="{6998DD71-F2C0-B1F7-559E-615411E509B2}"/>
              </a:ext>
            </a:extLst>
          </p:cNvPr>
          <p:cNvSpPr/>
          <p:nvPr userDrawn="1"/>
        </p:nvSpPr>
        <p:spPr>
          <a:xfrm>
            <a:off x="754380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4D1C543-60A2-E4CA-5C78-185A64132E37}"/>
              </a:ext>
            </a:extLst>
          </p:cNvPr>
          <p:cNvSpPr/>
          <p:nvPr userDrawn="1"/>
        </p:nvSpPr>
        <p:spPr>
          <a:xfrm>
            <a:off x="754380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3966CF-DD91-F462-AC33-E1994059B01E}"/>
              </a:ext>
            </a:extLst>
          </p:cNvPr>
          <p:cNvSpPr txBox="1"/>
          <p:nvPr userDrawn="1"/>
        </p:nvSpPr>
        <p:spPr>
          <a:xfrm>
            <a:off x="7635240" y="3035808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{{pillar_3_metric_2_label}}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09F0D4-7B6E-0DDD-7C32-FB51BA7D8794}"/>
              </a:ext>
            </a:extLst>
          </p:cNvPr>
          <p:cNvSpPr txBox="1"/>
          <p:nvPr userDrawn="1"/>
        </p:nvSpPr>
        <p:spPr>
          <a:xfrm>
            <a:off x="7635240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{{pillar_3_metric_2_value}}</a:t>
            </a:r>
          </a:p>
        </p:txBody>
      </p:sp>
      <p:sp>
        <p:nvSpPr>
          <p:cNvPr id="68" name="Rounded Rectangle 75">
            <a:extLst>
              <a:ext uri="{FF2B5EF4-FFF2-40B4-BE49-F238E27FC236}">
                <a16:creationId xmlns:a16="http://schemas.microsoft.com/office/drawing/2014/main" id="{C74680D0-09D6-D8BF-0511-41B2CF306C87}"/>
              </a:ext>
            </a:extLst>
          </p:cNvPr>
          <p:cNvSpPr/>
          <p:nvPr userDrawn="1"/>
        </p:nvSpPr>
        <p:spPr>
          <a:xfrm>
            <a:off x="978408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6EF57B4-69A0-299B-18F9-AB756E2A16D8}"/>
              </a:ext>
            </a:extLst>
          </p:cNvPr>
          <p:cNvSpPr/>
          <p:nvPr userDrawn="1"/>
        </p:nvSpPr>
        <p:spPr>
          <a:xfrm>
            <a:off x="978408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1DBEAC-8D30-0253-4F45-E17BFEB2FE40}"/>
              </a:ext>
            </a:extLst>
          </p:cNvPr>
          <p:cNvSpPr txBox="1"/>
          <p:nvPr userDrawn="1"/>
        </p:nvSpPr>
        <p:spPr>
          <a:xfrm>
            <a:off x="9875519" y="3035808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{{pillar_3_metric_3_label}}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8FC3F9-0C0F-2EA9-B84D-5CF88BFB2A33}"/>
              </a:ext>
            </a:extLst>
          </p:cNvPr>
          <p:cNvSpPr txBox="1"/>
          <p:nvPr userDrawn="1"/>
        </p:nvSpPr>
        <p:spPr>
          <a:xfrm>
            <a:off x="9875519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{{pillar_3_metric_3_value}}</a:t>
            </a:r>
          </a:p>
        </p:txBody>
      </p:sp>
      <p:sp>
        <p:nvSpPr>
          <p:cNvPr id="74" name="Rounded Rectangle 81">
            <a:extLst>
              <a:ext uri="{FF2B5EF4-FFF2-40B4-BE49-F238E27FC236}">
                <a16:creationId xmlns:a16="http://schemas.microsoft.com/office/drawing/2014/main" id="{2770894C-996D-178C-C749-97F7526B7532}"/>
              </a:ext>
            </a:extLst>
          </p:cNvPr>
          <p:cNvSpPr/>
          <p:nvPr userDrawn="1"/>
        </p:nvSpPr>
        <p:spPr>
          <a:xfrm>
            <a:off x="164592" y="4032504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12289EC-28A0-1BC2-E27E-E5B25F9A404E}"/>
              </a:ext>
            </a:extLst>
          </p:cNvPr>
          <p:cNvSpPr/>
          <p:nvPr userDrawn="1"/>
        </p:nvSpPr>
        <p:spPr>
          <a:xfrm>
            <a:off x="164592" y="4032504"/>
            <a:ext cx="36576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0D206BB-6DDE-FE28-A815-D7BBA98EE105}"/>
              </a:ext>
            </a:extLst>
          </p:cNvPr>
          <p:cNvSpPr/>
          <p:nvPr userDrawn="1"/>
        </p:nvSpPr>
        <p:spPr>
          <a:xfrm>
            <a:off x="310896" y="4142232"/>
            <a:ext cx="420624" cy="4206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5F149A6-E953-BB7B-1A07-A964E7E73B70}"/>
              </a:ext>
            </a:extLst>
          </p:cNvPr>
          <p:cNvSpPr txBox="1"/>
          <p:nvPr userDrawn="1"/>
        </p:nvSpPr>
        <p:spPr>
          <a:xfrm>
            <a:off x="310896" y="416052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F4B1A06-0DF8-8C93-ABE2-16EEECA6DD7C}"/>
              </a:ext>
            </a:extLst>
          </p:cNvPr>
          <p:cNvSpPr txBox="1"/>
          <p:nvPr userDrawn="1"/>
        </p:nvSpPr>
        <p:spPr>
          <a:xfrm>
            <a:off x="914400" y="4123944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06B6D4"/>
                </a:solidFill>
                <a:latin typeface="Arial"/>
              </a:defRPr>
            </a:pPr>
            <a:r>
              <a:t>{{pillar_4_title}}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F0F463-D6E0-F957-E24D-459EF05FD6A1}"/>
              </a:ext>
            </a:extLst>
          </p:cNvPr>
          <p:cNvSpPr txBox="1"/>
          <p:nvPr userDrawn="1"/>
        </p:nvSpPr>
        <p:spPr>
          <a:xfrm>
            <a:off x="914400" y="4361688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{{pillar_4_subtitle}}</a:t>
            </a:r>
          </a:p>
        </p:txBody>
      </p:sp>
      <p:sp>
        <p:nvSpPr>
          <p:cNvPr id="80" name="Rounded Rectangle 87">
            <a:extLst>
              <a:ext uri="{FF2B5EF4-FFF2-40B4-BE49-F238E27FC236}">
                <a16:creationId xmlns:a16="http://schemas.microsoft.com/office/drawing/2014/main" id="{2DADE564-20EC-F8EB-5B49-9911AC05FF10}"/>
              </a:ext>
            </a:extLst>
          </p:cNvPr>
          <p:cNvSpPr/>
          <p:nvPr userDrawn="1"/>
        </p:nvSpPr>
        <p:spPr>
          <a:xfrm>
            <a:off x="530352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17C1DE8-4E22-1BDF-2729-9355C8B703B2}"/>
              </a:ext>
            </a:extLst>
          </p:cNvPr>
          <p:cNvSpPr/>
          <p:nvPr userDrawn="1"/>
        </p:nvSpPr>
        <p:spPr>
          <a:xfrm>
            <a:off x="530352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20FA53-744F-D37A-B07B-26CA6F27617B}"/>
              </a:ext>
            </a:extLst>
          </p:cNvPr>
          <p:cNvSpPr txBox="1"/>
          <p:nvPr userDrawn="1"/>
        </p:nvSpPr>
        <p:spPr>
          <a:xfrm>
            <a:off x="5394959" y="4160520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{{pillar_4_metric_1_label}}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6C318A6-41C1-3221-2836-8935A7D2CFE9}"/>
              </a:ext>
            </a:extLst>
          </p:cNvPr>
          <p:cNvSpPr txBox="1"/>
          <p:nvPr userDrawn="1"/>
        </p:nvSpPr>
        <p:spPr>
          <a:xfrm>
            <a:off x="5394959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{{pillar_4_metric_1_value}}</a:t>
            </a:r>
          </a:p>
        </p:txBody>
      </p:sp>
      <p:sp>
        <p:nvSpPr>
          <p:cNvPr id="86" name="Rounded Rectangle 93">
            <a:extLst>
              <a:ext uri="{FF2B5EF4-FFF2-40B4-BE49-F238E27FC236}">
                <a16:creationId xmlns:a16="http://schemas.microsoft.com/office/drawing/2014/main" id="{CCF1125C-6E99-22B2-1062-89BFC376E5E5}"/>
              </a:ext>
            </a:extLst>
          </p:cNvPr>
          <p:cNvSpPr/>
          <p:nvPr userDrawn="1"/>
        </p:nvSpPr>
        <p:spPr>
          <a:xfrm>
            <a:off x="754380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9019C62-64C6-7424-1CBF-A5A81453A147}"/>
              </a:ext>
            </a:extLst>
          </p:cNvPr>
          <p:cNvSpPr/>
          <p:nvPr userDrawn="1"/>
        </p:nvSpPr>
        <p:spPr>
          <a:xfrm>
            <a:off x="754380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12CA25D-C480-0D36-D4C8-3BD7E5F303A8}"/>
              </a:ext>
            </a:extLst>
          </p:cNvPr>
          <p:cNvSpPr txBox="1"/>
          <p:nvPr userDrawn="1"/>
        </p:nvSpPr>
        <p:spPr>
          <a:xfrm>
            <a:off x="7635240" y="4160520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{{pillar_4_metric_2_label}}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801A640-E93A-FAFC-5BA6-DEC7F3AD4BE1}"/>
              </a:ext>
            </a:extLst>
          </p:cNvPr>
          <p:cNvSpPr txBox="1"/>
          <p:nvPr userDrawn="1"/>
        </p:nvSpPr>
        <p:spPr>
          <a:xfrm>
            <a:off x="7635240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{{pillar_4_metric_2_value}}</a:t>
            </a:r>
          </a:p>
        </p:txBody>
      </p:sp>
      <p:sp>
        <p:nvSpPr>
          <p:cNvPr id="92" name="Rounded Rectangle 99">
            <a:extLst>
              <a:ext uri="{FF2B5EF4-FFF2-40B4-BE49-F238E27FC236}">
                <a16:creationId xmlns:a16="http://schemas.microsoft.com/office/drawing/2014/main" id="{2B528F1C-0FD4-0284-2A3D-678F37F55782}"/>
              </a:ext>
            </a:extLst>
          </p:cNvPr>
          <p:cNvSpPr/>
          <p:nvPr userDrawn="1"/>
        </p:nvSpPr>
        <p:spPr>
          <a:xfrm>
            <a:off x="978408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87558F7-1862-43E6-B12B-91CAD25938DE}"/>
              </a:ext>
            </a:extLst>
          </p:cNvPr>
          <p:cNvSpPr/>
          <p:nvPr userDrawn="1"/>
        </p:nvSpPr>
        <p:spPr>
          <a:xfrm>
            <a:off x="978408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609AF58-6B0B-05FE-F2FA-E16EF43ED2B3}"/>
              </a:ext>
            </a:extLst>
          </p:cNvPr>
          <p:cNvSpPr txBox="1"/>
          <p:nvPr userDrawn="1"/>
        </p:nvSpPr>
        <p:spPr>
          <a:xfrm>
            <a:off x="9875519" y="4160520"/>
            <a:ext cx="203911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{{pillar_4_metric_3_label}}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FA9AAB5-B0B7-DB4D-803B-4BEB289D730B}"/>
              </a:ext>
            </a:extLst>
          </p:cNvPr>
          <p:cNvSpPr txBox="1"/>
          <p:nvPr userDrawn="1"/>
        </p:nvSpPr>
        <p:spPr>
          <a:xfrm>
            <a:off x="9875519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{{pillar_4_metric_3_value}}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693992E-C0F6-C496-73FC-E523D9E37319}"/>
              </a:ext>
            </a:extLst>
          </p:cNvPr>
          <p:cNvSpPr txBox="1"/>
          <p:nvPr userDrawn="1"/>
        </p:nvSpPr>
        <p:spPr>
          <a:xfrm>
            <a:off x="1600200" y="95226"/>
            <a:ext cx="1669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lang="de-DE"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IMPTERATIVES</a:t>
            </a:r>
            <a:endParaRPr dirty="0">
              <a:solidFill>
                <a:srgbClr val="C4B5F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26CF6C6-84CF-FB57-34E9-CA54C4A9AD62}"/>
              </a:ext>
            </a:extLst>
          </p:cNvPr>
          <p:cNvSpPr txBox="1"/>
          <p:nvPr userDrawn="1"/>
        </p:nvSpPr>
        <p:spPr>
          <a:xfrm>
            <a:off x="3566160" y="1189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0269362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41">
            <a:extLst>
              <a:ext uri="{FF2B5EF4-FFF2-40B4-BE49-F238E27FC236}">
                <a16:creationId xmlns:a16="http://schemas.microsoft.com/office/drawing/2014/main" id="{98EEF80E-0065-637B-D307-010D4C3563DC}"/>
              </a:ext>
            </a:extLst>
          </p:cNvPr>
          <p:cNvSpPr/>
          <p:nvPr userDrawn="1"/>
        </p:nvSpPr>
        <p:spPr>
          <a:xfrm>
            <a:off x="0" y="552653"/>
            <a:ext cx="12025948" cy="54092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910A6D-C99A-645B-0448-B4A275D586CE}"/>
              </a:ext>
            </a:extLst>
          </p:cNvPr>
          <p:cNvSpPr/>
          <p:nvPr userDrawn="1"/>
        </p:nvSpPr>
        <p:spPr>
          <a:xfrm>
            <a:off x="106744" y="923268"/>
            <a:ext cx="119192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ACDB68-4D71-4A5A-E67B-8328F4C3F4CB}"/>
              </a:ext>
            </a:extLst>
          </p:cNvPr>
          <p:cNvSpPr/>
          <p:nvPr userDrawn="1"/>
        </p:nvSpPr>
        <p:spPr>
          <a:xfrm>
            <a:off x="457725" y="742077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1380F-494E-6E1F-128A-CDEC48A672D1}"/>
              </a:ext>
            </a:extLst>
          </p:cNvPr>
          <p:cNvSpPr txBox="1"/>
          <p:nvPr userDrawn="1"/>
        </p:nvSpPr>
        <p:spPr>
          <a:xfrm>
            <a:off x="567453" y="664796"/>
            <a:ext cx="5605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Head-to-Head 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BB18BC-995D-69A3-87A6-3C36EF77D4E9}"/>
              </a:ext>
            </a:extLst>
          </p:cNvPr>
          <p:cNvSpPr/>
          <p:nvPr userDrawn="1"/>
        </p:nvSpPr>
        <p:spPr>
          <a:xfrm>
            <a:off x="106744" y="1042415"/>
            <a:ext cx="11919204" cy="274320"/>
          </a:xfrm>
          <a:prstGeom prst="rect">
            <a:avLst/>
          </a:prstGeom>
          <a:solidFill>
            <a:srgbClr val="F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C1BC2F-81E7-E674-5B24-958D91C94356}"/>
              </a:ext>
            </a:extLst>
          </p:cNvPr>
          <p:cNvSpPr txBox="1"/>
          <p:nvPr userDrawn="1"/>
        </p:nvSpPr>
        <p:spPr>
          <a:xfrm>
            <a:off x="128135" y="1077303"/>
            <a:ext cx="287642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Parameter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AAF8C-D7C0-260D-417B-5F8F1C5E7D5F}"/>
              </a:ext>
            </a:extLst>
          </p:cNvPr>
          <p:cNvSpPr txBox="1"/>
          <p:nvPr userDrawn="1"/>
        </p:nvSpPr>
        <p:spPr>
          <a:xfrm>
            <a:off x="1146387" y="1077303"/>
            <a:ext cx="35955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800" dirty="0"/>
              <a:t>{{comp_drug_1}}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56B40E-A237-A240-0A2B-5B5E747E1F6B}"/>
              </a:ext>
            </a:extLst>
          </p:cNvPr>
          <p:cNvSpPr txBox="1"/>
          <p:nvPr userDrawn="1"/>
        </p:nvSpPr>
        <p:spPr>
          <a:xfrm>
            <a:off x="2153656" y="1077303"/>
            <a:ext cx="52674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{{comp_avg}}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1D4EA1-0513-9F7D-6E5E-43110F456103}"/>
              </a:ext>
            </a:extLst>
          </p:cNvPr>
          <p:cNvSpPr/>
          <p:nvPr userDrawn="1"/>
        </p:nvSpPr>
        <p:spPr>
          <a:xfrm>
            <a:off x="106744" y="1335024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4F55E4-33A2-E9E8-A629-7C5D79C2C9C0}"/>
              </a:ext>
            </a:extLst>
          </p:cNvPr>
          <p:cNvSpPr/>
          <p:nvPr userDrawn="1"/>
        </p:nvSpPr>
        <p:spPr>
          <a:xfrm>
            <a:off x="106744" y="1659636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1DEEF9-E55A-68E2-94CB-97905232F699}"/>
              </a:ext>
            </a:extLst>
          </p:cNvPr>
          <p:cNvSpPr txBox="1"/>
          <p:nvPr userDrawn="1"/>
        </p:nvSpPr>
        <p:spPr>
          <a:xfrm>
            <a:off x="216472" y="1369911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Mechanism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92CFFC-B499-7DDA-B232-33826906C8D3}"/>
              </a:ext>
            </a:extLst>
          </p:cNvPr>
          <p:cNvSpPr txBox="1"/>
          <p:nvPr userDrawn="1"/>
        </p:nvSpPr>
        <p:spPr>
          <a:xfrm>
            <a:off x="1146387" y="1369911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{{comp_1_mechanism}}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A1AB7C-850C-D8D0-791C-F0ABAD7B078B}"/>
              </a:ext>
            </a:extLst>
          </p:cNvPr>
          <p:cNvSpPr txBox="1"/>
          <p:nvPr userDrawn="1"/>
        </p:nvSpPr>
        <p:spPr>
          <a:xfrm>
            <a:off x="2153656" y="1369911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{{comp_avg_mechanism}}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45AD69-8EB0-7E51-A315-C1F83C835A5A}"/>
              </a:ext>
            </a:extLst>
          </p:cNvPr>
          <p:cNvSpPr/>
          <p:nvPr userDrawn="1"/>
        </p:nvSpPr>
        <p:spPr>
          <a:xfrm>
            <a:off x="106744" y="1988819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5ECB1F-D2ED-8254-7347-16F4D2808104}"/>
              </a:ext>
            </a:extLst>
          </p:cNvPr>
          <p:cNvSpPr txBox="1"/>
          <p:nvPr userDrawn="1"/>
        </p:nvSpPr>
        <p:spPr>
          <a:xfrm>
            <a:off x="216472" y="1699095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Line of therapy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3F7B6-5774-307F-44DB-A1121B0F90EB}"/>
              </a:ext>
            </a:extLst>
          </p:cNvPr>
          <p:cNvSpPr txBox="1"/>
          <p:nvPr userDrawn="1"/>
        </p:nvSpPr>
        <p:spPr>
          <a:xfrm>
            <a:off x="1146387" y="1699095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{{comp_1_line}}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4131D3-8723-997F-F92A-0B98ED36CA98}"/>
              </a:ext>
            </a:extLst>
          </p:cNvPr>
          <p:cNvSpPr txBox="1"/>
          <p:nvPr userDrawn="1"/>
        </p:nvSpPr>
        <p:spPr>
          <a:xfrm>
            <a:off x="2153656" y="1699095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{{comp_avg_line}}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1F3DF0-7281-D65B-7294-7D864F88E0C9}"/>
              </a:ext>
            </a:extLst>
          </p:cNvPr>
          <p:cNvSpPr/>
          <p:nvPr userDrawn="1"/>
        </p:nvSpPr>
        <p:spPr>
          <a:xfrm>
            <a:off x="106744" y="1993391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43E6B4-3E13-FA97-9500-6BC2F058855B}"/>
              </a:ext>
            </a:extLst>
          </p:cNvPr>
          <p:cNvSpPr/>
          <p:nvPr userDrawn="1"/>
        </p:nvSpPr>
        <p:spPr>
          <a:xfrm>
            <a:off x="106744" y="2318003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7B23A9-E688-B51F-414D-F0EBCF671441}"/>
              </a:ext>
            </a:extLst>
          </p:cNvPr>
          <p:cNvSpPr txBox="1"/>
          <p:nvPr userDrawn="1"/>
        </p:nvSpPr>
        <p:spPr>
          <a:xfrm>
            <a:off x="216472" y="2028278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ORR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C0B3B0-8C35-CD12-27A8-ED83EDC1DCB7}"/>
              </a:ext>
            </a:extLst>
          </p:cNvPr>
          <p:cNvSpPr txBox="1"/>
          <p:nvPr userDrawn="1"/>
        </p:nvSpPr>
        <p:spPr>
          <a:xfrm>
            <a:off x="1146387" y="2028278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{{comp_1_orr}}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34AE83-E894-2B88-6068-1D4D715C1962}"/>
              </a:ext>
            </a:extLst>
          </p:cNvPr>
          <p:cNvSpPr txBox="1"/>
          <p:nvPr userDrawn="1"/>
        </p:nvSpPr>
        <p:spPr>
          <a:xfrm>
            <a:off x="2153656" y="2028278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{{comp_avg_orr}}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2E5201-2F44-A6E6-BE4B-E639D3CD3C84}"/>
              </a:ext>
            </a:extLst>
          </p:cNvPr>
          <p:cNvSpPr/>
          <p:nvPr userDrawn="1"/>
        </p:nvSpPr>
        <p:spPr>
          <a:xfrm>
            <a:off x="106744" y="2647188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56DA0E-C608-5E55-84B3-8BA9E378F2E0}"/>
              </a:ext>
            </a:extLst>
          </p:cNvPr>
          <p:cNvSpPr txBox="1"/>
          <p:nvPr userDrawn="1"/>
        </p:nvSpPr>
        <p:spPr>
          <a:xfrm>
            <a:off x="216472" y="2357463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CR Rate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F1AEB4-6973-1E77-0A75-99325F81E711}"/>
              </a:ext>
            </a:extLst>
          </p:cNvPr>
          <p:cNvSpPr txBox="1"/>
          <p:nvPr userDrawn="1"/>
        </p:nvSpPr>
        <p:spPr>
          <a:xfrm>
            <a:off x="1146387" y="2357463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{{comp_1_cr}}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4A6395-2E0D-3E66-166D-32EF3676005F}"/>
              </a:ext>
            </a:extLst>
          </p:cNvPr>
          <p:cNvSpPr txBox="1"/>
          <p:nvPr userDrawn="1"/>
        </p:nvSpPr>
        <p:spPr>
          <a:xfrm>
            <a:off x="2153656" y="2357463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{{comp_avg_cr}}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971010-1001-A83B-D8F7-4CFB61F2A315}"/>
              </a:ext>
            </a:extLst>
          </p:cNvPr>
          <p:cNvSpPr/>
          <p:nvPr userDrawn="1"/>
        </p:nvSpPr>
        <p:spPr>
          <a:xfrm>
            <a:off x="106744" y="2651760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0A1405-1AD5-9565-0DF6-B8A109D200BD}"/>
              </a:ext>
            </a:extLst>
          </p:cNvPr>
          <p:cNvSpPr/>
          <p:nvPr userDrawn="1"/>
        </p:nvSpPr>
        <p:spPr>
          <a:xfrm>
            <a:off x="106744" y="2976372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9D3BA5-9D61-A0AA-D0D4-B07EB89CA6FE}"/>
              </a:ext>
            </a:extLst>
          </p:cNvPr>
          <p:cNvSpPr txBox="1"/>
          <p:nvPr userDrawn="1"/>
        </p:nvSpPr>
        <p:spPr>
          <a:xfrm>
            <a:off x="216472" y="2686647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mPFS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B2DB42-745B-420F-EA1A-E927A1094795}"/>
              </a:ext>
            </a:extLst>
          </p:cNvPr>
          <p:cNvSpPr txBox="1"/>
          <p:nvPr userDrawn="1"/>
        </p:nvSpPr>
        <p:spPr>
          <a:xfrm>
            <a:off x="1146387" y="2686647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{{comp_1_mpfs}}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A3D32E-94A7-FF99-B8DA-C005B6AE0703}"/>
              </a:ext>
            </a:extLst>
          </p:cNvPr>
          <p:cNvSpPr txBox="1"/>
          <p:nvPr userDrawn="1"/>
        </p:nvSpPr>
        <p:spPr>
          <a:xfrm>
            <a:off x="2153656" y="2686647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{{comp_avg_mpfs}}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A02531-CEB2-C7DB-0D7F-D1A129F88379}"/>
              </a:ext>
            </a:extLst>
          </p:cNvPr>
          <p:cNvSpPr/>
          <p:nvPr userDrawn="1"/>
        </p:nvSpPr>
        <p:spPr>
          <a:xfrm>
            <a:off x="106744" y="3305556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4A93D4-4FBE-F666-F789-6F5E4AB611AC}"/>
              </a:ext>
            </a:extLst>
          </p:cNvPr>
          <p:cNvSpPr txBox="1"/>
          <p:nvPr userDrawn="1"/>
        </p:nvSpPr>
        <p:spPr>
          <a:xfrm>
            <a:off x="216472" y="3015831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HR (PFS)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1F353E-07CD-3F5D-D04B-9C52DA4C7FC3}"/>
              </a:ext>
            </a:extLst>
          </p:cNvPr>
          <p:cNvSpPr txBox="1"/>
          <p:nvPr userDrawn="1"/>
        </p:nvSpPr>
        <p:spPr>
          <a:xfrm>
            <a:off x="1146387" y="3015831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{{comp_1_hr}}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DC2CFC-6E99-817D-7ECB-B8B52B9BA9B9}"/>
              </a:ext>
            </a:extLst>
          </p:cNvPr>
          <p:cNvSpPr txBox="1"/>
          <p:nvPr userDrawn="1"/>
        </p:nvSpPr>
        <p:spPr>
          <a:xfrm>
            <a:off x="2153656" y="3015831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{{comp_avg_hr}}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1AEBE0-6F7B-FF49-C57A-B757ADFCFA79}"/>
              </a:ext>
            </a:extLst>
          </p:cNvPr>
          <p:cNvSpPr/>
          <p:nvPr userDrawn="1"/>
        </p:nvSpPr>
        <p:spPr>
          <a:xfrm>
            <a:off x="106744" y="3310128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5C0BAAB-B4BA-2AEE-9E97-CA1346A392AD}"/>
              </a:ext>
            </a:extLst>
          </p:cNvPr>
          <p:cNvSpPr/>
          <p:nvPr userDrawn="1"/>
        </p:nvSpPr>
        <p:spPr>
          <a:xfrm>
            <a:off x="106744" y="3634740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6579BB-56A0-BD54-E47B-B424BC84DAAD}"/>
              </a:ext>
            </a:extLst>
          </p:cNvPr>
          <p:cNvSpPr txBox="1"/>
          <p:nvPr userDrawn="1"/>
        </p:nvSpPr>
        <p:spPr>
          <a:xfrm>
            <a:off x="216472" y="3345015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Route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AA338D-5F1D-5B6A-1090-984FA0297969}"/>
              </a:ext>
            </a:extLst>
          </p:cNvPr>
          <p:cNvSpPr txBox="1"/>
          <p:nvPr userDrawn="1"/>
        </p:nvSpPr>
        <p:spPr>
          <a:xfrm>
            <a:off x="1146387" y="3345015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{{comp_1_route}}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7C22BA-775E-6426-86E8-5B06DDACE511}"/>
              </a:ext>
            </a:extLst>
          </p:cNvPr>
          <p:cNvSpPr txBox="1"/>
          <p:nvPr userDrawn="1"/>
        </p:nvSpPr>
        <p:spPr>
          <a:xfrm>
            <a:off x="2153656" y="3345015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{{comp_avg_route}}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42B3BB-CB47-43F1-B39B-26403D6DC53D}"/>
              </a:ext>
            </a:extLst>
          </p:cNvPr>
          <p:cNvSpPr/>
          <p:nvPr userDrawn="1"/>
        </p:nvSpPr>
        <p:spPr>
          <a:xfrm>
            <a:off x="106744" y="3963924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4E3DEE-1D83-29AB-620E-AA14BD88EF2F}"/>
              </a:ext>
            </a:extLst>
          </p:cNvPr>
          <p:cNvSpPr txBox="1"/>
          <p:nvPr userDrawn="1"/>
        </p:nvSpPr>
        <p:spPr>
          <a:xfrm>
            <a:off x="216472" y="3674199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Key AE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F226D7-6E88-E07D-3383-409C7E30EB5A}"/>
              </a:ext>
            </a:extLst>
          </p:cNvPr>
          <p:cNvSpPr txBox="1"/>
          <p:nvPr userDrawn="1"/>
        </p:nvSpPr>
        <p:spPr>
          <a:xfrm>
            <a:off x="1146387" y="3674199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{{comp_1_ae}}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AFC874-61D8-8825-544C-FB14BDA15223}"/>
              </a:ext>
            </a:extLst>
          </p:cNvPr>
          <p:cNvSpPr txBox="1"/>
          <p:nvPr userDrawn="1"/>
        </p:nvSpPr>
        <p:spPr>
          <a:xfrm>
            <a:off x="2153656" y="3674199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{{comp_avg_ae}}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3980B07-3E44-B913-4C65-3303F9A0D51B}"/>
              </a:ext>
            </a:extLst>
          </p:cNvPr>
          <p:cNvSpPr/>
          <p:nvPr userDrawn="1"/>
        </p:nvSpPr>
        <p:spPr>
          <a:xfrm>
            <a:off x="106744" y="3968496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72D3D99-AC88-ED7B-375C-0FEE52BB2744}"/>
              </a:ext>
            </a:extLst>
          </p:cNvPr>
          <p:cNvSpPr/>
          <p:nvPr userDrawn="1"/>
        </p:nvSpPr>
        <p:spPr>
          <a:xfrm>
            <a:off x="106744" y="4293108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F81158-0A62-68E9-F748-724EDE0BC301}"/>
              </a:ext>
            </a:extLst>
          </p:cNvPr>
          <p:cNvSpPr txBox="1"/>
          <p:nvPr userDrawn="1"/>
        </p:nvSpPr>
        <p:spPr>
          <a:xfrm>
            <a:off x="216472" y="4003382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REMS/RMP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6C93EF-248E-D6CC-959F-26D8B2169741}"/>
              </a:ext>
            </a:extLst>
          </p:cNvPr>
          <p:cNvSpPr txBox="1"/>
          <p:nvPr userDrawn="1"/>
        </p:nvSpPr>
        <p:spPr>
          <a:xfrm>
            <a:off x="1146387" y="4003382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{{comp_1_rems}}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DB7271-B719-B6E2-C152-1892D5920762}"/>
              </a:ext>
            </a:extLst>
          </p:cNvPr>
          <p:cNvSpPr txBox="1"/>
          <p:nvPr userDrawn="1"/>
        </p:nvSpPr>
        <p:spPr>
          <a:xfrm>
            <a:off x="2153656" y="4003382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{{comp_avg_rems}}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7082702-93DE-D67D-9108-15FC9DE18C86}"/>
              </a:ext>
            </a:extLst>
          </p:cNvPr>
          <p:cNvSpPr/>
          <p:nvPr userDrawn="1"/>
        </p:nvSpPr>
        <p:spPr>
          <a:xfrm>
            <a:off x="106744" y="4622292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20DCE9-2768-DDCC-ABA8-DE47C4294FB5}"/>
              </a:ext>
            </a:extLst>
          </p:cNvPr>
          <p:cNvSpPr txBox="1"/>
          <p:nvPr userDrawn="1"/>
        </p:nvSpPr>
        <p:spPr>
          <a:xfrm>
            <a:off x="216472" y="4332566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Convenience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6EC170-D2F1-FCD5-51C1-69160601DD73}"/>
              </a:ext>
            </a:extLst>
          </p:cNvPr>
          <p:cNvSpPr txBox="1"/>
          <p:nvPr userDrawn="1"/>
        </p:nvSpPr>
        <p:spPr>
          <a:xfrm>
            <a:off x="1146387" y="4332566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{{comp_1_convenience}}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23BD68-065F-E063-2747-369FA3DA88E5}"/>
              </a:ext>
            </a:extLst>
          </p:cNvPr>
          <p:cNvSpPr txBox="1"/>
          <p:nvPr userDrawn="1"/>
        </p:nvSpPr>
        <p:spPr>
          <a:xfrm>
            <a:off x="2153656" y="4332566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{{comp_avg_convenience}}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928639-6864-0B64-A74B-209AA762AB37}"/>
              </a:ext>
            </a:extLst>
          </p:cNvPr>
          <p:cNvSpPr/>
          <p:nvPr userDrawn="1"/>
        </p:nvSpPr>
        <p:spPr>
          <a:xfrm>
            <a:off x="106744" y="4626864"/>
            <a:ext cx="119192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CDAFAE3-B60F-7E13-14A5-E3A8667AA77D}"/>
              </a:ext>
            </a:extLst>
          </p:cNvPr>
          <p:cNvSpPr/>
          <p:nvPr userDrawn="1"/>
        </p:nvSpPr>
        <p:spPr>
          <a:xfrm>
            <a:off x="106744" y="4951476"/>
            <a:ext cx="11919204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4BEAA31-D815-679B-A24E-40DD6CD8205C}"/>
              </a:ext>
            </a:extLst>
          </p:cNvPr>
          <p:cNvSpPr txBox="1"/>
          <p:nvPr userDrawn="1"/>
        </p:nvSpPr>
        <p:spPr>
          <a:xfrm>
            <a:off x="216472" y="4661750"/>
            <a:ext cx="26966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HTA readiness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1251D5-7869-BE90-0883-C69EE880F9C6}"/>
              </a:ext>
            </a:extLst>
          </p:cNvPr>
          <p:cNvSpPr txBox="1"/>
          <p:nvPr userDrawn="1"/>
        </p:nvSpPr>
        <p:spPr>
          <a:xfrm>
            <a:off x="1146387" y="4661750"/>
            <a:ext cx="359553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{{comp_1_hta}}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8F6CDF6-ABFF-2C78-4ABE-3C629705DB9C}"/>
              </a:ext>
            </a:extLst>
          </p:cNvPr>
          <p:cNvSpPr txBox="1"/>
          <p:nvPr userDrawn="1"/>
        </p:nvSpPr>
        <p:spPr>
          <a:xfrm>
            <a:off x="2153656" y="4661750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comp_avg_hta</a:t>
            </a:r>
            <a:r>
              <a:rPr sz="800" dirty="0"/>
              <a:t>}}</a:t>
            </a:r>
          </a:p>
        </p:txBody>
      </p:sp>
      <p:sp>
        <p:nvSpPr>
          <p:cNvPr id="63" name="Rounded Rectangle 100">
            <a:extLst>
              <a:ext uri="{FF2B5EF4-FFF2-40B4-BE49-F238E27FC236}">
                <a16:creationId xmlns:a16="http://schemas.microsoft.com/office/drawing/2014/main" id="{9517973B-3AC6-A06E-935B-184609C1E495}"/>
              </a:ext>
            </a:extLst>
          </p:cNvPr>
          <p:cNvSpPr/>
          <p:nvPr userDrawn="1"/>
        </p:nvSpPr>
        <p:spPr>
          <a:xfrm>
            <a:off x="166180" y="6053327"/>
            <a:ext cx="11859768" cy="47548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5511EC-C2BF-A5B4-B30E-35772D12A72D}"/>
              </a:ext>
            </a:extLst>
          </p:cNvPr>
          <p:cNvSpPr txBox="1"/>
          <p:nvPr userDrawn="1"/>
        </p:nvSpPr>
        <p:spPr>
          <a:xfrm>
            <a:off x="330772" y="6108191"/>
            <a:ext cx="17355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800" dirty="0"/>
              <a:t>KEY DIFFERENTIATOR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428E70-A33D-582C-0B6C-2D034622B63B}"/>
              </a:ext>
            </a:extLst>
          </p:cNvPr>
          <p:cNvSpPr txBox="1"/>
          <p:nvPr userDrawn="1"/>
        </p:nvSpPr>
        <p:spPr>
          <a:xfrm>
            <a:off x="330772" y="6272784"/>
            <a:ext cx="115305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rPr sz="1000"/>
              <a:t>{{key_differentiator}}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58C666A-5A8E-9CCC-DE6C-530CA9C5F44D}"/>
              </a:ext>
            </a:extLst>
          </p:cNvPr>
          <p:cNvSpPr/>
          <p:nvPr userDrawn="1"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714025-2F0A-0DE5-91C2-5F6FC5B2658E}"/>
              </a:ext>
            </a:extLst>
          </p:cNvPr>
          <p:cNvSpPr txBox="1"/>
          <p:nvPr userDrawn="1"/>
        </p:nvSpPr>
        <p:spPr>
          <a:xfrm>
            <a:off x="4456071" y="1062711"/>
            <a:ext cx="52674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{{comp_avg_2}}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F84C44-BFE2-AE58-0026-5A43E89DC0F0}"/>
              </a:ext>
            </a:extLst>
          </p:cNvPr>
          <p:cNvSpPr txBox="1"/>
          <p:nvPr userDrawn="1"/>
        </p:nvSpPr>
        <p:spPr>
          <a:xfrm>
            <a:off x="4456071" y="1355319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_mechanism}}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C0557E-05CB-AB07-9B1E-BB21CC628E99}"/>
              </a:ext>
            </a:extLst>
          </p:cNvPr>
          <p:cNvSpPr txBox="1"/>
          <p:nvPr userDrawn="1"/>
        </p:nvSpPr>
        <p:spPr>
          <a:xfrm>
            <a:off x="4456071" y="1684503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_line}}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46C671-5255-931A-6106-6BF1057AD225}"/>
              </a:ext>
            </a:extLst>
          </p:cNvPr>
          <p:cNvSpPr txBox="1"/>
          <p:nvPr userDrawn="1"/>
        </p:nvSpPr>
        <p:spPr>
          <a:xfrm>
            <a:off x="4456071" y="2013686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</a:t>
            </a:r>
            <a:r>
              <a:rPr sz="800" dirty="0" err="1"/>
              <a:t>orr</a:t>
            </a:r>
            <a:r>
              <a:rPr sz="800" dirty="0"/>
              <a:t>}}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D27A72-3484-6014-F554-124EE1887F73}"/>
              </a:ext>
            </a:extLst>
          </p:cNvPr>
          <p:cNvSpPr txBox="1"/>
          <p:nvPr userDrawn="1"/>
        </p:nvSpPr>
        <p:spPr>
          <a:xfrm>
            <a:off x="4456071" y="2342871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</a:t>
            </a:r>
            <a:r>
              <a:rPr sz="800" dirty="0" err="1"/>
              <a:t>cr</a:t>
            </a:r>
            <a:r>
              <a:rPr sz="800" dirty="0"/>
              <a:t>}}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84DF70-E832-D6E8-DA94-B3DC7327D55D}"/>
              </a:ext>
            </a:extLst>
          </p:cNvPr>
          <p:cNvSpPr txBox="1"/>
          <p:nvPr userDrawn="1"/>
        </p:nvSpPr>
        <p:spPr>
          <a:xfrm>
            <a:off x="4456071" y="2672055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</a:t>
            </a:r>
            <a:r>
              <a:rPr sz="800" dirty="0" err="1"/>
              <a:t>mpfs</a:t>
            </a:r>
            <a:r>
              <a:rPr sz="800" dirty="0"/>
              <a:t>}}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1A94C5-0ED2-13C7-E375-7ECFDE2E6C72}"/>
              </a:ext>
            </a:extLst>
          </p:cNvPr>
          <p:cNvSpPr txBox="1"/>
          <p:nvPr userDrawn="1"/>
        </p:nvSpPr>
        <p:spPr>
          <a:xfrm>
            <a:off x="4456071" y="3001239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</a:t>
            </a:r>
            <a:r>
              <a:rPr sz="800" dirty="0" err="1"/>
              <a:t>hr</a:t>
            </a:r>
            <a:r>
              <a:rPr sz="800" dirty="0"/>
              <a:t>}}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20C1BB-CC17-5DB2-070D-BD121BC98B1D}"/>
              </a:ext>
            </a:extLst>
          </p:cNvPr>
          <p:cNvSpPr txBox="1"/>
          <p:nvPr userDrawn="1"/>
        </p:nvSpPr>
        <p:spPr>
          <a:xfrm>
            <a:off x="4456071" y="3330423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_route}}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6780B8-2E4A-3655-AC54-457CD8C5E471}"/>
              </a:ext>
            </a:extLst>
          </p:cNvPr>
          <p:cNvSpPr txBox="1"/>
          <p:nvPr userDrawn="1"/>
        </p:nvSpPr>
        <p:spPr>
          <a:xfrm>
            <a:off x="4456071" y="3659607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_ae}}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1753EC-7D59-874B-63CB-8E4170CC1FF9}"/>
              </a:ext>
            </a:extLst>
          </p:cNvPr>
          <p:cNvSpPr txBox="1"/>
          <p:nvPr userDrawn="1"/>
        </p:nvSpPr>
        <p:spPr>
          <a:xfrm>
            <a:off x="4456071" y="3988790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_rems}}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0391A95-3914-D4B9-F4AA-603F86BEB64F}"/>
              </a:ext>
            </a:extLst>
          </p:cNvPr>
          <p:cNvSpPr txBox="1"/>
          <p:nvPr userDrawn="1"/>
        </p:nvSpPr>
        <p:spPr>
          <a:xfrm>
            <a:off x="4456071" y="4317974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_convenience}}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BAB698-D865-96F7-D85F-A668401DAB68}"/>
              </a:ext>
            </a:extLst>
          </p:cNvPr>
          <p:cNvSpPr txBox="1"/>
          <p:nvPr userDrawn="1"/>
        </p:nvSpPr>
        <p:spPr>
          <a:xfrm>
            <a:off x="4456071" y="4647158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_2</a:t>
            </a:r>
            <a:r>
              <a:rPr sz="800" dirty="0"/>
              <a:t>_</a:t>
            </a:r>
            <a:r>
              <a:rPr sz="800" dirty="0" err="1"/>
              <a:t>hta</a:t>
            </a:r>
            <a:r>
              <a:rPr sz="800" dirty="0"/>
              <a:t>}}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679221-DF87-6A71-EE83-F2146CDEB214}"/>
              </a:ext>
            </a:extLst>
          </p:cNvPr>
          <p:cNvSpPr txBox="1"/>
          <p:nvPr userDrawn="1"/>
        </p:nvSpPr>
        <p:spPr>
          <a:xfrm>
            <a:off x="6973371" y="1077303"/>
            <a:ext cx="52674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{{comp_avg_3}}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16DEC13-ACB2-F9C6-9D59-1A142C98CA33}"/>
              </a:ext>
            </a:extLst>
          </p:cNvPr>
          <p:cNvSpPr txBox="1"/>
          <p:nvPr userDrawn="1"/>
        </p:nvSpPr>
        <p:spPr>
          <a:xfrm>
            <a:off x="6973371" y="1369911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_mechanism}}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5BE1D52-A68E-E7AF-1EE3-90EDDB7D6CE0}"/>
              </a:ext>
            </a:extLst>
          </p:cNvPr>
          <p:cNvSpPr txBox="1"/>
          <p:nvPr userDrawn="1"/>
        </p:nvSpPr>
        <p:spPr>
          <a:xfrm>
            <a:off x="6973371" y="1699095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_line}}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1646B42-97A8-F2B0-5F31-3889BC6ABAA9}"/>
              </a:ext>
            </a:extLst>
          </p:cNvPr>
          <p:cNvSpPr txBox="1"/>
          <p:nvPr userDrawn="1"/>
        </p:nvSpPr>
        <p:spPr>
          <a:xfrm>
            <a:off x="6973371" y="2028278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</a:t>
            </a:r>
            <a:r>
              <a:rPr sz="800" dirty="0" err="1"/>
              <a:t>orr</a:t>
            </a:r>
            <a:r>
              <a:rPr sz="800" dirty="0"/>
              <a:t>}}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0790E0D-6D05-A2F7-942F-5A57ED06EDA0}"/>
              </a:ext>
            </a:extLst>
          </p:cNvPr>
          <p:cNvSpPr txBox="1"/>
          <p:nvPr userDrawn="1"/>
        </p:nvSpPr>
        <p:spPr>
          <a:xfrm>
            <a:off x="6973371" y="2357463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</a:t>
            </a:r>
            <a:r>
              <a:rPr sz="800" dirty="0" err="1"/>
              <a:t>cr</a:t>
            </a:r>
            <a:r>
              <a:rPr sz="800" dirty="0"/>
              <a:t>}}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0C1920E-5779-85E9-4FFA-27E30EC01ADE}"/>
              </a:ext>
            </a:extLst>
          </p:cNvPr>
          <p:cNvSpPr txBox="1"/>
          <p:nvPr userDrawn="1"/>
        </p:nvSpPr>
        <p:spPr>
          <a:xfrm>
            <a:off x="6973371" y="2686647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</a:t>
            </a:r>
            <a:r>
              <a:rPr sz="800" dirty="0" err="1"/>
              <a:t>mpfs</a:t>
            </a:r>
            <a:r>
              <a:rPr sz="800" dirty="0"/>
              <a:t>}}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E46211-3F73-D8EB-6D03-A65D31900190}"/>
              </a:ext>
            </a:extLst>
          </p:cNvPr>
          <p:cNvSpPr txBox="1"/>
          <p:nvPr userDrawn="1"/>
        </p:nvSpPr>
        <p:spPr>
          <a:xfrm>
            <a:off x="6973371" y="3015831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</a:t>
            </a:r>
            <a:r>
              <a:rPr sz="800" dirty="0" err="1"/>
              <a:t>hr</a:t>
            </a:r>
            <a:r>
              <a:rPr sz="800" dirty="0"/>
              <a:t>}}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94F13ED-C68A-414A-A631-272E1C3FCF62}"/>
              </a:ext>
            </a:extLst>
          </p:cNvPr>
          <p:cNvSpPr txBox="1"/>
          <p:nvPr userDrawn="1"/>
        </p:nvSpPr>
        <p:spPr>
          <a:xfrm>
            <a:off x="6973371" y="3345015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_route}}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804D749-6123-985C-2E42-43ABA7FC5B0C}"/>
              </a:ext>
            </a:extLst>
          </p:cNvPr>
          <p:cNvSpPr txBox="1"/>
          <p:nvPr userDrawn="1"/>
        </p:nvSpPr>
        <p:spPr>
          <a:xfrm>
            <a:off x="6973371" y="3674199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_ae}}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6421E3-8E43-A6FF-830F-B19EEF94B096}"/>
              </a:ext>
            </a:extLst>
          </p:cNvPr>
          <p:cNvSpPr txBox="1"/>
          <p:nvPr userDrawn="1"/>
        </p:nvSpPr>
        <p:spPr>
          <a:xfrm>
            <a:off x="6973371" y="4003382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_rems}}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DE7ED2A-287B-D08E-407E-D63E418088BA}"/>
              </a:ext>
            </a:extLst>
          </p:cNvPr>
          <p:cNvSpPr txBox="1"/>
          <p:nvPr userDrawn="1"/>
        </p:nvSpPr>
        <p:spPr>
          <a:xfrm>
            <a:off x="6973371" y="4332566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_convenience}}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7455B83-329F-3A16-4E0F-36FB980EBB4E}"/>
              </a:ext>
            </a:extLst>
          </p:cNvPr>
          <p:cNvSpPr txBox="1"/>
          <p:nvPr userDrawn="1"/>
        </p:nvSpPr>
        <p:spPr>
          <a:xfrm>
            <a:off x="6973371" y="4661750"/>
            <a:ext cx="5267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comp_avg</a:t>
            </a:r>
            <a:r>
              <a:rPr lang="de-DE" sz="800" dirty="0"/>
              <a:t>_3</a:t>
            </a:r>
            <a:r>
              <a:rPr sz="800" dirty="0"/>
              <a:t>_</a:t>
            </a:r>
            <a:r>
              <a:rPr sz="800" dirty="0" err="1"/>
              <a:t>hta</a:t>
            </a:r>
            <a:r>
              <a:rPr sz="800" dirty="0"/>
              <a:t>}}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5747A4F-BF26-257E-F330-23CF02D0A1B8}"/>
              </a:ext>
            </a:extLst>
          </p:cNvPr>
          <p:cNvSpPr txBox="1"/>
          <p:nvPr userDrawn="1"/>
        </p:nvSpPr>
        <p:spPr>
          <a:xfrm>
            <a:off x="1464628" y="88092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/>
              <a:t>COMPETITIVE LANDSCAPE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5D95C84-95B0-BF88-8628-0B2DDF3C1DF9}"/>
              </a:ext>
            </a:extLst>
          </p:cNvPr>
          <p:cNvSpPr txBox="1"/>
          <p:nvPr userDrawn="1"/>
        </p:nvSpPr>
        <p:spPr>
          <a:xfrm>
            <a:off x="3201988" y="118964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{{drug_label}}</a:t>
            </a:r>
          </a:p>
        </p:txBody>
      </p:sp>
    </p:spTree>
    <p:extLst>
      <p:ext uri="{BB962C8B-B14F-4D97-AF65-F5344CB8AC3E}">
        <p14:creationId xmlns:p14="http://schemas.microsoft.com/office/powerpoint/2010/main" val="41341927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MET_NEEDS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949B74-5528-5815-E866-62B87EB4D2D0}"/>
              </a:ext>
            </a:extLst>
          </p:cNvPr>
          <p:cNvSpPr txBox="1"/>
          <p:nvPr userDrawn="1"/>
        </p:nvSpPr>
        <p:spPr>
          <a:xfrm>
            <a:off x="329184" y="5392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{{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slide_title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F5676-998E-60C9-1B09-844A80591F6E}"/>
              </a:ext>
            </a:extLst>
          </p:cNvPr>
          <p:cNvSpPr txBox="1"/>
          <p:nvPr userDrawn="1"/>
        </p:nvSpPr>
        <p:spPr>
          <a:xfrm>
            <a:off x="329184" y="841248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5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{{slide_subtitle}}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7E2415-3DD2-7737-5393-52D5E41396F8}"/>
              </a:ext>
            </a:extLst>
          </p:cNvPr>
          <p:cNvSpPr/>
          <p:nvPr userDrawn="1"/>
        </p:nvSpPr>
        <p:spPr>
          <a:xfrm>
            <a:off x="0" y="1024128"/>
            <a:ext cx="12188952" cy="9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D4138-0845-A53E-C64A-3F38C87AC6AC}"/>
              </a:ext>
            </a:extLst>
          </p:cNvPr>
          <p:cNvSpPr txBox="1"/>
          <p:nvPr userDrawn="1"/>
        </p:nvSpPr>
        <p:spPr>
          <a:xfrm>
            <a:off x="329184" y="114300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00" b="1">
                <a:solidFill>
                  <a:srgbClr val="A78B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{{section_1_heading}}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3BB916-08EC-D4D3-5D13-D987FD694092}"/>
              </a:ext>
            </a:extLst>
          </p:cNvPr>
          <p:cNvSpPr/>
          <p:nvPr userDrawn="1"/>
        </p:nvSpPr>
        <p:spPr>
          <a:xfrm>
            <a:off x="374904" y="1518364"/>
            <a:ext cx="54864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23F85-0AF9-1C16-B486-AA0034727409}"/>
              </a:ext>
            </a:extLst>
          </p:cNvPr>
          <p:cNvSpPr txBox="1"/>
          <p:nvPr userDrawn="1"/>
        </p:nvSpPr>
        <p:spPr>
          <a:xfrm>
            <a:off x="512064" y="1417320"/>
            <a:ext cx="6949440" cy="3474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{{bullet_1_1}}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4D6995-730B-4AD7-0B9A-43881749E269}"/>
              </a:ext>
            </a:extLst>
          </p:cNvPr>
          <p:cNvSpPr/>
          <p:nvPr userDrawn="1"/>
        </p:nvSpPr>
        <p:spPr>
          <a:xfrm>
            <a:off x="374904" y="1902411"/>
            <a:ext cx="54864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6E8CA5-2131-429A-6DF2-28D400CC4E9D}"/>
              </a:ext>
            </a:extLst>
          </p:cNvPr>
          <p:cNvSpPr txBox="1"/>
          <p:nvPr userDrawn="1"/>
        </p:nvSpPr>
        <p:spPr>
          <a:xfrm>
            <a:off x="512064" y="1801368"/>
            <a:ext cx="6949440" cy="3474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{{bullet_1_2}}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886850-A441-7ADE-114C-4023A8FA37BD}"/>
              </a:ext>
            </a:extLst>
          </p:cNvPr>
          <p:cNvSpPr/>
          <p:nvPr userDrawn="1"/>
        </p:nvSpPr>
        <p:spPr>
          <a:xfrm>
            <a:off x="374904" y="2286460"/>
            <a:ext cx="54864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0047B-38D4-CE5D-D551-1C8A1C2068E9}"/>
              </a:ext>
            </a:extLst>
          </p:cNvPr>
          <p:cNvSpPr txBox="1"/>
          <p:nvPr userDrawn="1"/>
        </p:nvSpPr>
        <p:spPr>
          <a:xfrm>
            <a:off x="512064" y="2185416"/>
            <a:ext cx="6949440" cy="3474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{{bullet_1_3}}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3B7E97-8A61-3383-5B77-629785A694E4}"/>
              </a:ext>
            </a:extLst>
          </p:cNvPr>
          <p:cNvSpPr txBox="1"/>
          <p:nvPr userDrawn="1"/>
        </p:nvSpPr>
        <p:spPr>
          <a:xfrm>
            <a:off x="329184" y="260604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00" b="1">
                <a:solidFill>
                  <a:srgbClr val="60A5FA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{{section_2_heading}}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2CB7C1-2C28-EFC4-C1EF-605ECE14E08C}"/>
              </a:ext>
            </a:extLst>
          </p:cNvPr>
          <p:cNvSpPr/>
          <p:nvPr userDrawn="1"/>
        </p:nvSpPr>
        <p:spPr>
          <a:xfrm>
            <a:off x="374904" y="2935684"/>
            <a:ext cx="54864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C94B01-877C-F874-3A4F-F536D3C1A4FA}"/>
              </a:ext>
            </a:extLst>
          </p:cNvPr>
          <p:cNvSpPr txBox="1"/>
          <p:nvPr userDrawn="1"/>
        </p:nvSpPr>
        <p:spPr>
          <a:xfrm>
            <a:off x="512064" y="2834640"/>
            <a:ext cx="6949440" cy="3474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{{bullet_2_1}}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BF464C-F317-3E6A-A5B3-78F65B1A3FB1}"/>
              </a:ext>
            </a:extLst>
          </p:cNvPr>
          <p:cNvSpPr/>
          <p:nvPr userDrawn="1"/>
        </p:nvSpPr>
        <p:spPr>
          <a:xfrm>
            <a:off x="374904" y="3319732"/>
            <a:ext cx="54864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7177A9-E9F1-937F-507E-03E6390231D5}"/>
              </a:ext>
            </a:extLst>
          </p:cNvPr>
          <p:cNvSpPr txBox="1"/>
          <p:nvPr userDrawn="1"/>
        </p:nvSpPr>
        <p:spPr>
          <a:xfrm>
            <a:off x="512064" y="3218688"/>
            <a:ext cx="6949440" cy="3474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{{bullet_2_2}}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ED24A0-FC24-C48E-5351-4AF8F3D966B2}"/>
              </a:ext>
            </a:extLst>
          </p:cNvPr>
          <p:cNvSpPr/>
          <p:nvPr userDrawn="1"/>
        </p:nvSpPr>
        <p:spPr>
          <a:xfrm>
            <a:off x="329184" y="3703320"/>
            <a:ext cx="27432" cy="960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Rounded Rectangle 31">
            <a:extLst>
              <a:ext uri="{FF2B5EF4-FFF2-40B4-BE49-F238E27FC236}">
                <a16:creationId xmlns:a16="http://schemas.microsoft.com/office/drawing/2014/main" id="{D1952A5C-6222-51DA-97AA-0850C071C582}"/>
              </a:ext>
            </a:extLst>
          </p:cNvPr>
          <p:cNvSpPr/>
          <p:nvPr userDrawn="1"/>
        </p:nvSpPr>
        <p:spPr>
          <a:xfrm>
            <a:off x="402336" y="3703320"/>
            <a:ext cx="7351776" cy="960120"/>
          </a:xfrm>
          <a:prstGeom prst="roundRect">
            <a:avLst/>
          </a:prstGeom>
          <a:gradFill flip="none" rotWithShape="1">
            <a:gsLst>
              <a:gs pos="0">
                <a:srgbClr val="CDC3DB">
                  <a:lumMod val="60000"/>
                  <a:lumOff val="40000"/>
                </a:srgbClr>
              </a:gs>
              <a:gs pos="42000">
                <a:schemeClr val="accent4">
                  <a:lumMod val="16000"/>
                  <a:lumOff val="84000"/>
                </a:schemeClr>
              </a:gs>
              <a:gs pos="83000">
                <a:schemeClr val="accent4">
                  <a:lumMod val="10000"/>
                  <a:lumOff val="90000"/>
                </a:schemeClr>
              </a:gs>
              <a:gs pos="100000">
                <a:schemeClr val="accent4">
                  <a:lumMod val="19000"/>
                  <a:lumOff val="81000"/>
                </a:schemeClr>
              </a:gs>
            </a:gsLst>
            <a:lin ang="2700000" scaled="1"/>
            <a:tileRect/>
          </a:gra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3D90AF-02F6-DB95-2938-9CE592AF0F40}"/>
              </a:ext>
            </a:extLst>
          </p:cNvPr>
          <p:cNvSpPr txBox="1"/>
          <p:nvPr userDrawn="1"/>
        </p:nvSpPr>
        <p:spPr>
          <a:xfrm>
            <a:off x="512064" y="3767328"/>
            <a:ext cx="6766559" cy="685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0">
                <a:solidFill>
                  <a:srgbClr val="CBD5E1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{{quote_text}}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58AA89-F538-7DD1-7210-516220719257}"/>
              </a:ext>
            </a:extLst>
          </p:cNvPr>
          <p:cNvSpPr txBox="1"/>
          <p:nvPr userDrawn="1"/>
        </p:nvSpPr>
        <p:spPr>
          <a:xfrm>
            <a:off x="512064" y="4434840"/>
            <a:ext cx="6766559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50" b="1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{{quote_source}}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142AAE-94C7-2725-770B-20D1C98837EE}"/>
              </a:ext>
            </a:extLst>
          </p:cNvPr>
          <p:cNvSpPr txBox="1"/>
          <p:nvPr userDrawn="1"/>
        </p:nvSpPr>
        <p:spPr>
          <a:xfrm>
            <a:off x="7863840" y="1097280"/>
            <a:ext cx="4023360" cy="16459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{{kpi_section_label}}</a:t>
            </a:r>
          </a:p>
        </p:txBody>
      </p:sp>
      <p:sp>
        <p:nvSpPr>
          <p:cNvPr id="24" name="Rounded Rectangle 36">
            <a:extLst>
              <a:ext uri="{FF2B5EF4-FFF2-40B4-BE49-F238E27FC236}">
                <a16:creationId xmlns:a16="http://schemas.microsoft.com/office/drawing/2014/main" id="{0B664F32-40C7-1F51-73DC-973D5D57EF0D}"/>
              </a:ext>
            </a:extLst>
          </p:cNvPr>
          <p:cNvSpPr/>
          <p:nvPr userDrawn="1"/>
        </p:nvSpPr>
        <p:spPr>
          <a:xfrm>
            <a:off x="7863840" y="1371600"/>
            <a:ext cx="4023360" cy="685800"/>
          </a:xfrm>
          <a:prstGeom prst="roundRect">
            <a:avLst/>
          </a:prstGeom>
          <a:gradFill>
            <a:gsLst>
              <a:gs pos="0">
                <a:schemeClr val="accent4">
                  <a:lumMod val="10000"/>
                  <a:lumOff val="90000"/>
                </a:schemeClr>
              </a:gs>
              <a:gs pos="41000">
                <a:schemeClr val="accent4">
                  <a:lumMod val="28000"/>
                  <a:lumOff val="72000"/>
                </a:schemeClr>
              </a:gs>
              <a:gs pos="83000">
                <a:schemeClr val="accent4">
                  <a:lumMod val="26000"/>
                  <a:lumOff val="74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path path="circle">
              <a:fillToRect l="100000" t="100000"/>
            </a:path>
          </a:gra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75CF35-94F8-50DC-6975-D9A99B46984B}"/>
              </a:ext>
            </a:extLst>
          </p:cNvPr>
          <p:cNvSpPr txBox="1"/>
          <p:nvPr userDrawn="1"/>
        </p:nvSpPr>
        <p:spPr>
          <a:xfrm>
            <a:off x="8001000" y="1426464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00" b="1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{{kpi_1_label}}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C72C18-8020-AB3A-CDB3-049A6FFB1344}"/>
              </a:ext>
            </a:extLst>
          </p:cNvPr>
          <p:cNvSpPr txBox="1"/>
          <p:nvPr userDrawn="1"/>
        </p:nvSpPr>
        <p:spPr>
          <a:xfrm>
            <a:off x="8001000" y="1572768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0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{{kpi_1_value}}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165307-F03F-0B6F-CBB9-DAD03B847F0D}"/>
              </a:ext>
            </a:extLst>
          </p:cNvPr>
          <p:cNvSpPr txBox="1"/>
          <p:nvPr userDrawn="1"/>
        </p:nvSpPr>
        <p:spPr>
          <a:xfrm>
            <a:off x="8001000" y="1874519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{{kpi_1_detail}}</a:t>
            </a:r>
          </a:p>
        </p:txBody>
      </p:sp>
      <p:sp>
        <p:nvSpPr>
          <p:cNvPr id="29" name="Rounded Rectangle 41">
            <a:extLst>
              <a:ext uri="{FF2B5EF4-FFF2-40B4-BE49-F238E27FC236}">
                <a16:creationId xmlns:a16="http://schemas.microsoft.com/office/drawing/2014/main" id="{93D1F1A1-0EEF-F6C1-CAF3-285A7D7C4711}"/>
              </a:ext>
            </a:extLst>
          </p:cNvPr>
          <p:cNvSpPr/>
          <p:nvPr userDrawn="1"/>
        </p:nvSpPr>
        <p:spPr>
          <a:xfrm>
            <a:off x="7863840" y="2148840"/>
            <a:ext cx="4023360" cy="685800"/>
          </a:xfrm>
          <a:prstGeom prst="roundRect">
            <a:avLst/>
          </a:prstGeom>
          <a:gradFill>
            <a:gsLst>
              <a:gs pos="0">
                <a:schemeClr val="accent4">
                  <a:lumMod val="10000"/>
                  <a:lumOff val="90000"/>
                </a:schemeClr>
              </a:gs>
              <a:gs pos="41000">
                <a:schemeClr val="accent4">
                  <a:lumMod val="28000"/>
                  <a:lumOff val="72000"/>
                </a:schemeClr>
              </a:gs>
              <a:gs pos="83000">
                <a:schemeClr val="accent4">
                  <a:lumMod val="26000"/>
                  <a:lumOff val="74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path path="circle">
              <a:fillToRect l="100000" t="100000"/>
            </a:path>
          </a:gra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90CF17-C5D2-4360-8079-EFD3D16AB546}"/>
              </a:ext>
            </a:extLst>
          </p:cNvPr>
          <p:cNvSpPr txBox="1"/>
          <p:nvPr userDrawn="1"/>
        </p:nvSpPr>
        <p:spPr>
          <a:xfrm>
            <a:off x="8001000" y="2203704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00" b="1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{{kpi_2_label}}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1B251F-926C-E21C-9402-56531FFDC194}"/>
              </a:ext>
            </a:extLst>
          </p:cNvPr>
          <p:cNvSpPr txBox="1"/>
          <p:nvPr userDrawn="1"/>
        </p:nvSpPr>
        <p:spPr>
          <a:xfrm>
            <a:off x="8001000" y="2350008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0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{{kpi_2_value}}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141751-1055-76B3-9DE5-24892BC306AC}"/>
              </a:ext>
            </a:extLst>
          </p:cNvPr>
          <p:cNvSpPr txBox="1"/>
          <p:nvPr userDrawn="1"/>
        </p:nvSpPr>
        <p:spPr>
          <a:xfrm>
            <a:off x="8001000" y="2651760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{{kpi_2_detail}}</a:t>
            </a:r>
          </a:p>
        </p:txBody>
      </p:sp>
      <p:sp>
        <p:nvSpPr>
          <p:cNvPr id="34" name="Rounded Rectangle 46">
            <a:extLst>
              <a:ext uri="{FF2B5EF4-FFF2-40B4-BE49-F238E27FC236}">
                <a16:creationId xmlns:a16="http://schemas.microsoft.com/office/drawing/2014/main" id="{607FF829-59F1-FD56-7012-89BCD8036149}"/>
              </a:ext>
            </a:extLst>
          </p:cNvPr>
          <p:cNvSpPr/>
          <p:nvPr userDrawn="1"/>
        </p:nvSpPr>
        <p:spPr>
          <a:xfrm>
            <a:off x="7863840" y="2926080"/>
            <a:ext cx="4023360" cy="685800"/>
          </a:xfrm>
          <a:prstGeom prst="roundRect">
            <a:avLst/>
          </a:prstGeom>
          <a:gradFill>
            <a:gsLst>
              <a:gs pos="0">
                <a:schemeClr val="accent4">
                  <a:lumMod val="10000"/>
                  <a:lumOff val="90000"/>
                </a:schemeClr>
              </a:gs>
              <a:gs pos="41000">
                <a:schemeClr val="accent4">
                  <a:lumMod val="28000"/>
                  <a:lumOff val="72000"/>
                </a:schemeClr>
              </a:gs>
              <a:gs pos="83000">
                <a:schemeClr val="accent4">
                  <a:lumMod val="26000"/>
                  <a:lumOff val="74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path path="circle">
              <a:fillToRect l="100000" t="100000"/>
            </a:path>
          </a:gra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DF795C-3D7B-2D66-BBFE-0B804A993D2C}"/>
              </a:ext>
            </a:extLst>
          </p:cNvPr>
          <p:cNvSpPr txBox="1"/>
          <p:nvPr userDrawn="1"/>
        </p:nvSpPr>
        <p:spPr>
          <a:xfrm>
            <a:off x="8001000" y="2980944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00" b="1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{{kpi_3_label}}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CCDCC4-EA1A-07DA-35B5-B7BEFC641289}"/>
              </a:ext>
            </a:extLst>
          </p:cNvPr>
          <p:cNvSpPr txBox="1"/>
          <p:nvPr userDrawn="1"/>
        </p:nvSpPr>
        <p:spPr>
          <a:xfrm>
            <a:off x="8001000" y="3127248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0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{{kpi_3_value}}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B920FA-582A-7E53-D29A-4E47604A6DA2}"/>
              </a:ext>
            </a:extLst>
          </p:cNvPr>
          <p:cNvSpPr txBox="1"/>
          <p:nvPr userDrawn="1"/>
        </p:nvSpPr>
        <p:spPr>
          <a:xfrm>
            <a:off x="8001000" y="3429000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{{kpi_3_detail}}</a:t>
            </a:r>
          </a:p>
        </p:txBody>
      </p:sp>
      <p:sp>
        <p:nvSpPr>
          <p:cNvPr id="39" name="Rounded Rectangle 51">
            <a:extLst>
              <a:ext uri="{FF2B5EF4-FFF2-40B4-BE49-F238E27FC236}">
                <a16:creationId xmlns:a16="http://schemas.microsoft.com/office/drawing/2014/main" id="{AAEC4082-EACD-D1AB-D2AC-83B33B449F0A}"/>
              </a:ext>
            </a:extLst>
          </p:cNvPr>
          <p:cNvSpPr/>
          <p:nvPr userDrawn="1"/>
        </p:nvSpPr>
        <p:spPr>
          <a:xfrm>
            <a:off x="7863840" y="3703320"/>
            <a:ext cx="4023360" cy="685800"/>
          </a:xfrm>
          <a:prstGeom prst="roundRect">
            <a:avLst/>
          </a:prstGeom>
          <a:gradFill>
            <a:gsLst>
              <a:gs pos="0">
                <a:schemeClr val="accent4">
                  <a:lumMod val="10000"/>
                  <a:lumOff val="90000"/>
                </a:schemeClr>
              </a:gs>
              <a:gs pos="41000">
                <a:schemeClr val="accent4">
                  <a:lumMod val="28000"/>
                  <a:lumOff val="72000"/>
                </a:schemeClr>
              </a:gs>
              <a:gs pos="83000">
                <a:schemeClr val="accent4">
                  <a:lumMod val="26000"/>
                  <a:lumOff val="74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path path="circle">
              <a:fillToRect l="100000" t="100000"/>
            </a:path>
          </a:gra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4AFF5F-6D3C-94D0-CAB0-CBD72E5733DE}"/>
              </a:ext>
            </a:extLst>
          </p:cNvPr>
          <p:cNvSpPr txBox="1"/>
          <p:nvPr userDrawn="1"/>
        </p:nvSpPr>
        <p:spPr>
          <a:xfrm>
            <a:off x="8001000" y="3758183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700" b="1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{{kpi_4_label}}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0F79C8-9B51-EB67-072D-554CC7DAD033}"/>
              </a:ext>
            </a:extLst>
          </p:cNvPr>
          <p:cNvSpPr txBox="1"/>
          <p:nvPr userDrawn="1"/>
        </p:nvSpPr>
        <p:spPr>
          <a:xfrm>
            <a:off x="8001000" y="3904487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0">
                <a:solidFill>
                  <a:srgbClr val="F1F5F9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{{kpi_4_value}}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DAAC0F-F7A4-25F6-D084-760072C23676}"/>
              </a:ext>
            </a:extLst>
          </p:cNvPr>
          <p:cNvSpPr txBox="1"/>
          <p:nvPr userDrawn="1"/>
        </p:nvSpPr>
        <p:spPr>
          <a:xfrm>
            <a:off x="8001000" y="4206240"/>
            <a:ext cx="3749040" cy="137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{{kpi_4_detail}}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636D82-8C74-1C41-9464-4AEF686CEF61}"/>
              </a:ext>
            </a:extLst>
          </p:cNvPr>
          <p:cNvSpPr txBox="1"/>
          <p:nvPr userDrawn="1"/>
        </p:nvSpPr>
        <p:spPr>
          <a:xfrm>
            <a:off x="7863840" y="4572000"/>
            <a:ext cx="4023360" cy="164592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KEY SOURCES</a:t>
            </a:r>
          </a:p>
        </p:txBody>
      </p:sp>
      <p:sp>
        <p:nvSpPr>
          <p:cNvPr id="45" name="Rounded Rectangle 57">
            <a:extLst>
              <a:ext uri="{FF2B5EF4-FFF2-40B4-BE49-F238E27FC236}">
                <a16:creationId xmlns:a16="http://schemas.microsoft.com/office/drawing/2014/main" id="{45C4E1AF-227D-60FF-14EE-9CAC9C89165C}"/>
              </a:ext>
            </a:extLst>
          </p:cNvPr>
          <p:cNvSpPr/>
          <p:nvPr userDrawn="1"/>
        </p:nvSpPr>
        <p:spPr>
          <a:xfrm>
            <a:off x="7863840" y="4800600"/>
            <a:ext cx="4023360" cy="256032"/>
          </a:xfrm>
          <a:prstGeom prst="roundRect">
            <a:avLst/>
          </a:prstGeom>
          <a:noFill/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7F4EC8-3D29-08B1-6AAB-869FCB141E38}"/>
              </a:ext>
            </a:extLst>
          </p:cNvPr>
          <p:cNvSpPr txBox="1"/>
          <p:nvPr userDrawn="1"/>
        </p:nvSpPr>
        <p:spPr>
          <a:xfrm>
            <a:off x="7936992" y="4837176"/>
            <a:ext cx="182880" cy="182880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98DEE2-47DB-0A8D-4B88-9C2D4F6160AE}"/>
              </a:ext>
            </a:extLst>
          </p:cNvPr>
          <p:cNvSpPr txBox="1"/>
          <p:nvPr userDrawn="1"/>
        </p:nvSpPr>
        <p:spPr>
          <a:xfrm>
            <a:off x="8183879" y="4837176"/>
            <a:ext cx="356616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{{source_1}}</a:t>
            </a:r>
          </a:p>
        </p:txBody>
      </p:sp>
      <p:sp>
        <p:nvSpPr>
          <p:cNvPr id="48" name="Rounded Rectangle 60">
            <a:extLst>
              <a:ext uri="{FF2B5EF4-FFF2-40B4-BE49-F238E27FC236}">
                <a16:creationId xmlns:a16="http://schemas.microsoft.com/office/drawing/2014/main" id="{B8F970BA-0834-2497-E7CE-5FF50DCA50FC}"/>
              </a:ext>
            </a:extLst>
          </p:cNvPr>
          <p:cNvSpPr/>
          <p:nvPr userDrawn="1"/>
        </p:nvSpPr>
        <p:spPr>
          <a:xfrm>
            <a:off x="7863840" y="5093208"/>
            <a:ext cx="4023360" cy="256032"/>
          </a:xfrm>
          <a:prstGeom prst="roundRect">
            <a:avLst/>
          </a:prstGeom>
          <a:noFill/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1A9F46-060A-3C1B-A159-B53E2DC92711}"/>
              </a:ext>
            </a:extLst>
          </p:cNvPr>
          <p:cNvSpPr txBox="1"/>
          <p:nvPr userDrawn="1"/>
        </p:nvSpPr>
        <p:spPr>
          <a:xfrm>
            <a:off x="7936992" y="5129784"/>
            <a:ext cx="182880" cy="182880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76771E-C54E-5B8D-AAA6-E80C6A33A775}"/>
              </a:ext>
            </a:extLst>
          </p:cNvPr>
          <p:cNvSpPr txBox="1"/>
          <p:nvPr userDrawn="1"/>
        </p:nvSpPr>
        <p:spPr>
          <a:xfrm>
            <a:off x="8183879" y="5129784"/>
            <a:ext cx="356616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{{source_2}}</a:t>
            </a:r>
          </a:p>
        </p:txBody>
      </p:sp>
      <p:sp>
        <p:nvSpPr>
          <p:cNvPr id="51" name="Rounded Rectangle 63">
            <a:extLst>
              <a:ext uri="{FF2B5EF4-FFF2-40B4-BE49-F238E27FC236}">
                <a16:creationId xmlns:a16="http://schemas.microsoft.com/office/drawing/2014/main" id="{1624D95A-620D-DEBF-87AF-9EF8EA47BD32}"/>
              </a:ext>
            </a:extLst>
          </p:cNvPr>
          <p:cNvSpPr/>
          <p:nvPr userDrawn="1"/>
        </p:nvSpPr>
        <p:spPr>
          <a:xfrm>
            <a:off x="7863840" y="5385816"/>
            <a:ext cx="4023360" cy="256032"/>
          </a:xfrm>
          <a:prstGeom prst="roundRect">
            <a:avLst/>
          </a:prstGeom>
          <a:noFill/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5C1C30-1475-7EE8-988B-BEB8ED5F7E4F}"/>
              </a:ext>
            </a:extLst>
          </p:cNvPr>
          <p:cNvSpPr txBox="1"/>
          <p:nvPr userDrawn="1"/>
        </p:nvSpPr>
        <p:spPr>
          <a:xfrm>
            <a:off x="7936992" y="5422392"/>
            <a:ext cx="182880" cy="182880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AFF96E-EB56-66EB-879D-2E5B8D928BCC}"/>
              </a:ext>
            </a:extLst>
          </p:cNvPr>
          <p:cNvSpPr txBox="1"/>
          <p:nvPr userDrawn="1"/>
        </p:nvSpPr>
        <p:spPr>
          <a:xfrm>
            <a:off x="8183879" y="5422392"/>
            <a:ext cx="356616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{{source_3}}</a:t>
            </a:r>
          </a:p>
        </p:txBody>
      </p:sp>
      <p:sp>
        <p:nvSpPr>
          <p:cNvPr id="54" name="Rounded Rectangle 66">
            <a:extLst>
              <a:ext uri="{FF2B5EF4-FFF2-40B4-BE49-F238E27FC236}">
                <a16:creationId xmlns:a16="http://schemas.microsoft.com/office/drawing/2014/main" id="{7FF7C8CE-6BFD-2525-BC93-819F684F3C82}"/>
              </a:ext>
            </a:extLst>
          </p:cNvPr>
          <p:cNvSpPr/>
          <p:nvPr userDrawn="1"/>
        </p:nvSpPr>
        <p:spPr>
          <a:xfrm>
            <a:off x="7863840" y="5678424"/>
            <a:ext cx="4023360" cy="256032"/>
          </a:xfrm>
          <a:prstGeom prst="roundRect">
            <a:avLst/>
          </a:prstGeom>
          <a:noFill/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5CB495-B73B-EEE9-338F-DB83B7B2EBDF}"/>
              </a:ext>
            </a:extLst>
          </p:cNvPr>
          <p:cNvSpPr txBox="1"/>
          <p:nvPr userDrawn="1"/>
        </p:nvSpPr>
        <p:spPr>
          <a:xfrm>
            <a:off x="7936992" y="5715000"/>
            <a:ext cx="182880" cy="182880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E898F3-4658-0C18-A490-6A11892D1907}"/>
              </a:ext>
            </a:extLst>
          </p:cNvPr>
          <p:cNvSpPr txBox="1"/>
          <p:nvPr userDrawn="1"/>
        </p:nvSpPr>
        <p:spPr>
          <a:xfrm>
            <a:off x="8183879" y="5715000"/>
            <a:ext cx="3566160" cy="182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{{source_4}}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3BC9BD-817D-726A-149C-0EA7E4D0153B}"/>
              </a:ext>
            </a:extLst>
          </p:cNvPr>
          <p:cNvSpPr txBox="1"/>
          <p:nvPr userDrawn="1"/>
        </p:nvSpPr>
        <p:spPr>
          <a:xfrm>
            <a:off x="1600200" y="147588"/>
            <a:ext cx="1737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lang="de-DE" dirty="0">
                <a:solidFill>
                  <a:srgbClr val="C4B5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UNMET NEEDS</a:t>
            </a:r>
            <a:endParaRPr dirty="0">
              <a:solidFill>
                <a:srgbClr val="C4B5F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8397F1-A30D-5307-D074-972B93DBBAAB}"/>
              </a:ext>
            </a:extLst>
          </p:cNvPr>
          <p:cNvSpPr txBox="1"/>
          <p:nvPr userDrawn="1"/>
        </p:nvSpPr>
        <p:spPr>
          <a:xfrm>
            <a:off x="3566160" y="1189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{{</a:t>
            </a:r>
            <a:r>
              <a:rPr dirty="0" err="1"/>
              <a:t>drug_label</a:t>
            </a:r>
            <a:r>
              <a:rPr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04713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F71C83F-FD23-8274-13D8-0213F0EA3317}"/>
              </a:ext>
            </a:extLst>
          </p:cNvPr>
          <p:cNvSpPr/>
          <p:nvPr userDrawn="1"/>
        </p:nvSpPr>
        <p:spPr>
          <a:xfrm>
            <a:off x="0" y="0"/>
            <a:ext cx="12188825" cy="5592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03E59-8A0E-3F78-2288-1F9BA9B8A3B5}"/>
              </a:ext>
            </a:extLst>
          </p:cNvPr>
          <p:cNvSpPr txBox="1"/>
          <p:nvPr userDrawn="1"/>
        </p:nvSpPr>
        <p:spPr>
          <a:xfrm>
            <a:off x="81465" y="121543"/>
            <a:ext cx="1088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me</a:t>
            </a:r>
            <a:r>
              <a:rPr lang="de-DE" dirty="0">
                <a:solidFill>
                  <a:schemeClr val="bg1"/>
                </a:solidFill>
              </a:rPr>
              <a:t>d</a:t>
            </a:r>
            <a:r>
              <a:rPr lang="de-DE" dirty="0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46000">
                      <a:schemeClr val="accent1">
                        <a:lumMod val="95000"/>
                        <a:lumOff val="5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</a:rPr>
              <a:t>accur</a:t>
            </a:r>
            <a:endParaRPr dirty="0"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46000">
                    <a:schemeClr val="accent1">
                      <a:lumMod val="95000"/>
                      <a:lumOff val="5000"/>
                    </a:schemeClr>
                  </a:gs>
                  <a:gs pos="100000">
                    <a:schemeClr val="accent1">
                      <a:lumMod val="9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12810C-23EA-1762-ABD6-11E8794BF627}"/>
              </a:ext>
            </a:extLst>
          </p:cNvPr>
          <p:cNvSpPr/>
          <p:nvPr userDrawn="1"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B1417D-5229-BC18-EC18-9422736141CC}"/>
              </a:ext>
            </a:extLst>
          </p:cNvPr>
          <p:cNvSpPr txBox="1"/>
          <p:nvPr userDrawn="1"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{{footer_refs}}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7C25D3-1E78-3453-6419-101109D81110}"/>
              </a:ext>
            </a:extLst>
          </p:cNvPr>
          <p:cNvSpPr txBox="1"/>
          <p:nvPr userDrawn="1"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{{confidence}}% Confidence · medaccur</a:t>
            </a:r>
          </a:p>
        </p:txBody>
      </p:sp>
    </p:spTree>
    <p:extLst>
      <p:ext uri="{BB962C8B-B14F-4D97-AF65-F5344CB8AC3E}">
        <p14:creationId xmlns:p14="http://schemas.microsoft.com/office/powerpoint/2010/main" val="4092085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C31782D-5117-32D3-A6AD-1095CB87BC13}"/>
              </a:ext>
            </a:extLst>
          </p:cNvPr>
          <p:cNvSpPr/>
          <p:nvPr userDrawn="1"/>
        </p:nvSpPr>
        <p:spPr>
          <a:xfrm>
            <a:off x="0" y="0"/>
            <a:ext cx="12188825" cy="55926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19FB80-559B-263D-2A19-81CB5BDEE55B}"/>
              </a:ext>
            </a:extLst>
          </p:cNvPr>
          <p:cNvSpPr txBox="1"/>
          <p:nvPr userDrawn="1"/>
        </p:nvSpPr>
        <p:spPr>
          <a:xfrm>
            <a:off x="81465" y="121543"/>
            <a:ext cx="1088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me</a:t>
            </a:r>
            <a:r>
              <a:rPr lang="de-DE" dirty="0">
                <a:solidFill>
                  <a:schemeClr val="bg1"/>
                </a:solidFill>
              </a:rPr>
              <a:t>d</a:t>
            </a:r>
            <a:r>
              <a:rPr lang="de-DE" dirty="0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46000">
                      <a:schemeClr val="accent1">
                        <a:lumMod val="95000"/>
                        <a:lumOff val="5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</a:rPr>
              <a:t>accur</a:t>
            </a:r>
            <a:endParaRPr dirty="0"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46000">
                    <a:schemeClr val="accent1">
                      <a:lumMod val="95000"/>
                      <a:lumOff val="5000"/>
                    </a:schemeClr>
                  </a:gs>
                  <a:gs pos="100000">
                    <a:schemeClr val="accent1">
                      <a:lumMod val="9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02D593-81B7-D460-9C68-BFE1E8429AB1}"/>
              </a:ext>
            </a:extLst>
          </p:cNvPr>
          <p:cNvSpPr/>
          <p:nvPr userDrawn="1"/>
        </p:nvSpPr>
        <p:spPr>
          <a:xfrm>
            <a:off x="0" y="6556248"/>
            <a:ext cx="12188952" cy="30175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AC6272-AD25-6B60-6C85-6F8CB663D68A}"/>
              </a:ext>
            </a:extLst>
          </p:cNvPr>
          <p:cNvSpPr txBox="1"/>
          <p:nvPr userDrawn="1"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{{footer_refs}}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4384FF-B29D-8DD6-9F18-A4FFD94EB71B}"/>
              </a:ext>
            </a:extLst>
          </p:cNvPr>
          <p:cNvSpPr txBox="1"/>
          <p:nvPr userDrawn="1"/>
        </p:nvSpPr>
        <p:spPr>
          <a:xfrm>
            <a:off x="8686800" y="6629400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{{confidence}}% Confidence · </a:t>
            </a:r>
            <a:r>
              <a:rPr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medaccur</a:t>
            </a:r>
            <a:endParaRPr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32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685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89" r:id="rId19"/>
    <p:sldLayoutId id="2147483690" r:id="rId20"/>
    <p:sldLayoutId id="2147483691" r:id="rId2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19FB80-559B-263D-2A19-81CB5BDEE55B}"/>
              </a:ext>
            </a:extLst>
          </p:cNvPr>
          <p:cNvSpPr txBox="1"/>
          <p:nvPr userDrawn="1"/>
        </p:nvSpPr>
        <p:spPr>
          <a:xfrm>
            <a:off x="81465" y="121543"/>
            <a:ext cx="1088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me</a:t>
            </a:r>
            <a:r>
              <a:rPr lang="de-DE" dirty="0">
                <a:solidFill>
                  <a:schemeClr val="bg1"/>
                </a:solidFill>
              </a:rPr>
              <a:t>d</a:t>
            </a:r>
            <a:r>
              <a:rPr lang="de-DE" dirty="0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46000">
                      <a:schemeClr val="accent1">
                        <a:lumMod val="95000"/>
                        <a:lumOff val="5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</a:rPr>
              <a:t>accur</a:t>
            </a:r>
            <a:endParaRPr dirty="0"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46000">
                    <a:schemeClr val="accent1">
                      <a:lumMod val="95000"/>
                      <a:lumOff val="5000"/>
                    </a:schemeClr>
                  </a:gs>
                  <a:gs pos="100000">
                    <a:schemeClr val="accent1">
                      <a:lumMod val="9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AC6272-AD25-6B60-6C85-6F8CB663D68A}"/>
              </a:ext>
            </a:extLst>
          </p:cNvPr>
          <p:cNvSpPr txBox="1"/>
          <p:nvPr userDrawn="1"/>
        </p:nvSpPr>
        <p:spPr>
          <a:xfrm>
            <a:off x="329184" y="6629400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{{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footer_refs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4384FF-B29D-8DD6-9F18-A4FFD94EB71B}"/>
              </a:ext>
            </a:extLst>
          </p:cNvPr>
          <p:cNvSpPr txBox="1"/>
          <p:nvPr userDrawn="1"/>
        </p:nvSpPr>
        <p:spPr>
          <a:xfrm>
            <a:off x="8686800" y="6629400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{{confidence}}% Confidence · 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medaccur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080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6074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Custom Design</vt:lpstr>
      <vt:lpstr>1_Office Theme</vt:lpstr>
      <vt:lpstr>2_Office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Bertan</dc:creator>
  <cp:keywords/>
  <dc:description>generated using python-pptx</dc:description>
  <cp:lastModifiedBy>Bertan Bopp</cp:lastModifiedBy>
  <cp:revision>9</cp:revision>
  <dcterms:created xsi:type="dcterms:W3CDTF">2013-01-27T09:14:16Z</dcterms:created>
  <dcterms:modified xsi:type="dcterms:W3CDTF">2026-04-09T12:35:42Z</dcterms:modified>
  <cp:category/>
</cp:coreProperties>
</file>
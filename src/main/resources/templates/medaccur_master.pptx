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5085"/>
    <a:srgbClr val="E6CC0C"/>
    <a:srgbClr val="C4B5FD"/>
    <a:srgbClr val="5E4979"/>
    <a:srgbClr val="9954CC"/>
    <a:srgbClr val="7A5E9C"/>
    <a:srgbClr val="9F8AB8"/>
    <a:srgbClr val="684F85"/>
    <a:srgbClr val="EF4444"/>
    <a:srgbClr val="8B5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472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44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DRUG_comp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808927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indication_full</a:t>
            </a:r>
            <a:r>
              <a:rPr dirty="0"/>
              <a:t>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68E6117-30EC-183C-DC4A-56956E218E1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A4685C0-2B90-1CA5-C656-C4678D97E4A0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ACAEB1-20E0-C7A0-008A-A8417E3F31A2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2F76D-0A47-AE4D-4BF3-5F7FA09B27DB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{{unmet_needs_title}}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6FECC-2FB7-9A7C-6808-C13FBCF8931F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{{unmet_needs_subtitle}}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A59CA3-0FFE-DCEE-1B84-5DF925B52F91}"/>
              </a:ext>
            </a:extLst>
          </p:cNvPr>
          <p:cNvSpPr txBox="1"/>
          <p:nvPr userDrawn="1"/>
        </p:nvSpPr>
        <p:spPr>
          <a:xfrm>
            <a:off x="457200" y="1143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Calibri"/>
              </a:defRPr>
            </a:pPr>
            <a:r>
              <a:t>{{unmet_intro}}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EF3261C4-A7B3-6492-FB67-02AE62E11C07}"/>
              </a:ext>
            </a:extLst>
          </p:cNvPr>
          <p:cNvSpPr/>
          <p:nvPr userDrawn="1"/>
        </p:nvSpPr>
        <p:spPr>
          <a:xfrm>
            <a:off x="457200" y="169164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B826C1-412C-2AFA-63ED-60AA24856A6A}"/>
              </a:ext>
            </a:extLst>
          </p:cNvPr>
          <p:cNvSpPr/>
          <p:nvPr userDrawn="1"/>
        </p:nvSpPr>
        <p:spPr>
          <a:xfrm>
            <a:off x="457200" y="169164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260ADD-734B-C6BD-9D8A-671794D4D317}"/>
              </a:ext>
            </a:extLst>
          </p:cNvPr>
          <p:cNvSpPr/>
          <p:nvPr userDrawn="1"/>
        </p:nvSpPr>
        <p:spPr>
          <a:xfrm>
            <a:off x="685800" y="185623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E4427-240A-78FB-3ECF-EFB24425F106}"/>
              </a:ext>
            </a:extLst>
          </p:cNvPr>
          <p:cNvSpPr txBox="1"/>
          <p:nvPr userDrawn="1"/>
        </p:nvSpPr>
        <p:spPr>
          <a:xfrm>
            <a:off x="685800" y="18562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B89D4-5F78-1404-D5EB-328839312FB7}"/>
              </a:ext>
            </a:extLst>
          </p:cNvPr>
          <p:cNvSpPr txBox="1"/>
          <p:nvPr userDrawn="1"/>
        </p:nvSpPr>
        <p:spPr>
          <a:xfrm>
            <a:off x="1234440" y="1783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{{need_1_title}}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41719-213F-59F1-AF0B-7D03B949389F}"/>
              </a:ext>
            </a:extLst>
          </p:cNvPr>
          <p:cNvSpPr txBox="1"/>
          <p:nvPr userDrawn="1"/>
        </p:nvSpPr>
        <p:spPr>
          <a:xfrm>
            <a:off x="1234440" y="20756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{{need_1_detail}}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1ADB1-1CFB-F87D-DB9F-C18A8C07AB37}"/>
              </a:ext>
            </a:extLst>
          </p:cNvPr>
          <p:cNvSpPr txBox="1"/>
          <p:nvPr userDrawn="1"/>
        </p:nvSpPr>
        <p:spPr>
          <a:xfrm>
            <a:off x="8686800" y="1783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{{need_1_magnitude}}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0F6A03-7E58-72B1-0F47-37F5FB07E60C}"/>
              </a:ext>
            </a:extLst>
          </p:cNvPr>
          <p:cNvSpPr txBox="1"/>
          <p:nvPr userDrawn="1"/>
        </p:nvSpPr>
        <p:spPr>
          <a:xfrm>
            <a:off x="8686800" y="20756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{{need_1_source}}</a:t>
            </a:r>
          </a:p>
        </p:txBody>
      </p:sp>
      <p:sp>
        <p:nvSpPr>
          <p:cNvPr id="18" name="Rounded Rectangle 27">
            <a:extLst>
              <a:ext uri="{FF2B5EF4-FFF2-40B4-BE49-F238E27FC236}">
                <a16:creationId xmlns:a16="http://schemas.microsoft.com/office/drawing/2014/main" id="{54067B62-6705-0724-5E58-92798F8661AB}"/>
              </a:ext>
            </a:extLst>
          </p:cNvPr>
          <p:cNvSpPr/>
          <p:nvPr userDrawn="1"/>
        </p:nvSpPr>
        <p:spPr>
          <a:xfrm>
            <a:off x="457200" y="256032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4B3FC9-19A0-517A-25A2-D96DB1AF7226}"/>
              </a:ext>
            </a:extLst>
          </p:cNvPr>
          <p:cNvSpPr/>
          <p:nvPr userDrawn="1"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40EEED-8177-824A-22A4-CC8C251A430F}"/>
              </a:ext>
            </a:extLst>
          </p:cNvPr>
          <p:cNvSpPr/>
          <p:nvPr userDrawn="1"/>
        </p:nvSpPr>
        <p:spPr>
          <a:xfrm>
            <a:off x="685800" y="272491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5882-F2F2-7506-540B-D965E4DD4865}"/>
              </a:ext>
            </a:extLst>
          </p:cNvPr>
          <p:cNvSpPr txBox="1"/>
          <p:nvPr userDrawn="1"/>
        </p:nvSpPr>
        <p:spPr>
          <a:xfrm>
            <a:off x="685800" y="27249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93AA8-11CA-F8FF-FD8B-27C16485E3D8}"/>
              </a:ext>
            </a:extLst>
          </p:cNvPr>
          <p:cNvSpPr txBox="1"/>
          <p:nvPr userDrawn="1"/>
        </p:nvSpPr>
        <p:spPr>
          <a:xfrm>
            <a:off x="123444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{{need_2_title}}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FFAADC-2C21-AA8E-F94B-9CB9EA158231}"/>
              </a:ext>
            </a:extLst>
          </p:cNvPr>
          <p:cNvSpPr txBox="1"/>
          <p:nvPr userDrawn="1"/>
        </p:nvSpPr>
        <p:spPr>
          <a:xfrm>
            <a:off x="1234440" y="294436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{{need_2_detail}}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F8E4F6-E512-7E7F-B3C8-7E744CDE7A36}"/>
              </a:ext>
            </a:extLst>
          </p:cNvPr>
          <p:cNvSpPr txBox="1"/>
          <p:nvPr userDrawn="1"/>
        </p:nvSpPr>
        <p:spPr>
          <a:xfrm>
            <a:off x="8686800" y="2651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{{need_2_magnitude}}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ACE020-AF20-3BFF-3BE4-C31308FEDFF6}"/>
              </a:ext>
            </a:extLst>
          </p:cNvPr>
          <p:cNvSpPr txBox="1"/>
          <p:nvPr userDrawn="1"/>
        </p:nvSpPr>
        <p:spPr>
          <a:xfrm>
            <a:off x="8686800" y="29443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{{need_2_source}}</a:t>
            </a:r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032010F5-9725-0234-DF95-7027EFE9BA57}"/>
              </a:ext>
            </a:extLst>
          </p:cNvPr>
          <p:cNvSpPr/>
          <p:nvPr userDrawn="1"/>
        </p:nvSpPr>
        <p:spPr>
          <a:xfrm>
            <a:off x="457200" y="342900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873E960-42BF-0169-216A-611ED39AECB4}"/>
              </a:ext>
            </a:extLst>
          </p:cNvPr>
          <p:cNvSpPr/>
          <p:nvPr userDrawn="1"/>
        </p:nvSpPr>
        <p:spPr>
          <a:xfrm>
            <a:off x="457200" y="342900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5E5D4E2-0E8C-82ED-1808-65AB18A96969}"/>
              </a:ext>
            </a:extLst>
          </p:cNvPr>
          <p:cNvSpPr/>
          <p:nvPr userDrawn="1"/>
        </p:nvSpPr>
        <p:spPr>
          <a:xfrm>
            <a:off x="685800" y="359359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44D658-BD72-8E83-4068-74F7F2B9F7F4}"/>
              </a:ext>
            </a:extLst>
          </p:cNvPr>
          <p:cNvSpPr txBox="1"/>
          <p:nvPr userDrawn="1"/>
        </p:nvSpPr>
        <p:spPr>
          <a:xfrm>
            <a:off x="68580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C989E-9DEE-7330-D2F7-078512CAD279}"/>
              </a:ext>
            </a:extLst>
          </p:cNvPr>
          <p:cNvSpPr txBox="1"/>
          <p:nvPr userDrawn="1"/>
        </p:nvSpPr>
        <p:spPr>
          <a:xfrm>
            <a:off x="1234440" y="3520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{{need_3_title}}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AC9102-400E-0C4F-2FCC-58FB98BDD278}"/>
              </a:ext>
            </a:extLst>
          </p:cNvPr>
          <p:cNvSpPr txBox="1"/>
          <p:nvPr userDrawn="1"/>
        </p:nvSpPr>
        <p:spPr>
          <a:xfrm>
            <a:off x="1234440" y="38130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C1AB6F-D7FE-0229-801B-8E7232F511D6}"/>
              </a:ext>
            </a:extLst>
          </p:cNvPr>
          <p:cNvSpPr txBox="1"/>
          <p:nvPr userDrawn="1"/>
        </p:nvSpPr>
        <p:spPr>
          <a:xfrm>
            <a:off x="8686800" y="3520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{{need_3_magnitude}}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9A723F-64F9-D31E-4564-0A8ECB4A02B6}"/>
              </a:ext>
            </a:extLst>
          </p:cNvPr>
          <p:cNvSpPr txBox="1"/>
          <p:nvPr userDrawn="1"/>
        </p:nvSpPr>
        <p:spPr>
          <a:xfrm>
            <a:off x="8686800" y="38130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{{need_3_source}}</a:t>
            </a:r>
          </a:p>
        </p:txBody>
      </p:sp>
      <p:sp>
        <p:nvSpPr>
          <p:cNvPr id="34" name="Rounded Rectangle 43">
            <a:extLst>
              <a:ext uri="{FF2B5EF4-FFF2-40B4-BE49-F238E27FC236}">
                <a16:creationId xmlns:a16="http://schemas.microsoft.com/office/drawing/2014/main" id="{1916EFCB-3D94-3E81-713E-2C3C51DD8BC2}"/>
              </a:ext>
            </a:extLst>
          </p:cNvPr>
          <p:cNvSpPr/>
          <p:nvPr userDrawn="1"/>
        </p:nvSpPr>
        <p:spPr>
          <a:xfrm>
            <a:off x="457200" y="4297679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9D162-97A2-BBEB-0C1A-45262B4410E8}"/>
              </a:ext>
            </a:extLst>
          </p:cNvPr>
          <p:cNvSpPr/>
          <p:nvPr userDrawn="1"/>
        </p:nvSpPr>
        <p:spPr>
          <a:xfrm>
            <a:off x="457200" y="4297679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2073BD-2EB7-BBF9-4F9D-702603E600A3}"/>
              </a:ext>
            </a:extLst>
          </p:cNvPr>
          <p:cNvSpPr/>
          <p:nvPr userDrawn="1"/>
        </p:nvSpPr>
        <p:spPr>
          <a:xfrm>
            <a:off x="685800" y="4462271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7C7018-2530-19B9-3127-E79420E14C65}"/>
              </a:ext>
            </a:extLst>
          </p:cNvPr>
          <p:cNvSpPr txBox="1"/>
          <p:nvPr userDrawn="1"/>
        </p:nvSpPr>
        <p:spPr>
          <a:xfrm>
            <a:off x="685800" y="446227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4DCE74-A135-345A-826F-28F004C4D53F}"/>
              </a:ext>
            </a:extLst>
          </p:cNvPr>
          <p:cNvSpPr txBox="1"/>
          <p:nvPr userDrawn="1"/>
        </p:nvSpPr>
        <p:spPr>
          <a:xfrm>
            <a:off x="1234440" y="43891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{{need_4_title}}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699EF0-D60A-4802-CBEE-5261244ECA9E}"/>
              </a:ext>
            </a:extLst>
          </p:cNvPr>
          <p:cNvSpPr txBox="1"/>
          <p:nvPr userDrawn="1"/>
        </p:nvSpPr>
        <p:spPr>
          <a:xfrm>
            <a:off x="1234440" y="4681727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{{need_4_detail}}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5AFD9B-1D6E-0474-6C00-15BB308DCC9A}"/>
              </a:ext>
            </a:extLst>
          </p:cNvPr>
          <p:cNvSpPr txBox="1"/>
          <p:nvPr userDrawn="1"/>
        </p:nvSpPr>
        <p:spPr>
          <a:xfrm>
            <a:off x="8686800" y="4389119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{{need_4_magnitude}}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6AD8DB-181A-7958-F8F2-851D7E2FA382}"/>
              </a:ext>
            </a:extLst>
          </p:cNvPr>
          <p:cNvSpPr txBox="1"/>
          <p:nvPr userDrawn="1"/>
        </p:nvSpPr>
        <p:spPr>
          <a:xfrm>
            <a:off x="8686800" y="468172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{{need_4_source}}</a:t>
            </a:r>
          </a:p>
        </p:txBody>
      </p:sp>
      <p:sp>
        <p:nvSpPr>
          <p:cNvPr id="42" name="Rounded Rectangle 51">
            <a:extLst>
              <a:ext uri="{FF2B5EF4-FFF2-40B4-BE49-F238E27FC236}">
                <a16:creationId xmlns:a16="http://schemas.microsoft.com/office/drawing/2014/main" id="{09E642E1-ECD3-2BBA-354D-FBB027A31E1E}"/>
              </a:ext>
            </a:extLst>
          </p:cNvPr>
          <p:cNvSpPr/>
          <p:nvPr userDrawn="1"/>
        </p:nvSpPr>
        <p:spPr>
          <a:xfrm>
            <a:off x="457200" y="516636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ADEA89D-3B83-69AC-27F2-F5D9C7E4EB7F}"/>
              </a:ext>
            </a:extLst>
          </p:cNvPr>
          <p:cNvSpPr/>
          <p:nvPr userDrawn="1"/>
        </p:nvSpPr>
        <p:spPr>
          <a:xfrm>
            <a:off x="457200" y="5166360"/>
            <a:ext cx="54864" cy="77724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B77439C-3AB2-0430-2494-C55D80765EC1}"/>
              </a:ext>
            </a:extLst>
          </p:cNvPr>
          <p:cNvSpPr/>
          <p:nvPr userDrawn="1"/>
        </p:nvSpPr>
        <p:spPr>
          <a:xfrm>
            <a:off x="685800" y="533095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64E314-03F9-D9DD-2B83-A2D12EB5CC9B}"/>
              </a:ext>
            </a:extLst>
          </p:cNvPr>
          <p:cNvSpPr txBox="1"/>
          <p:nvPr userDrawn="1"/>
        </p:nvSpPr>
        <p:spPr>
          <a:xfrm>
            <a:off x="685800" y="53309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C66B12-68F1-6496-4A6F-5C3C2EC339D3}"/>
              </a:ext>
            </a:extLst>
          </p:cNvPr>
          <p:cNvSpPr txBox="1"/>
          <p:nvPr userDrawn="1"/>
        </p:nvSpPr>
        <p:spPr>
          <a:xfrm>
            <a:off x="1234440" y="5257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{{need_5_title}}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568BD-6F4B-99F8-539A-5FA4A4400A15}"/>
              </a:ext>
            </a:extLst>
          </p:cNvPr>
          <p:cNvSpPr txBox="1"/>
          <p:nvPr userDrawn="1"/>
        </p:nvSpPr>
        <p:spPr>
          <a:xfrm>
            <a:off x="1234440" y="55504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{{need_5_detail}}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4014E1-C15F-5967-EBEF-004A9551EC8C}"/>
              </a:ext>
            </a:extLst>
          </p:cNvPr>
          <p:cNvSpPr txBox="1"/>
          <p:nvPr userDrawn="1"/>
        </p:nvSpPr>
        <p:spPr>
          <a:xfrm>
            <a:off x="8686800" y="5257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{{need_5_magnitude}}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8CBD24-689C-B384-0E81-384BB5C6DD6E}"/>
              </a:ext>
            </a:extLst>
          </p:cNvPr>
          <p:cNvSpPr txBox="1"/>
          <p:nvPr userDrawn="1"/>
        </p:nvSpPr>
        <p:spPr>
          <a:xfrm>
            <a:off x="8686800" y="55504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{{need_5_source}}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D85BD7-431C-103F-EB84-780AE6D0F905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UNMET NEEDS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5439DE-BB64-4F56-D145-F262FF8588A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AA4FA42-3843-F3AE-F0BA-86B1EAC786F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9CA73A69-7CEF-2724-91B7-59D5403628B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06329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A8E39E-22CF-E1FD-B963-49CFFF34DAF6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AA33FC45-C5F7-0451-3421-E8FC5D415A7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1C95D63C-2FE7-F8CE-6CD3-D96CC2E0AC19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3476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7CE23F-FA46-D074-DE3E-958CAEA5ACA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E89F07AD-DB30-97BF-0C07-A87696FAE1D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5A13860B-B546-6C0D-E4D5-BA5750C1E93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6744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DCEC8-5E35-5BF9-4750-460D01343F3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EBA9C-1E35-4AF8-4604-C05E6E6592E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0F1F5-07A8-33E0-5FE3-DCB8881D58C3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ED6F9A86-0643-A237-C2C9-8A6B09521529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98B2C-5737-309D-12A2-3C841A5E6F46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{{kpi_1_value}}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C17D8-8960-7A94-67B9-AFEA25515520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12" name="Rounded Rectangle 12">
            <a:extLst>
              <a:ext uri="{FF2B5EF4-FFF2-40B4-BE49-F238E27FC236}">
                <a16:creationId xmlns:a16="http://schemas.microsoft.com/office/drawing/2014/main" id="{F1FD31C7-7B8A-901A-CC53-6EF940154611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59B9D-1FFC-02C5-5B47-D28C0C91BC7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92AEB-D6B7-4CCA-B073-DE3109186E69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Rounded Rectangle 15">
            <a:extLst>
              <a:ext uri="{FF2B5EF4-FFF2-40B4-BE49-F238E27FC236}">
                <a16:creationId xmlns:a16="http://schemas.microsoft.com/office/drawing/2014/main" id="{E75FDDA4-FF79-8BD9-41B6-AEFF5A29C7C7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2AB147-68D8-F8EE-DEEB-E77106DF3258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30D43-5767-FAC3-CF4D-01D02610B9DC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812A761C-3203-2608-1AC5-ED1C274E997F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09A6D-A8A5-7D11-CEC5-F974037D36B3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EC3902-9EF8-E406-D60E-E4E44368CD4A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{{kpi_4_label}}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50B581E-2B11-8AF6-177F-8C060EA558A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233172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{{col_5_header}}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3E9369-2D8C-ED17-BB7D-03C44A50FF2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A42B3-46E2-4A1F-DFFF-EF6DAB2517EB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AA9ACE-8367-D792-7217-30A980A6730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0760C95-8E87-C57D-6663-5A84E4542B49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4750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022694-D988-78F5-3CD5-C8797BABB71A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E1C3F0-D77F-90AF-3ECE-0FBC2DD8B202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6EED7-D811-493C-F7D5-59C9BF2269FD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B76B54C-C00C-3C3B-BAB5-071A29040B7C}"/>
              </a:ext>
            </a:extLst>
          </p:cNvPr>
          <p:cNvSpPr/>
          <p:nvPr userDrawn="1"/>
        </p:nvSpPr>
        <p:spPr>
          <a:xfrm>
            <a:off x="457200" y="1417320"/>
            <a:ext cx="5486400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94141-0069-820C-4DE4-28E02444555F}"/>
              </a:ext>
            </a:extLst>
          </p:cNvPr>
          <p:cNvSpPr txBox="1"/>
          <p:nvPr userDrawn="1"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{{chart_title}}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60F2F-958B-7C0A-483A-8ACAE773F9B9}"/>
              </a:ext>
            </a:extLst>
          </p:cNvPr>
          <p:cNvSpPr txBox="1"/>
          <p:nvPr userDrawn="1"/>
        </p:nvSpPr>
        <p:spPr>
          <a:xfrm>
            <a:off x="640080" y="1920240"/>
            <a:ext cx="5029200" cy="4023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{{CHART_AREA}}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9D2416F-C565-74C9-8EF8-05ACD4C60CE6}"/>
              </a:ext>
            </a:extLst>
          </p:cNvPr>
          <p:cNvSpPr/>
          <p:nvPr userDrawn="1"/>
        </p:nvSpPr>
        <p:spPr>
          <a:xfrm>
            <a:off x="6126480" y="1417320"/>
            <a:ext cx="5605272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EE1DF-9A2F-A9AD-C0F0-CF18A31CB452}"/>
              </a:ext>
            </a:extLst>
          </p:cNvPr>
          <p:cNvSpPr txBox="1"/>
          <p:nvPr userDrawn="1"/>
        </p:nvSpPr>
        <p:spPr>
          <a:xfrm>
            <a:off x="6309360" y="15544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{{commentary_title}}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F0C40-D157-F626-1F59-7BB196C91511}"/>
              </a:ext>
            </a:extLst>
          </p:cNvPr>
          <p:cNvSpPr txBox="1"/>
          <p:nvPr userDrawn="1"/>
        </p:nvSpPr>
        <p:spPr>
          <a:xfrm>
            <a:off x="6309360" y="196596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{{finding_1}}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558815-5A6E-EDF3-E30E-93B09C0E988A}"/>
              </a:ext>
            </a:extLst>
          </p:cNvPr>
          <p:cNvSpPr txBox="1"/>
          <p:nvPr userDrawn="1"/>
        </p:nvSpPr>
        <p:spPr>
          <a:xfrm>
            <a:off x="6309360" y="2350008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{{finding_2}}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A2733-F6FE-3D27-2785-A7B81F7AAD23}"/>
              </a:ext>
            </a:extLst>
          </p:cNvPr>
          <p:cNvSpPr txBox="1"/>
          <p:nvPr userDrawn="1"/>
        </p:nvSpPr>
        <p:spPr>
          <a:xfrm>
            <a:off x="6309360" y="2734056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ECF11-418E-4D74-A119-54B7AAED601B}"/>
              </a:ext>
            </a:extLst>
          </p:cNvPr>
          <p:cNvSpPr txBox="1"/>
          <p:nvPr userDrawn="1"/>
        </p:nvSpPr>
        <p:spPr>
          <a:xfrm>
            <a:off x="6309360" y="3118103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{{finding_4}}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5E1AE7-2FAF-04E8-9F5E-0C05AC6D549A}"/>
              </a:ext>
            </a:extLst>
          </p:cNvPr>
          <p:cNvSpPr txBox="1"/>
          <p:nvPr userDrawn="1"/>
        </p:nvSpPr>
        <p:spPr>
          <a:xfrm>
            <a:off x="6309360" y="3502151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{{finding_5}}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7C2F-1864-5FD1-B72B-B432D5C18C5A}"/>
              </a:ext>
            </a:extLst>
          </p:cNvPr>
          <p:cNvSpPr txBox="1"/>
          <p:nvPr userDrawn="1"/>
        </p:nvSpPr>
        <p:spPr>
          <a:xfrm>
            <a:off x="6309360" y="56692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4748B"/>
                </a:solidFill>
                <a:latin typeface="Arial"/>
              </a:defRPr>
            </a:pPr>
            <a:r>
              <a:t>{{commentary_source}}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0E0A69-5A22-836E-D13F-473FCC9B8F59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C2322-F7A5-E7B7-6A4A-1A343EC0D59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1A6FBF7B-568A-2D1B-9F5B-F093ADA9D5A0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8FF6E1C-F01C-C4ED-EF72-DFCD3ECEAE2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9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3F3536-AD2C-1963-0046-09895CF35F0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368555-8E60-37D9-564B-D730F55BE737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AD95-9293-0A0E-9D76-78CFE0FD1E7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F2F136-1302-A485-636C-0A0C2E642C3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C6C2FC6A-6A42-FA93-0ED4-767BB2951583}"/>
              </a:ext>
            </a:extLst>
          </p:cNvPr>
          <p:cNvSpPr/>
          <p:nvPr userDrawn="1"/>
        </p:nvSpPr>
        <p:spPr>
          <a:xfrm>
            <a:off x="457200" y="4846320"/>
            <a:ext cx="11274552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C8CE2A-FB1C-5EC2-D162-FC7A3D112D55}"/>
              </a:ext>
            </a:extLst>
          </p:cNvPr>
          <p:cNvSpPr/>
          <p:nvPr userDrawn="1"/>
        </p:nvSpPr>
        <p:spPr>
          <a:xfrm>
            <a:off x="457200" y="4846320"/>
            <a:ext cx="73152" cy="128016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792D6E-1628-3B33-C9D0-E00080B1CBB2}"/>
              </a:ext>
            </a:extLst>
          </p:cNvPr>
          <p:cNvSpPr txBox="1"/>
          <p:nvPr userDrawn="1"/>
        </p:nvSpPr>
        <p:spPr>
          <a:xfrm>
            <a:off x="731520" y="49834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F5F7E"/>
                </a:solidFill>
                <a:latin typeface="Arial"/>
              </a:defRPr>
            </a:pPr>
            <a:r>
              <a:t>{{ae_takeaway_label}}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12615-8F0C-B6C6-4287-6047A1056980}"/>
              </a:ext>
            </a:extLst>
          </p:cNvPr>
          <p:cNvSpPr txBox="1"/>
          <p:nvPr userDrawn="1"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{{ae_takeaway_text}}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3043E-F751-8707-95D1-C3A57920DB7F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807500A0-EFFB-6482-D812-0F55C9F81444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C96FF903-AF05-9FE2-F53A-B3D7AA50612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2421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Risk_Benefi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5F0FA-74BD-8C6C-C97F-2837A6188479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E79EB-A4AF-7C7D-965F-6E6E4BFAB7B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CDDEB3-7A86-9CF3-385A-D49D7DE649E6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2F0D3401-A589-C81E-7BFF-3A836C87E1EE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B9347-C245-2C8C-937A-E233200F1AAC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{{rb_kpi_1_value}}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C9F197-4BCF-DD3A-73E7-F82E75C0926B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{{rb_kpi_1_label}}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DC6B666-B3FD-F8D5-647B-B283285D5870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8539E-B644-1AE9-6FA9-E18E98B286B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{{rb_kpi_2_value}}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F0AF7-AE7C-7EFA-01A2-688E1363E08A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{{rb_kpi_2_label}}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7EE1B73F-5B65-F1D7-2E9C-CAA77BC27B28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8F3CED-309C-1007-43F9-64C8F5AB35E0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{{rb_kpi_3_value}}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DB3789-0918-0ACE-974F-12257361CB96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{{rb_kpi_3_label}}</a:t>
            </a:r>
          </a:p>
        </p:txBody>
      </p:sp>
      <p:sp>
        <p:nvSpPr>
          <p:cNvPr id="14" name="Rounded Rectangle 18">
            <a:extLst>
              <a:ext uri="{FF2B5EF4-FFF2-40B4-BE49-F238E27FC236}">
                <a16:creationId xmlns:a16="http://schemas.microsoft.com/office/drawing/2014/main" id="{215ACF6C-DCE9-FDF4-1CDD-5C55CF979D69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4C7E-8BC6-DE6F-D2DE-FAB9560CA940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{{rb_kpi_4_value}}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7A25AC-EE54-E470-18BA-3545BE524CF0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{{rb_kpi_4_label}}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FF58BD24-060D-C8A4-65C3-7D7DE181D6F0}"/>
              </a:ext>
            </a:extLst>
          </p:cNvPr>
          <p:cNvSpPr/>
          <p:nvPr userDrawn="1"/>
        </p:nvSpPr>
        <p:spPr>
          <a:xfrm>
            <a:off x="457200" y="2331720"/>
            <a:ext cx="5486400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22D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742928-4A59-6017-AECA-5C67CF5FCB4C}"/>
              </a:ext>
            </a:extLst>
          </p:cNvPr>
          <p:cNvSpPr txBox="1"/>
          <p:nvPr userDrawn="1"/>
        </p:nvSpPr>
        <p:spPr>
          <a:xfrm>
            <a:off x="73152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2D3A5"/>
                </a:solidFill>
                <a:latin typeface="Arial"/>
              </a:defRPr>
            </a:pPr>
            <a:r>
              <a:t>✓ Benefits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EDC4F4-0617-C88C-9AD3-470F497AD6BA}"/>
              </a:ext>
            </a:extLst>
          </p:cNvPr>
          <p:cNvSpPr txBox="1"/>
          <p:nvPr userDrawn="1"/>
        </p:nvSpPr>
        <p:spPr>
          <a:xfrm>
            <a:off x="731520" y="2880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8BE10-3757-398F-3635-2725AEBDA773}"/>
              </a:ext>
            </a:extLst>
          </p:cNvPr>
          <p:cNvSpPr txBox="1"/>
          <p:nvPr userDrawn="1"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EE8A1-D0C5-82CD-69C7-8A7242A83CF2}"/>
              </a:ext>
            </a:extLst>
          </p:cNvPr>
          <p:cNvSpPr txBox="1"/>
          <p:nvPr userDrawn="1"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{{benefit_3}}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91D01-D164-40DC-A47B-D10EF29BC5E2}"/>
              </a:ext>
            </a:extLst>
          </p:cNvPr>
          <p:cNvSpPr txBox="1"/>
          <p:nvPr userDrawn="1"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{{benefit_4}}</a:t>
            </a:r>
          </a:p>
        </p:txBody>
      </p:sp>
      <p:sp>
        <p:nvSpPr>
          <p:cNvPr id="24" name="Rounded Rectangle 28">
            <a:extLst>
              <a:ext uri="{FF2B5EF4-FFF2-40B4-BE49-F238E27FC236}">
                <a16:creationId xmlns:a16="http://schemas.microsoft.com/office/drawing/2014/main" id="{399B5BBB-2CA6-A101-4152-F721046F9106}"/>
              </a:ext>
            </a:extLst>
          </p:cNvPr>
          <p:cNvSpPr/>
          <p:nvPr userDrawn="1"/>
        </p:nvSpPr>
        <p:spPr>
          <a:xfrm>
            <a:off x="6126480" y="2331720"/>
            <a:ext cx="5605272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2CA2FC-A7B0-E0F4-368D-A338B9545859}"/>
              </a:ext>
            </a:extLst>
          </p:cNvPr>
          <p:cNvSpPr txBox="1"/>
          <p:nvPr userDrawn="1"/>
        </p:nvSpPr>
        <p:spPr>
          <a:xfrm>
            <a:off x="6400800" y="24688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5F7E"/>
                </a:solidFill>
                <a:latin typeface="Arial"/>
              </a:defRPr>
            </a:pPr>
            <a:r>
              <a:t>⚠ Risks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7EA84-8820-F86A-225D-95336A30DC9D}"/>
              </a:ext>
            </a:extLst>
          </p:cNvPr>
          <p:cNvSpPr txBox="1"/>
          <p:nvPr userDrawn="1"/>
        </p:nvSpPr>
        <p:spPr>
          <a:xfrm>
            <a:off x="6400800" y="28803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{{risk_1}}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1F345E-ED02-031D-3E42-0BA110F24FE5}"/>
              </a:ext>
            </a:extLst>
          </p:cNvPr>
          <p:cNvSpPr txBox="1"/>
          <p:nvPr userDrawn="1"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{{risk_2}}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B6D7C9-0EB9-BD48-4457-3BC84B8BCD38}"/>
              </a:ext>
            </a:extLst>
          </p:cNvPr>
          <p:cNvSpPr txBox="1"/>
          <p:nvPr userDrawn="1"/>
        </p:nvSpPr>
        <p:spPr>
          <a:xfrm>
            <a:off x="6400800" y="370332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ADCC8E-BCF5-BD56-64A0-850911866C3A}"/>
              </a:ext>
            </a:extLst>
          </p:cNvPr>
          <p:cNvSpPr txBox="1"/>
          <p:nvPr userDrawn="1"/>
        </p:nvSpPr>
        <p:spPr>
          <a:xfrm>
            <a:off x="6400800" y="411480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38984-C874-603E-24B8-49EC183CFDD2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5" name="TextBox 9">
            <a:extLst>
              <a:ext uri="{FF2B5EF4-FFF2-40B4-BE49-F238E27FC236}">
                <a16:creationId xmlns:a16="http://schemas.microsoft.com/office/drawing/2014/main" id="{1F93423D-111B-24BA-0B53-36B30437B67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77B9B53D-3BE9-794F-38A4-CA72C8FF005D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72377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2_5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F7E35-ADA7-7464-390D-6EFD8F19694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FFB3C-4CA2-F6A6-68BE-41108BFD8730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BEDE2-D7B1-1066-D7AF-063C7759D81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4D632-E321-91C4-9D0E-EEF443B3329E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{{dose_col_drug}}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{{dose_col_dose}}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{{dose_col_route}}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{{dose_col_days}}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{{dose_col_cycle}}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44A16A3B-B5BB-21D1-51BB-BD525D019114}"/>
              </a:ext>
            </a:extLst>
          </p:cNvPr>
          <p:cNvSpPr/>
          <p:nvPr userDrawn="1"/>
        </p:nvSpPr>
        <p:spPr>
          <a:xfrm>
            <a:off x="457200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9AFFB-D58D-1A1F-07BE-82AF2B8F2179}"/>
              </a:ext>
            </a:extLst>
          </p:cNvPr>
          <p:cNvSpPr txBox="1"/>
          <p:nvPr userDrawn="1"/>
        </p:nvSpPr>
        <p:spPr>
          <a:xfrm>
            <a:off x="548640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0AC218-EE8B-809E-AAEF-A00EC09E9CDD}"/>
              </a:ext>
            </a:extLst>
          </p:cNvPr>
          <p:cNvSpPr txBox="1"/>
          <p:nvPr userDrawn="1"/>
        </p:nvSpPr>
        <p:spPr>
          <a:xfrm>
            <a:off x="548640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BFC65A02-1B93-D7C8-1F18-7F57EA9C1D89}"/>
              </a:ext>
            </a:extLst>
          </p:cNvPr>
          <p:cNvSpPr/>
          <p:nvPr userDrawn="1"/>
        </p:nvSpPr>
        <p:spPr>
          <a:xfrm>
            <a:off x="3310128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65CE4-0905-F279-8C9F-F668BF348477}"/>
              </a:ext>
            </a:extLst>
          </p:cNvPr>
          <p:cNvSpPr txBox="1"/>
          <p:nvPr userDrawn="1"/>
        </p:nvSpPr>
        <p:spPr>
          <a:xfrm>
            <a:off x="3401568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FC931-0F1F-DC2F-A825-94D79ECE8532}"/>
              </a:ext>
            </a:extLst>
          </p:cNvPr>
          <p:cNvSpPr txBox="1"/>
          <p:nvPr userDrawn="1"/>
        </p:nvSpPr>
        <p:spPr>
          <a:xfrm>
            <a:off x="3401568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71892122-9B6F-2EC3-4F63-356F6D71C1EC}"/>
              </a:ext>
            </a:extLst>
          </p:cNvPr>
          <p:cNvSpPr/>
          <p:nvPr userDrawn="1"/>
        </p:nvSpPr>
        <p:spPr>
          <a:xfrm>
            <a:off x="6163056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D852D1-42BA-7345-AB40-BABDBDBC4320}"/>
              </a:ext>
            </a:extLst>
          </p:cNvPr>
          <p:cNvSpPr txBox="1"/>
          <p:nvPr userDrawn="1"/>
        </p:nvSpPr>
        <p:spPr>
          <a:xfrm>
            <a:off x="6254496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4060BD-046A-DC85-9C30-C1B19B57A2B9}"/>
              </a:ext>
            </a:extLst>
          </p:cNvPr>
          <p:cNvSpPr txBox="1"/>
          <p:nvPr userDrawn="1"/>
        </p:nvSpPr>
        <p:spPr>
          <a:xfrm>
            <a:off x="6254496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{{dose_kpi_3_label}}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E570D8EF-C095-D68C-D88E-3B68651AAE30}"/>
              </a:ext>
            </a:extLst>
          </p:cNvPr>
          <p:cNvSpPr/>
          <p:nvPr userDrawn="1"/>
        </p:nvSpPr>
        <p:spPr>
          <a:xfrm>
            <a:off x="9015984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2575BA-8071-8C20-36A5-915868D7F695}"/>
              </a:ext>
            </a:extLst>
          </p:cNvPr>
          <p:cNvSpPr txBox="1"/>
          <p:nvPr userDrawn="1"/>
        </p:nvSpPr>
        <p:spPr>
          <a:xfrm>
            <a:off x="9107424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{{dose_kpi_4_value}}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199F31-71A7-9BD8-9D9E-5383ADF30F58}"/>
              </a:ext>
            </a:extLst>
          </p:cNvPr>
          <p:cNvSpPr txBox="1"/>
          <p:nvPr userDrawn="1"/>
        </p:nvSpPr>
        <p:spPr>
          <a:xfrm>
            <a:off x="9107424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{{dose_kpi_4_label}}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8CC8C5-EEEA-D6E2-EEB1-FE93967E6674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939569F5-DED2-BE98-E1D2-4882E5FAD05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8B4DFF70-A696-4770-838F-1E57D697CF8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50983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0E2DA-863B-DC66-8448-F1FA7BCF1A1E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3B1B0-E703-9D06-D4DE-25E9FE35571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77AB-473C-E2C9-1753-4E5B2AC823F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25F0491-7BA6-03F1-FF37-0581B6C1384C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{{mod_col_finding}}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{{mod_col_change}}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{{mod_col_action}}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2FDB759A-6BE8-6B1C-B7CF-BC38DD5891F2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D0238-7ECE-645C-55C4-FFA0D99A87A6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B45D95-732B-6C9C-DD05-8DE12692C2F0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C468696C-7EB3-D66E-B3E3-4983743CDFE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2EC3C-6454-76F6-742C-C7ACA33340FF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0BDA7-2548-51AF-7E3E-B773A4C4348A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2165C5B3-8F00-16E8-A092-6698ECC825DE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04AE04-9290-B2C2-AAB4-46711FB8ED72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690DA-A2A5-86A9-EF07-8FD5AA4A713E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4A9D-5C56-5AD4-5EF9-965B6606745E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A1564937-F3F6-BD8E-402F-4A74FECDA5F0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C703A93B-AA24-0AC9-CE1D-2F90E2920151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43155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1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CB84C-2DC4-0A78-B2D9-4C7D95A03558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ED081-3E8C-069D-B0D2-DF3A7F13014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9FEBC-8B6D-0380-93AC-AD4ECD5D096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A85BBB13-9075-5124-9721-764FA182E256}"/>
              </a:ext>
            </a:extLst>
          </p:cNvPr>
          <p:cNvSpPr/>
          <p:nvPr userDrawn="1"/>
        </p:nvSpPr>
        <p:spPr>
          <a:xfrm>
            <a:off x="457200" y="141732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76F296-27CE-068A-5FC9-08B3DF7D483D}"/>
              </a:ext>
            </a:extLst>
          </p:cNvPr>
          <p:cNvSpPr/>
          <p:nvPr userDrawn="1"/>
        </p:nvSpPr>
        <p:spPr>
          <a:xfrm>
            <a:off x="457200" y="1417320"/>
            <a:ext cx="73152" cy="228600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48E18-8A1E-5542-E90D-D0A995A87D0D}"/>
              </a:ext>
            </a:extLst>
          </p:cNvPr>
          <p:cNvSpPr txBox="1"/>
          <p:nvPr userDrawn="1"/>
        </p:nvSpPr>
        <p:spPr>
          <a:xfrm>
            <a:off x="68580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5F7E"/>
                </a:solidFill>
                <a:latin typeface="Arial"/>
              </a:defRPr>
            </a:pPr>
            <a:r>
              <a:t>{{prophy_card_1_title}}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49A22-73CF-B298-F562-124BC78BDA5C}"/>
              </a:ext>
            </a:extLst>
          </p:cNvPr>
          <p:cNvSpPr txBox="1"/>
          <p:nvPr userDrawn="1"/>
        </p:nvSpPr>
        <p:spPr>
          <a:xfrm>
            <a:off x="685800" y="19659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{{prophy_card_1_line_1}}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64227-C694-AB9E-E5A8-B935E1D30A7A}"/>
              </a:ext>
            </a:extLst>
          </p:cNvPr>
          <p:cNvSpPr txBox="1"/>
          <p:nvPr userDrawn="1"/>
        </p:nvSpPr>
        <p:spPr>
          <a:xfrm>
            <a:off x="685800" y="23774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{{prophy_card_1_line_2}}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CECF0-CBE0-8CC2-3766-7C06AC0F7FAF}"/>
              </a:ext>
            </a:extLst>
          </p:cNvPr>
          <p:cNvSpPr txBox="1"/>
          <p:nvPr userDrawn="1"/>
        </p:nvSpPr>
        <p:spPr>
          <a:xfrm>
            <a:off x="685800" y="2788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{{prophy_card_1_line_3}}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0326889B-1AA8-A79F-EB48-578FB539519B}"/>
              </a:ext>
            </a:extLst>
          </p:cNvPr>
          <p:cNvSpPr/>
          <p:nvPr userDrawn="1"/>
        </p:nvSpPr>
        <p:spPr>
          <a:xfrm>
            <a:off x="6126480" y="141732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6BD555-A4E7-8878-7260-ECA403AD5BFA}"/>
              </a:ext>
            </a:extLst>
          </p:cNvPr>
          <p:cNvSpPr/>
          <p:nvPr userDrawn="1"/>
        </p:nvSpPr>
        <p:spPr>
          <a:xfrm>
            <a:off x="6126480" y="1417320"/>
            <a:ext cx="73152" cy="2286000"/>
          </a:xfrm>
          <a:prstGeom prst="rect">
            <a:avLst/>
          </a:prstGeom>
          <a:solidFill>
            <a:srgbClr val="7C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B5CE63-A908-C90F-95B8-4F8C2BA60CBF}"/>
              </a:ext>
            </a:extLst>
          </p:cNvPr>
          <p:cNvSpPr txBox="1"/>
          <p:nvPr userDrawn="1"/>
        </p:nvSpPr>
        <p:spPr>
          <a:xfrm>
            <a:off x="6355080" y="155448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6FFF"/>
                </a:solidFill>
                <a:latin typeface="Arial"/>
              </a:defRPr>
            </a:pPr>
            <a:r>
              <a:t>{{prophy_card_2_title}}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8877-D698-A258-4666-82F73C78C19B}"/>
              </a:ext>
            </a:extLst>
          </p:cNvPr>
          <p:cNvSpPr txBox="1"/>
          <p:nvPr userDrawn="1"/>
        </p:nvSpPr>
        <p:spPr>
          <a:xfrm>
            <a:off x="6355080" y="19659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0670-EA64-DA9A-69AF-1BA65B3E26E6}"/>
              </a:ext>
            </a:extLst>
          </p:cNvPr>
          <p:cNvSpPr txBox="1"/>
          <p:nvPr userDrawn="1"/>
        </p:nvSpPr>
        <p:spPr>
          <a:xfrm>
            <a:off x="6355080" y="23774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E7F6A8-182D-E2DA-8F81-92E1B71D1F1F}"/>
              </a:ext>
            </a:extLst>
          </p:cNvPr>
          <p:cNvSpPr txBox="1"/>
          <p:nvPr userDrawn="1"/>
        </p:nvSpPr>
        <p:spPr>
          <a:xfrm>
            <a:off x="6355080" y="27889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{{prophy_card_2_line_3}}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CCCF8926-204E-5737-57B1-698AFE7ED0AC}"/>
              </a:ext>
            </a:extLst>
          </p:cNvPr>
          <p:cNvSpPr/>
          <p:nvPr userDrawn="1"/>
        </p:nvSpPr>
        <p:spPr>
          <a:xfrm>
            <a:off x="457200" y="388620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9045E6-85F0-FB53-6F3C-555C9A1A8CD4}"/>
              </a:ext>
            </a:extLst>
          </p:cNvPr>
          <p:cNvSpPr/>
          <p:nvPr userDrawn="1"/>
        </p:nvSpPr>
        <p:spPr>
          <a:xfrm>
            <a:off x="457200" y="3886200"/>
            <a:ext cx="73152" cy="22860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12358-44E8-CCF5-C740-29EEC6BA6A4E}"/>
              </a:ext>
            </a:extLst>
          </p:cNvPr>
          <p:cNvSpPr txBox="1"/>
          <p:nvPr userDrawn="1"/>
        </p:nvSpPr>
        <p:spPr>
          <a:xfrm>
            <a:off x="685800" y="40233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5C842"/>
                </a:solidFill>
                <a:latin typeface="Arial"/>
              </a:defRPr>
            </a:pPr>
            <a:r>
              <a:t>{{prophy_card_3_title}}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2FC184-F157-3EFE-F16D-CDCCB077F4BE}"/>
              </a:ext>
            </a:extLst>
          </p:cNvPr>
          <p:cNvSpPr txBox="1"/>
          <p:nvPr userDrawn="1"/>
        </p:nvSpPr>
        <p:spPr>
          <a:xfrm>
            <a:off x="685800" y="44348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021ACE-478C-52D3-59C9-3D587A3B6439}"/>
              </a:ext>
            </a:extLst>
          </p:cNvPr>
          <p:cNvSpPr txBox="1"/>
          <p:nvPr userDrawn="1"/>
        </p:nvSpPr>
        <p:spPr>
          <a:xfrm>
            <a:off x="685800" y="48463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35DDB-8D87-6A7F-DFFA-5757F0B0FBD5}"/>
              </a:ext>
            </a:extLst>
          </p:cNvPr>
          <p:cNvSpPr txBox="1"/>
          <p:nvPr userDrawn="1"/>
        </p:nvSpPr>
        <p:spPr>
          <a:xfrm>
            <a:off x="685800" y="52578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{{prophy_card_3_line_3}}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6CCD5795-588C-A033-ED43-758BD80E93A6}"/>
              </a:ext>
            </a:extLst>
          </p:cNvPr>
          <p:cNvSpPr/>
          <p:nvPr userDrawn="1"/>
        </p:nvSpPr>
        <p:spPr>
          <a:xfrm>
            <a:off x="6126480" y="388620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321631-BE25-31F5-872D-DD7BCAF20DD8}"/>
              </a:ext>
            </a:extLst>
          </p:cNvPr>
          <p:cNvSpPr/>
          <p:nvPr userDrawn="1"/>
        </p:nvSpPr>
        <p:spPr>
          <a:xfrm>
            <a:off x="6126480" y="3886200"/>
            <a:ext cx="73152" cy="2286000"/>
          </a:xfrm>
          <a:prstGeom prst="rect">
            <a:avLst/>
          </a:prstGeom>
          <a:solidFill>
            <a:srgbClr val="22D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DB3815-3D89-294E-A206-73B59E8083A9}"/>
              </a:ext>
            </a:extLst>
          </p:cNvPr>
          <p:cNvSpPr txBox="1"/>
          <p:nvPr userDrawn="1"/>
        </p:nvSpPr>
        <p:spPr>
          <a:xfrm>
            <a:off x="6355080" y="40233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2D3A5"/>
                </a:solidFill>
                <a:latin typeface="Arial"/>
              </a:defRPr>
            </a:pPr>
            <a:r>
              <a:t>{{prophy_card_4_title}}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C263B8-E923-CF73-4C1F-F835F22237D1}"/>
              </a:ext>
            </a:extLst>
          </p:cNvPr>
          <p:cNvSpPr txBox="1"/>
          <p:nvPr userDrawn="1"/>
        </p:nvSpPr>
        <p:spPr>
          <a:xfrm>
            <a:off x="6355080" y="44348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{{prophy_card_4_line_1}}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6EBCF-8DD5-8321-4F61-CC908BDD69B0}"/>
              </a:ext>
            </a:extLst>
          </p:cNvPr>
          <p:cNvSpPr txBox="1"/>
          <p:nvPr userDrawn="1"/>
        </p:nvSpPr>
        <p:spPr>
          <a:xfrm>
            <a:off x="6355080" y="48463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{{prophy_card_4_line_2}}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8A5F1B-C5CD-2D7A-2E0B-F53EAEAB92E8}"/>
              </a:ext>
            </a:extLst>
          </p:cNvPr>
          <p:cNvSpPr txBox="1"/>
          <p:nvPr userDrawn="1"/>
        </p:nvSpPr>
        <p:spPr>
          <a:xfrm>
            <a:off x="6355080" y="525780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{{prophy_card_4_line_3}}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15FF81-47CE-31F1-6854-278ECA5CACD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0A501A72-8636-4A5F-0684-C61F7BEFDCCF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2C122C73-294B-40EC-5A6A-929900E2B35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3028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DCA1E8-B489-7526-4F67-AD537F0A33E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8CD27-AD3A-0025-3100-B7451E5D0C9A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D8665-43DA-5321-B340-D06CEAFAF6CC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7AD420-9BA5-E691-1044-29FC00DD00F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{{crs_col_symptoms}}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{{crs_col_management}}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{{crs_col_escalation}}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A0228DFD-97AA-7343-24E4-CED4CA770738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8E2B55-2645-124D-E3BE-37FC7DCC28C3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7F72D-E773-E810-5DD7-27D98BF000C2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EDDB4BA5-9104-F452-8EA3-332A2533813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7EAAF7-AD59-55E4-1BF4-195FB9E986E3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88777-83C4-520D-22C1-05B6C381A6DF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C2A8459E-6A7B-F25D-E3CD-037B6A3571B9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4324F-2D92-5210-F094-CF47F957D226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827A4-793D-41DF-4B4B-C971A1502716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7869F-4C35-8818-7509-733F30B5BF2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F656C93D-AE57-3EC4-88ED-BCFD86E5C1B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FDDCE19C-C703-1B8D-390B-2C5CC405B31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12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812623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rPr dirty="0"/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812623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812623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812623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812623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812623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812623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812623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tx_rrmm_detail</a:t>
            </a:r>
            <a:r>
              <a:rPr dirty="0"/>
              <a:t>}}</a:t>
            </a: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621564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621564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621564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621564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F4FF2CA-5093-9A5B-F418-ECC07CC6F973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8B69F065-9E81-2A43-8438-62F83D7FFC9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AF084B06-4BDC-8524-3DA6-ABCE96409C38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0" name="TextBox 10">
            <a:extLst>
              <a:ext uri="{FF2B5EF4-FFF2-40B4-BE49-F238E27FC236}">
                <a16:creationId xmlns:a16="http://schemas.microsoft.com/office/drawing/2014/main" id="{653234B0-63A4-87CA-BC32-EBE89E7E7FE3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B2599365-EA25-835B-C8CF-7CC065575C5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95" name="TextBox 10">
            <a:extLst>
              <a:ext uri="{FF2B5EF4-FFF2-40B4-BE49-F238E27FC236}">
                <a16:creationId xmlns:a16="http://schemas.microsoft.com/office/drawing/2014/main" id="{0B74BDA1-4606-5AAF-0DDF-0FCB56A038C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581C78F-BB18-BC67-E98F-65C04F8790A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04663BD-5567-E44F-D4F0-5B4C7B3B70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D0E25F4A-9E91-F9F4-14AB-ECE8565858A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4734B6-BD30-99B6-8A1D-2E55520E1B85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3">
            <a:extLst>
              <a:ext uri="{FF2B5EF4-FFF2-40B4-BE49-F238E27FC236}">
                <a16:creationId xmlns:a16="http://schemas.microsoft.com/office/drawing/2014/main" id="{8EB5AF46-54BA-9310-8834-6ABDFEAF08B1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6850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E7776-CA9C-02D1-2EFC-417B394B2557}"/>
              </a:ext>
            </a:extLst>
          </p:cNvPr>
          <p:cNvSpPr txBox="1"/>
          <p:nvPr userDrawn="1"/>
        </p:nvSpPr>
        <p:spPr>
          <a:xfrm>
            <a:off x="329184" y="7132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KEY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7BB13-639D-5F8D-B408-E4F4297A149C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6" name="Rounded Rectangle 17">
            <a:extLst>
              <a:ext uri="{FF2B5EF4-FFF2-40B4-BE49-F238E27FC236}">
                <a16:creationId xmlns:a16="http://schemas.microsoft.com/office/drawing/2014/main" id="{AFCB331C-465A-52F5-963C-4842850F1DA1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81898-535B-061A-EB7D-9FBF8AC855DF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AF4FC-EB1C-7CBF-3EF0-52FDD7E0276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35DE1-B125-D592-358F-EF5083D2DD2B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6E7230-A8CF-288D-B80F-051EC89B6434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2" name="Rounded Rectangle 23">
            <a:extLst>
              <a:ext uri="{FF2B5EF4-FFF2-40B4-BE49-F238E27FC236}">
                <a16:creationId xmlns:a16="http://schemas.microsoft.com/office/drawing/2014/main" id="{77427A25-FE91-62AC-B57D-386509380A4A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7F5F1E-F546-838F-715F-F8A24E2A1A98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F3B33-9558-370F-EC0A-62E437E5787A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FAB919-BBC0-FD15-6519-35486127F3E3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3D279A-1A69-375D-C466-880A0BF9F11F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8" name="Rounded Rectangle 29">
            <a:extLst>
              <a:ext uri="{FF2B5EF4-FFF2-40B4-BE49-F238E27FC236}">
                <a16:creationId xmlns:a16="http://schemas.microsoft.com/office/drawing/2014/main" id="{DE205827-EDC6-F413-1638-585190C58F51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171D4-54B3-D2F0-1A38-D813AF0E0E17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8024A-D189-8501-628D-02293511E4A3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C674E-F7E4-A4E6-ABA2-F6EE29D032B7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F1E36-371F-DABE-075C-39359601B100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4" name="Rounded Rectangle 35">
            <a:extLst>
              <a:ext uri="{FF2B5EF4-FFF2-40B4-BE49-F238E27FC236}">
                <a16:creationId xmlns:a16="http://schemas.microsoft.com/office/drawing/2014/main" id="{45070132-C7F0-789C-B9AF-875C1A665875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CF16E-88B6-0E6C-8CC3-36BF319F15E4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9C11A-81E1-0057-29BE-891BEBC627AF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2AF15A-C61F-0034-81E3-5EC52B60D396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8EF1D-B4E9-1A29-422A-E2016088E613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C84120D8-9EB7-2D31-C9B3-CE29D4244206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83B6A7-046B-BC12-149E-EFFE3231131B}"/>
              </a:ext>
            </a:extLst>
          </p:cNvPr>
          <p:cNvSpPr/>
          <p:nvPr userDrawn="1"/>
        </p:nvSpPr>
        <p:spPr>
          <a:xfrm>
            <a:off x="164592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DC4C5-2228-5C9C-6822-4D9EE1D0CB48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95CB-81D0-91FD-E5F5-09A0E25DDCBD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03E183-D8EA-ED03-7C05-D67C9A2D239A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4DF934-97A3-6130-D111-6E9FAE0BCE58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EE8B3-C90D-E414-04F0-D92E78C7E66F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9A723D-E37C-891F-7C23-A5621B55061B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5B579-07C3-E513-B612-0D91299115E0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E1C0E7-61CB-F452-7784-5187EC04ED3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AFFA13-D3D8-F2BA-31BA-C111D350105B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F4225-EEE5-99F0-24A9-54195FB15712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B249F9-F064-E30C-7330-640065660D96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B7C243F7-3FEF-CF8C-D35D-1CF0311F5D8F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D75295-A3CB-6F81-10D1-23E32A336D0B}"/>
              </a:ext>
            </a:extLst>
          </p:cNvPr>
          <p:cNvSpPr/>
          <p:nvPr userDrawn="1"/>
        </p:nvSpPr>
        <p:spPr>
          <a:xfrm>
            <a:off x="6158483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9C247D-5FAE-699E-527B-17D04DAD2E2C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BEB899-3443-1814-9633-1F0897096DFD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A67D7B-23BD-740E-4920-213F5F00DA7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54AE0-3A2E-F232-AF61-037657F720D4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E5BDCB-B2C7-BEFF-9971-65A2C40BF718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63E07-B0D3-51DA-2A0D-BC5CF71EC20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164B73-6666-F01F-B8D1-CC59C1D4AF66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B70557-B090-385F-B42D-E49D108486FA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F10B9-ED5F-6A07-ED24-7559C4F7171A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3836E-C884-DDD1-6D8B-F48FAFF6B7E1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069DF6-D714-64E8-CF01-65AF60666E66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1BB3EC-0AD9-7F51-EEF6-DB9A1886C6F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D7558A-00FF-B222-478F-C409F63303D9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E250B-7E42-F846-98C2-67A679C284E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079997-9D6E-1168-339E-FB6B38CCB599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324A52-9F81-8681-34DE-69755F986DB9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8D90CC-D096-E45E-F179-E8BB49DD82F5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65C60A01-A9D3-643D-3BB5-E549D2B2F51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A1CD9C2B-3BC5-F02B-C96C-1F043882C3E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{{</a:t>
            </a:r>
            <a:r>
              <a:rPr sz="12000" dirty="0" err="1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section_number</a:t>
            </a: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3A472499-9830-8318-FC53-12736BA8473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B34E4AA5-68E7-2D07-3423-E1E096FEF4F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C903A76C-8B86-DFBA-7FA5-79B382E1BF6B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C66B6C7D-E3A7-D925-3E81-4E877DF7F0F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9D20C3B-9E0B-EDEF-FD53-F307AE18C22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1510FF27-A1EA-252A-B08A-12C462F6E0A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EAE7E1A-9855-510C-A2F7-1981B0ABB04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9668DA2D-190A-17FA-68CB-019472B0396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C02544-BC65-F088-F234-98C9CE54265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F3F2777-9794-84B2-BF70-631EAF78F4B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69009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69009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093579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38432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385648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32864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84812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286737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03792321"/>
              </p:ext>
            </p:extLst>
          </p:nvPr>
        </p:nvGraphicFramePr>
        <p:xfrm>
          <a:off x="7544290" y="1051559"/>
          <a:ext cx="4168407" cy="2956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7625466" y="3194765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9524061" y="3221142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69851950"/>
              </p:ext>
            </p:extLst>
          </p:nvPr>
        </p:nvGraphicFramePr>
        <p:xfrm>
          <a:off x="8146692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6566267"/>
              </p:ext>
            </p:extLst>
          </p:nvPr>
        </p:nvGraphicFramePr>
        <p:xfrm>
          <a:off x="10013825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9">
            <a:extLst>
              <a:ext uri="{FF2B5EF4-FFF2-40B4-BE49-F238E27FC236}">
                <a16:creationId xmlns:a16="http://schemas.microsoft.com/office/drawing/2014/main" id="{6C086484-522C-DAB2-68D0-D002244DDEA6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86FC4C0-86B3-D126-6DF8-B233691EB72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Box 131">
            <a:extLst>
              <a:ext uri="{FF2B5EF4-FFF2-40B4-BE49-F238E27FC236}">
                <a16:creationId xmlns:a16="http://schemas.microsoft.com/office/drawing/2014/main" id="{438572D1-7D7D-5A8C-74C6-B33E683D041B}"/>
              </a:ext>
            </a:extLst>
          </p:cNvPr>
          <p:cNvSpPr txBox="1"/>
          <p:nvPr userDrawn="1"/>
        </p:nvSpPr>
        <p:spPr>
          <a:xfrm>
            <a:off x="7353364" y="5347367"/>
            <a:ext cx="64804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</a:t>
            </a:r>
            <a:r>
              <a:rPr sz="10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chart_orr</a:t>
            </a: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_</a:t>
            </a:r>
            <a:r>
              <a:rPr lang="de-DE"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3</a:t>
            </a: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_exp}}</a:t>
            </a:r>
          </a:p>
        </p:txBody>
      </p:sp>
      <p:sp>
        <p:nvSpPr>
          <p:cNvPr id="5" name="TextBox 131">
            <a:extLst>
              <a:ext uri="{FF2B5EF4-FFF2-40B4-BE49-F238E27FC236}">
                <a16:creationId xmlns:a16="http://schemas.microsoft.com/office/drawing/2014/main" id="{FE4D0F47-FC6D-9272-F81B-C58A05B0D287}"/>
              </a:ext>
            </a:extLst>
          </p:cNvPr>
          <p:cNvSpPr txBox="1"/>
          <p:nvPr userDrawn="1"/>
        </p:nvSpPr>
        <p:spPr>
          <a:xfrm>
            <a:off x="7340322" y="5053982"/>
            <a:ext cx="64804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</a:t>
            </a:r>
            <a:r>
              <a:rPr sz="10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chart_orr</a:t>
            </a: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_</a:t>
            </a:r>
            <a:r>
              <a:rPr lang="de-DE"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</a:t>
            </a: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_exp}}</a:t>
            </a:r>
          </a:p>
        </p:txBody>
      </p:sp>
      <p:sp>
        <p:nvSpPr>
          <p:cNvPr id="54" name="TextBox 131">
            <a:extLst>
              <a:ext uri="{FF2B5EF4-FFF2-40B4-BE49-F238E27FC236}">
                <a16:creationId xmlns:a16="http://schemas.microsoft.com/office/drawing/2014/main" id="{50E5CB6C-29F0-170C-121C-DB98A4CCC880}"/>
              </a:ext>
            </a:extLst>
          </p:cNvPr>
          <p:cNvSpPr txBox="1"/>
          <p:nvPr userDrawn="1"/>
        </p:nvSpPr>
        <p:spPr>
          <a:xfrm>
            <a:off x="7353364" y="4758469"/>
            <a:ext cx="64804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</a:t>
            </a:r>
            <a:r>
              <a:rPr sz="10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chart_orr</a:t>
            </a: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_</a:t>
            </a:r>
            <a:r>
              <a:rPr lang="de-DE"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_exp}}</a:t>
            </a:r>
          </a:p>
        </p:txBody>
      </p:sp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532047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446447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360847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75248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CD7E5E4-5A15-95B7-3F1A-195C9D73F60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F3D885D-AC9E-7C18-ACF1-59C2263D9734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940D5C9-8BCE-29CC-3C43-DFFACCC8045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7323E76-FC00-3D77-4A94-932979BE07F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ED8BD6-C942-663C-9249-98D69881E5D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6A7DBD22-DDB1-48BD-C7B7-ACF2315663E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_pic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/>
              <a:t>{{</a:t>
            </a:r>
            <a:r>
              <a:rPr lang="de-DE" dirty="0" err="1"/>
              <a:t>forest</a:t>
            </a:r>
            <a:r>
              <a:rPr dirty="0"/>
              <a:t>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/>
              <a:t>{{</a:t>
            </a:r>
            <a:r>
              <a:rPr lang="de-DE" dirty="0" err="1"/>
              <a:t>forest</a:t>
            </a:r>
            <a:r>
              <a:rPr dirty="0"/>
              <a:t>_subtitle}}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1170340"/>
            <a:ext cx="11274552" cy="5296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 dirty="0"/>
              <a:t>{{</a:t>
            </a:r>
            <a:r>
              <a:rPr lang="de-DE" dirty="0" err="1"/>
              <a:t>forest</a:t>
            </a:r>
            <a:r>
              <a:rPr dirty="0"/>
              <a:t>_</a:t>
            </a:r>
            <a:r>
              <a:rPr dirty="0" err="1"/>
              <a:t>chart_area</a:t>
            </a:r>
            <a:r>
              <a:rPr dirty="0"/>
              <a:t>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 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ED8BD6-C942-663C-9249-98D69881E5D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6A7DBD22-DDB1-48BD-C7B7-ACF2315663E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338269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CBE69E74-81D5-79DA-B712-841C928F9BD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89247AC-4F7F-F4AF-1F55-089EFC13F288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9">
            <a:extLst>
              <a:ext uri="{FF2B5EF4-FFF2-40B4-BE49-F238E27FC236}">
                <a16:creationId xmlns:a16="http://schemas.microsoft.com/office/drawing/2014/main" id="{55FE45AC-9124-968B-E519-59B39162CC8E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E679FDE8-6B82-85E2-135F-E97825B4EF54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2A709AE9-0170-4DD6-C8FF-BA6073F69C9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51AD10B9-C2A7-193A-802B-C577A67826FE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C0697BF-21C1-DD6F-1CD2-1D47E7961D2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90F848B-AE9F-A496-83A5-9584F2560140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44732E5A-91C7-F5F7-9C1A-DE5CA87F5D1B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D9522F42-5BDE-6C60-BC35-468BE1D25A3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8A386-5662-DFBD-D0F8-4D2119E53042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 MESSAGE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065E-608F-9D59-0C14-606A1AF1BB38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74265C17-22A0-D5F5-7265-5C475A607D63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3C1864-B41E-13B1-B17E-9DB143F4354D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BF5303-328A-417D-0EE3-7A25D1B6A899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F87D7-2843-C742-A4C5-CF215A2241AE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E1A75-F8CB-25F4-AE6E-C5BB68DE8ED2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0" name="Rounded Rectangle 23">
            <a:extLst>
              <a:ext uri="{FF2B5EF4-FFF2-40B4-BE49-F238E27FC236}">
                <a16:creationId xmlns:a16="http://schemas.microsoft.com/office/drawing/2014/main" id="{EEEBB188-A8B2-091D-693C-2D68A9B9B6F9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87A846-AA6E-1C71-1FEB-7A51C64D9933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0AA05-B9D5-BFD3-D0A6-6566455553E6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1E9E1-2A6C-6D4D-C480-C82A90C637A9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180AA-424B-AD70-766F-2226A1FC09CE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3D643249-4621-457B-E59C-8601CFE81C8D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CE2D5-DD07-1691-53EA-DC5E00D90BDF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89D01-16A0-BC2F-5CA4-149FD11516E8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57DB0-11F8-54CF-E12C-6106D647DD1D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07D37-2B3A-E121-21D5-60DDEC168065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0" name="Rounded Rectangle 35">
            <a:extLst>
              <a:ext uri="{FF2B5EF4-FFF2-40B4-BE49-F238E27FC236}">
                <a16:creationId xmlns:a16="http://schemas.microsoft.com/office/drawing/2014/main" id="{C1AC9507-76E9-07A5-6327-AC43B170022C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3466-3A82-420D-8C8E-F80EAAD4FE95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89E1E-EC31-799E-1BB6-E5E5165D3952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F4C256-EC19-1A16-C742-4A884CD153A1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CCF45-315C-F74E-D752-C172AA75A71B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25" name="Rounded Rectangle 41">
            <a:extLst>
              <a:ext uri="{FF2B5EF4-FFF2-40B4-BE49-F238E27FC236}">
                <a16:creationId xmlns:a16="http://schemas.microsoft.com/office/drawing/2014/main" id="{E5CEA5D4-C28C-1379-CCF1-81F6D55FE765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C9770-C2C1-72AC-D167-AE765EE47DE0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E8F3C-7E0F-60EE-C6BE-D17DD5621BBE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048B8-5E1B-ADFC-C498-90134C849D95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67EAC4-53DE-BC1C-14CD-91D6AF0DF1A1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91B680-7BAC-A74F-1F31-4867B73C0770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B15833-E729-8028-DAF5-E1489F02ABF6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EE70F0-708C-C57C-D2F3-362E16C910E6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3DF7-7794-77FC-3D8D-81AA47370B5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3C99-B030-3D0F-A0B2-6FB39DDE81E9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E5C4C-FA1B-2C7D-489A-253A671EEFAF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6DCEED-CDBF-082F-CC02-B3991078CEDF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38" name="Rounded Rectangle 56">
            <a:extLst>
              <a:ext uri="{FF2B5EF4-FFF2-40B4-BE49-F238E27FC236}">
                <a16:creationId xmlns:a16="http://schemas.microsoft.com/office/drawing/2014/main" id="{4066E38B-04CD-DE9C-7DDE-11D492022D26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40A6F8-C8D8-D284-4194-E7BA8BD9D1FD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A370DD-3912-B3B5-18BE-6CF652E6C567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65118F-E633-5E9E-6EA3-1EAEBD6A068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19D83C-688F-13B0-7A03-606157BDE40B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8813AA-7DAD-4A8C-BE8E-4C8CF3505ACB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D232F3-69E6-579E-6FAE-4357F6381DA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596081-FC2F-1A98-92A0-6A1AAEEFA95F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F6201-2221-E6A2-7E9C-A117BC5A95E7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0564A-8F06-3C66-00BD-F65743F4E9A0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B16E81-8AA9-956D-9F62-855E86756E8B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C48320-8DDD-F54E-5662-0A49909B1ECD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5D222-6FF5-2DB2-F3B9-BCDAE504627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B2FFEB-D2B6-28D7-E919-99AE08DD42A6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A72E19-AA52-6201-AC28-B8C0A8E28EB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0A66B4-FF88-CCB8-5176-A44B456E6E06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67CD11-8FCB-C197-9CDA-7EEAF4D424CC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0AFB3E-2D2D-DD4C-30D2-68CB570A90D6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34" Type="http://schemas.openxmlformats.org/officeDocument/2006/relationships/theme" Target="../theme/theme2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58.xml"/><Relationship Id="rId1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48.xml"/><Relationship Id="rId21" Type="http://schemas.openxmlformats.org/officeDocument/2006/relationships/slideLayout" Target="../slideLayouts/slideLayout66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17" Type="http://schemas.openxmlformats.org/officeDocument/2006/relationships/slideLayout" Target="../slideLayouts/slideLayout62.xml"/><Relationship Id="rId2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61.xml"/><Relationship Id="rId2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5.xml"/><Relationship Id="rId19" Type="http://schemas.openxmlformats.org/officeDocument/2006/relationships/slideLayout" Target="../slideLayouts/slideLayout64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30" r:id="rId2"/>
    <p:sldLayoutId id="2147483731" r:id="rId3"/>
    <p:sldLayoutId id="2147483732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  <p:sldLayoutId id="2147483685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733" r:id="rId28"/>
    <p:sldLayoutId id="2147483670" r:id="rId29"/>
    <p:sldLayoutId id="2147483671" r:id="rId30"/>
    <p:sldLayoutId id="2147483689" r:id="rId31"/>
    <p:sldLayoutId id="2147483690" r:id="rId32"/>
    <p:sldLayoutId id="2147483691" r:id="rId3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15</cp:revision>
  <dcterms:created xsi:type="dcterms:W3CDTF">2013-01-27T09:14:16Z</dcterms:created>
  <dcterms:modified xsi:type="dcterms:W3CDTF">2026-04-19T14:12:47Z</dcterms:modified>
  <cp:category/>
</cp:coreProperties>
</file>
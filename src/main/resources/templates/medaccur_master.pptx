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3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60" r:id="rId2"/>
    <p:sldMasterId id="2147483700" r:id="rId3"/>
  </p:sldMasterIdLst>
  <p:sldIdLst>
    <p:sldId id="257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5085"/>
    <a:srgbClr val="E6CC0C"/>
    <a:srgbClr val="C4B5FD"/>
    <a:srgbClr val="5E4979"/>
    <a:srgbClr val="9954CC"/>
    <a:srgbClr val="7A5E9C"/>
    <a:srgbClr val="9F8AB8"/>
    <a:srgbClr val="684F85"/>
    <a:srgbClr val="EF4444"/>
    <a:srgbClr val="8B5C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9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DRUG_comp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CR</c:v>
                </c:pt>
                <c:pt idx="1">
                  <c:v>VGPR</c:v>
                </c:pt>
                <c:pt idx="2">
                  <c:v>PR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6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419616A8-3750-87D1-00DA-D4DF800B7408}"/>
              </a:ext>
            </a:extLst>
          </p:cNvPr>
          <p:cNvSpPr txBox="1"/>
          <p:nvPr userDrawn="1"/>
        </p:nvSpPr>
        <p:spPr>
          <a:xfrm>
            <a:off x="1522412" y="22631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t>{{drug_name}}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D5A52F22-BE22-FBB4-C057-435CC5E7C1AF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t>({{drug_brand}})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A23E87B6-ECC2-6D7D-30C1-6B05E9E8A9F4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F41BE74F-2ED8-C795-6BB9-2F087DD6A570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378848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9266F-5A0E-DE49-BB26-3FE53AD0801F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86E92"/>
                </a:solidFill>
              </a:rPr>
              <a:t>{{</a:t>
            </a:r>
            <a:r>
              <a:rPr sz="12000" dirty="0" err="1">
                <a:solidFill>
                  <a:srgbClr val="586E92"/>
                </a:solidFill>
              </a:rPr>
              <a:t>section_number</a:t>
            </a:r>
            <a:r>
              <a:rPr sz="12000" dirty="0">
                <a:solidFill>
                  <a:srgbClr val="586E92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3D816-67DA-FBCE-F649-A58ECE947C59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D3959-A258-13C4-FA42-7FA969E84C54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B5F80-ECB0-15E7-79CA-28676DF58FEE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218157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EAAFF8C-A048-B07E-4958-4F6AF55A2AE9}"/>
              </a:ext>
            </a:extLst>
          </p:cNvPr>
          <p:cNvSpPr txBox="1"/>
          <p:nvPr userDrawn="1"/>
        </p:nvSpPr>
        <p:spPr>
          <a:xfrm>
            <a:off x="475488" y="64008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95000"/>
                  </a:schemeClr>
                </a:solidFill>
              </a:rPr>
              <a:t>guidelines_title</a:t>
            </a:r>
            <a:r>
              <a:rPr dirty="0">
                <a:solidFill>
                  <a:schemeClr val="tx1">
                    <a:lumMod val="95000"/>
                  </a:schemeClr>
                </a:solidFill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02285-1FAD-424D-11AC-BE707F1C692C}"/>
              </a:ext>
            </a:extLst>
          </p:cNvPr>
          <p:cNvSpPr txBox="1"/>
          <p:nvPr userDrawn="1"/>
        </p:nvSpPr>
        <p:spPr>
          <a:xfrm>
            <a:off x="5486400" y="676656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85000"/>
                  </a:schemeClr>
                </a:solidFill>
              </a:rPr>
              <a:t>guidelines_subtitle</a:t>
            </a:r>
            <a:r>
              <a:rPr dirty="0">
                <a:solidFill>
                  <a:schemeClr val="tx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EC80B-E692-A39B-A4FB-DE28053D5B59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E8E07-E0BA-2575-CF47-5C7DAECC03D4}"/>
              </a:ext>
            </a:extLst>
          </p:cNvPr>
          <p:cNvSpPr txBox="1"/>
          <p:nvPr userDrawn="1"/>
        </p:nvSpPr>
        <p:spPr>
          <a:xfrm>
            <a:off x="530352" y="12618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29EDE1-299F-D786-7908-F689D8C2B4E3}"/>
              </a:ext>
            </a:extLst>
          </p:cNvPr>
          <p:cNvSpPr txBox="1"/>
          <p:nvPr userDrawn="1"/>
        </p:nvSpPr>
        <p:spPr>
          <a:xfrm>
            <a:off x="32735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B73106-15B2-D1F5-570C-118C7AAD13E9}"/>
              </a:ext>
            </a:extLst>
          </p:cNvPr>
          <p:cNvSpPr txBox="1"/>
          <p:nvPr userDrawn="1"/>
        </p:nvSpPr>
        <p:spPr>
          <a:xfrm>
            <a:off x="46451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E07F1-297C-E12E-6CE0-D646B040A4A0}"/>
              </a:ext>
            </a:extLst>
          </p:cNvPr>
          <p:cNvSpPr txBox="1"/>
          <p:nvPr userDrawn="1"/>
        </p:nvSpPr>
        <p:spPr>
          <a:xfrm>
            <a:off x="6016752" y="12618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55EC86-B3A0-6AC6-B3A7-F94E20EDD953}"/>
              </a:ext>
            </a:extLst>
          </p:cNvPr>
          <p:cNvSpPr txBox="1"/>
          <p:nvPr userDrawn="1"/>
        </p:nvSpPr>
        <p:spPr>
          <a:xfrm>
            <a:off x="9217152" y="12618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D4FCA1-E71A-9844-FC34-C6F54659D66A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5365CD-FFA2-678F-C2B1-42272D19BF3B}"/>
              </a:ext>
            </a:extLst>
          </p:cNvPr>
          <p:cNvSpPr txBox="1"/>
          <p:nvPr userDrawn="1"/>
        </p:nvSpPr>
        <p:spPr>
          <a:xfrm>
            <a:off x="530352" y="16276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FFAB6B-9974-9C0B-99BF-B7A850A7C402}"/>
              </a:ext>
            </a:extLst>
          </p:cNvPr>
          <p:cNvSpPr txBox="1"/>
          <p:nvPr userDrawn="1"/>
        </p:nvSpPr>
        <p:spPr>
          <a:xfrm>
            <a:off x="32735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BA1AD-0DC4-4C2E-A42D-6271E1DFFA36}"/>
              </a:ext>
            </a:extLst>
          </p:cNvPr>
          <p:cNvSpPr txBox="1"/>
          <p:nvPr userDrawn="1"/>
        </p:nvSpPr>
        <p:spPr>
          <a:xfrm>
            <a:off x="46451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9FD547-FAB4-E509-80F2-6097ED3544D4}"/>
              </a:ext>
            </a:extLst>
          </p:cNvPr>
          <p:cNvSpPr txBox="1"/>
          <p:nvPr userDrawn="1"/>
        </p:nvSpPr>
        <p:spPr>
          <a:xfrm>
            <a:off x="6016752" y="16276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A52D4-9C40-53A3-37A2-221097C6923B}"/>
              </a:ext>
            </a:extLst>
          </p:cNvPr>
          <p:cNvSpPr txBox="1"/>
          <p:nvPr userDrawn="1"/>
        </p:nvSpPr>
        <p:spPr>
          <a:xfrm>
            <a:off x="9217152" y="16276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26DD6-48DC-C96C-DF1D-59238BED529B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C82971-8271-96E4-3CC6-CEE1C572612A}"/>
              </a:ext>
            </a:extLst>
          </p:cNvPr>
          <p:cNvSpPr txBox="1"/>
          <p:nvPr userDrawn="1"/>
        </p:nvSpPr>
        <p:spPr>
          <a:xfrm>
            <a:off x="530352" y="21305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1B0B1-1034-DA4E-3655-1B4FAF1B890D}"/>
              </a:ext>
            </a:extLst>
          </p:cNvPr>
          <p:cNvSpPr txBox="1"/>
          <p:nvPr userDrawn="1"/>
        </p:nvSpPr>
        <p:spPr>
          <a:xfrm>
            <a:off x="32735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D6A588-3088-4626-57BB-6B185CF4CFA1}"/>
              </a:ext>
            </a:extLst>
          </p:cNvPr>
          <p:cNvSpPr txBox="1"/>
          <p:nvPr userDrawn="1"/>
        </p:nvSpPr>
        <p:spPr>
          <a:xfrm>
            <a:off x="46451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357EAB-A5FF-115C-6C3E-696DB46AFB5B}"/>
              </a:ext>
            </a:extLst>
          </p:cNvPr>
          <p:cNvSpPr txBox="1"/>
          <p:nvPr userDrawn="1"/>
        </p:nvSpPr>
        <p:spPr>
          <a:xfrm>
            <a:off x="6016752" y="21305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DC9CD-A33E-6529-3724-39B2411223E0}"/>
              </a:ext>
            </a:extLst>
          </p:cNvPr>
          <p:cNvSpPr txBox="1"/>
          <p:nvPr userDrawn="1"/>
        </p:nvSpPr>
        <p:spPr>
          <a:xfrm>
            <a:off x="9217152" y="21305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CB158-C4D3-52DA-D746-CC4EB832D169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00E9A3-356C-0717-4E98-98996374D014}"/>
              </a:ext>
            </a:extLst>
          </p:cNvPr>
          <p:cNvSpPr txBox="1"/>
          <p:nvPr userDrawn="1"/>
        </p:nvSpPr>
        <p:spPr>
          <a:xfrm>
            <a:off x="530352" y="26334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8D28CB-23E8-5E28-2F47-C4B95A51109D}"/>
              </a:ext>
            </a:extLst>
          </p:cNvPr>
          <p:cNvSpPr txBox="1"/>
          <p:nvPr userDrawn="1"/>
        </p:nvSpPr>
        <p:spPr>
          <a:xfrm>
            <a:off x="32735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1B1477-CDDB-74D8-918E-C5F755158E3A}"/>
              </a:ext>
            </a:extLst>
          </p:cNvPr>
          <p:cNvSpPr txBox="1"/>
          <p:nvPr userDrawn="1"/>
        </p:nvSpPr>
        <p:spPr>
          <a:xfrm>
            <a:off x="46451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E97C02-13F7-F518-B3D9-86EFF26D3262}"/>
              </a:ext>
            </a:extLst>
          </p:cNvPr>
          <p:cNvSpPr txBox="1"/>
          <p:nvPr userDrawn="1"/>
        </p:nvSpPr>
        <p:spPr>
          <a:xfrm>
            <a:off x="6016752" y="26334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DC3DD-886A-C64B-56B1-CD2620BA0BEB}"/>
              </a:ext>
            </a:extLst>
          </p:cNvPr>
          <p:cNvSpPr txBox="1"/>
          <p:nvPr userDrawn="1"/>
        </p:nvSpPr>
        <p:spPr>
          <a:xfrm>
            <a:off x="9217152" y="26334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3B0CF4-ED0B-0AF7-83C0-21DD38D344D7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FA8B08-E876-6E37-346A-191BD18BD193}"/>
              </a:ext>
            </a:extLst>
          </p:cNvPr>
          <p:cNvSpPr txBox="1"/>
          <p:nvPr userDrawn="1"/>
        </p:nvSpPr>
        <p:spPr>
          <a:xfrm>
            <a:off x="530352" y="313639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7D5EDE-CF66-1263-F1E5-BE79059337AE}"/>
              </a:ext>
            </a:extLst>
          </p:cNvPr>
          <p:cNvSpPr txBox="1"/>
          <p:nvPr userDrawn="1"/>
        </p:nvSpPr>
        <p:spPr>
          <a:xfrm>
            <a:off x="32735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EDD9E-3021-8678-FC47-FDC088C7E5B5}"/>
              </a:ext>
            </a:extLst>
          </p:cNvPr>
          <p:cNvSpPr txBox="1"/>
          <p:nvPr userDrawn="1"/>
        </p:nvSpPr>
        <p:spPr>
          <a:xfrm>
            <a:off x="46451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A747AF-CDD0-EBF2-8D3C-E1B92F83FEB0}"/>
              </a:ext>
            </a:extLst>
          </p:cNvPr>
          <p:cNvSpPr txBox="1"/>
          <p:nvPr userDrawn="1"/>
        </p:nvSpPr>
        <p:spPr>
          <a:xfrm>
            <a:off x="6016752" y="313639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D20574-68F3-0849-5EB8-482CFDB57C03}"/>
              </a:ext>
            </a:extLst>
          </p:cNvPr>
          <p:cNvSpPr txBox="1"/>
          <p:nvPr userDrawn="1"/>
        </p:nvSpPr>
        <p:spPr>
          <a:xfrm>
            <a:off x="9217152" y="313639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953DCE9-AC18-BD22-1CEA-4BA3306FE3F4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FB69D7-5033-71CD-D093-695262D9E5B9}"/>
              </a:ext>
            </a:extLst>
          </p:cNvPr>
          <p:cNvSpPr txBox="1"/>
          <p:nvPr userDrawn="1"/>
        </p:nvSpPr>
        <p:spPr>
          <a:xfrm>
            <a:off x="530352" y="363931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680A73-76C4-4775-0366-92472E4DD61F}"/>
              </a:ext>
            </a:extLst>
          </p:cNvPr>
          <p:cNvSpPr txBox="1"/>
          <p:nvPr userDrawn="1"/>
        </p:nvSpPr>
        <p:spPr>
          <a:xfrm>
            <a:off x="32735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9B03E2-32CA-194F-26B5-05AF86AA76D2}"/>
              </a:ext>
            </a:extLst>
          </p:cNvPr>
          <p:cNvSpPr txBox="1"/>
          <p:nvPr userDrawn="1"/>
        </p:nvSpPr>
        <p:spPr>
          <a:xfrm>
            <a:off x="46451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DB84F2-DF8B-9BF0-A796-55DA59455AEC}"/>
              </a:ext>
            </a:extLst>
          </p:cNvPr>
          <p:cNvSpPr txBox="1"/>
          <p:nvPr userDrawn="1"/>
        </p:nvSpPr>
        <p:spPr>
          <a:xfrm>
            <a:off x="6016752" y="363931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26C0A5-5559-43E7-6B6A-98062C4C4D8E}"/>
              </a:ext>
            </a:extLst>
          </p:cNvPr>
          <p:cNvSpPr txBox="1"/>
          <p:nvPr userDrawn="1"/>
        </p:nvSpPr>
        <p:spPr>
          <a:xfrm>
            <a:off x="9217152" y="363931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9F3BEC-A527-91C7-2ABF-775DBBC6E47F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B74684-FFC6-2E7A-F7B2-7F2FBB078E9B}"/>
              </a:ext>
            </a:extLst>
          </p:cNvPr>
          <p:cNvSpPr txBox="1"/>
          <p:nvPr userDrawn="1"/>
        </p:nvSpPr>
        <p:spPr>
          <a:xfrm>
            <a:off x="530352" y="41422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9598A3-942A-9627-8C86-12431A7C4803}"/>
              </a:ext>
            </a:extLst>
          </p:cNvPr>
          <p:cNvSpPr txBox="1"/>
          <p:nvPr userDrawn="1"/>
        </p:nvSpPr>
        <p:spPr>
          <a:xfrm>
            <a:off x="32735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687CCB-B637-8EAA-BE76-1AE81DAA7396}"/>
              </a:ext>
            </a:extLst>
          </p:cNvPr>
          <p:cNvSpPr txBox="1"/>
          <p:nvPr userDrawn="1"/>
        </p:nvSpPr>
        <p:spPr>
          <a:xfrm>
            <a:off x="46451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5D27C-E8B6-2CA0-B38E-D98BDA9F05C3}"/>
              </a:ext>
            </a:extLst>
          </p:cNvPr>
          <p:cNvSpPr txBox="1"/>
          <p:nvPr userDrawn="1"/>
        </p:nvSpPr>
        <p:spPr>
          <a:xfrm>
            <a:off x="6016752" y="41422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2B1105-243C-7DF6-26D3-2FBF5D5C15F1}"/>
              </a:ext>
            </a:extLst>
          </p:cNvPr>
          <p:cNvSpPr txBox="1"/>
          <p:nvPr userDrawn="1"/>
        </p:nvSpPr>
        <p:spPr>
          <a:xfrm>
            <a:off x="9217152" y="41422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1B9135E-6414-2473-BA39-7CADCD3063A6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F902EA-6BB9-9D0F-E69C-BD2A158781F1}"/>
              </a:ext>
            </a:extLst>
          </p:cNvPr>
          <p:cNvSpPr txBox="1"/>
          <p:nvPr userDrawn="1"/>
        </p:nvSpPr>
        <p:spPr>
          <a:xfrm>
            <a:off x="530352" y="46451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C0DA2B-1CB5-B9E8-3D3F-9781D1AF20E4}"/>
              </a:ext>
            </a:extLst>
          </p:cNvPr>
          <p:cNvSpPr txBox="1"/>
          <p:nvPr userDrawn="1"/>
        </p:nvSpPr>
        <p:spPr>
          <a:xfrm>
            <a:off x="32735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82052B-ABD5-D483-6457-662BC566B923}"/>
              </a:ext>
            </a:extLst>
          </p:cNvPr>
          <p:cNvSpPr txBox="1"/>
          <p:nvPr userDrawn="1"/>
        </p:nvSpPr>
        <p:spPr>
          <a:xfrm>
            <a:off x="46451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85F228-8C53-4080-9026-11D8AE89DC4F}"/>
              </a:ext>
            </a:extLst>
          </p:cNvPr>
          <p:cNvSpPr txBox="1"/>
          <p:nvPr userDrawn="1"/>
        </p:nvSpPr>
        <p:spPr>
          <a:xfrm>
            <a:off x="6016752" y="46451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8AA56-FA2F-8ECD-B2F3-7B8000360FCA}"/>
              </a:ext>
            </a:extLst>
          </p:cNvPr>
          <p:cNvSpPr txBox="1"/>
          <p:nvPr userDrawn="1"/>
        </p:nvSpPr>
        <p:spPr>
          <a:xfrm>
            <a:off x="9217152" y="46451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913180E-8FE5-6AAF-3150-E4780EBD90E9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312AAF-27F1-FD5C-C64C-F75C0402964F}"/>
              </a:ext>
            </a:extLst>
          </p:cNvPr>
          <p:cNvSpPr txBox="1"/>
          <p:nvPr userDrawn="1"/>
        </p:nvSpPr>
        <p:spPr>
          <a:xfrm>
            <a:off x="530352" y="51480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984194-D158-550F-8B4C-19DE2418B8D8}"/>
              </a:ext>
            </a:extLst>
          </p:cNvPr>
          <p:cNvSpPr txBox="1"/>
          <p:nvPr userDrawn="1"/>
        </p:nvSpPr>
        <p:spPr>
          <a:xfrm>
            <a:off x="32735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C409E8-D530-F8E3-30D7-A6DF30654C9B}"/>
              </a:ext>
            </a:extLst>
          </p:cNvPr>
          <p:cNvSpPr txBox="1"/>
          <p:nvPr userDrawn="1"/>
        </p:nvSpPr>
        <p:spPr>
          <a:xfrm>
            <a:off x="46451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2803D9-05AE-FA36-54F9-37E11352D382}"/>
              </a:ext>
            </a:extLst>
          </p:cNvPr>
          <p:cNvSpPr txBox="1"/>
          <p:nvPr userDrawn="1"/>
        </p:nvSpPr>
        <p:spPr>
          <a:xfrm>
            <a:off x="6016752" y="51480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699D31-4639-6F3C-0B24-8AF59F0766C1}"/>
              </a:ext>
            </a:extLst>
          </p:cNvPr>
          <p:cNvSpPr txBox="1"/>
          <p:nvPr userDrawn="1"/>
        </p:nvSpPr>
        <p:spPr>
          <a:xfrm>
            <a:off x="9217152" y="51480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D1995F-5FA4-ABFC-204D-18A6A66ABC04}"/>
              </a:ext>
            </a:extLst>
          </p:cNvPr>
          <p:cNvSpPr txBox="1"/>
          <p:nvPr userDrawn="1"/>
        </p:nvSpPr>
        <p:spPr>
          <a:xfrm>
            <a:off x="457200" y="5760720"/>
            <a:ext cx="11274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</a:schemeClr>
                </a:solidFill>
              </a:rPr>
              <a:t>key_message</a:t>
            </a:r>
            <a:r>
              <a:rPr dirty="0">
                <a:solidFill>
                  <a:schemeClr val="tx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E8D4C4-1312-BD36-754E-935CEFA52116}"/>
              </a:ext>
            </a:extLst>
          </p:cNvPr>
          <p:cNvSpPr txBox="1"/>
          <p:nvPr userDrawn="1"/>
        </p:nvSpPr>
        <p:spPr>
          <a:xfrm>
            <a:off x="1600200" y="137160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50000"/>
                    <a:lumOff val="50000"/>
                  </a:schemeClr>
                </a:solidFill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894FBB-E974-F65B-BB59-582463105B80}"/>
              </a:ext>
            </a:extLst>
          </p:cNvPr>
          <p:cNvSpPr txBox="1"/>
          <p:nvPr userDrawn="1"/>
        </p:nvSpPr>
        <p:spPr>
          <a:xfrm>
            <a:off x="3566160" y="10972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>
                    <a:lumMod val="50000"/>
                    <a:lumOff val="50000"/>
                  </a:schemeClr>
                </a:solidFill>
              </a:rP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59613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E7CA2A23-C1D6-19C9-B386-4CC57FF6DE3B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2BA00E-5CA0-8EB9-B5F7-04A28350D7F0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2EECF-C655-AC55-FA22-4669EFD50164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0B93EF-9CFA-6CB4-5ADE-0B00E7672268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607CD1-8CD7-840C-C410-EF57A9524E74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14DBD-8B13-27F9-AD0B-0BB3400BD1A2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E868F-36F5-000E-EFD0-B687C9FD1283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B408D-EED7-2091-F5F4-665972739202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671225-4E9A-40AB-C1C2-722134B40637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B86951-0D85-6A53-549F-0A184E9EDF69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93775-38F4-8147-5BAA-69C64583D725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2AA7E-68E0-14DE-1922-1467DF643D57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A1FAF9-120E-744C-DCC5-092D5EA788FD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093ED4-4F25-A812-E86C-CD8D4D46C0CC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54C5D95F-9CA5-9E9E-ABBF-7039A7FB83EF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76BCD26-7606-95EC-C8EC-9C906A9D1696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D47B0B-4791-53BE-8F72-2FB3095F5A62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B611FE-9132-FD6E-3430-8112ED822833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660024-FA66-8ACF-3FEF-25865BE541AE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A08EC2-74D8-4568-B9AD-4443A29B35B7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8297C3-3BF2-4F4D-0C68-D75D3854322D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FBA46-535E-699E-C133-8C47BA954746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0A752A-671B-2B9E-9C03-47CEA9BC7339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80A2FC-FA5D-D427-302D-3470431F7617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B0FD63-7378-B84E-FF63-A29D78F13803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C10F-754C-0F7C-23D5-91CB39C7422B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4CCD57-4B33-0190-5309-EFAF6A4366C5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3BAB95-713A-D1E1-3BBD-C2473C9D2AF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3985258F-3CB0-241C-262A-513618800CE1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5A7309-3CE4-CA9D-C272-2D912B879E63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94ED3A-1E44-F1AC-A786-B454D0209F8C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5DD2CD-996F-953F-29AF-D155E704AB04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EF6056-FDCF-431E-61E3-8F023B47A415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075A89-1065-8F41-9F15-B6540C8CFEA0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40E84B-C7DF-5184-25C6-7EC5876A8C47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5374BA-0EFD-3282-1593-911709BE1129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5F67F9-4AB1-1182-6692-A0C5C46D4918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06BDF5-FEBA-9C86-1AC1-D19B7321261C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038D44-0244-EDF3-706D-D900B62A0B0A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C71871-9E0D-3A54-A975-493EA424D99F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9E8FB-F6D5-73FA-5F6A-6540D379A41D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EE609E-E60B-773C-D28C-978C1D932914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C0B2193F-30DC-BA85-DFA0-A287D5457D96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D769CE6-017B-31DF-1AA1-A15DE963225A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7320FF-8524-9780-07C6-2A46A5AA25B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E936FF-91C2-7CC6-4E86-017270636F96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78080-6B81-04FB-B1C6-9526ACB37CE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E5BE9E-FDAB-A6E3-9736-1E6C8CAC593E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E3E05A-2814-1372-3BA1-B805D6BCEEA8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6478C3-20FD-9C11-FC5C-7DD45E3F480B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37769-66F3-115A-63EC-A85986B0549A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EA6DFB-4E43-D9AF-E3DA-8CB4418CEA14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CFA548-EC4B-9C67-EDF4-E7C3776A5FC4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D3F02-30AD-54D1-C5A2-53BE6C3F6E44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E47283-8521-1C2B-B475-BF623094CA3B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C77C2B-A6C2-18C2-4195-6F1831C5C665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0E91D6-04B9-08FA-EDF6-C615B3E3F34B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5BBE06-B8B9-D600-BD2D-98D2D81346C7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7030A0"/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93E6A5-2DC9-D7DE-C108-57B0FD5B7EB4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{{</a:t>
            </a:r>
            <a:r>
              <a:rPr sz="1100" dirty="0" err="1">
                <a:solidFill>
                  <a:schemeClr val="tx1">
                    <a:lumMod val="50000"/>
                  </a:schemeClr>
                </a:solidFill>
              </a:rPr>
              <a:t>drug_label</a:t>
            </a: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872803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F3963-7AC2-332E-CF72-A7B432FAD9D7}"/>
              </a:ext>
            </a:extLst>
          </p:cNvPr>
          <p:cNvSpPr txBox="1"/>
          <p:nvPr userDrawn="1"/>
        </p:nvSpPr>
        <p:spPr>
          <a:xfrm>
            <a:off x="1445768" y="150722"/>
            <a:ext cx="1752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1100" dirty="0">
                <a:solidFill>
                  <a:srgbClr val="3A4961"/>
                </a:solidFill>
              </a:rPr>
              <a:t>EXECUTIVE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30133-76D3-EECF-2513-45C50DD57854}"/>
              </a:ext>
            </a:extLst>
          </p:cNvPr>
          <p:cNvSpPr txBox="1"/>
          <p:nvPr userDrawn="1"/>
        </p:nvSpPr>
        <p:spPr>
          <a:xfrm>
            <a:off x="3381600" y="13243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drug_label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A7CD16-8FB9-683E-AD45-2DBA7DDCF9DB}"/>
              </a:ext>
            </a:extLst>
          </p:cNvPr>
          <p:cNvSpPr txBox="1"/>
          <p:nvPr userDrawn="1"/>
        </p:nvSpPr>
        <p:spPr>
          <a:xfrm>
            <a:off x="8868000" y="15072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phase_badge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815D6C-A48A-1F86-8301-713550537906}"/>
              </a:ext>
            </a:extLst>
          </p:cNvPr>
          <p:cNvSpPr txBox="1"/>
          <p:nvPr userDrawn="1"/>
        </p:nvSpPr>
        <p:spPr>
          <a:xfrm>
            <a:off x="10056720" y="150722"/>
            <a:ext cx="11887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CD34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scope_badge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A1B2F87-1402-BE14-FE52-60630C485978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D9D9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4155F-8FF1-0F22-EC5A-5346A26AB19B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KEY MESSAGE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E0008-7D41-8386-1A08-F63F2EB83433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{{</a:t>
            </a:r>
            <a:r>
              <a:rPr dirty="0" err="1">
                <a:solidFill>
                  <a:schemeClr val="bg1"/>
                </a:solidFill>
              </a:rPr>
              <a:t>key_message</a:t>
            </a:r>
            <a:r>
              <a:rPr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98E466E4-1398-947D-6620-455FC1679618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B9915B-38AC-2B30-9562-44A3FA4A9508}"/>
              </a:ext>
            </a:extLst>
          </p:cNvPr>
          <p:cNvSpPr/>
          <p:nvPr userDrawn="1"/>
        </p:nvSpPr>
        <p:spPr>
          <a:xfrm>
            <a:off x="155449" y="1517052"/>
            <a:ext cx="45719" cy="7232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584641-E81E-275A-A6E4-2E96A4D5F29D}"/>
              </a:ext>
            </a:extLst>
          </p:cNvPr>
          <p:cNvSpPr txBox="1"/>
          <p:nvPr userDrawn="1"/>
        </p:nvSpPr>
        <p:spPr>
          <a:xfrm>
            <a:off x="292608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2FBFBC-C496-B561-2379-3BB33CFBD19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80350A-368C-FFE2-0084-3B3432554863}"/>
              </a:ext>
            </a:extLst>
          </p:cNvPr>
          <p:cNvSpPr txBox="1"/>
          <p:nvPr userDrawn="1"/>
        </p:nvSpPr>
        <p:spPr>
          <a:xfrm>
            <a:off x="292608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{{kpi_1_detail}}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544209-138E-64FF-37E9-FB457740D9F1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21" name="Rounded Rectangle 23">
            <a:extLst>
              <a:ext uri="{FF2B5EF4-FFF2-40B4-BE49-F238E27FC236}">
                <a16:creationId xmlns:a16="http://schemas.microsoft.com/office/drawing/2014/main" id="{A87510A2-5D31-7487-B493-EED0F74C7066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A247FC-4D5E-7B58-9D02-C3642089E363}"/>
              </a:ext>
            </a:extLst>
          </p:cNvPr>
          <p:cNvSpPr/>
          <p:nvPr userDrawn="1"/>
        </p:nvSpPr>
        <p:spPr>
          <a:xfrm>
            <a:off x="3138678" y="1517052"/>
            <a:ext cx="45719" cy="7232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D8B23D-0AFB-00D8-1ABF-00AB45CCC702}"/>
              </a:ext>
            </a:extLst>
          </p:cNvPr>
          <p:cNvSpPr txBox="1"/>
          <p:nvPr userDrawn="1"/>
        </p:nvSpPr>
        <p:spPr>
          <a:xfrm>
            <a:off x="3284982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39D6B-76C4-47C6-67B1-93323AB9F715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92E2CF-7FDE-FA7D-744B-57867CEE5184}"/>
              </a:ext>
            </a:extLst>
          </p:cNvPr>
          <p:cNvSpPr txBox="1"/>
          <p:nvPr userDrawn="1"/>
        </p:nvSpPr>
        <p:spPr>
          <a:xfrm>
            <a:off x="3284982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{{kpi_2_detail}}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5D474-EB4A-78FF-4A7F-8CF90BB259CD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27" name="Rounded Rectangle 29">
            <a:extLst>
              <a:ext uri="{FF2B5EF4-FFF2-40B4-BE49-F238E27FC236}">
                <a16:creationId xmlns:a16="http://schemas.microsoft.com/office/drawing/2014/main" id="{88A0A224-9532-E56A-9E83-FF6982B1E6DC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7D6FD9-90AB-D37A-A88D-760CC63714F8}"/>
              </a:ext>
            </a:extLst>
          </p:cNvPr>
          <p:cNvSpPr/>
          <p:nvPr userDrawn="1"/>
        </p:nvSpPr>
        <p:spPr>
          <a:xfrm>
            <a:off x="6140197" y="1517052"/>
            <a:ext cx="45719" cy="682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1CBD9-A41D-4E75-F747-4785BD56D81D}"/>
              </a:ext>
            </a:extLst>
          </p:cNvPr>
          <p:cNvSpPr txBox="1"/>
          <p:nvPr userDrawn="1"/>
        </p:nvSpPr>
        <p:spPr>
          <a:xfrm>
            <a:off x="6277356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{{kpi_3_label}}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4B22D1-AFD4-9B45-A5E4-9C036FE49405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05AEEE-778F-2197-1C2A-1BF056589C3A}"/>
              </a:ext>
            </a:extLst>
          </p:cNvPr>
          <p:cNvSpPr txBox="1"/>
          <p:nvPr userDrawn="1"/>
        </p:nvSpPr>
        <p:spPr>
          <a:xfrm>
            <a:off x="6277356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C3162D-3285-191B-BD3E-2D5D3E54518B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33" name="Rounded Rectangle 35">
            <a:extLst>
              <a:ext uri="{FF2B5EF4-FFF2-40B4-BE49-F238E27FC236}">
                <a16:creationId xmlns:a16="http://schemas.microsoft.com/office/drawing/2014/main" id="{8F6F6D4C-322D-1661-58CD-44F079BE4212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4BC39E-F706-CF26-AE0A-3ECAEAF1262C}"/>
              </a:ext>
            </a:extLst>
          </p:cNvPr>
          <p:cNvSpPr/>
          <p:nvPr userDrawn="1"/>
        </p:nvSpPr>
        <p:spPr>
          <a:xfrm>
            <a:off x="9123426" y="1522898"/>
            <a:ext cx="45719" cy="67080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13C5E-7424-B63D-5FE5-B27AAE8EACFC}"/>
              </a:ext>
            </a:extLst>
          </p:cNvPr>
          <p:cNvSpPr txBox="1"/>
          <p:nvPr userDrawn="1"/>
        </p:nvSpPr>
        <p:spPr>
          <a:xfrm>
            <a:off x="9269730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{{kpi_4_label}}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47DAA4-F320-8AEF-789D-CB226EBB58C9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0695C7-6EDB-DEDC-B630-DCB976AC545A}"/>
              </a:ext>
            </a:extLst>
          </p:cNvPr>
          <p:cNvSpPr txBox="1"/>
          <p:nvPr userDrawn="1"/>
        </p:nvSpPr>
        <p:spPr>
          <a:xfrm>
            <a:off x="9269730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{{kpi_4_detail}}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B8E158-3E1D-E5F5-FDA6-580F67D1C1FC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9" name="Rounded Rectangle 41">
            <a:extLst>
              <a:ext uri="{FF2B5EF4-FFF2-40B4-BE49-F238E27FC236}">
                <a16:creationId xmlns:a16="http://schemas.microsoft.com/office/drawing/2014/main" id="{6B30529D-ABD5-715B-914A-F53BF8ACC07E}"/>
              </a:ext>
            </a:extLst>
          </p:cNvPr>
          <p:cNvSpPr/>
          <p:nvPr userDrawn="1"/>
        </p:nvSpPr>
        <p:spPr>
          <a:xfrm>
            <a:off x="164592" y="2857057"/>
            <a:ext cx="5865876" cy="3589462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2349A5-81D9-E38F-766B-71B21BEF4D84}"/>
              </a:ext>
            </a:extLst>
          </p:cNvPr>
          <p:cNvSpPr/>
          <p:nvPr userDrawn="1"/>
        </p:nvSpPr>
        <p:spPr>
          <a:xfrm>
            <a:off x="164592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B9B3F6-3312-6E9A-48AF-96FE7D56E2F7}"/>
              </a:ext>
            </a:extLst>
          </p:cNvPr>
          <p:cNvSpPr/>
          <p:nvPr userDrawn="1"/>
        </p:nvSpPr>
        <p:spPr>
          <a:xfrm>
            <a:off x="351600" y="2683320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F854E2-38CF-D954-A3CD-96DC9F2A5B23}"/>
              </a:ext>
            </a:extLst>
          </p:cNvPr>
          <p:cNvSpPr txBox="1"/>
          <p:nvPr userDrawn="1"/>
        </p:nvSpPr>
        <p:spPr>
          <a:xfrm>
            <a:off x="292608" y="323486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9A129C-D4B6-2CA2-95AE-4D027913C379}"/>
              </a:ext>
            </a:extLst>
          </p:cNvPr>
          <p:cNvSpPr txBox="1"/>
          <p:nvPr userDrawn="1"/>
        </p:nvSpPr>
        <p:spPr>
          <a:xfrm>
            <a:off x="457200" y="320277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9CF7A3-A9A7-DB0C-A0E0-231BD3DA5599}"/>
              </a:ext>
            </a:extLst>
          </p:cNvPr>
          <p:cNvSpPr txBox="1"/>
          <p:nvPr userDrawn="1"/>
        </p:nvSpPr>
        <p:spPr>
          <a:xfrm>
            <a:off x="292608" y="360286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2AEA86-F15D-3823-6D48-89D4FBC050D1}"/>
              </a:ext>
            </a:extLst>
          </p:cNvPr>
          <p:cNvSpPr txBox="1"/>
          <p:nvPr userDrawn="1"/>
        </p:nvSpPr>
        <p:spPr>
          <a:xfrm>
            <a:off x="457200" y="358682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{{finding_2}}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DED803-8187-4970-A973-AA06B25D0CE5}"/>
              </a:ext>
            </a:extLst>
          </p:cNvPr>
          <p:cNvSpPr txBox="1"/>
          <p:nvPr userDrawn="1"/>
        </p:nvSpPr>
        <p:spPr>
          <a:xfrm>
            <a:off x="292608" y="398691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596A49-21F1-FE40-3920-958BB4CDA300}"/>
              </a:ext>
            </a:extLst>
          </p:cNvPr>
          <p:cNvSpPr txBox="1"/>
          <p:nvPr userDrawn="1"/>
        </p:nvSpPr>
        <p:spPr>
          <a:xfrm>
            <a:off x="457200" y="397087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{{finding_3}}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E91A21-171F-DB00-0873-6BCFFAE636A6}"/>
              </a:ext>
            </a:extLst>
          </p:cNvPr>
          <p:cNvSpPr txBox="1"/>
          <p:nvPr userDrawn="1"/>
        </p:nvSpPr>
        <p:spPr>
          <a:xfrm>
            <a:off x="292608" y="438700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80009-B686-9E63-497A-7FACC33C7299}"/>
              </a:ext>
            </a:extLst>
          </p:cNvPr>
          <p:cNvSpPr txBox="1"/>
          <p:nvPr userDrawn="1"/>
        </p:nvSpPr>
        <p:spPr>
          <a:xfrm>
            <a:off x="457200" y="435492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{{finding_4}}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089293-600F-F580-683F-8F18937C5407}"/>
              </a:ext>
            </a:extLst>
          </p:cNvPr>
          <p:cNvSpPr txBox="1"/>
          <p:nvPr userDrawn="1"/>
        </p:nvSpPr>
        <p:spPr>
          <a:xfrm>
            <a:off x="292608" y="47710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4B12A7-3905-8A56-5C94-1738036EFE3D}"/>
              </a:ext>
            </a:extLst>
          </p:cNvPr>
          <p:cNvSpPr txBox="1"/>
          <p:nvPr userDrawn="1"/>
        </p:nvSpPr>
        <p:spPr>
          <a:xfrm>
            <a:off x="457200" y="473896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{{finding_5}}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9CC46D50-7068-A229-DFA0-F0A326E8433E}"/>
              </a:ext>
            </a:extLst>
          </p:cNvPr>
          <p:cNvSpPr/>
          <p:nvPr userDrawn="1"/>
        </p:nvSpPr>
        <p:spPr>
          <a:xfrm>
            <a:off x="6158483" y="2836872"/>
            <a:ext cx="5865876" cy="3609647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9206875-AC39-097E-73CF-279D79B016CB}"/>
              </a:ext>
            </a:extLst>
          </p:cNvPr>
          <p:cNvSpPr/>
          <p:nvPr userDrawn="1"/>
        </p:nvSpPr>
        <p:spPr>
          <a:xfrm>
            <a:off x="6158483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224FEEB-A0EB-4706-EB53-9B85169B44B2}"/>
              </a:ext>
            </a:extLst>
          </p:cNvPr>
          <p:cNvSpPr/>
          <p:nvPr userDrawn="1"/>
        </p:nvSpPr>
        <p:spPr>
          <a:xfrm>
            <a:off x="6286499" y="2673488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477F0E-AACD-717D-E331-438E618420A9}"/>
              </a:ext>
            </a:extLst>
          </p:cNvPr>
          <p:cNvSpPr/>
          <p:nvPr userDrawn="1"/>
        </p:nvSpPr>
        <p:spPr>
          <a:xfrm>
            <a:off x="6286499" y="330908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21BBC-5E81-62E3-85D7-C24D8F7435D4}"/>
              </a:ext>
            </a:extLst>
          </p:cNvPr>
          <p:cNvSpPr txBox="1"/>
          <p:nvPr userDrawn="1"/>
        </p:nvSpPr>
        <p:spPr>
          <a:xfrm>
            <a:off x="6377938" y="320368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2D694A-3884-879A-2668-03D13B1B06A3}"/>
              </a:ext>
            </a:extLst>
          </p:cNvPr>
          <p:cNvSpPr txBox="1"/>
          <p:nvPr userDrawn="1"/>
        </p:nvSpPr>
        <p:spPr>
          <a:xfrm>
            <a:off x="6377939" y="343382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{{impl_1_text}}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F13A1E2-A951-A8FC-5938-8664DD989754}"/>
              </a:ext>
            </a:extLst>
          </p:cNvPr>
          <p:cNvSpPr/>
          <p:nvPr userDrawn="1"/>
        </p:nvSpPr>
        <p:spPr>
          <a:xfrm>
            <a:off x="6286499" y="384475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EDED9C-F4C5-9B53-D95F-F9B04979FBA5}"/>
              </a:ext>
            </a:extLst>
          </p:cNvPr>
          <p:cNvSpPr txBox="1"/>
          <p:nvPr userDrawn="1"/>
        </p:nvSpPr>
        <p:spPr>
          <a:xfrm>
            <a:off x="6377937" y="373935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CE7416-D306-7DF1-A28A-D1BDDA570DFB}"/>
              </a:ext>
            </a:extLst>
          </p:cNvPr>
          <p:cNvSpPr txBox="1"/>
          <p:nvPr userDrawn="1"/>
        </p:nvSpPr>
        <p:spPr>
          <a:xfrm>
            <a:off x="6377939" y="396949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{{impl_2_text}}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AEA924-39D4-A5F4-6E21-B5474D6FE061}"/>
              </a:ext>
            </a:extLst>
          </p:cNvPr>
          <p:cNvSpPr/>
          <p:nvPr userDrawn="1"/>
        </p:nvSpPr>
        <p:spPr>
          <a:xfrm>
            <a:off x="6286499" y="438301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2F3E6E-05FB-4508-45A7-226809A49DC5}"/>
              </a:ext>
            </a:extLst>
          </p:cNvPr>
          <p:cNvSpPr txBox="1"/>
          <p:nvPr userDrawn="1"/>
        </p:nvSpPr>
        <p:spPr>
          <a:xfrm>
            <a:off x="6377938" y="427761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BEA73-2DE2-FB6B-BA50-8D0F6FC5DA06}"/>
              </a:ext>
            </a:extLst>
          </p:cNvPr>
          <p:cNvSpPr txBox="1"/>
          <p:nvPr userDrawn="1"/>
        </p:nvSpPr>
        <p:spPr>
          <a:xfrm>
            <a:off x="6377939" y="450775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{{impl_3_text}}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E7BCA58-2410-57E3-D68B-692A15CFC508}"/>
              </a:ext>
            </a:extLst>
          </p:cNvPr>
          <p:cNvSpPr/>
          <p:nvPr userDrawn="1"/>
        </p:nvSpPr>
        <p:spPr>
          <a:xfrm>
            <a:off x="6286499" y="491144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D2934E-27C5-0AC9-8C90-0B7D38EA5AAB}"/>
              </a:ext>
            </a:extLst>
          </p:cNvPr>
          <p:cNvSpPr txBox="1"/>
          <p:nvPr userDrawn="1"/>
        </p:nvSpPr>
        <p:spPr>
          <a:xfrm>
            <a:off x="6377938" y="480604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47D685-3200-E0E2-BA8A-50115E43587E}"/>
              </a:ext>
            </a:extLst>
          </p:cNvPr>
          <p:cNvSpPr txBox="1"/>
          <p:nvPr userDrawn="1"/>
        </p:nvSpPr>
        <p:spPr>
          <a:xfrm>
            <a:off x="6377939" y="503617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{{impl_4_text}}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B4E8E3B-81A7-1487-0436-885E3194E1FD}"/>
              </a:ext>
            </a:extLst>
          </p:cNvPr>
          <p:cNvSpPr/>
          <p:nvPr userDrawn="1"/>
        </p:nvSpPr>
        <p:spPr>
          <a:xfrm>
            <a:off x="6286499" y="543986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F14F64-B9F5-FD7E-C474-780EBF17CD85}"/>
              </a:ext>
            </a:extLst>
          </p:cNvPr>
          <p:cNvSpPr txBox="1"/>
          <p:nvPr userDrawn="1"/>
        </p:nvSpPr>
        <p:spPr>
          <a:xfrm>
            <a:off x="6377938" y="533446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8CC44E-850E-4FD7-2733-D96FA948BF7D}"/>
              </a:ext>
            </a:extLst>
          </p:cNvPr>
          <p:cNvSpPr txBox="1"/>
          <p:nvPr userDrawn="1"/>
        </p:nvSpPr>
        <p:spPr>
          <a:xfrm>
            <a:off x="6377939" y="556460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{{impl_5_text}}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8F668EC-1A87-6C5C-B4EB-0D3FD5F1B86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CE36662-26B6-BAE0-05D7-D1FEDF37A74B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35E5A2-8B27-D577-923D-865CB6B354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4E25C3-14F3-FE43-3198-6B0056577E34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A7CE2-B758-0041-DBDD-28555229730E}"/>
              </a:ext>
            </a:extLst>
          </p:cNvPr>
          <p:cNvSpPr txBox="1"/>
          <p:nvPr userDrawn="1"/>
        </p:nvSpPr>
        <p:spPr>
          <a:xfrm>
            <a:off x="441664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Key Findings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AF2C70-28AC-06A4-912E-C997A68D4C43}"/>
              </a:ext>
            </a:extLst>
          </p:cNvPr>
          <p:cNvSpPr txBox="1"/>
          <p:nvPr userDrawn="1"/>
        </p:nvSpPr>
        <p:spPr>
          <a:xfrm>
            <a:off x="6396227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Implications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2534263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0591-5264-4AB0-D8BD-5AD5C181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4180C-7B1B-D59C-51D4-FD633FFC6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CE833-01AE-4263-75B8-C11B272DE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62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C2942D-54B8-8939-F9A8-FF6522D7FC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3" y="1681163"/>
            <a:ext cx="51816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E6DC9B-0E0F-B2AE-C955-FE56A08130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3" y="2505075"/>
            <a:ext cx="51816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7C202-2E08-1146-F7B0-BEDB808C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14EA79-784F-0B29-698A-4D5044F9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488194-35FF-9929-9DD4-B7C44607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01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54C1-6BE0-D381-AA25-4E77EFDE6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5A2E88-2CDC-2615-82C0-71EC2912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304FD4-2332-315B-CFC2-5E24A5B6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72652-6CE6-61F1-D930-B3522EC3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270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42A2B3-C831-4204-7E4A-10516D2A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35451E-0D93-9100-34EF-F025E3EC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B21EA-2989-7AA1-33C1-BC99EA68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221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269B-BEEE-CFCA-95CB-08563894E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1BD96-57DA-60C5-DDC3-62927F757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B67D93-6256-767A-BEF2-CC085B751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7F1F3-4EC4-B487-752F-B18D87C4D1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27484-90FF-718F-9E6E-1ACBA2E80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47-CC30-9F03-79CF-3E6E3EC5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7302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A17BB-843A-5B9C-E7A9-DBE0B0CE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070E78-9EE0-60D7-EC37-573DA4026B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F609B-018F-3E78-5DC6-CE878D19D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A6E59-E2DB-29D4-2D08-4C9A3BE2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EA6DB-EED7-CA08-C48B-1EAC2551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BFD3F-52E0-7D12-1C31-CAAD551E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8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F2E37-31E0-E7E4-5FC1-4470EC2E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42D32-AB77-25CB-811A-40DA79737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B9A7E-E7ED-C00C-F847-E058C9A0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0A379-8F21-6D6D-FA46-08620E976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8F57-0D9D-83CD-3904-BA0E126CE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2654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B3DBFD-8B44-E09E-5631-989F9FE3F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13" y="365125"/>
            <a:ext cx="2627312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28E3A4-24C1-5604-2C63-F817C9EB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2713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89983-2152-F1DC-2A21-F59D84F760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878AB-8726-5F92-26C3-11D20B815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ACA67-C460-B387-C501-7F10619BC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112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({{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154563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DCEC8-5E35-5BF9-4750-460D01343F3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8EBA9C-1E35-4AF8-4604-C05E6E6592E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0F1F5-07A8-33E0-5FE3-DCB8881D58C3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ED6F9A86-0643-A237-C2C9-8A6B09521529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E98B2C-5737-309D-12A2-3C841A5E6F46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{{kpi_1_value}}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DC17D8-8960-7A94-67B9-AFEA25515520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12" name="Rounded Rectangle 12">
            <a:extLst>
              <a:ext uri="{FF2B5EF4-FFF2-40B4-BE49-F238E27FC236}">
                <a16:creationId xmlns:a16="http://schemas.microsoft.com/office/drawing/2014/main" id="{F1FD31C7-7B8A-901A-CC53-6EF940154611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B59B9D-1FFC-02C5-5B47-D28C0C91BC7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92AEB-D6B7-4CCA-B073-DE3109186E69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Rounded Rectangle 15">
            <a:extLst>
              <a:ext uri="{FF2B5EF4-FFF2-40B4-BE49-F238E27FC236}">
                <a16:creationId xmlns:a16="http://schemas.microsoft.com/office/drawing/2014/main" id="{E75FDDA4-FF79-8BD9-41B6-AEFF5A29C7C7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2AB147-68D8-F8EE-DEEB-E77106DF3258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330D43-5767-FAC3-CF4D-01D02610B9DC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812A761C-3203-2608-1AC5-ED1C274E997F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409A6D-A8A5-7D11-CEC5-F974037D36B3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EC3902-9EF8-E406-D60E-E4E44368CD4A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{{kpi_4_label}}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50B581E-2B11-8AF6-177F-8C060EA558A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233172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{{col_5_header}}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4750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022694-D988-78F5-3CD5-C8797BABB71A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E1C3F0-D77F-90AF-3ECE-0FBC2DD8B202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6EED7-D811-493C-F7D5-59C9BF2269FD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B76B54C-C00C-3C3B-BAB5-071A29040B7C}"/>
              </a:ext>
            </a:extLst>
          </p:cNvPr>
          <p:cNvSpPr/>
          <p:nvPr userDrawn="1"/>
        </p:nvSpPr>
        <p:spPr>
          <a:xfrm>
            <a:off x="457200" y="1417320"/>
            <a:ext cx="5486400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94141-0069-820C-4DE4-28E02444555F}"/>
              </a:ext>
            </a:extLst>
          </p:cNvPr>
          <p:cNvSpPr txBox="1"/>
          <p:nvPr userDrawn="1"/>
        </p:nvSpPr>
        <p:spPr>
          <a:xfrm>
            <a:off x="640080" y="15544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{{chart_title}}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F60F2F-958B-7C0A-483A-8ACAE773F9B9}"/>
              </a:ext>
            </a:extLst>
          </p:cNvPr>
          <p:cNvSpPr txBox="1"/>
          <p:nvPr userDrawn="1"/>
        </p:nvSpPr>
        <p:spPr>
          <a:xfrm>
            <a:off x="640080" y="1920240"/>
            <a:ext cx="5029200" cy="4023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{{CHART_AREA}}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9D2416F-C565-74C9-8EF8-05ACD4C60CE6}"/>
              </a:ext>
            </a:extLst>
          </p:cNvPr>
          <p:cNvSpPr/>
          <p:nvPr userDrawn="1"/>
        </p:nvSpPr>
        <p:spPr>
          <a:xfrm>
            <a:off x="6126480" y="1417320"/>
            <a:ext cx="5605272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EE1DF-9A2F-A9AD-C0F0-CF18A31CB452}"/>
              </a:ext>
            </a:extLst>
          </p:cNvPr>
          <p:cNvSpPr txBox="1"/>
          <p:nvPr userDrawn="1"/>
        </p:nvSpPr>
        <p:spPr>
          <a:xfrm>
            <a:off x="6309360" y="15544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{{commentary_title}}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F0C40-D157-F626-1F59-7BB196C91511}"/>
              </a:ext>
            </a:extLst>
          </p:cNvPr>
          <p:cNvSpPr txBox="1"/>
          <p:nvPr userDrawn="1"/>
        </p:nvSpPr>
        <p:spPr>
          <a:xfrm>
            <a:off x="6309360" y="196596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{{finding_1}}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558815-5A6E-EDF3-E30E-93B09C0E988A}"/>
              </a:ext>
            </a:extLst>
          </p:cNvPr>
          <p:cNvSpPr txBox="1"/>
          <p:nvPr userDrawn="1"/>
        </p:nvSpPr>
        <p:spPr>
          <a:xfrm>
            <a:off x="6309360" y="2350008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{{finding_2}}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A2733-F6FE-3D27-2785-A7B81F7AAD23}"/>
              </a:ext>
            </a:extLst>
          </p:cNvPr>
          <p:cNvSpPr txBox="1"/>
          <p:nvPr userDrawn="1"/>
        </p:nvSpPr>
        <p:spPr>
          <a:xfrm>
            <a:off x="6309360" y="2734056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ECF11-418E-4D74-A119-54B7AAED601B}"/>
              </a:ext>
            </a:extLst>
          </p:cNvPr>
          <p:cNvSpPr txBox="1"/>
          <p:nvPr userDrawn="1"/>
        </p:nvSpPr>
        <p:spPr>
          <a:xfrm>
            <a:off x="6309360" y="3118103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{{finding_4}}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5E1AE7-2FAF-04E8-9F5E-0C05AC6D549A}"/>
              </a:ext>
            </a:extLst>
          </p:cNvPr>
          <p:cNvSpPr txBox="1"/>
          <p:nvPr userDrawn="1"/>
        </p:nvSpPr>
        <p:spPr>
          <a:xfrm>
            <a:off x="6309360" y="3502151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{{finding_5}}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7C2F-1864-5FD1-B72B-B432D5C18C5A}"/>
              </a:ext>
            </a:extLst>
          </p:cNvPr>
          <p:cNvSpPr txBox="1"/>
          <p:nvPr userDrawn="1"/>
        </p:nvSpPr>
        <p:spPr>
          <a:xfrm>
            <a:off x="6309360" y="56692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4748B"/>
                </a:solidFill>
                <a:latin typeface="Arial"/>
              </a:defRPr>
            </a:pPr>
            <a:r>
              <a:t>{{commentary_source}}</a:t>
            </a:r>
          </a:p>
        </p:txBody>
      </p:sp>
    </p:spTree>
    <p:extLst>
      <p:ext uri="{BB962C8B-B14F-4D97-AF65-F5344CB8AC3E}">
        <p14:creationId xmlns:p14="http://schemas.microsoft.com/office/powerpoint/2010/main" val="938944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3F3536-AD2C-1963-0046-09895CF35F0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368555-8E60-37D9-564B-D730F55BE737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6AD95-9293-0A0E-9D76-78CFE0FD1E7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F2F136-1302-A485-636C-0A0C2E642C37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C6C2FC6A-6A42-FA93-0ED4-767BB2951583}"/>
              </a:ext>
            </a:extLst>
          </p:cNvPr>
          <p:cNvSpPr/>
          <p:nvPr userDrawn="1"/>
        </p:nvSpPr>
        <p:spPr>
          <a:xfrm>
            <a:off x="457200" y="4846320"/>
            <a:ext cx="11274552" cy="1280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C8CE2A-FB1C-5EC2-D162-FC7A3D112D55}"/>
              </a:ext>
            </a:extLst>
          </p:cNvPr>
          <p:cNvSpPr/>
          <p:nvPr userDrawn="1"/>
        </p:nvSpPr>
        <p:spPr>
          <a:xfrm>
            <a:off x="457200" y="4846320"/>
            <a:ext cx="73152" cy="128016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792D6E-1628-3B33-C9D0-E00080B1CBB2}"/>
              </a:ext>
            </a:extLst>
          </p:cNvPr>
          <p:cNvSpPr txBox="1"/>
          <p:nvPr userDrawn="1"/>
        </p:nvSpPr>
        <p:spPr>
          <a:xfrm>
            <a:off x="731520" y="49834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F5F7E"/>
                </a:solidFill>
                <a:latin typeface="Arial"/>
              </a:defRPr>
            </a:pPr>
            <a:r>
              <a:t>{{ae_takeaway_label}}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12615-8F0C-B6C6-4287-6047A1056980}"/>
              </a:ext>
            </a:extLst>
          </p:cNvPr>
          <p:cNvSpPr txBox="1"/>
          <p:nvPr userDrawn="1"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{{ae_takeaway_text}}</a:t>
            </a:r>
          </a:p>
        </p:txBody>
      </p:sp>
    </p:spTree>
    <p:extLst>
      <p:ext uri="{BB962C8B-B14F-4D97-AF65-F5344CB8AC3E}">
        <p14:creationId xmlns:p14="http://schemas.microsoft.com/office/powerpoint/2010/main" val="17362421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Risk_Benefi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5F0FA-74BD-8C6C-C97F-2837A6188479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FE79EB-A4AF-7C7D-965F-6E6E4BFAB7B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CDDEB3-7A86-9CF3-385A-D49D7DE649E6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2F0D3401-A589-C81E-7BFF-3A836C87E1EE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B9347-C245-2C8C-937A-E233200F1AAC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{{rb_kpi_1_value}}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C9F197-4BCF-DD3A-73E7-F82E75C0926B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{{rb_kpi_1_label}}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DC6B666-B3FD-F8D5-647B-B283285D5870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8539E-B644-1AE9-6FA9-E18E98B286B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{{rb_kpi_2_value}}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F0AF7-AE7C-7EFA-01A2-688E1363E08A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{{rb_kpi_2_label}}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7EE1B73F-5B65-F1D7-2E9C-CAA77BC27B28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8F3CED-309C-1007-43F9-64C8F5AB35E0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{{rb_kpi_3_value}}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DB3789-0918-0ACE-974F-12257361CB96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{{rb_kpi_3_label}}</a:t>
            </a:r>
          </a:p>
        </p:txBody>
      </p:sp>
      <p:sp>
        <p:nvSpPr>
          <p:cNvPr id="14" name="Rounded Rectangle 18">
            <a:extLst>
              <a:ext uri="{FF2B5EF4-FFF2-40B4-BE49-F238E27FC236}">
                <a16:creationId xmlns:a16="http://schemas.microsoft.com/office/drawing/2014/main" id="{215ACF6C-DCE9-FDF4-1CDD-5C55CF979D69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524C7E-8BC6-DE6F-D2DE-FAB9560CA940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{{rb_kpi_4_value}}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7A25AC-EE54-E470-18BA-3545BE524CF0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{{rb_kpi_4_label}}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FF58BD24-060D-C8A4-65C3-7D7DE181D6F0}"/>
              </a:ext>
            </a:extLst>
          </p:cNvPr>
          <p:cNvSpPr/>
          <p:nvPr userDrawn="1"/>
        </p:nvSpPr>
        <p:spPr>
          <a:xfrm>
            <a:off x="457200" y="2331720"/>
            <a:ext cx="5486400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22D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742928-4A59-6017-AECA-5C67CF5FCB4C}"/>
              </a:ext>
            </a:extLst>
          </p:cNvPr>
          <p:cNvSpPr txBox="1"/>
          <p:nvPr userDrawn="1"/>
        </p:nvSpPr>
        <p:spPr>
          <a:xfrm>
            <a:off x="731520" y="246888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2D3A5"/>
                </a:solidFill>
                <a:latin typeface="Arial"/>
              </a:defRPr>
            </a:pPr>
            <a:r>
              <a:t>✓ Benefits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EDC4F4-0617-C88C-9AD3-470F497AD6BA}"/>
              </a:ext>
            </a:extLst>
          </p:cNvPr>
          <p:cNvSpPr txBox="1"/>
          <p:nvPr userDrawn="1"/>
        </p:nvSpPr>
        <p:spPr>
          <a:xfrm>
            <a:off x="731520" y="28803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58BE10-3757-398F-3635-2725AEBDA773}"/>
              </a:ext>
            </a:extLst>
          </p:cNvPr>
          <p:cNvSpPr txBox="1"/>
          <p:nvPr userDrawn="1"/>
        </p:nvSpPr>
        <p:spPr>
          <a:xfrm>
            <a:off x="731520" y="32918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EE8A1-D0C5-82CD-69C7-8A7242A83CF2}"/>
              </a:ext>
            </a:extLst>
          </p:cNvPr>
          <p:cNvSpPr txBox="1"/>
          <p:nvPr userDrawn="1"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{{benefit_3}}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191D01-D164-40DC-A47B-D10EF29BC5E2}"/>
              </a:ext>
            </a:extLst>
          </p:cNvPr>
          <p:cNvSpPr txBox="1"/>
          <p:nvPr userDrawn="1"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{{benefit_4}}</a:t>
            </a:r>
          </a:p>
        </p:txBody>
      </p:sp>
      <p:sp>
        <p:nvSpPr>
          <p:cNvPr id="24" name="Rounded Rectangle 28">
            <a:extLst>
              <a:ext uri="{FF2B5EF4-FFF2-40B4-BE49-F238E27FC236}">
                <a16:creationId xmlns:a16="http://schemas.microsoft.com/office/drawing/2014/main" id="{399B5BBB-2CA6-A101-4152-F721046F9106}"/>
              </a:ext>
            </a:extLst>
          </p:cNvPr>
          <p:cNvSpPr/>
          <p:nvPr userDrawn="1"/>
        </p:nvSpPr>
        <p:spPr>
          <a:xfrm>
            <a:off x="6126480" y="2331720"/>
            <a:ext cx="5605272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2CA2FC-A7B0-E0F4-368D-A338B9545859}"/>
              </a:ext>
            </a:extLst>
          </p:cNvPr>
          <p:cNvSpPr txBox="1"/>
          <p:nvPr userDrawn="1"/>
        </p:nvSpPr>
        <p:spPr>
          <a:xfrm>
            <a:off x="6400800" y="24688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5F7E"/>
                </a:solidFill>
                <a:latin typeface="Arial"/>
              </a:defRPr>
            </a:pPr>
            <a:r>
              <a:t>⚠ Risks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67EA84-8820-F86A-225D-95336A30DC9D}"/>
              </a:ext>
            </a:extLst>
          </p:cNvPr>
          <p:cNvSpPr txBox="1"/>
          <p:nvPr userDrawn="1"/>
        </p:nvSpPr>
        <p:spPr>
          <a:xfrm>
            <a:off x="6400800" y="288036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{{risk_1}}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1F345E-ED02-031D-3E42-0BA110F24FE5}"/>
              </a:ext>
            </a:extLst>
          </p:cNvPr>
          <p:cNvSpPr txBox="1"/>
          <p:nvPr userDrawn="1"/>
        </p:nvSpPr>
        <p:spPr>
          <a:xfrm>
            <a:off x="6400800" y="329184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{{risk_2}}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B6D7C9-0EB9-BD48-4457-3BC84B8BCD38}"/>
              </a:ext>
            </a:extLst>
          </p:cNvPr>
          <p:cNvSpPr txBox="1"/>
          <p:nvPr userDrawn="1"/>
        </p:nvSpPr>
        <p:spPr>
          <a:xfrm>
            <a:off x="6400800" y="370332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ADCC8E-BCF5-BD56-64A0-850911866C3A}"/>
              </a:ext>
            </a:extLst>
          </p:cNvPr>
          <p:cNvSpPr txBox="1"/>
          <p:nvPr userDrawn="1"/>
        </p:nvSpPr>
        <p:spPr>
          <a:xfrm>
            <a:off x="6400800" y="411480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{{risk_4}}</a:t>
            </a:r>
          </a:p>
        </p:txBody>
      </p:sp>
    </p:spTree>
    <p:extLst>
      <p:ext uri="{BB962C8B-B14F-4D97-AF65-F5344CB8AC3E}">
        <p14:creationId xmlns:p14="http://schemas.microsoft.com/office/powerpoint/2010/main" val="34272377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2_5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9F7E35-ADA7-7464-390D-6EFD8F19694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2FFB3C-4CA2-F6A6-68BE-41108BFD8730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BEDE2-D7B1-1066-D7AF-063C7759D81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F4D632-E321-91C4-9D0E-EEF443B3329E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{{dose_col_drug}}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{{dose_col_dose}}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{{dose_col_route}}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{{dose_col_days}}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{{dose_col_cycle}}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44A16A3B-B5BB-21D1-51BB-BD525D019114}"/>
              </a:ext>
            </a:extLst>
          </p:cNvPr>
          <p:cNvSpPr/>
          <p:nvPr userDrawn="1"/>
        </p:nvSpPr>
        <p:spPr>
          <a:xfrm>
            <a:off x="457200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49AFFB-D58D-1A1F-07BE-82AF2B8F2179}"/>
              </a:ext>
            </a:extLst>
          </p:cNvPr>
          <p:cNvSpPr txBox="1"/>
          <p:nvPr userDrawn="1"/>
        </p:nvSpPr>
        <p:spPr>
          <a:xfrm>
            <a:off x="548640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0AC218-EE8B-809E-AAEF-A00EC09E9CDD}"/>
              </a:ext>
            </a:extLst>
          </p:cNvPr>
          <p:cNvSpPr txBox="1"/>
          <p:nvPr userDrawn="1"/>
        </p:nvSpPr>
        <p:spPr>
          <a:xfrm>
            <a:off x="548640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BFC65A02-1B93-D7C8-1F18-7F57EA9C1D89}"/>
              </a:ext>
            </a:extLst>
          </p:cNvPr>
          <p:cNvSpPr/>
          <p:nvPr userDrawn="1"/>
        </p:nvSpPr>
        <p:spPr>
          <a:xfrm>
            <a:off x="3310128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C65CE4-0905-F279-8C9F-F668BF348477}"/>
              </a:ext>
            </a:extLst>
          </p:cNvPr>
          <p:cNvSpPr txBox="1"/>
          <p:nvPr userDrawn="1"/>
        </p:nvSpPr>
        <p:spPr>
          <a:xfrm>
            <a:off x="3401568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5FC931-0F1F-DC2F-A825-94D79ECE8532}"/>
              </a:ext>
            </a:extLst>
          </p:cNvPr>
          <p:cNvSpPr txBox="1"/>
          <p:nvPr userDrawn="1"/>
        </p:nvSpPr>
        <p:spPr>
          <a:xfrm>
            <a:off x="3401568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71892122-9B6F-2EC3-4F63-356F6D71C1EC}"/>
              </a:ext>
            </a:extLst>
          </p:cNvPr>
          <p:cNvSpPr/>
          <p:nvPr userDrawn="1"/>
        </p:nvSpPr>
        <p:spPr>
          <a:xfrm>
            <a:off x="6163056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D852D1-42BA-7345-AB40-BABDBDBC4320}"/>
              </a:ext>
            </a:extLst>
          </p:cNvPr>
          <p:cNvSpPr txBox="1"/>
          <p:nvPr userDrawn="1"/>
        </p:nvSpPr>
        <p:spPr>
          <a:xfrm>
            <a:off x="6254496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4060BD-046A-DC85-9C30-C1B19B57A2B9}"/>
              </a:ext>
            </a:extLst>
          </p:cNvPr>
          <p:cNvSpPr txBox="1"/>
          <p:nvPr userDrawn="1"/>
        </p:nvSpPr>
        <p:spPr>
          <a:xfrm>
            <a:off x="6254496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{{dose_kpi_3_label}}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E570D8EF-C095-D68C-D88E-3B68651AAE30}"/>
              </a:ext>
            </a:extLst>
          </p:cNvPr>
          <p:cNvSpPr/>
          <p:nvPr userDrawn="1"/>
        </p:nvSpPr>
        <p:spPr>
          <a:xfrm>
            <a:off x="9015984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2575BA-8071-8C20-36A5-915868D7F695}"/>
              </a:ext>
            </a:extLst>
          </p:cNvPr>
          <p:cNvSpPr txBox="1"/>
          <p:nvPr userDrawn="1"/>
        </p:nvSpPr>
        <p:spPr>
          <a:xfrm>
            <a:off x="9107424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{{dose_kpi_4_value}}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199F31-71A7-9BD8-9D9E-5383ADF30F58}"/>
              </a:ext>
            </a:extLst>
          </p:cNvPr>
          <p:cNvSpPr txBox="1"/>
          <p:nvPr userDrawn="1"/>
        </p:nvSpPr>
        <p:spPr>
          <a:xfrm>
            <a:off x="9107424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{{dose_kpi_4_label}}</a:t>
            </a:r>
          </a:p>
        </p:txBody>
      </p:sp>
    </p:spTree>
    <p:extLst>
      <p:ext uri="{BB962C8B-B14F-4D97-AF65-F5344CB8AC3E}">
        <p14:creationId xmlns:p14="http://schemas.microsoft.com/office/powerpoint/2010/main" val="31750983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40E2DA-863B-DC66-8448-F1FA7BCF1A1E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3B1B0-E703-9D06-D4DE-25E9FE35571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277AB-473C-E2C9-1753-4E5B2AC823F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25F0491-7BA6-03F1-FF37-0581B6C1384C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{{mod_col_finding}}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{{mod_col_change}}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{{mod_col_action}}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2FDB759A-6BE8-6B1C-B7CF-BC38DD5891F2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CD0238-7ECE-645C-55C4-FFA0D99A87A6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B45D95-732B-6C9C-DD05-8DE12692C2F0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C468696C-7EB3-D66E-B3E3-4983743CDFE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2EC3C-6454-76F6-742C-C7ACA33340FF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10BDA7-2548-51AF-7E3E-B773A4C4348A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2165C5B3-8F00-16E8-A092-6698ECC825DE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04AE04-9290-B2C2-AAB4-46711FB8ED72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7690DA-A2A5-86A9-EF07-8FD5AA4A713E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{{mod_kpi_3_label}}</a:t>
            </a:r>
          </a:p>
        </p:txBody>
      </p:sp>
    </p:spTree>
    <p:extLst>
      <p:ext uri="{BB962C8B-B14F-4D97-AF65-F5344CB8AC3E}">
        <p14:creationId xmlns:p14="http://schemas.microsoft.com/office/powerpoint/2010/main" val="23043155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1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DCB84C-2DC4-0A78-B2D9-4C7D95A03558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ED081-3E8C-069D-B0D2-DF3A7F13014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C9FEBC-8B6D-0380-93AC-AD4ECD5D096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A85BBB13-9075-5124-9721-764FA182E256}"/>
              </a:ext>
            </a:extLst>
          </p:cNvPr>
          <p:cNvSpPr/>
          <p:nvPr userDrawn="1"/>
        </p:nvSpPr>
        <p:spPr>
          <a:xfrm>
            <a:off x="457200" y="141732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76F296-27CE-068A-5FC9-08B3DF7D483D}"/>
              </a:ext>
            </a:extLst>
          </p:cNvPr>
          <p:cNvSpPr/>
          <p:nvPr userDrawn="1"/>
        </p:nvSpPr>
        <p:spPr>
          <a:xfrm>
            <a:off x="457200" y="1417320"/>
            <a:ext cx="73152" cy="228600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D48E18-8A1E-5542-E90D-D0A995A87D0D}"/>
              </a:ext>
            </a:extLst>
          </p:cNvPr>
          <p:cNvSpPr txBox="1"/>
          <p:nvPr userDrawn="1"/>
        </p:nvSpPr>
        <p:spPr>
          <a:xfrm>
            <a:off x="685800" y="15544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5F7E"/>
                </a:solidFill>
                <a:latin typeface="Arial"/>
              </a:defRPr>
            </a:pPr>
            <a:r>
              <a:t>{{prophy_card_1_title}}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449A22-73CF-B298-F562-124BC78BDA5C}"/>
              </a:ext>
            </a:extLst>
          </p:cNvPr>
          <p:cNvSpPr txBox="1"/>
          <p:nvPr userDrawn="1"/>
        </p:nvSpPr>
        <p:spPr>
          <a:xfrm>
            <a:off x="685800" y="19659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{{prophy_card_1_line_1}}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64227-C694-AB9E-E5A8-B935E1D30A7A}"/>
              </a:ext>
            </a:extLst>
          </p:cNvPr>
          <p:cNvSpPr txBox="1"/>
          <p:nvPr userDrawn="1"/>
        </p:nvSpPr>
        <p:spPr>
          <a:xfrm>
            <a:off x="685800" y="23774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{{prophy_card_1_line_2}}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CECF0-CBE0-8CC2-3766-7C06AC0F7FAF}"/>
              </a:ext>
            </a:extLst>
          </p:cNvPr>
          <p:cNvSpPr txBox="1"/>
          <p:nvPr userDrawn="1"/>
        </p:nvSpPr>
        <p:spPr>
          <a:xfrm>
            <a:off x="685800" y="27889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{{prophy_card_1_line_3}}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0326889B-1AA8-A79F-EB48-578FB539519B}"/>
              </a:ext>
            </a:extLst>
          </p:cNvPr>
          <p:cNvSpPr/>
          <p:nvPr userDrawn="1"/>
        </p:nvSpPr>
        <p:spPr>
          <a:xfrm>
            <a:off x="6126480" y="141732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6BD555-A4E7-8878-7260-ECA403AD5BFA}"/>
              </a:ext>
            </a:extLst>
          </p:cNvPr>
          <p:cNvSpPr/>
          <p:nvPr userDrawn="1"/>
        </p:nvSpPr>
        <p:spPr>
          <a:xfrm>
            <a:off x="6126480" y="1417320"/>
            <a:ext cx="73152" cy="2286000"/>
          </a:xfrm>
          <a:prstGeom prst="rect">
            <a:avLst/>
          </a:prstGeom>
          <a:solidFill>
            <a:srgbClr val="7C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B5CE63-A908-C90F-95B8-4F8C2BA60CBF}"/>
              </a:ext>
            </a:extLst>
          </p:cNvPr>
          <p:cNvSpPr txBox="1"/>
          <p:nvPr userDrawn="1"/>
        </p:nvSpPr>
        <p:spPr>
          <a:xfrm>
            <a:off x="6355080" y="155448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7C6FFF"/>
                </a:solidFill>
                <a:latin typeface="Arial"/>
              </a:defRPr>
            </a:pPr>
            <a:r>
              <a:t>{{prophy_card_2_title}}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868877-D698-A258-4666-82F73C78C19B}"/>
              </a:ext>
            </a:extLst>
          </p:cNvPr>
          <p:cNvSpPr txBox="1"/>
          <p:nvPr userDrawn="1"/>
        </p:nvSpPr>
        <p:spPr>
          <a:xfrm>
            <a:off x="6355080" y="19659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0670-EA64-DA9A-69AF-1BA65B3E26E6}"/>
              </a:ext>
            </a:extLst>
          </p:cNvPr>
          <p:cNvSpPr txBox="1"/>
          <p:nvPr userDrawn="1"/>
        </p:nvSpPr>
        <p:spPr>
          <a:xfrm>
            <a:off x="6355080" y="23774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E7F6A8-182D-E2DA-8F81-92E1B71D1F1F}"/>
              </a:ext>
            </a:extLst>
          </p:cNvPr>
          <p:cNvSpPr txBox="1"/>
          <p:nvPr userDrawn="1"/>
        </p:nvSpPr>
        <p:spPr>
          <a:xfrm>
            <a:off x="6355080" y="27889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{{prophy_card_2_line_3}}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CCCF8926-204E-5737-57B1-698AFE7ED0AC}"/>
              </a:ext>
            </a:extLst>
          </p:cNvPr>
          <p:cNvSpPr/>
          <p:nvPr userDrawn="1"/>
        </p:nvSpPr>
        <p:spPr>
          <a:xfrm>
            <a:off x="457200" y="388620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9045E6-85F0-FB53-6F3C-555C9A1A8CD4}"/>
              </a:ext>
            </a:extLst>
          </p:cNvPr>
          <p:cNvSpPr/>
          <p:nvPr userDrawn="1"/>
        </p:nvSpPr>
        <p:spPr>
          <a:xfrm>
            <a:off x="457200" y="3886200"/>
            <a:ext cx="73152" cy="22860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12358-44E8-CCF5-C740-29EEC6BA6A4E}"/>
              </a:ext>
            </a:extLst>
          </p:cNvPr>
          <p:cNvSpPr txBox="1"/>
          <p:nvPr userDrawn="1"/>
        </p:nvSpPr>
        <p:spPr>
          <a:xfrm>
            <a:off x="685800" y="40233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5C842"/>
                </a:solidFill>
                <a:latin typeface="Arial"/>
              </a:defRPr>
            </a:pPr>
            <a:r>
              <a:t>{{prophy_card_3_title}}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2FC184-F157-3EFE-F16D-CDCCB077F4BE}"/>
              </a:ext>
            </a:extLst>
          </p:cNvPr>
          <p:cNvSpPr txBox="1"/>
          <p:nvPr userDrawn="1"/>
        </p:nvSpPr>
        <p:spPr>
          <a:xfrm>
            <a:off x="685800" y="44348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021ACE-478C-52D3-59C9-3D587A3B6439}"/>
              </a:ext>
            </a:extLst>
          </p:cNvPr>
          <p:cNvSpPr txBox="1"/>
          <p:nvPr userDrawn="1"/>
        </p:nvSpPr>
        <p:spPr>
          <a:xfrm>
            <a:off x="685800" y="48463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35DDB-8D87-6A7F-DFFA-5757F0B0FBD5}"/>
              </a:ext>
            </a:extLst>
          </p:cNvPr>
          <p:cNvSpPr txBox="1"/>
          <p:nvPr userDrawn="1"/>
        </p:nvSpPr>
        <p:spPr>
          <a:xfrm>
            <a:off x="685800" y="52578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{{prophy_card_3_line_3}}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6CCD5795-588C-A033-ED43-758BD80E93A6}"/>
              </a:ext>
            </a:extLst>
          </p:cNvPr>
          <p:cNvSpPr/>
          <p:nvPr userDrawn="1"/>
        </p:nvSpPr>
        <p:spPr>
          <a:xfrm>
            <a:off x="6126480" y="388620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321631-BE25-31F5-872D-DD7BCAF20DD8}"/>
              </a:ext>
            </a:extLst>
          </p:cNvPr>
          <p:cNvSpPr/>
          <p:nvPr userDrawn="1"/>
        </p:nvSpPr>
        <p:spPr>
          <a:xfrm>
            <a:off x="6126480" y="3886200"/>
            <a:ext cx="73152" cy="2286000"/>
          </a:xfrm>
          <a:prstGeom prst="rect">
            <a:avLst/>
          </a:prstGeom>
          <a:solidFill>
            <a:srgbClr val="22D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DB3815-3D89-294E-A206-73B59E8083A9}"/>
              </a:ext>
            </a:extLst>
          </p:cNvPr>
          <p:cNvSpPr txBox="1"/>
          <p:nvPr userDrawn="1"/>
        </p:nvSpPr>
        <p:spPr>
          <a:xfrm>
            <a:off x="6355080" y="40233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2D3A5"/>
                </a:solidFill>
                <a:latin typeface="Arial"/>
              </a:defRPr>
            </a:pPr>
            <a:r>
              <a:t>{{prophy_card_4_title}}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C263B8-E923-CF73-4C1F-F835F22237D1}"/>
              </a:ext>
            </a:extLst>
          </p:cNvPr>
          <p:cNvSpPr txBox="1"/>
          <p:nvPr userDrawn="1"/>
        </p:nvSpPr>
        <p:spPr>
          <a:xfrm>
            <a:off x="6355080" y="44348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{{prophy_card_4_line_1}}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6EBCF-8DD5-8321-4F61-CC908BDD69B0}"/>
              </a:ext>
            </a:extLst>
          </p:cNvPr>
          <p:cNvSpPr txBox="1"/>
          <p:nvPr userDrawn="1"/>
        </p:nvSpPr>
        <p:spPr>
          <a:xfrm>
            <a:off x="6355080" y="48463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{{prophy_card_4_line_2}}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8A5F1B-C5CD-2D7A-2E0B-F53EAEAB92E8}"/>
              </a:ext>
            </a:extLst>
          </p:cNvPr>
          <p:cNvSpPr txBox="1"/>
          <p:nvPr userDrawn="1"/>
        </p:nvSpPr>
        <p:spPr>
          <a:xfrm>
            <a:off x="6355080" y="525780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{{prophy_card_4_line_3}}</a:t>
            </a:r>
          </a:p>
        </p:txBody>
      </p:sp>
    </p:spTree>
    <p:extLst>
      <p:ext uri="{BB962C8B-B14F-4D97-AF65-F5344CB8AC3E}">
        <p14:creationId xmlns:p14="http://schemas.microsoft.com/office/powerpoint/2010/main" val="5730286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DCA1E8-B489-7526-4F67-AD537F0A33E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8CD27-AD3A-0025-3100-B7451E5D0C9A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D8665-43DA-5321-B340-D06CEAFAF6CC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7AD420-9BA5-E691-1044-29FC00DD00F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{{crs_col_symptoms}}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{{crs_col_management}}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{{crs_col_escalation}}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A0228DFD-97AA-7343-24E4-CED4CA770738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8E2B55-2645-124D-E3BE-37FC7DCC28C3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87F72D-E773-E810-5DD7-27D98BF000C2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EDDB4BA5-9104-F452-8EA3-332A2533813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7EAAF7-AD59-55E4-1BF4-195FB9E986E3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688777-83C4-520D-22C1-05B6C381A6DF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C2A8459E-6A7B-F25D-E3CD-037B6A3571B9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4324F-2D92-5210-F094-CF47F957D226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7827A4-793D-41DF-4B4B-C971A1502716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{{crs_kpi_3_label}}</a:t>
            </a:r>
          </a:p>
        </p:txBody>
      </p:sp>
    </p:spTree>
    <p:extLst>
      <p:ext uri="{BB962C8B-B14F-4D97-AF65-F5344CB8AC3E}">
        <p14:creationId xmlns:p14="http://schemas.microsoft.com/office/powerpoint/2010/main" val="200012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812623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rPr dirty="0"/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812623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812623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812623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812623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812623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812623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812623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tx_rrmm_detail</a:t>
            </a:r>
            <a:r>
              <a:rPr dirty="0"/>
              <a:t>}}</a:t>
            </a:r>
            <a:br>
              <a:rPr dirty="0"/>
            </a:br>
            <a:br>
              <a:rPr dirty="0"/>
            </a:br>
            <a:endParaRPr dirty="0"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621564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621564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621564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621564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2649705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13332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5611184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302615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14829327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3">
            <a:extLst>
              <a:ext uri="{FF2B5EF4-FFF2-40B4-BE49-F238E27FC236}">
                <a16:creationId xmlns:a16="http://schemas.microsoft.com/office/drawing/2014/main" id="{8EB5AF46-54BA-9310-8834-6ABDFEAF08B1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6850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FE7776-CA9C-02D1-2EFC-417B394B2557}"/>
              </a:ext>
            </a:extLst>
          </p:cNvPr>
          <p:cNvSpPr txBox="1"/>
          <p:nvPr userDrawn="1"/>
        </p:nvSpPr>
        <p:spPr>
          <a:xfrm>
            <a:off x="329184" y="7132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KEY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97BB13-639D-5F8D-B408-E4F4297A149C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6" name="Rounded Rectangle 17">
            <a:extLst>
              <a:ext uri="{FF2B5EF4-FFF2-40B4-BE49-F238E27FC236}">
                <a16:creationId xmlns:a16="http://schemas.microsoft.com/office/drawing/2014/main" id="{AFCB331C-465A-52F5-963C-4842850F1DA1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81898-535B-061A-EB7D-9FBF8AC855DF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AF4FC-EB1C-7CBF-3EF0-52FDD7E0276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35DE1-B125-D592-358F-EF5083D2DD2B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6E7230-A8CF-288D-B80F-051EC89B6434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2" name="Rounded Rectangle 23">
            <a:extLst>
              <a:ext uri="{FF2B5EF4-FFF2-40B4-BE49-F238E27FC236}">
                <a16:creationId xmlns:a16="http://schemas.microsoft.com/office/drawing/2014/main" id="{77427A25-FE91-62AC-B57D-386509380A4A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7F5F1E-F546-838F-715F-F8A24E2A1A98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F3B33-9558-370F-EC0A-62E437E5787A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FAB919-BBC0-FD15-6519-35486127F3E3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3D279A-1A69-375D-C466-880A0BF9F11F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8" name="Rounded Rectangle 29">
            <a:extLst>
              <a:ext uri="{FF2B5EF4-FFF2-40B4-BE49-F238E27FC236}">
                <a16:creationId xmlns:a16="http://schemas.microsoft.com/office/drawing/2014/main" id="{DE205827-EDC6-F413-1638-585190C58F51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171D4-54B3-D2F0-1A38-D813AF0E0E17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8024A-D189-8501-628D-02293511E4A3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1C674E-F7E4-A4E6-ABA2-F6EE29D032B7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F1E36-371F-DABE-075C-39359601B100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4" name="Rounded Rectangle 35">
            <a:extLst>
              <a:ext uri="{FF2B5EF4-FFF2-40B4-BE49-F238E27FC236}">
                <a16:creationId xmlns:a16="http://schemas.microsoft.com/office/drawing/2014/main" id="{45070132-C7F0-789C-B9AF-875C1A665875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9CF16E-88B6-0E6C-8CC3-36BF319F15E4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A9C11A-81E1-0057-29BE-891BEBC627AF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2AF15A-C61F-0034-81E3-5EC52B60D396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98EF1D-B4E9-1A29-422A-E2016088E613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C84120D8-9EB7-2D31-C9B3-CE29D4244206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E83B6A7-046B-BC12-149E-EFFE3231131B}"/>
              </a:ext>
            </a:extLst>
          </p:cNvPr>
          <p:cNvSpPr/>
          <p:nvPr userDrawn="1"/>
        </p:nvSpPr>
        <p:spPr>
          <a:xfrm>
            <a:off x="164592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DC4C5-2228-5C9C-6822-4D9EE1D0CB48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795CB-81D0-91FD-E5F5-09A0E25DDCBD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03E183-D8EA-ED03-7C05-D67C9A2D239A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4DF934-97A3-6130-D111-6E9FAE0BCE58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DEE8B3-C90D-E414-04F0-D92E78C7E66F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9A723D-E37C-891F-7C23-A5621B55061B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D5B579-07C3-E513-B612-0D91299115E0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E1C0E7-61CB-F452-7784-5187EC04ED3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AFFA13-D3D8-F2BA-31BA-C111D350105B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1F4225-EEE5-99F0-24A9-54195FB15712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B249F9-F064-E30C-7330-640065660D96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B7C243F7-3FEF-CF8C-D35D-1CF0311F5D8F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D75295-A3CB-6F81-10D1-23E32A336D0B}"/>
              </a:ext>
            </a:extLst>
          </p:cNvPr>
          <p:cNvSpPr/>
          <p:nvPr userDrawn="1"/>
        </p:nvSpPr>
        <p:spPr>
          <a:xfrm>
            <a:off x="6158483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9C247D-5FAE-699E-527B-17D04DAD2E2C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FBEB899-3443-1814-9633-1F0897096DFD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A67D7B-23BD-740E-4920-213F5F00DA7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B54AE0-3A2E-F232-AF61-037657F720D4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AE5BDCB-B2C7-BEFF-9971-65A2C40BF718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463E07-B0D3-51DA-2A0D-BC5CF71EC20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164B73-6666-F01F-B8D1-CC59C1D4AF66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B70557-B090-385F-B42D-E49D108486FA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BF10B9-ED5F-6A07-ED24-7559C4F7171A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3836E-C884-DDD1-6D8B-F48FAFF6B7E1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069DF6-D714-64E8-CF01-65AF60666E66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1BB3EC-0AD9-7F51-EEF6-DB9A1886C6F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ED7558A-00FF-B222-478F-C409F63303D9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E250B-7E42-F846-98C2-67A679C284E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079997-9D6E-1168-339E-FB6B38CCB599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324A52-9F81-8681-34DE-69755F986DB9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8D90CC-D096-E45E-F179-E8BB49DD82F5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7132812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light">
    <p:bg>
      <p:bgPr>
        <a:gradFill flip="none" rotWithShape="1">
          <a:gsLst>
            <a:gs pos="0">
              <a:schemeClr val="accent4">
                <a:lumMod val="98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{{</a:t>
            </a:r>
            <a:r>
              <a:rPr sz="12000" dirty="0" err="1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section_number</a:t>
            </a: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5335411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4227460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1972619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942010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21646320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69009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69009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093579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38432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385648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32864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84812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286737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03792321"/>
              </p:ext>
            </p:extLst>
          </p:nvPr>
        </p:nvGraphicFramePr>
        <p:xfrm>
          <a:off x="7544290" y="1051559"/>
          <a:ext cx="4168407" cy="2956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988957981"/>
              </p:ext>
            </p:extLst>
          </p:nvPr>
        </p:nvGraphicFramePr>
        <p:xfrm>
          <a:off x="8038540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769259900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18801771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532047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446447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360847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75248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3327277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78107463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00472286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1942191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7803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77850170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287061148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49861305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19052965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674607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674607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674607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674607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674607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674607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674607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674607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{{tx_rrmm_detail}}</a:t>
            </a:r>
            <a:br/>
            <a:br/>
            <a:endParaRPr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474658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474658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474658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474658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1330377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11051707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57683004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13679707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90556487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A8A386-5662-DFBD-D0F8-4D2119E53042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 MESSAGE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B065E-608F-9D59-0C14-606A1AF1BB38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74265C17-22A0-D5F5-7265-5C475A607D63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3C1864-B41E-13B1-B17E-9DB143F4354D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BF5303-328A-417D-0EE3-7A25D1B6A899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DF87D7-2843-C742-A4C5-CF215A2241AE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E1A75-F8CB-25F4-AE6E-C5BB68DE8ED2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0" name="Rounded Rectangle 23">
            <a:extLst>
              <a:ext uri="{FF2B5EF4-FFF2-40B4-BE49-F238E27FC236}">
                <a16:creationId xmlns:a16="http://schemas.microsoft.com/office/drawing/2014/main" id="{EEEBB188-A8B2-091D-693C-2D68A9B9B6F9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87A846-AA6E-1C71-1FEB-7A51C64D9933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0AA05-B9D5-BFD3-D0A6-6566455553E6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51E9E1-2A6C-6D4D-C480-C82A90C637A9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180AA-424B-AD70-766F-2226A1FC09CE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5" name="Rounded Rectangle 29">
            <a:extLst>
              <a:ext uri="{FF2B5EF4-FFF2-40B4-BE49-F238E27FC236}">
                <a16:creationId xmlns:a16="http://schemas.microsoft.com/office/drawing/2014/main" id="{3D643249-4621-457B-E59C-8601CFE81C8D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CE2D5-DD07-1691-53EA-DC5E00D90BDF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89D01-16A0-BC2F-5CA4-149FD11516E8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C57DB0-11F8-54CF-E12C-6106D647DD1D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907D37-2B3A-E121-21D5-60DDEC168065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0" name="Rounded Rectangle 35">
            <a:extLst>
              <a:ext uri="{FF2B5EF4-FFF2-40B4-BE49-F238E27FC236}">
                <a16:creationId xmlns:a16="http://schemas.microsoft.com/office/drawing/2014/main" id="{C1AC9507-76E9-07A5-6327-AC43B170022C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D53466-3A82-420D-8C8E-F80EAAD4FE95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89E1E-EC31-799E-1BB6-E5E5165D3952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F4C256-EC19-1A16-C742-4A884CD153A1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CCF45-315C-F74E-D752-C172AA75A71B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25" name="Rounded Rectangle 41">
            <a:extLst>
              <a:ext uri="{FF2B5EF4-FFF2-40B4-BE49-F238E27FC236}">
                <a16:creationId xmlns:a16="http://schemas.microsoft.com/office/drawing/2014/main" id="{E5CEA5D4-C28C-1379-CCF1-81F6D55FE765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CC9770-C2C1-72AC-D167-AE765EE47DE0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8E8F3C-7E0F-60EE-C6BE-D17DD5621BBE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9048B8-5E1B-ADFC-C498-90134C849D95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67EAC4-53DE-BC1C-14CD-91D6AF0DF1A1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91B680-7BAC-A74F-1F31-4867B73C0770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B15833-E729-8028-DAF5-E1489F02ABF6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EE70F0-708C-C57C-D2F3-362E16C910E6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E23DF7-7794-77FC-3D8D-81AA47370B5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DE3C99-B030-3D0F-A0B2-6FB39DDE81E9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4E5C4C-FA1B-2C7D-489A-253A671EEFAF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6DCEED-CDBF-082F-CC02-B3991078CEDF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38" name="Rounded Rectangle 56">
            <a:extLst>
              <a:ext uri="{FF2B5EF4-FFF2-40B4-BE49-F238E27FC236}">
                <a16:creationId xmlns:a16="http://schemas.microsoft.com/office/drawing/2014/main" id="{4066E38B-04CD-DE9C-7DDE-11D492022D26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40A6F8-C8D8-D284-4194-E7BA8BD9D1FD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A370DD-3912-B3B5-18BE-6CF652E6C567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65118F-E633-5E9E-6EA3-1EAEBD6A068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19D83C-688F-13B0-7A03-606157BDE40B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8813AA-7DAD-4A8C-BE8E-4C8CF3505ACB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D232F3-69E6-579E-6FAE-4357F6381DA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596081-FC2F-1A98-92A0-6A1AAEEFA95F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9CF6201-2221-E6A2-7E9C-A117BC5A95E7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50564A-8F06-3C66-00BD-F65743F4E9A0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B16E81-8AA9-956D-9F62-855E86756E8B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AC48320-8DDD-F54E-5662-0A49909B1ECD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5D222-6FF5-2DB2-F3B9-BCDAE504627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B2FFEB-D2B6-28D7-E919-99AE08DD42A6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5A72E19-AA52-6201-AC28-B8C0A8E28EB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80A66B4-FF88-CCB8-5176-A44B456E6E06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67CD11-8FCB-C197-9CDA-7EEAF4D424CC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0AFB3E-2D2D-DD4C-30D2-68CB570A90D6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9692413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94573"/>
                </a:solidFill>
              </a:rPr>
              <a:t>{{</a:t>
            </a:r>
            <a:r>
              <a:rPr sz="12000" dirty="0" err="1">
                <a:solidFill>
                  <a:srgbClr val="594573"/>
                </a:solidFill>
              </a:rPr>
              <a:t>section_number</a:t>
            </a:r>
            <a:r>
              <a:rPr sz="12000" dirty="0">
                <a:solidFill>
                  <a:srgbClr val="594573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28134195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26005921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73039899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21401563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15310281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34505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34505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153961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55684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402900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50116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67560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338493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87421809"/>
              </p:ext>
            </p:extLst>
          </p:nvPr>
        </p:nvGraphicFramePr>
        <p:xfrm>
          <a:off x="7509786" y="529785"/>
          <a:ext cx="4168407" cy="3805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1153493"/>
              </p:ext>
            </p:extLst>
          </p:nvPr>
        </p:nvGraphicFramePr>
        <p:xfrm>
          <a:off x="7878553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10115014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229134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463039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377439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291839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06240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0093845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7558172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5598242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4777991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29226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2693624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3419278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04713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9.xml"/><Relationship Id="rId13" Type="http://schemas.openxmlformats.org/officeDocument/2006/relationships/slideLayout" Target="../slideLayouts/slideLayout54.xml"/><Relationship Id="rId18" Type="http://schemas.openxmlformats.org/officeDocument/2006/relationships/slideLayout" Target="../slideLayouts/slideLayout59.xml"/><Relationship Id="rId3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3.xml"/><Relationship Id="rId17" Type="http://schemas.openxmlformats.org/officeDocument/2006/relationships/slideLayout" Target="../slideLayouts/slideLayout58.xml"/><Relationship Id="rId2" Type="http://schemas.openxmlformats.org/officeDocument/2006/relationships/slideLayout" Target="../slideLayouts/slideLayout43.xml"/><Relationship Id="rId16" Type="http://schemas.openxmlformats.org/officeDocument/2006/relationships/slideLayout" Target="../slideLayouts/slideLayout57.xml"/><Relationship Id="rId20" Type="http://schemas.openxmlformats.org/officeDocument/2006/relationships/slideLayout" Target="../slideLayouts/slideLayout61.xml"/><Relationship Id="rId1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52.xml"/><Relationship Id="rId5" Type="http://schemas.openxmlformats.org/officeDocument/2006/relationships/slideLayout" Target="../slideLayouts/slideLayout46.xml"/><Relationship Id="rId15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1.xml"/><Relationship Id="rId19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14" Type="http://schemas.openxmlformats.org/officeDocument/2006/relationships/slideLayout" Target="../slideLayouts/slideLayout55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71C83F-FD23-8274-13D8-0213F0EA3317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03E59-8A0E-3F78-2288-1F9BA9B8A3B5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12810C-23EA-1762-ABD6-11E8794BF62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1417D-5229-BC18-EC18-9422736141C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7C25D3-1E78-3453-6419-101109D81110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</p:spTree>
    <p:extLst>
      <p:ext uri="{BB962C8B-B14F-4D97-AF65-F5344CB8AC3E}">
        <p14:creationId xmlns:p14="http://schemas.microsoft.com/office/powerpoint/2010/main" val="4092085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C31782D-5117-32D3-A6AD-1095CB87BC13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2D593-81B7-D460-9C68-BFE1E8429AB1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532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685" r:id="rId16"/>
    <p:sldLayoutId id="2147483662" r:id="rId17"/>
    <p:sldLayoutId id="2147483663" r:id="rId18"/>
    <p:sldLayoutId id="2147483664" r:id="rId19"/>
    <p:sldLayoutId id="2147483665" r:id="rId20"/>
    <p:sldLayoutId id="2147483666" r:id="rId21"/>
    <p:sldLayoutId id="2147483667" r:id="rId22"/>
    <p:sldLayoutId id="2147483668" r:id="rId23"/>
    <p:sldLayoutId id="2147483669" r:id="rId24"/>
    <p:sldLayoutId id="2147483670" r:id="rId25"/>
    <p:sldLayoutId id="2147483671" r:id="rId26"/>
    <p:sldLayoutId id="2147483689" r:id="rId27"/>
    <p:sldLayoutId id="2147483690" r:id="rId28"/>
    <p:sldLayoutId id="2147483691" r:id="rId2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footer_refs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medaccur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80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60742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Custom Design</vt:lpstr>
      <vt:lpstr>1_Office Theme</vt:lpstr>
      <vt:lpstr>2_Office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Bertan</dc:creator>
  <cp:keywords/>
  <dc:description>generated using python-pptx</dc:description>
  <cp:lastModifiedBy>Bertan Bopp</cp:lastModifiedBy>
  <cp:revision>11</cp:revision>
  <dcterms:created xsi:type="dcterms:W3CDTF">2013-01-27T09:14:16Z</dcterms:created>
  <dcterms:modified xsi:type="dcterms:W3CDTF">2026-04-09T21:15:23Z</dcterms:modified>
  <cp:category/>
</cp:coreProperties>
</file>
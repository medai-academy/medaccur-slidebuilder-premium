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280" r:id="rId12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{{slide_title}}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1A23D-5C1B-E48A-67C6-DFEC35AA8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E2622-0C54-A9FE-E71D-7582E965F7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tep_2">
            <a:extLst>
              <a:ext uri="{FF2B5EF4-FFF2-40B4-BE49-F238E27FC236}">
                <a16:creationId xmlns:a16="http://schemas.microsoft.com/office/drawing/2014/main" id="{4ADA10AC-CC54-E486-CAAD-0A92BC06276B}"/>
              </a:ext>
            </a:extLst>
          </p:cNvPr>
          <p:cNvSpPr/>
          <p:nvPr/>
        </p:nvSpPr>
        <p:spPr bwMode="auto">
          <a:xfrm>
            <a:off x="2763458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{{step_2_title}}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2" name="step_3">
            <a:extLst>
              <a:ext uri="{FF2B5EF4-FFF2-40B4-BE49-F238E27FC236}">
                <a16:creationId xmlns:a16="http://schemas.microsoft.com/office/drawing/2014/main" id="{8C73411B-16FE-D653-45AE-3DC70B290A50}"/>
              </a:ext>
            </a:extLst>
          </p:cNvPr>
          <p:cNvSpPr/>
          <p:nvPr/>
        </p:nvSpPr>
        <p:spPr bwMode="auto">
          <a:xfrm>
            <a:off x="7202316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{{step_4_title}}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3" name="step_4">
            <a:extLst>
              <a:ext uri="{FF2B5EF4-FFF2-40B4-BE49-F238E27FC236}">
                <a16:creationId xmlns:a16="http://schemas.microsoft.com/office/drawing/2014/main" id="{9336FA72-44B6-DBEF-B1C7-829B2BAD3ECA}"/>
              </a:ext>
            </a:extLst>
          </p:cNvPr>
          <p:cNvSpPr/>
          <p:nvPr/>
        </p:nvSpPr>
        <p:spPr bwMode="auto">
          <a:xfrm>
            <a:off x="9421744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{{step_5_title}}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4" name="step_1">
            <a:extLst>
              <a:ext uri="{FF2B5EF4-FFF2-40B4-BE49-F238E27FC236}">
                <a16:creationId xmlns:a16="http://schemas.microsoft.com/office/drawing/2014/main" id="{6CDCA47A-65B2-E8EC-DF63-7070668C417D}"/>
              </a:ext>
            </a:extLst>
          </p:cNvPr>
          <p:cNvSpPr/>
          <p:nvPr/>
        </p:nvSpPr>
        <p:spPr bwMode="auto">
          <a:xfrm>
            <a:off x="544029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{{step_1_title}}</a:t>
            </a:r>
            <a:endParaRPr lang="de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9EB36B-4A03-9A7A-8522-53D0D4E6E039}"/>
              </a:ext>
            </a:extLst>
          </p:cNvPr>
          <p:cNvSpPr/>
          <p:nvPr/>
        </p:nvSpPr>
        <p:spPr>
          <a:xfrm>
            <a:off x="544029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{{step_1_desc_1}}</a:t>
            </a:r>
            <a:endParaRPr lang="de-DE"/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{{step_1_desc_2}}</a:t>
            </a: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{{step_1_desc_3}}</a:t>
            </a:r>
            <a:endParaRPr lang="en-GB" sz="1200" dirty="0">
              <a:ea typeface="+mn-lt"/>
              <a:cs typeface="+mn-lt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{{step_1_desc_4}}</a:t>
            </a:r>
            <a:endParaRPr lang="en-GB" sz="1200" dirty="0">
              <a:ea typeface="+mn-lt"/>
              <a:cs typeface="+mn-lt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{{step_1_desc_5}}</a:t>
            </a:r>
            <a:endParaRPr lang="en-GB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13808-41D0-6F49-DF46-E9D58B181A99}"/>
              </a:ext>
            </a:extLst>
          </p:cNvPr>
          <p:cNvSpPr/>
          <p:nvPr/>
        </p:nvSpPr>
        <p:spPr>
          <a:xfrm>
            <a:off x="9421744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{{step_5_desc_1}}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C35204-2B09-D01A-CE29-324046709419}"/>
              </a:ext>
            </a:extLst>
          </p:cNvPr>
          <p:cNvSpPr/>
          <p:nvPr/>
        </p:nvSpPr>
        <p:spPr>
          <a:xfrm>
            <a:off x="2763458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{{step_2_desc_1}}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6B8475-4B9C-2AA7-66BE-1CC8073E3E7D}"/>
              </a:ext>
            </a:extLst>
          </p:cNvPr>
          <p:cNvSpPr/>
          <p:nvPr/>
        </p:nvSpPr>
        <p:spPr>
          <a:xfrm>
            <a:off x="7202316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{{step_4_desc_1}}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346B25-174B-47AA-38A3-90F41F3D68D8}"/>
              </a:ext>
            </a:extLst>
          </p:cNvPr>
          <p:cNvSpPr txBox="1"/>
          <p:nvPr/>
        </p:nvSpPr>
        <p:spPr>
          <a:xfrm>
            <a:off x="467806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FD1C5-33D6-7729-71CF-80A00ED1AC0E}"/>
              </a:ext>
            </a:extLst>
          </p:cNvPr>
          <p:cNvSpPr txBox="1"/>
          <p:nvPr/>
        </p:nvSpPr>
        <p:spPr>
          <a:xfrm>
            <a:off x="2763458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9B87F-D59E-E6EC-0B87-53C15B352473}"/>
              </a:ext>
            </a:extLst>
          </p:cNvPr>
          <p:cNvSpPr txBox="1"/>
          <p:nvPr/>
        </p:nvSpPr>
        <p:spPr>
          <a:xfrm>
            <a:off x="7202316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82553D-0DFD-A732-7B68-6C6C129112EE}"/>
              </a:ext>
            </a:extLst>
          </p:cNvPr>
          <p:cNvSpPr txBox="1"/>
          <p:nvPr/>
        </p:nvSpPr>
        <p:spPr>
          <a:xfrm>
            <a:off x="9421744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5</a:t>
            </a:r>
          </a:p>
        </p:txBody>
      </p:sp>
      <p:sp>
        <p:nvSpPr>
          <p:cNvPr id="31" name="Chevron 14">
            <a:extLst>
              <a:ext uri="{FF2B5EF4-FFF2-40B4-BE49-F238E27FC236}">
                <a16:creationId xmlns:a16="http://schemas.microsoft.com/office/drawing/2014/main" id="{B9C5049E-F03D-32F7-9C0F-3C150C9F0E76}"/>
              </a:ext>
            </a:extLst>
          </p:cNvPr>
          <p:cNvSpPr/>
          <p:nvPr/>
        </p:nvSpPr>
        <p:spPr bwMode="auto">
          <a:xfrm>
            <a:off x="4982887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{{step_3_title}}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D3654B-8EB7-5DC6-D9B1-0D9A9B3D5B8D}"/>
              </a:ext>
            </a:extLst>
          </p:cNvPr>
          <p:cNvSpPr/>
          <p:nvPr/>
        </p:nvSpPr>
        <p:spPr>
          <a:xfrm>
            <a:off x="4982887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{{step_3_desc_1}}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4B00B-7AE9-9E9A-8F9C-96174EB6E937}"/>
              </a:ext>
            </a:extLst>
          </p:cNvPr>
          <p:cNvSpPr txBox="1"/>
          <p:nvPr/>
        </p:nvSpPr>
        <p:spPr>
          <a:xfrm>
            <a:off x="4929061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3</a:t>
            </a: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B2446B3F-1627-E9E4-A9F6-C9768B8C483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{{source}}</a:t>
            </a:r>
            <a:endParaRPr lang="de-DE"/>
          </a:p>
        </p:txBody>
      </p:sp>
      <p:sp>
        <p:nvSpPr>
          <p:cNvPr id="8" name="Google Shape;538;p14">
            <a:extLst>
              <a:ext uri="{FF2B5EF4-FFF2-40B4-BE49-F238E27FC236}">
                <a16:creationId xmlns:a16="http://schemas.microsoft.com/office/drawing/2014/main" id="{779ED706-ECCB-9F32-889C-D68B3D7EC8F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5612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
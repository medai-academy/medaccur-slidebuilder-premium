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1029" r:id="rId3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10FE7160-F115-DE5F-8F29-4D9B6BAE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{{slide_title}}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3BB907-AC96-C5FC-7EA7-1E6B797A871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body_text">
            <a:extLst>
              <a:ext uri="{FF2B5EF4-FFF2-40B4-BE49-F238E27FC236}">
                <a16:creationId xmlns:a16="http://schemas.microsoft.com/office/drawing/2014/main" id="{A151E2E0-6437-BF34-25B2-9758B83504B6}"/>
              </a:ext>
            </a:extLst>
          </p:cNvPr>
          <p:cNvSpPr txBox="1">
            <a:spLocks/>
          </p:cNvSpPr>
          <p:nvPr/>
        </p:nvSpPr>
        <p:spPr>
          <a:xfrm>
            <a:off x="554736" y="1520825"/>
            <a:ext cx="11082528" cy="46386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114300">
              <a:buFont typeface="Segoe UI" panose="020B0502040204020203" pitchFamily="34" charset="0"/>
              <a:buNone/>
            </a:pPr>
            <a:r>
              <a:rPr lang="en-US" sz="1400" dirty="0">
                <a:solidFill>
                  <a:schemeClr val="tx1"/>
                </a:solidFill>
                <a:cs typeface="Arial"/>
              </a:rPr>
              <a:t>{{</a:t>
            </a:r>
            <a:r>
              <a:rPr lang="en-US" sz="1400" dirty="0" err="1">
                <a:solidFill>
                  <a:schemeClr val="tx1"/>
                </a:solidFill>
                <a:cs typeface="Arial"/>
              </a:rPr>
              <a:t>exec_summary_text</a:t>
            </a:r>
            <a:r>
              <a:rPr lang="en-US" sz="1400" dirty="0">
                <a:solidFill>
                  <a:schemeClr val="tx1"/>
                </a:solidFill>
                <a:cs typeface="Arial"/>
              </a:rPr>
              <a:t>}}</a:t>
            </a:r>
          </a:p>
          <a:p>
            <a:pPr marL="114300">
              <a:buFont typeface="Segoe UI" panose="020B0502040204020203" pitchFamily="34" charset="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114300">
              <a:buNone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{{exec_point_1}}</a:t>
            </a:r>
            <a:endParaRPr lang="en-US"/>
          </a:p>
          <a:p>
            <a:pPr marL="114300">
              <a:buFont typeface="Segoe UI" panose="020B0502040204020203" pitchFamily="34" charset="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114300">
              <a:buNone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{{exec_point_2}}</a:t>
            </a:r>
            <a:endParaRPr lang="en-US"/>
          </a:p>
          <a:p>
            <a:pPr marL="114300">
              <a:buFont typeface="Segoe UI" panose="020B0502040204020203" pitchFamily="34" charset="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114300">
              <a:buNone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{{exec_point_3}}</a:t>
            </a:r>
            <a:endParaRPr lang="en-US"/>
          </a:p>
          <a:p>
            <a:pPr marL="114300">
              <a:buFont typeface="Segoe UI" panose="020B0502040204020203" pitchFamily="34" charset="0"/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114300">
              <a:buFont typeface="Segoe UI" panose="020B0502040204020203" pitchFamily="34" charset="0"/>
              <a:buNone/>
            </a:pPr>
            <a:r>
              <a:rPr lang="en-US" sz="1400">
                <a:solidFill>
                  <a:schemeClr val="tx1"/>
                </a:solidFill>
                <a:cs typeface="Arial"/>
              </a:rPr>
              <a:t>{{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exec_point_4}}</a:t>
            </a:r>
          </a:p>
        </p:txBody>
      </p:sp>
    </p:spTree>
    <p:extLst>
      <p:ext uri="{BB962C8B-B14F-4D97-AF65-F5344CB8AC3E}">
        <p14:creationId xmlns:p14="http://schemas.microsoft.com/office/powerpoint/2010/main" val="22767025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
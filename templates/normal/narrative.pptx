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305" r:id="rId16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2B4A1-1790-3247-9A67-BF82FCEE6CDC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9283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tiff"/><Relationship Id="rId4" Type="http://schemas.openxmlformats.org/officeDocument/2006/relationships/image" Target="../media/image16.tiff"/><Relationship Id="rId5" Type="http://schemas.openxmlformats.org/officeDocument/2006/relationships/image" Target="../media/image17.tiff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header_title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C3F8BF-6E40-0908-12D9-3CDEB9355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indings_header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704851" y="1712167"/>
            <a:ext cx="5061466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findings</a:t>
            </a:r>
          </a:p>
        </p:txBody>
      </p:sp>
      <p:sp>
        <p:nvSpPr>
          <p:cNvPr id="63" name="reco_header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6342623" y="1712167"/>
            <a:ext cx="5061600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Recommendations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6054470" y="1712167"/>
            <a:ext cx="1" cy="3657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AB436DA-B3E8-FC4E-A015-5BBCC151F3A9}"/>
              </a:ext>
            </a:extLst>
          </p:cNvPr>
          <p:cNvSpPr/>
          <p:nvPr/>
        </p:nvSpPr>
        <p:spPr>
          <a:xfrm>
            <a:off x="704851" y="5691924"/>
            <a:ext cx="10699370" cy="38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{{</a:t>
            </a:r>
            <a:r>
              <a:rPr lang="en-GB" sz="1600" dirty="0" err="1">
                <a:solidFill>
                  <a:schemeClr val="bg1"/>
                </a:solidFill>
                <a:ea typeface="+mn-lt"/>
                <a:cs typeface="+mn-lt"/>
              </a:rPr>
              <a:t>findings_summary</a:t>
            </a: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}}</a:t>
            </a:r>
            <a:endParaRPr lang="de-DE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21" name="findings_body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704851" y="2100156"/>
            <a:ext cx="5061458" cy="2782395"/>
          </a:xfrm>
          <a:prstGeom prst="rect">
            <a:avLst/>
          </a:prstGeom>
          <a:noFill/>
        </p:spPr>
        <p:txBody>
          <a:bodyPr wrap="square" lIns="91440" tIns="144000" rIns="91440" bIns="4572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>
                <a:ea typeface="+mn-lt"/>
                <a:cs typeface="+mn-lt"/>
              </a:rPr>
              <a:t>{{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finding</a:t>
            </a:r>
            <a:r>
              <a:rPr lang="en-GB" sz="1600">
                <a:ea typeface="+mn-lt"/>
                <a:cs typeface="+mn-lt"/>
              </a:rPr>
              <a:t>_1}}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finding</a:t>
            </a:r>
            <a:r>
              <a:rPr lang="en-GB" sz="1600">
                <a:ea typeface="+mn-lt"/>
                <a:cs typeface="+mn-lt"/>
              </a:rPr>
              <a:t>_2}}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finding</a:t>
            </a:r>
            <a:r>
              <a:rPr lang="en-GB" sz="1600">
                <a:ea typeface="+mn-lt"/>
                <a:cs typeface="+mn-lt"/>
              </a:rPr>
              <a:t>_3}}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1600">
                <a:ea typeface="+mn-lt"/>
                <a:cs typeface="+mn-lt"/>
              </a:rPr>
              <a:t>{{finding_4}}</a:t>
            </a:r>
            <a:endParaRPr lang="en-GB" sz="1600" dirty="0">
              <a:ea typeface="+mn-lt"/>
              <a:cs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 dirty="0">
                <a:latin typeface="Arial"/>
              </a:rPr>
              <a:t>…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reco_body">
            <a:extLst>
              <a:ext uri="{FF2B5EF4-FFF2-40B4-BE49-F238E27FC236}">
                <a16:creationId xmlns:a16="http://schemas.microsoft.com/office/drawing/2014/main" id="{78E07412-C08E-DF41-BF94-F5B5D929A4E1}"/>
              </a:ext>
            </a:extLst>
          </p:cNvPr>
          <p:cNvSpPr txBox="1"/>
          <p:nvPr/>
        </p:nvSpPr>
        <p:spPr>
          <a:xfrm>
            <a:off x="6342623" y="2100155"/>
            <a:ext cx="5061600" cy="2782395"/>
          </a:xfrm>
          <a:prstGeom prst="rect">
            <a:avLst/>
          </a:prstGeom>
          <a:noFill/>
        </p:spPr>
        <p:txBody>
          <a:bodyPr wrap="square" lIns="91440" tIns="144000" rIns="91440" bIns="4572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>
                <a:ea typeface="+mn-lt"/>
                <a:cs typeface="+mn-lt"/>
              </a:rPr>
              <a:t>{{reco_1}}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{{reco_2}}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{{reco_3}}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{{reco_4}}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…</a:t>
            </a:r>
            <a:endParaRPr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 panose="020B0604020202020204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EA99F0-D28B-C74B-9E61-26EE4477D722}"/>
              </a:ext>
            </a:extLst>
          </p:cNvPr>
          <p:cNvSpPr>
            <a:spLocks noChangeAspect="1"/>
          </p:cNvSpPr>
          <p:nvPr/>
        </p:nvSpPr>
        <p:spPr>
          <a:xfrm>
            <a:off x="517777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CEE394-CAA3-864A-8534-CEEED62410CE}"/>
              </a:ext>
            </a:extLst>
          </p:cNvPr>
          <p:cNvSpPr>
            <a:spLocks noChangeAspect="1"/>
          </p:cNvSpPr>
          <p:nvPr/>
        </p:nvSpPr>
        <p:spPr>
          <a:xfrm>
            <a:off x="6147699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DAADD12-A857-454A-8E96-C1570DCCF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5" y="1760379"/>
            <a:ext cx="291564" cy="2915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8EDC9AF-819F-DC48-858D-E26301AAB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99" y="1760361"/>
            <a:ext cx="291600" cy="29160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4ABEC639-A2C5-C540-B3F6-54C99F541049}"/>
              </a:ext>
            </a:extLst>
          </p:cNvPr>
          <p:cNvSpPr>
            <a:spLocks noChangeAspect="1"/>
          </p:cNvSpPr>
          <p:nvPr/>
        </p:nvSpPr>
        <p:spPr>
          <a:xfrm>
            <a:off x="517777" y="5616324"/>
            <a:ext cx="540000" cy="5400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6CE4FC1-12B3-7C4B-9515-D59E82F14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77" y="5740524"/>
            <a:ext cx="291600" cy="291600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900">
                <a:latin typeface="Consolas"/>
                <a:cs typeface="Arial"/>
                <a:sym typeface="Arial"/>
              </a:rPr>
              <a:t>{{source}}</a:t>
            </a:r>
            <a:endParaRPr lang="de-DE">
              <a:cs typeface="Arial" panose="020B0604020202020204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795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
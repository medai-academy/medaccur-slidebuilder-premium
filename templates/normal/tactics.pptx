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276" r:id="rId15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tiff"/><Relationship Id="rId3" Type="http://schemas.openxmlformats.org/officeDocument/2006/relationships/image" Target="../media/image13.tiff"/><Relationship Id="rId4" Type="http://schemas.openxmlformats.org/officeDocument/2006/relationships/image" Target="../media/image14.tiff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ader_title">
            <a:extLst>
              <a:ext uri="{FF2B5EF4-FFF2-40B4-BE49-F238E27FC236}">
                <a16:creationId xmlns:a16="http://schemas.microsoft.com/office/drawing/2014/main" id="{717D4838-28B7-8039-6469-86667304B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{{slide_title}}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A294CE-EC7B-B2E9-8022-6A3060274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570FE7-E5FA-4D93-8E3A-3707E39442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E677B1-F6B3-504F-A57C-88D6741B3A76}"/>
              </a:ext>
            </a:extLst>
          </p:cNvPr>
          <p:cNvSpPr/>
          <p:nvPr/>
        </p:nvSpPr>
        <p:spPr>
          <a:xfrm>
            <a:off x="1115082" y="3762926"/>
            <a:ext cx="2593887" cy="1130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b="1" dirty="0">
                <a:solidFill>
                  <a:schemeClr val="tx1"/>
                </a:solidFill>
              </a:rPr>
              <a:t>Initiatives: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3]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91B150-F5EC-9748-A482-3DACF01F3730}"/>
              </a:ext>
            </a:extLst>
          </p:cNvPr>
          <p:cNvSpPr/>
          <p:nvPr/>
        </p:nvSpPr>
        <p:spPr>
          <a:xfrm>
            <a:off x="1115262" y="3239185"/>
            <a:ext cx="2593887" cy="476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[Category 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AD4E7-5003-1E4C-9893-86BD8C3C5BE3}"/>
              </a:ext>
            </a:extLst>
          </p:cNvPr>
          <p:cNvSpPr/>
          <p:nvPr/>
        </p:nvSpPr>
        <p:spPr>
          <a:xfrm>
            <a:off x="4755814" y="3239185"/>
            <a:ext cx="2595600" cy="476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[Category 2]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6B37C4-6351-A14B-980C-E11F18A4DD12}"/>
              </a:ext>
            </a:extLst>
          </p:cNvPr>
          <p:cNvSpPr/>
          <p:nvPr/>
        </p:nvSpPr>
        <p:spPr>
          <a:xfrm>
            <a:off x="8398079" y="3239185"/>
            <a:ext cx="2595600" cy="476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[Category 3]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1FA326-CE11-764A-BDF3-73CCD9035CDF}"/>
              </a:ext>
            </a:extLst>
          </p:cNvPr>
          <p:cNvSpPr/>
          <p:nvPr/>
        </p:nvSpPr>
        <p:spPr>
          <a:xfrm>
            <a:off x="4755814" y="3762926"/>
            <a:ext cx="2593887" cy="1130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b="1" dirty="0">
                <a:solidFill>
                  <a:schemeClr val="tx1"/>
                </a:solidFill>
              </a:rPr>
              <a:t>Initiatives: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3]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255825-2E99-CA4B-A718-8AF416EFF2A0}"/>
              </a:ext>
            </a:extLst>
          </p:cNvPr>
          <p:cNvSpPr/>
          <p:nvPr/>
        </p:nvSpPr>
        <p:spPr>
          <a:xfrm>
            <a:off x="8398079" y="3708510"/>
            <a:ext cx="2593887" cy="1130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400" b="1" dirty="0">
                <a:solidFill>
                  <a:schemeClr val="tx1"/>
                </a:solidFill>
              </a:rPr>
              <a:t>Initiatives: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[Initiative 3]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A1C068-CB5F-654C-98F7-74E9B7EB7A88}"/>
              </a:ext>
            </a:extLst>
          </p:cNvPr>
          <p:cNvSpPr/>
          <p:nvPr/>
        </p:nvSpPr>
        <p:spPr>
          <a:xfrm>
            <a:off x="1115082" y="5494857"/>
            <a:ext cx="2593887" cy="623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[Outcome]: xx [currency]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EEBBB6-6EFF-304F-BBED-F715AE991D15}"/>
              </a:ext>
            </a:extLst>
          </p:cNvPr>
          <p:cNvSpPr/>
          <p:nvPr/>
        </p:nvSpPr>
        <p:spPr>
          <a:xfrm>
            <a:off x="4755814" y="5494857"/>
            <a:ext cx="2593887" cy="623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[Outcome]: xx [currency]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B69B1E-E53A-2B45-BF79-26D8850823FD}"/>
              </a:ext>
            </a:extLst>
          </p:cNvPr>
          <p:cNvSpPr/>
          <p:nvPr/>
        </p:nvSpPr>
        <p:spPr>
          <a:xfrm>
            <a:off x="8396546" y="5494857"/>
            <a:ext cx="2593887" cy="623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[Outcome]: xx [currency]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3D9984-5664-3948-BEE1-673395A3D94F}"/>
              </a:ext>
            </a:extLst>
          </p:cNvPr>
          <p:cNvSpPr>
            <a:spLocks noChangeAspect="1"/>
          </p:cNvSpPr>
          <p:nvPr/>
        </p:nvSpPr>
        <p:spPr>
          <a:xfrm>
            <a:off x="1909103" y="1893791"/>
            <a:ext cx="1005840" cy="100584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F7A5F5-DB29-1B4F-B67D-F02071A527D6}"/>
              </a:ext>
            </a:extLst>
          </p:cNvPr>
          <p:cNvSpPr>
            <a:spLocks noChangeAspect="1"/>
          </p:cNvSpPr>
          <p:nvPr/>
        </p:nvSpPr>
        <p:spPr>
          <a:xfrm>
            <a:off x="5549837" y="1893791"/>
            <a:ext cx="1005840" cy="100584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ED86FF2-6951-644A-AC89-F58489C69DC1}"/>
              </a:ext>
            </a:extLst>
          </p:cNvPr>
          <p:cNvSpPr>
            <a:spLocks noChangeAspect="1"/>
          </p:cNvSpPr>
          <p:nvPr/>
        </p:nvSpPr>
        <p:spPr>
          <a:xfrm>
            <a:off x="9192102" y="1893791"/>
            <a:ext cx="1005840" cy="100584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3D8D8B64-C002-BB42-A2CA-7F6284C66558}"/>
              </a:ext>
            </a:extLst>
          </p:cNvPr>
          <p:cNvSpPr/>
          <p:nvPr/>
        </p:nvSpPr>
        <p:spPr>
          <a:xfrm rot="10800000">
            <a:off x="1607940" y="5131671"/>
            <a:ext cx="1608168" cy="25427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48E8D0A8-B25D-A541-9885-201CD39ACFFA}"/>
              </a:ext>
            </a:extLst>
          </p:cNvPr>
          <p:cNvSpPr/>
          <p:nvPr/>
        </p:nvSpPr>
        <p:spPr>
          <a:xfrm rot="10800000">
            <a:off x="5248674" y="5131671"/>
            <a:ext cx="1608168" cy="25427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5FE33509-06D9-4444-8CBE-1083D266CA84}"/>
              </a:ext>
            </a:extLst>
          </p:cNvPr>
          <p:cNvSpPr/>
          <p:nvPr/>
        </p:nvSpPr>
        <p:spPr>
          <a:xfrm rot="10800000">
            <a:off x="8890938" y="5131671"/>
            <a:ext cx="1608168" cy="254279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987B6D1-48CE-8940-871C-5F73D516FC55}"/>
              </a:ext>
            </a:extLst>
          </p:cNvPr>
          <p:cNvCxnSpPr>
            <a:cxnSpLocks/>
            <a:endCxn id="7" idx="4"/>
          </p:cNvCxnSpPr>
          <p:nvPr/>
        </p:nvCxnSpPr>
        <p:spPr>
          <a:xfrm flipH="1" flipV="1">
            <a:off x="2412023" y="2899630"/>
            <a:ext cx="182" cy="324000"/>
          </a:xfrm>
          <a:prstGeom prst="line">
            <a:avLst/>
          </a:prstGeom>
          <a:ln w="19050">
            <a:solidFill>
              <a:schemeClr val="tx1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7A280C-FC0E-F54C-8D9B-0439E53FD0C6}"/>
              </a:ext>
            </a:extLst>
          </p:cNvPr>
          <p:cNvCxnSpPr>
            <a:cxnSpLocks/>
            <a:endCxn id="19" idx="4"/>
          </p:cNvCxnSpPr>
          <p:nvPr/>
        </p:nvCxnSpPr>
        <p:spPr>
          <a:xfrm flipH="1" flipV="1">
            <a:off x="6052757" y="2899630"/>
            <a:ext cx="857" cy="324000"/>
          </a:xfrm>
          <a:prstGeom prst="line">
            <a:avLst/>
          </a:prstGeom>
          <a:ln w="19050">
            <a:solidFill>
              <a:schemeClr val="tx1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A98038-6BA3-B64E-BF9F-007383DFFE44}"/>
              </a:ext>
            </a:extLst>
          </p:cNvPr>
          <p:cNvCxnSpPr>
            <a:cxnSpLocks/>
            <a:endCxn id="20" idx="4"/>
          </p:cNvCxnSpPr>
          <p:nvPr/>
        </p:nvCxnSpPr>
        <p:spPr>
          <a:xfrm flipH="1" flipV="1">
            <a:off x="9695022" y="2899630"/>
            <a:ext cx="857" cy="324000"/>
          </a:xfrm>
          <a:prstGeom prst="line">
            <a:avLst/>
          </a:prstGeom>
          <a:ln w="19050">
            <a:solidFill>
              <a:schemeClr val="tx1"/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9081E29C-3FEA-A94C-BAAE-34B88C0D3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424" y="2159111"/>
            <a:ext cx="475200" cy="4752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D5BF7BA-CAEE-3347-ACD2-56AEB4FD2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395" y="2159111"/>
            <a:ext cx="475200" cy="475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4A9F4D8-FD9E-C24E-84DC-3623C7E89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516" y="2158348"/>
            <a:ext cx="476727" cy="476727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9854115B-E9CC-789F-0E2A-0E5695A72DFB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AE34F7BD-AB1A-D0F3-3C5B-EB4DAD7A0BCB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329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
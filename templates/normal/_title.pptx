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081" r:id="rId2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_logo">
            <a:extLst>
              <a:ext uri="{FF2B5EF4-FFF2-40B4-BE49-F238E27FC236}">
                <a16:creationId xmlns:a16="http://schemas.microsoft.com/office/drawing/2014/main" id="{411757BC-FB98-26E0-AD14-3D00BEF9D8FA}"/>
              </a:ext>
            </a:extLst>
          </p:cNvPr>
          <p:cNvSpPr/>
          <p:nvPr/>
        </p:nvSpPr>
        <p:spPr>
          <a:xfrm>
            <a:off x="551942" y="326582"/>
            <a:ext cx="1998218" cy="1045018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{{company_logo}}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FA143A7-C10E-3C03-E5B2-D54E8D544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_year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{{</a:t>
            </a:r>
            <a:r>
              <a:rPr lang="en-US" dirty="0" err="1">
                <a:ea typeface="+mn-lt"/>
                <a:cs typeface="+mn-lt"/>
              </a:rPr>
              <a:t>cover_date</a:t>
            </a:r>
            <a:r>
              <a:rPr lang="en-US" dirty="0">
                <a:ea typeface="+mn-lt"/>
                <a:cs typeface="+mn-lt"/>
              </a:rPr>
              <a:t>}}</a:t>
            </a:r>
            <a:endParaRPr lang="de-DE" dirty="0"/>
          </a:p>
        </p:txBody>
      </p:sp>
      <p:sp>
        <p:nvSpPr>
          <p:cNvPr id="3" name="title_subtitle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{{subtitle}}</a:t>
            </a:r>
            <a:endParaRPr lang="de-DE"/>
          </a:p>
        </p:txBody>
      </p:sp>
      <p:sp>
        <p:nvSpPr>
          <p:cNvPr id="2" name="title_drug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{{slide_title}}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CFED5-EA9A-880A-EE4B-4E5B8BD5A68F}"/>
              </a:ext>
            </a:extLst>
          </p:cNvPr>
          <p:cNvSpPr/>
          <p:nvPr/>
        </p:nvSpPr>
        <p:spPr>
          <a:xfrm>
            <a:off x="9131643" y="401098"/>
            <a:ext cx="2727423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picture to match company pictures/ industry/project</a:t>
            </a:r>
          </a:p>
        </p:txBody>
      </p:sp>
    </p:spTree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
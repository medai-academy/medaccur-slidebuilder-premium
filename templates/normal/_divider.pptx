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031" r:id="rId5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ivider_title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4800" dirty="0"/>
              <a:t>{{slide_title}}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848350" y="1680071"/>
            <a:ext cx="6158984" cy="367297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30000" dirty="0">
                <a:gradFill>
                  <a:gsLst>
                    <a:gs pos="0">
                      <a:schemeClr val="tx2"/>
                    </a:gs>
                    <a:gs pos="60000">
                      <a:schemeClr val="tx2">
                        <a:lumMod val="65000"/>
                        <a:lumOff val="35000"/>
                      </a:schemeClr>
                    </a:gs>
                    <a:gs pos="75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00599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
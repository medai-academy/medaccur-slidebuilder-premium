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7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3354" r:id="rId18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892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8.emf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3C229001-0C18-FF77-9265-C6878701A427}"/>
              </a:ext>
            </a:extLst>
          </p:cNvPr>
          <p:cNvGrpSpPr/>
          <p:nvPr/>
        </p:nvGrpSpPr>
        <p:grpSpPr>
          <a:xfrm>
            <a:off x="917951" y="3533171"/>
            <a:ext cx="710930" cy="692298"/>
            <a:chOff x="672452" y="3416415"/>
            <a:chExt cx="746463" cy="726900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CE33922-5930-ACEB-DD32-36328AEA724F}"/>
                </a:ext>
              </a:extLst>
            </p:cNvPr>
            <p:cNvSpPr/>
            <p:nvPr/>
          </p:nvSpPr>
          <p:spPr>
            <a:xfrm rot="19800000">
              <a:off x="672452" y="3416415"/>
              <a:ext cx="746463" cy="726900"/>
            </a:xfrm>
            <a:custGeom>
              <a:avLst/>
              <a:gdLst>
                <a:gd name="connsiteX0" fmla="*/ 281437 w 746463"/>
                <a:gd name="connsiteY0" fmla="*/ 25165 h 726900"/>
                <a:gd name="connsiteX1" fmla="*/ 746463 w 746463"/>
                <a:gd name="connsiteY1" fmla="*/ 293649 h 726900"/>
                <a:gd name="connsiteX2" fmla="*/ 746463 w 746463"/>
                <a:gd name="connsiteY2" fmla="*/ 726900 h 726900"/>
                <a:gd name="connsiteX3" fmla="*/ 93833 w 746463"/>
                <a:gd name="connsiteY3" fmla="*/ 350104 h 726900"/>
                <a:gd name="connsiteX4" fmla="*/ 9561 w 746463"/>
                <a:gd name="connsiteY4" fmla="*/ 128481 h 726900"/>
                <a:gd name="connsiteX5" fmla="*/ 25165 w 746463"/>
                <a:gd name="connsiteY5" fmla="*/ 93833 h 726900"/>
                <a:gd name="connsiteX6" fmla="*/ 47370 w 746463"/>
                <a:gd name="connsiteY6" fmla="*/ 62995 h 726900"/>
                <a:gd name="connsiteX7" fmla="*/ 281437 w 746463"/>
                <a:gd name="connsiteY7" fmla="*/ 25165 h 72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6463" h="726900">
                  <a:moveTo>
                    <a:pt x="281437" y="25165"/>
                  </a:moveTo>
                  <a:lnTo>
                    <a:pt x="746463" y="293649"/>
                  </a:lnTo>
                  <a:lnTo>
                    <a:pt x="746463" y="726900"/>
                  </a:lnTo>
                  <a:lnTo>
                    <a:pt x="93833" y="350104"/>
                  </a:lnTo>
                  <a:cubicBezTo>
                    <a:pt x="15320" y="304774"/>
                    <a:pt x="-18033" y="211263"/>
                    <a:pt x="9561" y="128481"/>
                  </a:cubicBezTo>
                  <a:lnTo>
                    <a:pt x="25165" y="93833"/>
                  </a:lnTo>
                  <a:lnTo>
                    <a:pt x="47370" y="62995"/>
                  </a:lnTo>
                  <a:cubicBezTo>
                    <a:pt x="105264" y="-2293"/>
                    <a:pt x="202923" y="-20165"/>
                    <a:pt x="281437" y="25165"/>
                  </a:cubicBezTo>
                  <a:close/>
                </a:path>
              </a:pathLst>
            </a:custGeom>
            <a:solidFill>
              <a:srgbClr val="03045E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B561AA4-D5F9-2BC8-44AB-64B8E85AEBB6}"/>
                </a:ext>
              </a:extLst>
            </p:cNvPr>
            <p:cNvSpPr txBox="1"/>
            <p:nvPr/>
          </p:nvSpPr>
          <p:spPr>
            <a:xfrm>
              <a:off x="844794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Jan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4A04642-BB8D-65FC-AAD6-967AEA73F88B}"/>
              </a:ext>
            </a:extLst>
          </p:cNvPr>
          <p:cNvGrpSpPr/>
          <p:nvPr/>
        </p:nvGrpSpPr>
        <p:grpSpPr>
          <a:xfrm>
            <a:off x="1757258" y="3408105"/>
            <a:ext cx="721468" cy="829168"/>
            <a:chOff x="1553709" y="3285098"/>
            <a:chExt cx="757528" cy="870611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0B6ABFD-FA85-A921-FF6A-2057C99A5595}"/>
                </a:ext>
              </a:extLst>
            </p:cNvPr>
            <p:cNvSpPr/>
            <p:nvPr/>
          </p:nvSpPr>
          <p:spPr>
            <a:xfrm rot="19800000">
              <a:off x="1553709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60 h 870611"/>
                <a:gd name="connsiteX2" fmla="*/ 757528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60"/>
                  </a:lnTo>
                  <a:lnTo>
                    <a:pt x="757528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45E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6B6B60B-0F16-1D2D-6F3A-42ACA6303586}"/>
                </a:ext>
              </a:extLst>
            </p:cNvPr>
            <p:cNvSpPr txBox="1"/>
            <p:nvPr/>
          </p:nvSpPr>
          <p:spPr>
            <a:xfrm>
              <a:off x="1731584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Feb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9BB9BA-958B-B2B5-AC3B-6FDBC537AD24}"/>
              </a:ext>
            </a:extLst>
          </p:cNvPr>
          <p:cNvGrpSpPr/>
          <p:nvPr/>
        </p:nvGrpSpPr>
        <p:grpSpPr>
          <a:xfrm>
            <a:off x="2640618" y="3408104"/>
            <a:ext cx="721469" cy="829169"/>
            <a:chOff x="2481220" y="3285097"/>
            <a:chExt cx="757529" cy="870612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20BDD05-E23A-B794-C891-A28721EC0265}"/>
                </a:ext>
              </a:extLst>
            </p:cNvPr>
            <p:cNvSpPr/>
            <p:nvPr/>
          </p:nvSpPr>
          <p:spPr>
            <a:xfrm rot="19800000">
              <a:off x="2481220" y="3285097"/>
              <a:ext cx="757529" cy="870612"/>
            </a:xfrm>
            <a:custGeom>
              <a:avLst/>
              <a:gdLst>
                <a:gd name="connsiteX0" fmla="*/ 0 w 757529"/>
                <a:gd name="connsiteY0" fmla="*/ 0 h 870612"/>
                <a:gd name="connsiteX1" fmla="*/ 757529 w 757529"/>
                <a:gd name="connsiteY1" fmla="*/ 437360 h 870612"/>
                <a:gd name="connsiteX2" fmla="*/ 757529 w 757529"/>
                <a:gd name="connsiteY2" fmla="*/ 870612 h 870612"/>
                <a:gd name="connsiteX3" fmla="*/ 0 w 757529"/>
                <a:gd name="connsiteY3" fmla="*/ 433252 h 870612"/>
                <a:gd name="connsiteX4" fmla="*/ 0 w 757529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2">
                  <a:moveTo>
                    <a:pt x="0" y="0"/>
                  </a:moveTo>
                  <a:lnTo>
                    <a:pt x="757529" y="437360"/>
                  </a:lnTo>
                  <a:lnTo>
                    <a:pt x="757529" y="870612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3E8A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B6C66D4-8CE8-D91E-1397-2DD5DCA7E12D}"/>
                </a:ext>
              </a:extLst>
            </p:cNvPr>
            <p:cNvSpPr txBox="1"/>
            <p:nvPr/>
          </p:nvSpPr>
          <p:spPr>
            <a:xfrm>
              <a:off x="2659095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Mar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D307A61-7945-0DBD-26F6-8743E35025EA}"/>
              </a:ext>
            </a:extLst>
          </p:cNvPr>
          <p:cNvGrpSpPr/>
          <p:nvPr/>
        </p:nvGrpSpPr>
        <p:grpSpPr>
          <a:xfrm>
            <a:off x="3523976" y="3408105"/>
            <a:ext cx="721468" cy="829168"/>
            <a:chOff x="3408730" y="3285098"/>
            <a:chExt cx="757528" cy="870611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3C554F0-ACE3-8F5A-5FAD-B668E28E8EE5}"/>
                </a:ext>
              </a:extLst>
            </p:cNvPr>
            <p:cNvSpPr/>
            <p:nvPr/>
          </p:nvSpPr>
          <p:spPr>
            <a:xfrm rot="19800000">
              <a:off x="3408730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59 h 870611"/>
                <a:gd name="connsiteX2" fmla="*/ 757528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59"/>
                  </a:lnTo>
                  <a:lnTo>
                    <a:pt x="757528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3E8A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C2EFBDA-A6E5-62C0-254F-AF7AFBD577B9}"/>
                </a:ext>
              </a:extLst>
            </p:cNvPr>
            <p:cNvSpPr txBox="1"/>
            <p:nvPr/>
          </p:nvSpPr>
          <p:spPr>
            <a:xfrm>
              <a:off x="3586605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Apr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A5C2D2F-B5B7-3F6B-CE00-132861264A0D}"/>
              </a:ext>
            </a:extLst>
          </p:cNvPr>
          <p:cNvGrpSpPr/>
          <p:nvPr/>
        </p:nvGrpSpPr>
        <p:grpSpPr>
          <a:xfrm>
            <a:off x="4407334" y="3408103"/>
            <a:ext cx="721468" cy="829169"/>
            <a:chOff x="4336239" y="3285096"/>
            <a:chExt cx="757528" cy="870612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EFB0AC7-51F6-4021-7E0F-CED39D6A2596}"/>
                </a:ext>
              </a:extLst>
            </p:cNvPr>
            <p:cNvSpPr/>
            <p:nvPr/>
          </p:nvSpPr>
          <p:spPr>
            <a:xfrm rot="19800000">
              <a:off x="4336239" y="3285096"/>
              <a:ext cx="757528" cy="870612"/>
            </a:xfrm>
            <a:custGeom>
              <a:avLst/>
              <a:gdLst>
                <a:gd name="connsiteX0" fmla="*/ 0 w 757528"/>
                <a:gd name="connsiteY0" fmla="*/ 0 h 870612"/>
                <a:gd name="connsiteX1" fmla="*/ 757528 w 757528"/>
                <a:gd name="connsiteY1" fmla="*/ 437360 h 870612"/>
                <a:gd name="connsiteX2" fmla="*/ 757528 w 757528"/>
                <a:gd name="connsiteY2" fmla="*/ 870612 h 870612"/>
                <a:gd name="connsiteX3" fmla="*/ 0 w 757528"/>
                <a:gd name="connsiteY3" fmla="*/ 433252 h 870612"/>
                <a:gd name="connsiteX4" fmla="*/ 0 w 757528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2">
                  <a:moveTo>
                    <a:pt x="0" y="0"/>
                  </a:moveTo>
                  <a:lnTo>
                    <a:pt x="757528" y="437360"/>
                  </a:lnTo>
                  <a:lnTo>
                    <a:pt x="757528" y="870612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B6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9EE6301-7BC0-060C-2B8F-DB328B51A616}"/>
                </a:ext>
              </a:extLst>
            </p:cNvPr>
            <p:cNvSpPr txBox="1"/>
            <p:nvPr/>
          </p:nvSpPr>
          <p:spPr>
            <a:xfrm>
              <a:off x="4459275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May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5F5D59F-BC41-3963-E732-D5A4C359E800}"/>
              </a:ext>
            </a:extLst>
          </p:cNvPr>
          <p:cNvGrpSpPr/>
          <p:nvPr/>
        </p:nvGrpSpPr>
        <p:grpSpPr>
          <a:xfrm>
            <a:off x="5290694" y="3408105"/>
            <a:ext cx="721469" cy="829168"/>
            <a:chOff x="5263751" y="3285098"/>
            <a:chExt cx="757529" cy="870611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ACFC878-217B-6145-F344-4EA18134B3C3}"/>
                </a:ext>
              </a:extLst>
            </p:cNvPr>
            <p:cNvSpPr/>
            <p:nvPr/>
          </p:nvSpPr>
          <p:spPr>
            <a:xfrm rot="19800000">
              <a:off x="5263751" y="3285098"/>
              <a:ext cx="757529" cy="870611"/>
            </a:xfrm>
            <a:custGeom>
              <a:avLst/>
              <a:gdLst>
                <a:gd name="connsiteX0" fmla="*/ 0 w 757529"/>
                <a:gd name="connsiteY0" fmla="*/ 0 h 870611"/>
                <a:gd name="connsiteX1" fmla="*/ 757528 w 757529"/>
                <a:gd name="connsiteY1" fmla="*/ 437359 h 870611"/>
                <a:gd name="connsiteX2" fmla="*/ 757529 w 757529"/>
                <a:gd name="connsiteY2" fmla="*/ 870611 h 870611"/>
                <a:gd name="connsiteX3" fmla="*/ 0 w 757529"/>
                <a:gd name="connsiteY3" fmla="*/ 433251 h 870611"/>
                <a:gd name="connsiteX4" fmla="*/ 0 w 757529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1">
                  <a:moveTo>
                    <a:pt x="0" y="0"/>
                  </a:moveTo>
                  <a:lnTo>
                    <a:pt x="757528" y="437359"/>
                  </a:lnTo>
                  <a:lnTo>
                    <a:pt x="757529" y="870611"/>
                  </a:lnTo>
                  <a:lnTo>
                    <a:pt x="0" y="43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B6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91E0E65-90E4-1915-E2F7-7026321A655C}"/>
                </a:ext>
              </a:extLst>
            </p:cNvPr>
            <p:cNvSpPr txBox="1"/>
            <p:nvPr/>
          </p:nvSpPr>
          <p:spPr>
            <a:xfrm>
              <a:off x="5386787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Jun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50E07EB-90A9-9A12-FA80-7C167666EA06}"/>
              </a:ext>
            </a:extLst>
          </p:cNvPr>
          <p:cNvGrpSpPr/>
          <p:nvPr/>
        </p:nvGrpSpPr>
        <p:grpSpPr>
          <a:xfrm>
            <a:off x="6174052" y="3408106"/>
            <a:ext cx="721469" cy="829168"/>
            <a:chOff x="6191260" y="3285099"/>
            <a:chExt cx="757529" cy="870611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D9B9FB1-D5B7-EB7D-4C58-45BCF1D0CD20}"/>
                </a:ext>
              </a:extLst>
            </p:cNvPr>
            <p:cNvSpPr/>
            <p:nvPr/>
          </p:nvSpPr>
          <p:spPr>
            <a:xfrm rot="19800000">
              <a:off x="6191260" y="3285099"/>
              <a:ext cx="757529" cy="870611"/>
            </a:xfrm>
            <a:custGeom>
              <a:avLst/>
              <a:gdLst>
                <a:gd name="connsiteX0" fmla="*/ 0 w 757529"/>
                <a:gd name="connsiteY0" fmla="*/ 0 h 870611"/>
                <a:gd name="connsiteX1" fmla="*/ 757529 w 757529"/>
                <a:gd name="connsiteY1" fmla="*/ 437359 h 870611"/>
                <a:gd name="connsiteX2" fmla="*/ 757529 w 757529"/>
                <a:gd name="connsiteY2" fmla="*/ 870611 h 870611"/>
                <a:gd name="connsiteX3" fmla="*/ 0 w 757529"/>
                <a:gd name="connsiteY3" fmla="*/ 433251 h 870611"/>
                <a:gd name="connsiteX4" fmla="*/ 0 w 757529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1">
                  <a:moveTo>
                    <a:pt x="0" y="0"/>
                  </a:moveTo>
                  <a:lnTo>
                    <a:pt x="757529" y="437359"/>
                  </a:lnTo>
                  <a:lnTo>
                    <a:pt x="757529" y="870611"/>
                  </a:lnTo>
                  <a:lnTo>
                    <a:pt x="0" y="43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C7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202E927-9624-F7BB-152D-016CFA50A22F}"/>
                </a:ext>
              </a:extLst>
            </p:cNvPr>
            <p:cNvSpPr txBox="1"/>
            <p:nvPr/>
          </p:nvSpPr>
          <p:spPr>
            <a:xfrm>
              <a:off x="631429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Jul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8748E7E-CA26-2D34-C597-BA214934C10E}"/>
              </a:ext>
            </a:extLst>
          </p:cNvPr>
          <p:cNvGrpSpPr/>
          <p:nvPr/>
        </p:nvGrpSpPr>
        <p:grpSpPr>
          <a:xfrm>
            <a:off x="7057410" y="3408105"/>
            <a:ext cx="721468" cy="829168"/>
            <a:chOff x="7118770" y="3285098"/>
            <a:chExt cx="757528" cy="870611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ADEFB63-D860-161D-4415-555356989F9E}"/>
                </a:ext>
              </a:extLst>
            </p:cNvPr>
            <p:cNvSpPr/>
            <p:nvPr/>
          </p:nvSpPr>
          <p:spPr>
            <a:xfrm rot="19800000">
              <a:off x="7118770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59 h 870611"/>
                <a:gd name="connsiteX2" fmla="*/ 757528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59"/>
                  </a:lnTo>
                  <a:lnTo>
                    <a:pt x="757528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C7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6CFDDDA-84B4-0D49-D8D1-C95F85764DF9}"/>
                </a:ext>
              </a:extLst>
            </p:cNvPr>
            <p:cNvSpPr txBox="1"/>
            <p:nvPr/>
          </p:nvSpPr>
          <p:spPr>
            <a:xfrm>
              <a:off x="724180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Aug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6C16B4A-E8D2-030A-0D16-E0E4E55F3D73}"/>
              </a:ext>
            </a:extLst>
          </p:cNvPr>
          <p:cNvGrpSpPr/>
          <p:nvPr/>
        </p:nvGrpSpPr>
        <p:grpSpPr>
          <a:xfrm>
            <a:off x="7940769" y="3408105"/>
            <a:ext cx="721468" cy="829168"/>
            <a:chOff x="8046280" y="3285098"/>
            <a:chExt cx="757528" cy="870611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484B78-F6DC-6097-BAAF-16FACC8FFF38}"/>
                </a:ext>
              </a:extLst>
            </p:cNvPr>
            <p:cNvSpPr/>
            <p:nvPr/>
          </p:nvSpPr>
          <p:spPr>
            <a:xfrm rot="19800000">
              <a:off x="8046280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58 h 870611"/>
                <a:gd name="connsiteX2" fmla="*/ 757527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58"/>
                  </a:lnTo>
                  <a:lnTo>
                    <a:pt x="757527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4D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49598FC-7406-12B0-96D6-7B4E83FCFE66}"/>
                </a:ext>
              </a:extLst>
            </p:cNvPr>
            <p:cNvSpPr txBox="1"/>
            <p:nvPr/>
          </p:nvSpPr>
          <p:spPr>
            <a:xfrm>
              <a:off x="816931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Sep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3205DCB-FCB3-3745-FB8C-1099949A7B24}"/>
              </a:ext>
            </a:extLst>
          </p:cNvPr>
          <p:cNvGrpSpPr/>
          <p:nvPr/>
        </p:nvGrpSpPr>
        <p:grpSpPr>
          <a:xfrm>
            <a:off x="8824126" y="3408104"/>
            <a:ext cx="721469" cy="829169"/>
            <a:chOff x="8973789" y="3285097"/>
            <a:chExt cx="757529" cy="870612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EC4243F-1C86-E77D-75AE-41D4141145CE}"/>
                </a:ext>
              </a:extLst>
            </p:cNvPr>
            <p:cNvSpPr/>
            <p:nvPr/>
          </p:nvSpPr>
          <p:spPr>
            <a:xfrm rot="19800000">
              <a:off x="8973789" y="3285097"/>
              <a:ext cx="757529" cy="870612"/>
            </a:xfrm>
            <a:custGeom>
              <a:avLst/>
              <a:gdLst>
                <a:gd name="connsiteX0" fmla="*/ 1 w 757529"/>
                <a:gd name="connsiteY0" fmla="*/ 0 h 870612"/>
                <a:gd name="connsiteX1" fmla="*/ 757529 w 757529"/>
                <a:gd name="connsiteY1" fmla="*/ 437359 h 870612"/>
                <a:gd name="connsiteX2" fmla="*/ 757528 w 757529"/>
                <a:gd name="connsiteY2" fmla="*/ 870612 h 870612"/>
                <a:gd name="connsiteX3" fmla="*/ 0 w 757529"/>
                <a:gd name="connsiteY3" fmla="*/ 433253 h 870612"/>
                <a:gd name="connsiteX4" fmla="*/ 1 w 757529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2">
                  <a:moveTo>
                    <a:pt x="1" y="0"/>
                  </a:moveTo>
                  <a:lnTo>
                    <a:pt x="757529" y="437359"/>
                  </a:lnTo>
                  <a:lnTo>
                    <a:pt x="757528" y="870612"/>
                  </a:lnTo>
                  <a:lnTo>
                    <a:pt x="0" y="4332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B4D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B0A807B-146C-2F32-A401-889EEB9D1B3A}"/>
                </a:ext>
              </a:extLst>
            </p:cNvPr>
            <p:cNvSpPr txBox="1"/>
            <p:nvPr/>
          </p:nvSpPr>
          <p:spPr>
            <a:xfrm>
              <a:off x="9096825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Oct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FE50CAE-3467-5996-2D05-6096249AA579}"/>
              </a:ext>
            </a:extLst>
          </p:cNvPr>
          <p:cNvGrpSpPr/>
          <p:nvPr/>
        </p:nvGrpSpPr>
        <p:grpSpPr>
          <a:xfrm>
            <a:off x="9707486" y="3408104"/>
            <a:ext cx="721469" cy="829169"/>
            <a:chOff x="9901300" y="3285097"/>
            <a:chExt cx="757529" cy="870612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C9F3657-7B25-776C-F4DC-C15E2B9E3A10}"/>
                </a:ext>
              </a:extLst>
            </p:cNvPr>
            <p:cNvSpPr/>
            <p:nvPr/>
          </p:nvSpPr>
          <p:spPr>
            <a:xfrm rot="19800000">
              <a:off x="9901300" y="3285097"/>
              <a:ext cx="757529" cy="870612"/>
            </a:xfrm>
            <a:custGeom>
              <a:avLst/>
              <a:gdLst>
                <a:gd name="connsiteX0" fmla="*/ 0 w 757529"/>
                <a:gd name="connsiteY0" fmla="*/ 0 h 870612"/>
                <a:gd name="connsiteX1" fmla="*/ 757529 w 757529"/>
                <a:gd name="connsiteY1" fmla="*/ 437360 h 870612"/>
                <a:gd name="connsiteX2" fmla="*/ 757528 w 757529"/>
                <a:gd name="connsiteY2" fmla="*/ 870612 h 870612"/>
                <a:gd name="connsiteX3" fmla="*/ 0 w 757529"/>
                <a:gd name="connsiteY3" fmla="*/ 433253 h 870612"/>
                <a:gd name="connsiteX4" fmla="*/ 0 w 757529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2">
                  <a:moveTo>
                    <a:pt x="0" y="0"/>
                  </a:moveTo>
                  <a:lnTo>
                    <a:pt x="757529" y="437360"/>
                  </a:lnTo>
                  <a:lnTo>
                    <a:pt x="757528" y="870612"/>
                  </a:lnTo>
                  <a:lnTo>
                    <a:pt x="0" y="433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CAE4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B79326C-5EA8-AFDF-8556-E450FB86122E}"/>
                </a:ext>
              </a:extLst>
            </p:cNvPr>
            <p:cNvSpPr txBox="1"/>
            <p:nvPr/>
          </p:nvSpPr>
          <p:spPr>
            <a:xfrm>
              <a:off x="1002433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Nov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571B719-C30B-6CBE-960C-374B0C64F362}"/>
              </a:ext>
            </a:extLst>
          </p:cNvPr>
          <p:cNvGrpSpPr/>
          <p:nvPr/>
        </p:nvGrpSpPr>
        <p:grpSpPr>
          <a:xfrm>
            <a:off x="10556640" y="3422496"/>
            <a:ext cx="701968" cy="687122"/>
            <a:chOff x="10792896" y="3300208"/>
            <a:chExt cx="737053" cy="721466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CDC35D5-DDD4-60DE-B414-EB15AB1A2989}"/>
                </a:ext>
              </a:extLst>
            </p:cNvPr>
            <p:cNvSpPr/>
            <p:nvPr/>
          </p:nvSpPr>
          <p:spPr>
            <a:xfrm rot="19800000">
              <a:off x="10792896" y="3300208"/>
              <a:ext cx="737053" cy="721466"/>
            </a:xfrm>
            <a:custGeom>
              <a:avLst/>
              <a:gdLst>
                <a:gd name="connsiteX0" fmla="*/ 0 w 737053"/>
                <a:gd name="connsiteY0" fmla="*/ 0 h 721466"/>
                <a:gd name="connsiteX1" fmla="*/ 643219 w 737053"/>
                <a:gd name="connsiteY1" fmla="*/ 371362 h 721466"/>
                <a:gd name="connsiteX2" fmla="*/ 711887 w 737053"/>
                <a:gd name="connsiteY2" fmla="*/ 627634 h 721466"/>
                <a:gd name="connsiteX3" fmla="*/ 711886 w 737053"/>
                <a:gd name="connsiteY3" fmla="*/ 627634 h 721466"/>
                <a:gd name="connsiteX4" fmla="*/ 455614 w 737053"/>
                <a:gd name="connsiteY4" fmla="*/ 696301 h 721466"/>
                <a:gd name="connsiteX5" fmla="*/ 0 w 737053"/>
                <a:gd name="connsiteY5" fmla="*/ 433252 h 721466"/>
                <a:gd name="connsiteX6" fmla="*/ 0 w 737053"/>
                <a:gd name="connsiteY6" fmla="*/ 0 h 721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053" h="721466">
                  <a:moveTo>
                    <a:pt x="0" y="0"/>
                  </a:moveTo>
                  <a:lnTo>
                    <a:pt x="643219" y="371362"/>
                  </a:lnTo>
                  <a:cubicBezTo>
                    <a:pt x="732949" y="423168"/>
                    <a:pt x="763692" y="537904"/>
                    <a:pt x="711887" y="627634"/>
                  </a:cubicBezTo>
                  <a:lnTo>
                    <a:pt x="711886" y="627634"/>
                  </a:lnTo>
                  <a:cubicBezTo>
                    <a:pt x="660080" y="717363"/>
                    <a:pt x="545344" y="748107"/>
                    <a:pt x="455614" y="696301"/>
                  </a:cubicBez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CAE4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EEB5C94-9E95-8464-0BCB-BB92E8C55B54}"/>
                </a:ext>
              </a:extLst>
            </p:cNvPr>
            <p:cNvSpPr txBox="1"/>
            <p:nvPr/>
          </p:nvSpPr>
          <p:spPr>
            <a:xfrm>
              <a:off x="10905694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Dec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aphicFrame>
        <p:nvGraphicFramePr>
          <p:cNvPr id="32" name="think-cell data - do not delete" hidden="1">
            <a:extLst>
              <a:ext uri="{FF2B5EF4-FFF2-40B4-BE49-F238E27FC236}">
                <a16:creationId xmlns:a16="http://schemas.microsoft.com/office/drawing/2014/main" id="{381B9CAE-54AB-47B8-9DBC-A9152F0FF2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3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1B9CAE-54AB-47B8-9DBC-A9152F0FF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902D96AB-4B1C-4862-8FA2-AAD98895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6" name="Rounded Rectangle 27">
            <a:extLst>
              <a:ext uri="{FF2B5EF4-FFF2-40B4-BE49-F238E27FC236}">
                <a16:creationId xmlns:a16="http://schemas.microsoft.com/office/drawing/2014/main" id="{BF339F6C-DB51-6EC4-A98B-765817D2136E}"/>
              </a:ext>
            </a:extLst>
          </p:cNvPr>
          <p:cNvSpPr/>
          <p:nvPr/>
        </p:nvSpPr>
        <p:spPr>
          <a:xfrm>
            <a:off x="917951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{{milestone_1}}</a:t>
            </a:r>
            <a:endParaRPr lang="de-DE"/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3D965347-CB19-2DBF-2B12-E8625939B8D8}"/>
              </a:ext>
            </a:extLst>
          </p:cNvPr>
          <p:cNvSpPr/>
          <p:nvPr/>
        </p:nvSpPr>
        <p:spPr>
          <a:xfrm>
            <a:off x="2562777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{{milestone_2}}</a:t>
            </a:r>
            <a:endParaRPr lang="de-DE"/>
          </a:p>
        </p:txBody>
      </p:sp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5A787D41-5CA9-B080-C53C-EA6D8CDBAB08}"/>
              </a:ext>
            </a:extLst>
          </p:cNvPr>
          <p:cNvSpPr/>
          <p:nvPr/>
        </p:nvSpPr>
        <p:spPr>
          <a:xfrm>
            <a:off x="4207603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{{milestone_3}}</a:t>
            </a:r>
            <a:endParaRPr lang="de-DE"/>
          </a:p>
        </p:txBody>
      </p:sp>
      <p:sp>
        <p:nvSpPr>
          <p:cNvPr id="11" name="Rounded Rectangle 27">
            <a:extLst>
              <a:ext uri="{FF2B5EF4-FFF2-40B4-BE49-F238E27FC236}">
                <a16:creationId xmlns:a16="http://schemas.microsoft.com/office/drawing/2014/main" id="{2B065EEE-F19E-C5D7-9A3A-F1BC109BD5BA}"/>
              </a:ext>
            </a:extLst>
          </p:cNvPr>
          <p:cNvSpPr/>
          <p:nvPr/>
        </p:nvSpPr>
        <p:spPr>
          <a:xfrm>
            <a:off x="5962157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{{milestone_4}}</a:t>
            </a:r>
            <a:endParaRPr lang="de-DE"/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7FC73F4-77BA-F2CC-21D7-9F8BCF0DF30C}"/>
              </a:ext>
            </a:extLst>
          </p:cNvPr>
          <p:cNvSpPr/>
          <p:nvPr/>
        </p:nvSpPr>
        <p:spPr>
          <a:xfrm>
            <a:off x="7497255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{{milestone_5}}</a:t>
            </a:r>
            <a:endParaRPr lang="de-DE"/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F8F29DA1-2BED-9372-5F90-85C8431E1314}"/>
              </a:ext>
            </a:extLst>
          </p:cNvPr>
          <p:cNvSpPr/>
          <p:nvPr/>
        </p:nvSpPr>
        <p:spPr>
          <a:xfrm>
            <a:off x="9142080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{{milestone_6}}</a:t>
            </a:r>
            <a:endParaRPr lang="de-DE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F316FA-B215-A57C-0CB9-369E60BF0515}"/>
              </a:ext>
            </a:extLst>
          </p:cNvPr>
          <p:cNvCxnSpPr>
            <a:cxnSpLocks/>
          </p:cNvCxnSpPr>
          <p:nvPr/>
        </p:nvCxnSpPr>
        <p:spPr>
          <a:xfrm>
            <a:off x="1961327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1C7A74-A93A-DDFD-8ADE-6C15A5088C31}"/>
              </a:ext>
            </a:extLst>
          </p:cNvPr>
          <p:cNvCxnSpPr>
            <a:cxnSpLocks/>
          </p:cNvCxnSpPr>
          <p:nvPr/>
        </p:nvCxnSpPr>
        <p:spPr>
          <a:xfrm>
            <a:off x="5250979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983E03-ABFE-30BE-1832-276C500A7FDB}"/>
              </a:ext>
            </a:extLst>
          </p:cNvPr>
          <p:cNvCxnSpPr>
            <a:cxnSpLocks/>
          </p:cNvCxnSpPr>
          <p:nvPr/>
        </p:nvCxnSpPr>
        <p:spPr>
          <a:xfrm>
            <a:off x="8540631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5987A6-4222-F9F8-58A2-64D19DF685AE}"/>
              </a:ext>
            </a:extLst>
          </p:cNvPr>
          <p:cNvCxnSpPr>
            <a:cxnSpLocks/>
          </p:cNvCxnSpPr>
          <p:nvPr/>
        </p:nvCxnSpPr>
        <p:spPr>
          <a:xfrm flipV="1">
            <a:off x="3606153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5E48C0-23FE-982F-A1D1-3F9634993AE1}"/>
              </a:ext>
            </a:extLst>
          </p:cNvPr>
          <p:cNvCxnSpPr>
            <a:cxnSpLocks/>
          </p:cNvCxnSpPr>
          <p:nvPr/>
        </p:nvCxnSpPr>
        <p:spPr>
          <a:xfrm flipV="1">
            <a:off x="7005533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51F94B-5531-1465-2398-2971FF5B6126}"/>
              </a:ext>
            </a:extLst>
          </p:cNvPr>
          <p:cNvCxnSpPr>
            <a:cxnSpLocks/>
          </p:cNvCxnSpPr>
          <p:nvPr/>
        </p:nvCxnSpPr>
        <p:spPr>
          <a:xfrm flipV="1">
            <a:off x="10185456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CE498B-7F1E-7B03-C198-BB8A3F8AE5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55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
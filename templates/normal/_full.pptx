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85" r:id="rId1"/>
  </p:sldMasterIdLst>
  <p:notesMasterIdLst>
    <p:notesMasterId r:id="rId22"/>
  </p:notesMasterIdLst>
  <p:handoutMasterIdLst>
    <p:handoutMasterId r:id="rId23"/>
  </p:handoutMasterIdLst>
  <p:sldIdLst>
    <p:sldId id="2147471081" r:id="rId2"/>
    <p:sldId id="2147471029" r:id="rId3"/>
    <p:sldId id="2147471030" r:id="rId4"/>
    <p:sldId id="2147471031" r:id="rId5"/>
    <p:sldId id="2147470936" r:id="rId6"/>
    <p:sldId id="2147471130" r:id="rId7"/>
    <p:sldId id="2147470516" r:id="rId8"/>
    <p:sldId id="2147470930" r:id="rId9"/>
    <p:sldId id="2147473382" r:id="rId10"/>
    <p:sldId id="2147471209" r:id="rId11"/>
    <p:sldId id="2147471280" r:id="rId12"/>
    <p:sldId id="2147470554" r:id="rId13"/>
    <p:sldId id="2147473381" r:id="rId14"/>
    <p:sldId id="2147471276" r:id="rId15"/>
    <p:sldId id="2305" r:id="rId16"/>
    <p:sldId id="2147471300" r:id="rId17"/>
    <p:sldId id="2147473354" r:id="rId18"/>
    <p:sldId id="2147473379" r:id="rId19"/>
    <p:sldId id="2147471518" r:id="rId20"/>
    <p:sldId id="2147473400" r:id="rId21"/>
  </p:sldIdLst>
  <p:sldSz cx="12192000" cy="6858000"/>
  <p:notesSz cx="6858000" cy="9144000"/>
  <p:custDataLst>
    <p:tags r:id="rId24"/>
  </p:custDataLst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1. Front pages and content" id="{BC9888E5-F834-E647-B48A-AE32FE14E7C7}">
          <p14:sldIdLst>
            <p14:sldId id="2147471081"/>
          </p14:sldIdLst>
        </p14:section>
        <p14:section name="2. Executive summary" id="{76D3C88E-DD0F-C54E-8DB9-A598ACEB0C2B}">
          <p14:sldIdLst>
            <p14:sldId id="2147471029"/>
            <p14:sldId id="2147471030"/>
          </p14:sldIdLst>
        </p14:section>
        <p14:section name="3. Divider slides" id="{EF493BE7-8E9D-A645-83BF-A824F8CA534E}">
          <p14:sldIdLst>
            <p14:sldId id="2147471031"/>
          </p14:sldIdLst>
        </p14:section>
        <p14:section name="4a. Column and bar charts" id="{D5BF2741-60F4-4A4D-AFFD-CE7747095E63}">
          <p14:sldIdLst>
            <p14:sldId id="2147470936"/>
          </p14:sldIdLst>
        </p14:section>
        <p14:section name="5a. Slides describing trends or main takeaways/actions" id="{FCBD28AF-4C20-B143-AD6E-2F35EEE8B858}">
          <p14:sldIdLst>
            <p14:sldId id="2147471130"/>
            <p14:sldId id="2147470516"/>
            <p14:sldId id="2147470930"/>
          </p14:sldIdLst>
        </p14:section>
        <p14:section name="5b. Assessment and option comparison slides" id="{52CD5E4C-118B-1042-82B9-D34B5D2ADB5E}">
          <p14:sldIdLst>
            <p14:sldId id="2147473382"/>
            <p14:sldId id="2147471209"/>
          </p14:sldIdLst>
        </p14:section>
        <p14:section name="5f. Process and customer journey slides" id="{A0B21068-1BAD-4847-ABDE-CFC6ACF11CCA}">
          <p14:sldIdLst>
            <p14:sldId id="2147471280"/>
          </p14:sldIdLst>
        </p14:section>
        <p14:section name="5i. Initiatives / findings and recommendations slides" id="{48945919-A970-1049-BE1D-EFADCB4C25FE}">
          <p14:sldIdLst>
            <p14:sldId id="2147470554"/>
            <p14:sldId id="2147473381"/>
            <p14:sldId id="2147471276"/>
            <p14:sldId id="2305"/>
            <p14:sldId id="2147471300"/>
          </p14:sldIdLst>
        </p14:section>
        <p14:section name="6a. One or two page roadmap/timeline slides" id="{410A2D61-34ED-E84A-AACC-E91C8C7DDC7A}">
          <p14:sldIdLst>
            <p14:sldId id="2147473354"/>
          </p14:sldIdLst>
        </p14:section>
        <p14:section name="6b. Detailed implementation plan" id="{D5FCF174-1770-0448-AA33-2FAC07039000}">
          <p14:sldIdLst>
            <p14:sldId id="2147473379"/>
          </p14:sldIdLst>
        </p14:section>
        <p14:section name="Appendix A. Frameworks" id="{C3D61537-03AB-A44E-B8D9-6456ABA3BD67}">
          <p14:sldIdLst>
            <p14:sldId id="2147471518"/>
          </p14:sldIdLst>
        </p14:section>
        <p14:section name="End" id="{4294C5DB-D966-6844-ADE1-3492AD7FCC36}">
          <p14:sldIdLst>
            <p14:sldId id="214747340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B6103"/>
    <a:srgbClr val="291D01"/>
    <a:srgbClr val="FDF3D7"/>
    <a:srgbClr val="99E6A9"/>
    <a:srgbClr val="D9EED3"/>
    <a:srgbClr val="8AE694"/>
    <a:srgbClr val="F0ACAD"/>
    <a:srgbClr val="D8EED2"/>
    <a:srgbClr val="FFD2D3"/>
    <a:srgbClr val="F9D3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858"/>
    <p:restoredTop sz="93688"/>
  </p:normalViewPr>
  <p:slideViewPr>
    <p:cSldViewPr snapToGrid="0" showGuides="1">
      <p:cViewPr varScale="1">
        <p:scale>
          <a:sx n="104" d="100"/>
          <a:sy n="104" d="100"/>
        </p:scale>
        <p:origin x="594" y="96"/>
      </p:cViewPr>
      <p:guideLst>
        <p:guide orient="horz" pos="2115"/>
        <p:guide pos="3817"/>
      </p:guideLst>
    </p:cSldViewPr>
  </p:slideViewPr>
  <p:outlineViewPr>
    <p:cViewPr>
      <p:scale>
        <a:sx n="33" d="100"/>
        <a:sy n="33" d="100"/>
      </p:scale>
      <p:origin x="0" y="-8536"/>
    </p:cViewPr>
  </p:outlineViewPr>
  <p:notesTextViewPr>
    <p:cViewPr>
      <p:scale>
        <a:sx n="90" d="100"/>
        <a:sy n="90" d="100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handoutMaster" Target="handoutMasters/handoutMaster1.xml"/><Relationship Id="rId24" Type="http://schemas.openxmlformats.org/officeDocument/2006/relationships/tags" Target="tags/tag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themeOverride" Target="../theme/themeOverride1.xml"/><Relationship Id="rId4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5.8656671018540184E-2"/>
          <c:y val="2.457387326941252E-2"/>
          <c:w val="0.92383473542033601"/>
          <c:h val="0.8942342849309928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51C2C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rgbClr val="22A3D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295C-4201-A861-447926D5D067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Sheet1!$A$2:$A$11</c:f>
              <c:strCache>
                <c:ptCount val="10"/>
                <c:pt idx="0">
                  <c:v>[Segment/group]</c:v>
                </c:pt>
                <c:pt idx="1">
                  <c:v>[Focus]</c:v>
                </c:pt>
                <c:pt idx="2">
                  <c:v>[Segment/group]</c:v>
                </c:pt>
                <c:pt idx="3">
                  <c:v>[Segment/group]</c:v>
                </c:pt>
                <c:pt idx="4">
                  <c:v>[Segment/group]</c:v>
                </c:pt>
                <c:pt idx="5">
                  <c:v>[Segment/group]</c:v>
                </c:pt>
                <c:pt idx="6">
                  <c:v>[Segment/group]</c:v>
                </c:pt>
                <c:pt idx="7">
                  <c:v>[Segment/group]</c:v>
                </c:pt>
                <c:pt idx="8">
                  <c:v>[Segment/group]</c:v>
                </c:pt>
                <c:pt idx="9">
                  <c:v>[Segment/group]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670</c:v>
                </c:pt>
                <c:pt idx="1">
                  <c:v>623</c:v>
                </c:pt>
                <c:pt idx="2">
                  <c:v>580</c:v>
                </c:pt>
                <c:pt idx="3">
                  <c:v>564</c:v>
                </c:pt>
                <c:pt idx="4">
                  <c:v>514</c:v>
                </c:pt>
                <c:pt idx="5">
                  <c:v>421</c:v>
                </c:pt>
                <c:pt idx="6">
                  <c:v>376</c:v>
                </c:pt>
                <c:pt idx="7">
                  <c:v>360</c:v>
                </c:pt>
                <c:pt idx="8">
                  <c:v>342</c:v>
                </c:pt>
                <c:pt idx="9">
                  <c:v>301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295C-4201-A861-447926D5D06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1158103200"/>
        <c:axId val="1158104032"/>
      </c:barChart>
      <c:catAx>
        <c:axId val="11581032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rgbClr val="061F3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1158104032"/>
        <c:crosses val="autoZero"/>
        <c:auto val="1"/>
        <c:lblAlgn val="ctr"/>
        <c:lblOffset val="100"/>
        <c:noMultiLvlLbl val="0"/>
      </c:catAx>
      <c:valAx>
        <c:axId val="115810403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rgbClr val="FFFFFF">
                  <a:lumMod val="75000"/>
                </a:srgb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rgbClr val="061F3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115810320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200">
          <a:solidFill>
            <a:schemeClr val="tx1"/>
          </a:solidFill>
          <a:latin typeface="+mn-lt"/>
        </a:defRPr>
      </a:pPr>
      <a:endParaRPr lang="en-US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BA3AEA8-7145-3B46-467D-FE8035BB5B7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DDF294-DA80-FE06-BE5D-61F0381D9CC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5CE297-58AE-AB45-BA01-DE87D03C6280}" type="datetimeFigureOut">
              <a:rPr lang="en-DK" smtClean="0">
                <a:latin typeface="Arial" panose="020B0604020202020204" pitchFamily="34" charset="0"/>
              </a:rPr>
              <a:t>03/26/2026</a:t>
            </a:fld>
            <a:endParaRPr lang="en-DK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EBDDF6-2C4B-DDB9-1B91-0FF64E49DE6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D591D7-7EBB-B29F-E28A-D976E9102BF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75D3F3-CF65-F84F-94C3-BE9E59EB410B}" type="slidenum">
              <a:rPr lang="en-DK" smtClean="0">
                <a:latin typeface="Arial" panose="020B0604020202020204" pitchFamily="34" charset="0"/>
              </a:rPr>
              <a:t>‹#›</a:t>
            </a:fld>
            <a:endParaRPr lang="en-DK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38242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ADF2B39A-E3F6-634C-B40F-EA6B645C08D7}" type="datetimeFigureOut">
              <a:rPr lang="en-DK" smtClean="0"/>
              <a:pPr/>
              <a:t>03/26/2026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CF1CD82C-8186-9E41-8B8B-F66E4066A413}" type="slidenum">
              <a:rPr lang="en-DK" smtClean="0"/>
              <a:pPr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04914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u="none" strike="noStrike" cap="none" smtClean="0">
                <a:solidFill>
                  <a:schemeClr val="dk1"/>
                </a:solidFill>
                <a:ea typeface="Calibri"/>
                <a:sym typeface="Calibri"/>
              </a:rPr>
              <a:t>7</a:t>
            </a:fld>
            <a:endParaRPr lang="en-GB" sz="1200" u="none" strike="noStrike" cap="none">
              <a:solidFill>
                <a:schemeClr val="dk1"/>
              </a:solidFill>
              <a:ea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528068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u="none" strike="noStrike" cap="none" smtClean="0">
                <a:solidFill>
                  <a:schemeClr val="dk1"/>
                </a:solidFill>
                <a:ea typeface="Calibri"/>
                <a:sym typeface="Calibri"/>
              </a:rPr>
              <a:t>9</a:t>
            </a:fld>
            <a:endParaRPr lang="en-GB" sz="1200" u="none" strike="noStrike" cap="none">
              <a:solidFill>
                <a:schemeClr val="dk1"/>
              </a:solidFill>
              <a:ea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215018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u="none" strike="noStrike" cap="none" smtClean="0">
                <a:solidFill>
                  <a:schemeClr val="dk1"/>
                </a:solidFill>
                <a:ea typeface="Calibri"/>
                <a:sym typeface="Calibri"/>
              </a:rPr>
              <a:t>12</a:t>
            </a:fld>
            <a:endParaRPr lang="en-GB" sz="1200" u="none" strike="noStrike" cap="none">
              <a:solidFill>
                <a:schemeClr val="dk1"/>
              </a:solidFill>
              <a:ea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802204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u="none" strike="noStrike" cap="none" smtClean="0">
                <a:solidFill>
                  <a:schemeClr val="dk1"/>
                </a:solidFill>
                <a:ea typeface="Calibri"/>
                <a:sym typeface="Calibri"/>
              </a:rPr>
              <a:t>13</a:t>
            </a:fld>
            <a:endParaRPr lang="en-GB" sz="1200" u="none" strike="noStrike" cap="none">
              <a:solidFill>
                <a:schemeClr val="dk1"/>
              </a:solidFill>
              <a:ea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043702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B02B4A1-1790-3247-9A67-BF82FCEE6CDC}" type="slidenum">
              <a:rPr kumimoji="0" lang="en-DK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DK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539283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B02B4A1-1790-3247-9A67-BF82FCEE6CDC}" type="slidenum">
              <a:rPr kumimoji="0" lang="en-DK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DK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004063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6"/>
          </p:nvPr>
        </p:nvSpPr>
        <p:spPr/>
        <p:txBody>
          <a:bodyPr/>
          <a:lstStyle/>
          <a:p>
            <a:r>
              <a:rPr lang="en-US" dirty="0"/>
              <a:t>© HyveNow.com - Presentation Templates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dirty="0"/>
              <a:t>© HyveNow.com - Presentation Templates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5E87F8-6328-4FD1-98E7-115F699E788C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97892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u="none" strike="noStrike" cap="none" smtClean="0">
                <a:solidFill>
                  <a:schemeClr val="dk1"/>
                </a:solidFill>
                <a:ea typeface="Calibri"/>
                <a:sym typeface="Calibri"/>
              </a:rPr>
              <a:t>18</a:t>
            </a:fld>
            <a:endParaRPr lang="en-GB" sz="1200" u="none" strike="noStrike" cap="none">
              <a:solidFill>
                <a:schemeClr val="dk1"/>
              </a:solidFill>
              <a:ea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430368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u="none" strike="noStrike" cap="none" smtClean="0">
                <a:solidFill>
                  <a:schemeClr val="dk1"/>
                </a:solidFill>
                <a:ea typeface="Calibri"/>
                <a:sym typeface="Calibri"/>
              </a:rPr>
              <a:t>19</a:t>
            </a:fld>
            <a:endParaRPr lang="en-GB" sz="1200" u="none" strike="noStrike" cap="none">
              <a:solidFill>
                <a:schemeClr val="dk1"/>
              </a:solidFill>
              <a:ea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9930503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43.xml"/><Relationship Id="rId2" Type="http://schemas.openxmlformats.org/officeDocument/2006/relationships/tags" Target="../tags/tag44.xml"/><Relationship Id="rId3" Type="http://schemas.openxmlformats.org/officeDocument/2006/relationships/tags" Target="../tags/tag45.xml"/><Relationship Id="rId4" Type="http://schemas.openxmlformats.org/officeDocument/2006/relationships/tags" Target="../tags/tag46.xml"/><Relationship Id="rId5" Type="http://schemas.openxmlformats.org/officeDocument/2006/relationships/tags" Target="../tags/tag47.xml"/><Relationship Id="rId6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48.xml"/><Relationship Id="rId2" Type="http://schemas.openxmlformats.org/officeDocument/2006/relationships/tags" Target="../tags/tag49.xml"/><Relationship Id="rId3" Type="http://schemas.openxmlformats.org/officeDocument/2006/relationships/tags" Target="../tags/tag50.xml"/><Relationship Id="rId4" Type="http://schemas.openxmlformats.org/officeDocument/2006/relationships/tags" Target="../tags/tag51.xml"/><Relationship Id="rId5" Type="http://schemas.openxmlformats.org/officeDocument/2006/relationships/tags" Target="../tags/tag52.xml"/><Relationship Id="rId6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53.xml"/><Relationship Id="rId2" Type="http://schemas.openxmlformats.org/officeDocument/2006/relationships/tags" Target="../tags/tag54.xml"/><Relationship Id="rId3" Type="http://schemas.openxmlformats.org/officeDocument/2006/relationships/tags" Target="../tags/tag55.xml"/><Relationship Id="rId4" Type="http://schemas.openxmlformats.org/officeDocument/2006/relationships/tags" Target="../tags/tag56.xml"/><Relationship Id="rId5" Type="http://schemas.openxmlformats.org/officeDocument/2006/relationships/tags" Target="../tags/tag57.xml"/><Relationship Id="rId6" Type="http://schemas.openxmlformats.org/officeDocument/2006/relationships/tags" Target="../tags/tag58.xml"/><Relationship Id="rId7" Type="http://schemas.openxmlformats.org/officeDocument/2006/relationships/slideMaster" Target="../slideMasters/slideMaster1.xml"/><Relationship Id="rId8" Type="http://schemas.openxmlformats.org/officeDocument/2006/relationships/oleObject" Target="../embeddings/oleObject1.bin"/><Relationship Id="rId9" Type="http://schemas.openxmlformats.org/officeDocument/2006/relationships/image" Target="../media/image1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59.xml"/><Relationship Id="rId2" Type="http://schemas.openxmlformats.org/officeDocument/2006/relationships/tags" Target="../tags/tag60.xml"/><Relationship Id="rId3" Type="http://schemas.openxmlformats.org/officeDocument/2006/relationships/tags" Target="../tags/tag61.xml"/><Relationship Id="rId4" Type="http://schemas.openxmlformats.org/officeDocument/2006/relationships/tags" Target="../tags/tag62.xml"/><Relationship Id="rId5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tags" Target="../tags/tag63.xml"/><Relationship Id="rId2" Type="http://schemas.openxmlformats.org/officeDocument/2006/relationships/tags" Target="../tags/tag64.xml"/><Relationship Id="rId3" Type="http://schemas.openxmlformats.org/officeDocument/2006/relationships/tags" Target="../tags/tag65.xml"/><Relationship Id="rId4" Type="http://schemas.openxmlformats.org/officeDocument/2006/relationships/tags" Target="../tags/tag66.xml"/><Relationship Id="rId5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tags" Target="../tags/tag67.xml"/><Relationship Id="rId2" Type="http://schemas.openxmlformats.org/officeDocument/2006/relationships/tags" Target="../tags/tag68.xml"/><Relationship Id="rId3" Type="http://schemas.openxmlformats.org/officeDocument/2006/relationships/tags" Target="../tags/tag69.xml"/><Relationship Id="rId4" Type="http://schemas.openxmlformats.org/officeDocument/2006/relationships/tags" Target="../tags/tag70.xml"/><Relationship Id="rId5" Type="http://schemas.openxmlformats.org/officeDocument/2006/relationships/tags" Target="../tags/tag71.xml"/><Relationship Id="rId6" Type="http://schemas.openxmlformats.org/officeDocument/2006/relationships/tags" Target="../tags/tag72.xml"/><Relationship Id="rId7" Type="http://schemas.openxmlformats.org/officeDocument/2006/relationships/tags" Target="../tags/tag73.xml"/><Relationship Id="rId8" Type="http://schemas.openxmlformats.org/officeDocument/2006/relationships/tags" Target="../tags/tag74.xml"/><Relationship Id="rId9" Type="http://schemas.openxmlformats.org/officeDocument/2006/relationships/tags" Target="../tags/tag75.xml"/><Relationship Id="rId10" Type="http://schemas.openxmlformats.org/officeDocument/2006/relationships/tags" Target="../tags/tag76.xml"/><Relationship Id="rId11" Type="http://schemas.openxmlformats.org/officeDocument/2006/relationships/tags" Target="../tags/tag77.xml"/><Relationship Id="rId12" Type="http://schemas.openxmlformats.org/officeDocument/2006/relationships/tags" Target="../tags/tag78.xml"/><Relationship Id="rId13" Type="http://schemas.openxmlformats.org/officeDocument/2006/relationships/tags" Target="../tags/tag79.xml"/><Relationship Id="rId14" Type="http://schemas.openxmlformats.org/officeDocument/2006/relationships/tags" Target="../tags/tag80.xml"/><Relationship Id="rId15" Type="http://schemas.openxmlformats.org/officeDocument/2006/relationships/tags" Target="../tags/tag81.xml"/><Relationship Id="rId16" Type="http://schemas.openxmlformats.org/officeDocument/2006/relationships/tags" Target="../tags/tag82.xml"/><Relationship Id="rId17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tags" Target="../tags/tag83.xml"/><Relationship Id="rId2" Type="http://schemas.openxmlformats.org/officeDocument/2006/relationships/tags" Target="../tags/tag84.xml"/><Relationship Id="rId3" Type="http://schemas.openxmlformats.org/officeDocument/2006/relationships/tags" Target="../tags/tag85.xml"/><Relationship Id="rId4" Type="http://schemas.openxmlformats.org/officeDocument/2006/relationships/tags" Target="../tags/tag86.xml"/><Relationship Id="rId5" Type="http://schemas.openxmlformats.org/officeDocument/2006/relationships/tags" Target="../tags/tag87.xml"/><Relationship Id="rId6" Type="http://schemas.openxmlformats.org/officeDocument/2006/relationships/tags" Target="../tags/tag88.xml"/><Relationship Id="rId7" Type="http://schemas.openxmlformats.org/officeDocument/2006/relationships/tags" Target="../tags/tag89.xml"/><Relationship Id="rId8" Type="http://schemas.openxmlformats.org/officeDocument/2006/relationships/tags" Target="../tags/tag90.xml"/><Relationship Id="rId9" Type="http://schemas.openxmlformats.org/officeDocument/2006/relationships/tags" Target="../tags/tag91.xml"/><Relationship Id="rId10" Type="http://schemas.openxmlformats.org/officeDocument/2006/relationships/tags" Target="../tags/tag92.xml"/><Relationship Id="rId11" Type="http://schemas.openxmlformats.org/officeDocument/2006/relationships/tags" Target="../tags/tag93.xml"/><Relationship Id="rId12" Type="http://schemas.openxmlformats.org/officeDocument/2006/relationships/tags" Target="../tags/tag94.xml"/><Relationship Id="rId13" Type="http://schemas.openxmlformats.org/officeDocument/2006/relationships/tags" Target="../tags/tag95.xml"/><Relationship Id="rId14" Type="http://schemas.openxmlformats.org/officeDocument/2006/relationships/tags" Target="../tags/tag96.xml"/><Relationship Id="rId15" Type="http://schemas.openxmlformats.org/officeDocument/2006/relationships/tags" Target="../tags/tag97.xml"/><Relationship Id="rId16" Type="http://schemas.openxmlformats.org/officeDocument/2006/relationships/tags" Target="../tags/tag98.xml"/><Relationship Id="rId17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99.xml"/><Relationship Id="rId2" Type="http://schemas.openxmlformats.org/officeDocument/2006/relationships/tags" Target="../tags/tag100.xml"/><Relationship Id="rId3" Type="http://schemas.openxmlformats.org/officeDocument/2006/relationships/tags" Target="../tags/tag101.xml"/><Relationship Id="rId4" Type="http://schemas.openxmlformats.org/officeDocument/2006/relationships/tags" Target="../tags/tag102.xml"/><Relationship Id="rId5" Type="http://schemas.openxmlformats.org/officeDocument/2006/relationships/tags" Target="../tags/tag103.xml"/><Relationship Id="rId6" Type="http://schemas.openxmlformats.org/officeDocument/2006/relationships/tags" Target="../tags/tag104.xml"/><Relationship Id="rId7" Type="http://schemas.openxmlformats.org/officeDocument/2006/relationships/tags" Target="../tags/tag105.xml"/><Relationship Id="rId8" Type="http://schemas.openxmlformats.org/officeDocument/2006/relationships/tags" Target="../tags/tag106.xml"/><Relationship Id="rId9" Type="http://schemas.openxmlformats.org/officeDocument/2006/relationships/tags" Target="../tags/tag107.xml"/><Relationship Id="rId10" Type="http://schemas.openxmlformats.org/officeDocument/2006/relationships/tags" Target="../tags/tag108.xml"/><Relationship Id="rId11" Type="http://schemas.openxmlformats.org/officeDocument/2006/relationships/tags" Target="../tags/tag109.xml"/><Relationship Id="rId12" Type="http://schemas.openxmlformats.org/officeDocument/2006/relationships/tags" Target="../tags/tag110.xml"/><Relationship Id="rId13" Type="http://schemas.openxmlformats.org/officeDocument/2006/relationships/tags" Target="../tags/tag111.xml"/><Relationship Id="rId14" Type="http://schemas.openxmlformats.org/officeDocument/2006/relationships/tags" Target="../tags/tag112.xml"/><Relationship Id="rId15" Type="http://schemas.openxmlformats.org/officeDocument/2006/relationships/tags" Target="../tags/tag113.xml"/><Relationship Id="rId16" Type="http://schemas.openxmlformats.org/officeDocument/2006/relationships/tags" Target="../tags/tag114.xml"/><Relationship Id="rId17" Type="http://schemas.openxmlformats.org/officeDocument/2006/relationships/tags" Target="../tags/tag115.xml"/><Relationship Id="rId18" Type="http://schemas.openxmlformats.org/officeDocument/2006/relationships/tags" Target="../tags/tag116.xml"/><Relationship Id="rId19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117.xml"/><Relationship Id="rId2" Type="http://schemas.openxmlformats.org/officeDocument/2006/relationships/tags" Target="../tags/tag118.xml"/><Relationship Id="rId3" Type="http://schemas.openxmlformats.org/officeDocument/2006/relationships/tags" Target="../tags/tag119.xml"/><Relationship Id="rId4" Type="http://schemas.openxmlformats.org/officeDocument/2006/relationships/tags" Target="../tags/tag120.xml"/><Relationship Id="rId5" Type="http://schemas.openxmlformats.org/officeDocument/2006/relationships/tags" Target="../tags/tag121.xml"/><Relationship Id="rId6" Type="http://schemas.openxmlformats.org/officeDocument/2006/relationships/tags" Target="../tags/tag122.xml"/><Relationship Id="rId7" Type="http://schemas.openxmlformats.org/officeDocument/2006/relationships/tags" Target="../tags/tag123.xml"/><Relationship Id="rId8" Type="http://schemas.openxmlformats.org/officeDocument/2006/relationships/tags" Target="../tags/tag124.xml"/><Relationship Id="rId9" Type="http://schemas.openxmlformats.org/officeDocument/2006/relationships/tags" Target="../tags/tag125.xml"/><Relationship Id="rId10" Type="http://schemas.openxmlformats.org/officeDocument/2006/relationships/tags" Target="../tags/tag126.xml"/><Relationship Id="rId11" Type="http://schemas.openxmlformats.org/officeDocument/2006/relationships/tags" Target="../tags/tag127.xml"/><Relationship Id="rId12" Type="http://schemas.openxmlformats.org/officeDocument/2006/relationships/tags" Target="../tags/tag128.xml"/><Relationship Id="rId13" Type="http://schemas.openxmlformats.org/officeDocument/2006/relationships/tags" Target="../tags/tag129.xml"/><Relationship Id="rId14" Type="http://schemas.openxmlformats.org/officeDocument/2006/relationships/tags" Target="../tags/tag130.xml"/><Relationship Id="rId15" Type="http://schemas.openxmlformats.org/officeDocument/2006/relationships/tags" Target="../tags/tag131.xml"/><Relationship Id="rId16" Type="http://schemas.openxmlformats.org/officeDocument/2006/relationships/tags" Target="../tags/tag132.xml"/><Relationship Id="rId17" Type="http://schemas.openxmlformats.org/officeDocument/2006/relationships/tags" Target="../tags/tag133.xml"/><Relationship Id="rId18" Type="http://schemas.openxmlformats.org/officeDocument/2006/relationships/tags" Target="../tags/tag134.xml"/><Relationship Id="rId19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tags" Target="../tags/tag135.xml"/><Relationship Id="rId2" Type="http://schemas.openxmlformats.org/officeDocument/2006/relationships/tags" Target="../tags/tag136.xml"/><Relationship Id="rId3" Type="http://schemas.openxmlformats.org/officeDocument/2006/relationships/tags" Target="../tags/tag137.xml"/><Relationship Id="rId4" Type="http://schemas.openxmlformats.org/officeDocument/2006/relationships/tags" Target="../tags/tag138.xml"/><Relationship Id="rId5" Type="http://schemas.openxmlformats.org/officeDocument/2006/relationships/tags" Target="../tags/tag139.xml"/><Relationship Id="rId6" Type="http://schemas.openxmlformats.org/officeDocument/2006/relationships/tags" Target="../tags/tag140.xml"/><Relationship Id="rId7" Type="http://schemas.openxmlformats.org/officeDocument/2006/relationships/tags" Target="../tags/tag141.xml"/><Relationship Id="rId8" Type="http://schemas.openxmlformats.org/officeDocument/2006/relationships/tags" Target="../tags/tag142.xml"/><Relationship Id="rId9" Type="http://schemas.openxmlformats.org/officeDocument/2006/relationships/tags" Target="../tags/tag143.xml"/><Relationship Id="rId10" Type="http://schemas.openxmlformats.org/officeDocument/2006/relationships/tags" Target="../tags/tag144.xml"/><Relationship Id="rId11" Type="http://schemas.openxmlformats.org/officeDocument/2006/relationships/tags" Target="../tags/tag145.xml"/><Relationship Id="rId12" Type="http://schemas.openxmlformats.org/officeDocument/2006/relationships/tags" Target="../tags/tag146.xml"/><Relationship Id="rId13" Type="http://schemas.openxmlformats.org/officeDocument/2006/relationships/tags" Target="../tags/tag147.xml"/><Relationship Id="rId14" Type="http://schemas.openxmlformats.org/officeDocument/2006/relationships/tags" Target="../tags/tag148.xml"/><Relationship Id="rId15" Type="http://schemas.openxmlformats.org/officeDocument/2006/relationships/tags" Target="../tags/tag149.xml"/><Relationship Id="rId16" Type="http://schemas.openxmlformats.org/officeDocument/2006/relationships/tags" Target="../tags/tag150.xml"/><Relationship Id="rId17" Type="http://schemas.openxmlformats.org/officeDocument/2006/relationships/tags" Target="../tags/tag151.xml"/><Relationship Id="rId18" Type="http://schemas.openxmlformats.org/officeDocument/2006/relationships/tags" Target="../tags/tag152.xml"/><Relationship Id="rId19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tags" Target="../tags/tag153.xml"/><Relationship Id="rId2" Type="http://schemas.openxmlformats.org/officeDocument/2006/relationships/tags" Target="../tags/tag154.xml"/><Relationship Id="rId3" Type="http://schemas.openxmlformats.org/officeDocument/2006/relationships/tags" Target="../tags/tag155.xml"/><Relationship Id="rId4" Type="http://schemas.openxmlformats.org/officeDocument/2006/relationships/tags" Target="../tags/tag156.xml"/><Relationship Id="rId5" Type="http://schemas.openxmlformats.org/officeDocument/2006/relationships/tags" Target="../tags/tag157.xml"/><Relationship Id="rId6" Type="http://schemas.openxmlformats.org/officeDocument/2006/relationships/tags" Target="../tags/tag158.xml"/><Relationship Id="rId7" Type="http://schemas.openxmlformats.org/officeDocument/2006/relationships/tags" Target="../tags/tag159.xml"/><Relationship Id="rId8" Type="http://schemas.openxmlformats.org/officeDocument/2006/relationships/tags" Target="../tags/tag160.xml"/><Relationship Id="rId9" Type="http://schemas.openxmlformats.org/officeDocument/2006/relationships/tags" Target="../tags/tag161.xml"/><Relationship Id="rId10" Type="http://schemas.openxmlformats.org/officeDocument/2006/relationships/tags" Target="../tags/tag162.xml"/><Relationship Id="rId11" Type="http://schemas.openxmlformats.org/officeDocument/2006/relationships/tags" Target="../tags/tag163.xml"/><Relationship Id="rId12" Type="http://schemas.openxmlformats.org/officeDocument/2006/relationships/tags" Target="../tags/tag164.xml"/><Relationship Id="rId13" Type="http://schemas.openxmlformats.org/officeDocument/2006/relationships/tags" Target="../tags/tag165.xml"/><Relationship Id="rId14" Type="http://schemas.openxmlformats.org/officeDocument/2006/relationships/tags" Target="../tags/tag166.xml"/><Relationship Id="rId15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167.xml"/><Relationship Id="rId2" Type="http://schemas.openxmlformats.org/officeDocument/2006/relationships/tags" Target="../tags/tag168.xml"/><Relationship Id="rId3" Type="http://schemas.openxmlformats.org/officeDocument/2006/relationships/tags" Target="../tags/tag169.xml"/><Relationship Id="rId4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170.xml"/><Relationship Id="rId2" Type="http://schemas.openxmlformats.org/officeDocument/2006/relationships/tags" Target="../tags/tag171.xml"/><Relationship Id="rId3" Type="http://schemas.openxmlformats.org/officeDocument/2006/relationships/tags" Target="../tags/tag172.xml"/><Relationship Id="rId4" Type="http://schemas.openxmlformats.org/officeDocument/2006/relationships/tags" Target="../tags/tag173.xml"/><Relationship Id="rId5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tags" Target="../tags/tag174.xml"/><Relationship Id="rId2" Type="http://schemas.openxmlformats.org/officeDocument/2006/relationships/tags" Target="../tags/tag175.xml"/><Relationship Id="rId3" Type="http://schemas.openxmlformats.org/officeDocument/2006/relationships/tags" Target="../tags/tag176.xml"/><Relationship Id="rId4" Type="http://schemas.openxmlformats.org/officeDocument/2006/relationships/tags" Target="../tags/tag177.xml"/><Relationship Id="rId5" Type="http://schemas.openxmlformats.org/officeDocument/2006/relationships/tags" Target="../tags/tag178.xml"/><Relationship Id="rId6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tags" Target="../tags/tag179.xml"/><Relationship Id="rId2" Type="http://schemas.openxmlformats.org/officeDocument/2006/relationships/tags" Target="../tags/tag180.xml"/><Relationship Id="rId3" Type="http://schemas.openxmlformats.org/officeDocument/2006/relationships/tags" Target="../tags/tag181.xml"/><Relationship Id="rId4" Type="http://schemas.openxmlformats.org/officeDocument/2006/relationships/tags" Target="../tags/tag182.xml"/><Relationship Id="rId5" Type="http://schemas.openxmlformats.org/officeDocument/2006/relationships/tags" Target="../tags/tag183.xml"/><Relationship Id="rId6" Type="http://schemas.openxmlformats.org/officeDocument/2006/relationships/tags" Target="../tags/tag184.xml"/><Relationship Id="rId7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tags" Target="../tags/tag185.xml"/><Relationship Id="rId2" Type="http://schemas.openxmlformats.org/officeDocument/2006/relationships/tags" Target="../tags/tag186.xml"/><Relationship Id="rId3" Type="http://schemas.openxmlformats.org/officeDocument/2006/relationships/tags" Target="../tags/tag187.xml"/><Relationship Id="rId4" Type="http://schemas.openxmlformats.org/officeDocument/2006/relationships/tags" Target="../tags/tag188.xml"/><Relationship Id="rId5" Type="http://schemas.openxmlformats.org/officeDocument/2006/relationships/tags" Target="../tags/tag189.xml"/><Relationship Id="rId6" Type="http://schemas.openxmlformats.org/officeDocument/2006/relationships/tags" Target="../tags/tag190.xml"/><Relationship Id="rId7" Type="http://schemas.openxmlformats.org/officeDocument/2006/relationships/tags" Target="../tags/tag191.xml"/><Relationship Id="rId8" Type="http://schemas.openxmlformats.org/officeDocument/2006/relationships/tags" Target="../tags/tag192.xml"/><Relationship Id="rId9" Type="http://schemas.openxmlformats.org/officeDocument/2006/relationships/tags" Target="../tags/tag193.xml"/><Relationship Id="rId10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tags" Target="../tags/tag194.xml"/><Relationship Id="rId2" Type="http://schemas.openxmlformats.org/officeDocument/2006/relationships/tags" Target="../tags/tag195.xml"/><Relationship Id="rId3" Type="http://schemas.openxmlformats.org/officeDocument/2006/relationships/tags" Target="../tags/tag196.xml"/><Relationship Id="rId4" Type="http://schemas.openxmlformats.org/officeDocument/2006/relationships/tags" Target="../tags/tag197.xml"/><Relationship Id="rId5" Type="http://schemas.openxmlformats.org/officeDocument/2006/relationships/tags" Target="../tags/tag198.xml"/><Relationship Id="rId6" Type="http://schemas.openxmlformats.org/officeDocument/2006/relationships/tags" Target="../tags/tag199.xml"/><Relationship Id="rId7" Type="http://schemas.openxmlformats.org/officeDocument/2006/relationships/tags" Target="../tags/tag200.xml"/><Relationship Id="rId8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tags" Target="../tags/tag201.xml"/><Relationship Id="rId2" Type="http://schemas.openxmlformats.org/officeDocument/2006/relationships/tags" Target="../tags/tag202.xml"/><Relationship Id="rId3" Type="http://schemas.openxmlformats.org/officeDocument/2006/relationships/tags" Target="../tags/tag203.xml"/><Relationship Id="rId4" Type="http://schemas.openxmlformats.org/officeDocument/2006/relationships/tags" Target="../tags/tag204.xml"/><Relationship Id="rId5" Type="http://schemas.openxmlformats.org/officeDocument/2006/relationships/tags" Target="../tags/tag205.xml"/><Relationship Id="rId6" Type="http://schemas.openxmlformats.org/officeDocument/2006/relationships/tags" Target="../tags/tag206.xml"/><Relationship Id="rId7" Type="http://schemas.openxmlformats.org/officeDocument/2006/relationships/tags" Target="../tags/tag207.xml"/><Relationship Id="rId8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tags" Target="../tags/tag208.xml"/><Relationship Id="rId2" Type="http://schemas.openxmlformats.org/officeDocument/2006/relationships/tags" Target="../tags/tag209.xml"/><Relationship Id="rId3" Type="http://schemas.openxmlformats.org/officeDocument/2006/relationships/tags" Target="../tags/tag210.xml"/><Relationship Id="rId4" Type="http://schemas.openxmlformats.org/officeDocument/2006/relationships/tags" Target="../tags/tag211.xml"/><Relationship Id="rId5" Type="http://schemas.openxmlformats.org/officeDocument/2006/relationships/tags" Target="../tags/tag212.xml"/><Relationship Id="rId6" Type="http://schemas.openxmlformats.org/officeDocument/2006/relationships/tags" Target="../tags/tag213.xml"/><Relationship Id="rId7" Type="http://schemas.openxmlformats.org/officeDocument/2006/relationships/tags" Target="../tags/tag214.xml"/><Relationship Id="rId8" Type="http://schemas.openxmlformats.org/officeDocument/2006/relationships/tags" Target="../tags/tag215.xml"/><Relationship Id="rId9" Type="http://schemas.openxmlformats.org/officeDocument/2006/relationships/tags" Target="../tags/tag216.xml"/><Relationship Id="rId10" Type="http://schemas.openxmlformats.org/officeDocument/2006/relationships/tags" Target="../tags/tag217.xml"/><Relationship Id="rId11" Type="http://schemas.openxmlformats.org/officeDocument/2006/relationships/tags" Target="../tags/tag218.xml"/><Relationship Id="rId12" Type="http://schemas.openxmlformats.org/officeDocument/2006/relationships/tags" Target="../tags/tag219.xml"/><Relationship Id="rId13" Type="http://schemas.openxmlformats.org/officeDocument/2006/relationships/tags" Target="../tags/tag220.xml"/><Relationship Id="rId14" Type="http://schemas.openxmlformats.org/officeDocument/2006/relationships/tags" Target="../tags/tag221.xml"/><Relationship Id="rId15" Type="http://schemas.openxmlformats.org/officeDocument/2006/relationships/tags" Target="../tags/tag222.xml"/><Relationship Id="rId16" Type="http://schemas.openxmlformats.org/officeDocument/2006/relationships/tags" Target="../tags/tag223.xml"/><Relationship Id="rId17" Type="http://schemas.openxmlformats.org/officeDocument/2006/relationships/tags" Target="../tags/tag224.xml"/><Relationship Id="rId18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tags" Target="../tags/tag225.xml"/><Relationship Id="rId2" Type="http://schemas.openxmlformats.org/officeDocument/2006/relationships/tags" Target="../tags/tag226.xml"/><Relationship Id="rId3" Type="http://schemas.openxmlformats.org/officeDocument/2006/relationships/tags" Target="../tags/tag227.xml"/><Relationship Id="rId4" Type="http://schemas.openxmlformats.org/officeDocument/2006/relationships/tags" Target="../tags/tag228.xml"/><Relationship Id="rId5" Type="http://schemas.openxmlformats.org/officeDocument/2006/relationships/tags" Target="../tags/tag229.xml"/><Relationship Id="rId6" Type="http://schemas.openxmlformats.org/officeDocument/2006/relationships/tags" Target="../tags/tag230.xml"/><Relationship Id="rId7" Type="http://schemas.openxmlformats.org/officeDocument/2006/relationships/tags" Target="../tags/tag231.xml"/><Relationship Id="rId8" Type="http://schemas.openxmlformats.org/officeDocument/2006/relationships/tags" Target="../tags/tag232.xml"/><Relationship Id="rId9" Type="http://schemas.openxmlformats.org/officeDocument/2006/relationships/tags" Target="../tags/tag233.xml"/><Relationship Id="rId10" Type="http://schemas.openxmlformats.org/officeDocument/2006/relationships/tags" Target="../tags/tag234.xml"/><Relationship Id="rId11" Type="http://schemas.openxmlformats.org/officeDocument/2006/relationships/tags" Target="../tags/tag235.xml"/><Relationship Id="rId12" Type="http://schemas.openxmlformats.org/officeDocument/2006/relationships/tags" Target="../tags/tag236.xml"/><Relationship Id="rId13" Type="http://schemas.openxmlformats.org/officeDocument/2006/relationships/tags" Target="../tags/tag237.xml"/><Relationship Id="rId14" Type="http://schemas.openxmlformats.org/officeDocument/2006/relationships/tags" Target="../tags/tag238.xml"/><Relationship Id="rId15" Type="http://schemas.openxmlformats.org/officeDocument/2006/relationships/tags" Target="../tags/tag239.xml"/><Relationship Id="rId16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tags" Target="../tags/tag240.xml"/><Relationship Id="rId2" Type="http://schemas.openxmlformats.org/officeDocument/2006/relationships/tags" Target="../tags/tag241.xml"/><Relationship Id="rId3" Type="http://schemas.openxmlformats.org/officeDocument/2006/relationships/tags" Target="../tags/tag242.xml"/><Relationship Id="rId4" Type="http://schemas.openxmlformats.org/officeDocument/2006/relationships/tags" Target="../tags/tag243.xml"/><Relationship Id="rId5" Type="http://schemas.openxmlformats.org/officeDocument/2006/relationships/tags" Target="../tags/tag244.xml"/><Relationship Id="rId6" Type="http://schemas.openxmlformats.org/officeDocument/2006/relationships/tags" Target="../tags/tag245.xml"/><Relationship Id="rId7" Type="http://schemas.openxmlformats.org/officeDocument/2006/relationships/tags" Target="../tags/tag246.xml"/><Relationship Id="rId8" Type="http://schemas.openxmlformats.org/officeDocument/2006/relationships/tags" Target="../tags/tag247.xml"/><Relationship Id="rId9" Type="http://schemas.openxmlformats.org/officeDocument/2006/relationships/tags" Target="../tags/tag248.xml"/><Relationship Id="rId10" Type="http://schemas.openxmlformats.org/officeDocument/2006/relationships/tags" Target="../tags/tag249.xml"/><Relationship Id="rId11" Type="http://schemas.openxmlformats.org/officeDocument/2006/relationships/tags" Target="../tags/tag250.xml"/><Relationship Id="rId12" Type="http://schemas.openxmlformats.org/officeDocument/2006/relationships/tags" Target="../tags/tag251.xml"/><Relationship Id="rId13" Type="http://schemas.openxmlformats.org/officeDocument/2006/relationships/tags" Target="../tags/tag252.xml"/><Relationship Id="rId14" Type="http://schemas.openxmlformats.org/officeDocument/2006/relationships/tags" Target="../tags/tag253.xml"/><Relationship Id="rId15" Type="http://schemas.openxmlformats.org/officeDocument/2006/relationships/tags" Target="../tags/tag254.xml"/><Relationship Id="rId16" Type="http://schemas.openxmlformats.org/officeDocument/2006/relationships/tags" Target="../tags/tag255.xml"/><Relationship Id="rId17" Type="http://schemas.openxmlformats.org/officeDocument/2006/relationships/tags" Target="../tags/tag256.xml"/><Relationship Id="rId18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tags" Target="../tags/tag257.xml"/><Relationship Id="rId2" Type="http://schemas.openxmlformats.org/officeDocument/2006/relationships/tags" Target="../tags/tag258.xml"/><Relationship Id="rId3" Type="http://schemas.openxmlformats.org/officeDocument/2006/relationships/tags" Target="../tags/tag259.xml"/><Relationship Id="rId4" Type="http://schemas.openxmlformats.org/officeDocument/2006/relationships/tags" Target="../tags/tag260.xml"/><Relationship Id="rId5" Type="http://schemas.openxmlformats.org/officeDocument/2006/relationships/tags" Target="../tags/tag261.xml"/><Relationship Id="rId6" Type="http://schemas.openxmlformats.org/officeDocument/2006/relationships/tags" Target="../tags/tag262.xml"/><Relationship Id="rId7" Type="http://schemas.openxmlformats.org/officeDocument/2006/relationships/tags" Target="../tags/tag263.xml"/><Relationship Id="rId8" Type="http://schemas.openxmlformats.org/officeDocument/2006/relationships/tags" Target="../tags/tag264.xml"/><Relationship Id="rId9" Type="http://schemas.openxmlformats.org/officeDocument/2006/relationships/tags" Target="../tags/tag265.xml"/><Relationship Id="rId10" Type="http://schemas.openxmlformats.org/officeDocument/2006/relationships/tags" Target="../tags/tag266.xml"/><Relationship Id="rId11" Type="http://schemas.openxmlformats.org/officeDocument/2006/relationships/tags" Target="../tags/tag267.xml"/><Relationship Id="rId12" Type="http://schemas.openxmlformats.org/officeDocument/2006/relationships/tags" Target="../tags/tag268.xml"/><Relationship Id="rId13" Type="http://schemas.openxmlformats.org/officeDocument/2006/relationships/tags" Target="../tags/tag269.xml"/><Relationship Id="rId14" Type="http://schemas.openxmlformats.org/officeDocument/2006/relationships/tags" Target="../tags/tag270.xml"/><Relationship Id="rId15" Type="http://schemas.openxmlformats.org/officeDocument/2006/relationships/tags" Target="../tags/tag271.xml"/><Relationship Id="rId16" Type="http://schemas.openxmlformats.org/officeDocument/2006/relationships/tags" Target="../tags/tag272.xml"/><Relationship Id="rId17" Type="http://schemas.openxmlformats.org/officeDocument/2006/relationships/tags" Target="../tags/tag273.xml"/><Relationship Id="rId18" Type="http://schemas.openxmlformats.org/officeDocument/2006/relationships/tags" Target="../tags/tag274.xml"/><Relationship Id="rId19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tags" Target="../tags/tag275.xml"/><Relationship Id="rId2" Type="http://schemas.openxmlformats.org/officeDocument/2006/relationships/tags" Target="../tags/tag276.xml"/><Relationship Id="rId3" Type="http://schemas.openxmlformats.org/officeDocument/2006/relationships/tags" Target="../tags/tag277.xml"/><Relationship Id="rId4" Type="http://schemas.openxmlformats.org/officeDocument/2006/relationships/tags" Target="../tags/tag278.xml"/><Relationship Id="rId5" Type="http://schemas.openxmlformats.org/officeDocument/2006/relationships/tags" Target="../tags/tag279.xml"/><Relationship Id="rId6" Type="http://schemas.openxmlformats.org/officeDocument/2006/relationships/tags" Target="../tags/tag280.xml"/><Relationship Id="rId7" Type="http://schemas.openxmlformats.org/officeDocument/2006/relationships/tags" Target="../tags/tag281.xml"/><Relationship Id="rId8" Type="http://schemas.openxmlformats.org/officeDocument/2006/relationships/tags" Target="../tags/tag282.xml"/><Relationship Id="rId9" Type="http://schemas.openxmlformats.org/officeDocument/2006/relationships/tags" Target="../tags/tag283.xml"/><Relationship Id="rId10" Type="http://schemas.openxmlformats.org/officeDocument/2006/relationships/tags" Target="../tags/tag284.xml"/><Relationship Id="rId11" Type="http://schemas.openxmlformats.org/officeDocument/2006/relationships/tags" Target="../tags/tag285.xml"/><Relationship Id="rId12" Type="http://schemas.openxmlformats.org/officeDocument/2006/relationships/tags" Target="../tags/tag286.xml"/><Relationship Id="rId13" Type="http://schemas.openxmlformats.org/officeDocument/2006/relationships/tags" Target="../tags/tag287.xml"/><Relationship Id="rId14" Type="http://schemas.openxmlformats.org/officeDocument/2006/relationships/tags" Target="../tags/tag288.xml"/><Relationship Id="rId15" Type="http://schemas.openxmlformats.org/officeDocument/2006/relationships/tags" Target="../tags/tag289.xml"/><Relationship Id="rId16" Type="http://schemas.openxmlformats.org/officeDocument/2006/relationships/tags" Target="../tags/tag290.xml"/><Relationship Id="rId17" Type="http://schemas.openxmlformats.org/officeDocument/2006/relationships/tags" Target="../tags/tag291.xml"/><Relationship Id="rId18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tags" Target="../tags/tag292.xml"/><Relationship Id="rId2" Type="http://schemas.openxmlformats.org/officeDocument/2006/relationships/tags" Target="../tags/tag293.xml"/><Relationship Id="rId3" Type="http://schemas.openxmlformats.org/officeDocument/2006/relationships/tags" Target="../tags/tag294.xml"/><Relationship Id="rId4" Type="http://schemas.openxmlformats.org/officeDocument/2006/relationships/tags" Target="../tags/tag295.xml"/><Relationship Id="rId5" Type="http://schemas.openxmlformats.org/officeDocument/2006/relationships/tags" Target="../tags/tag296.xml"/><Relationship Id="rId6" Type="http://schemas.openxmlformats.org/officeDocument/2006/relationships/tags" Target="../tags/tag297.xml"/><Relationship Id="rId7" Type="http://schemas.openxmlformats.org/officeDocument/2006/relationships/tags" Target="../tags/tag298.xml"/><Relationship Id="rId8" Type="http://schemas.openxmlformats.org/officeDocument/2006/relationships/tags" Target="../tags/tag299.xml"/><Relationship Id="rId9" Type="http://schemas.openxmlformats.org/officeDocument/2006/relationships/tags" Target="../tags/tag300.xml"/><Relationship Id="rId10" Type="http://schemas.openxmlformats.org/officeDocument/2006/relationships/tags" Target="../tags/tag301.xml"/><Relationship Id="rId11" Type="http://schemas.openxmlformats.org/officeDocument/2006/relationships/tags" Target="../tags/tag302.xml"/><Relationship Id="rId12" Type="http://schemas.openxmlformats.org/officeDocument/2006/relationships/tags" Target="../tags/tag303.xml"/><Relationship Id="rId13" Type="http://schemas.openxmlformats.org/officeDocument/2006/relationships/tags" Target="../tags/tag304.xml"/><Relationship Id="rId14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tags" Target="../tags/tag305.xml"/><Relationship Id="rId2" Type="http://schemas.openxmlformats.org/officeDocument/2006/relationships/tags" Target="../tags/tag306.xml"/><Relationship Id="rId3" Type="http://schemas.openxmlformats.org/officeDocument/2006/relationships/tags" Target="../tags/tag307.xml"/><Relationship Id="rId4" Type="http://schemas.openxmlformats.org/officeDocument/2006/relationships/tags" Target="../tags/tag308.xml"/><Relationship Id="rId5" Type="http://schemas.openxmlformats.org/officeDocument/2006/relationships/tags" Target="../tags/tag309.xml"/><Relationship Id="rId6" Type="http://schemas.openxmlformats.org/officeDocument/2006/relationships/slideMaster" Target="../slideMasters/slideMaster1.xml"/><Relationship Id="rId7" Type="http://schemas.openxmlformats.org/officeDocument/2006/relationships/oleObject" Target="../embeddings/oleObject2.bin"/><Relationship Id="rId8" Type="http://schemas.openxmlformats.org/officeDocument/2006/relationships/image" Target="../media/image2.emf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tags" Target="../tags/tag310.xml"/><Relationship Id="rId2" Type="http://schemas.openxmlformats.org/officeDocument/2006/relationships/tags" Target="../tags/tag311.xml"/><Relationship Id="rId3" Type="http://schemas.openxmlformats.org/officeDocument/2006/relationships/tags" Target="../tags/tag312.xml"/><Relationship Id="rId4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ront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lientLogo">
            <a:extLst>
              <a:ext uri="{FF2B5EF4-FFF2-40B4-BE49-F238E27FC236}">
                <a16:creationId xmlns:a16="http://schemas.microsoft.com/office/drawing/2014/main" id="{0D1A260D-45D1-4D8D-ACC4-246C7DD9AFAD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1"/>
            </p:custDataLst>
          </p:nvPr>
        </p:nvSpPr>
        <p:spPr>
          <a:xfrm>
            <a:off x="551942" y="326582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sp>
        <p:nvSpPr>
          <p:cNvPr id="15" name="Documenttype">
            <a:extLst>
              <a:ext uri="{FF2B5EF4-FFF2-40B4-BE49-F238E27FC236}">
                <a16:creationId xmlns:a16="http://schemas.microsoft.com/office/drawing/2014/main" id="{CB5FF56E-DA90-4199-AF9A-359BE08E9A15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2"/>
            </p:custDataLst>
          </p:nvPr>
        </p:nvSpPr>
        <p:spPr>
          <a:xfrm>
            <a:off x="554736" y="4510168"/>
            <a:ext cx="6255258" cy="2154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>
              <a:buNone/>
              <a:defRPr sz="1400">
                <a:solidFill>
                  <a:schemeClr val="tx1"/>
                </a:solidFill>
              </a:defRPr>
            </a:lvl1pPr>
            <a:lvl2pPr marL="115888" indent="0">
              <a:buNone/>
              <a:defRPr>
                <a:solidFill>
                  <a:schemeClr val="bg1"/>
                </a:solidFill>
              </a:defRPr>
            </a:lvl2pPr>
            <a:lvl3pPr marL="466344" indent="0">
              <a:buNone/>
              <a:defRPr>
                <a:solidFill>
                  <a:schemeClr val="bg1"/>
                </a:solidFill>
              </a:defRPr>
            </a:lvl3pPr>
            <a:lvl4pPr marL="813816" indent="0">
              <a:buNone/>
              <a:defRPr>
                <a:solidFill>
                  <a:schemeClr val="bg1"/>
                </a:solidFill>
              </a:defRPr>
            </a:lvl4pPr>
            <a:lvl5pPr marL="1161288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change date</a:t>
            </a:r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BFC960F1-3A46-4C93-83F3-47AB2EB0D15E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551942" y="4092559"/>
            <a:ext cx="6255258" cy="307777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change Master subtitle style</a:t>
            </a:r>
          </a:p>
        </p:txBody>
      </p:sp>
      <p:sp>
        <p:nvSpPr>
          <p:cNvPr id="13" name="Title">
            <a:extLst>
              <a:ext uri="{FF2B5EF4-FFF2-40B4-BE49-F238E27FC236}">
                <a16:creationId xmlns:a16="http://schemas.microsoft.com/office/drawing/2014/main" id="{14DBF1FD-6C25-4E00-ACAB-F60F35C9625C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551942" y="2519680"/>
            <a:ext cx="6255258" cy="1451832"/>
          </a:xfrm>
          <a:prstGeom prst="rect">
            <a:avLst/>
          </a:prstGeom>
          <a:noFill/>
        </p:spPr>
        <p:txBody>
          <a:bodyPr vert="horz" anchor="b">
            <a:normAutofit/>
          </a:bodyPr>
          <a:lstStyle>
            <a:lvl1pPr>
              <a:defRPr sz="4400" baseline="0">
                <a:ln w="6350" cap="flat">
                  <a:noFill/>
                  <a:miter lim="800000"/>
                </a:ln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change Master title style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C0D3CBF4-D047-32CB-A092-652CAC857033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5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39156824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55092"/>
            <a:ext cx="11082528" cy="731520"/>
          </a:xfrm>
          <a:solidFill>
            <a:schemeClr val="bg1"/>
          </a:solidFill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873D95DD-E857-0D17-E5B3-689239B81CE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999659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92279F3A-E785-A817-A43D-2AB5BBAC0C6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8757215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7772400" imgH="10058400" progId="TCLayout.ActiveDocument.1">
                  <p:embed/>
                </p:oleObj>
              </mc:Choice>
              <mc:Fallback>
                <p:oleObj name="think-cell Slide" r:id="rId8" imgW="7772400" imgH="1005840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92279F3A-E785-A817-A43D-2AB5BBAC0C6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6" y="1706563"/>
            <a:ext cx="3813048" cy="694944"/>
          </a:xfrm>
          <a:prstGeom prst="rect">
            <a:avLst/>
          </a:prstGeom>
        </p:spPr>
        <p:txBody>
          <a:bodyPr vert="horz" anchor="t">
            <a:noAutofit/>
          </a:bodyPr>
          <a:lstStyle>
            <a:lvl1pPr>
              <a:lnSpc>
                <a:spcPct val="90000"/>
              </a:lnSpc>
              <a:defRPr>
                <a:ln w="6350" cap="flat">
                  <a:noFill/>
                  <a:miter lim="800000"/>
                </a:ln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0E2D5DBB-C1B8-4A27-836D-C2E6D553234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5154603C-472B-D4E8-F358-1CD0ED401B4F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E2A136CB-A23C-4391-1201-587C6D97E94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368757215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7772400" imgH="10058400" progId="TCLayout.ActiveDocument.1">
                  <p:embed/>
                </p:oleObj>
              </mc:Choice>
              <mc:Fallback>
                <p:oleObj name="think-cell Slide" r:id="rId8" imgW="7772400" imgH="10058400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E2A136CB-A23C-4391-1201-587C6D97E94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6BA32EF7-D882-B552-7FB3-36C2D36AA06A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7708982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id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044280"/>
            <a:ext cx="5065776" cy="769441"/>
          </a:xfrm>
          <a:prstGeom prst="rect">
            <a:avLst/>
          </a:prstGeom>
        </p:spPr>
        <p:txBody>
          <a:bodyPr rIns="365760" anchor="ctr">
            <a:noAutofit/>
          </a:bodyPr>
          <a:lstStyle>
            <a:lvl1pPr>
              <a:defRPr>
                <a:ln w="6350" cap="flat">
                  <a:noFill/>
                  <a:miter lim="800000"/>
                </a:ln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C0D33C43-5B9F-44B4-82FA-BAAD11A7FB8E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3057897B-D3C8-A735-DC7E-D4383D1221EB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8F195528-42AB-7E73-523C-67A760CC4521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3417242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brea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2. Slide Title">
            <a:extLst>
              <a:ext uri="{FF2B5EF4-FFF2-40B4-BE49-F238E27FC236}">
                <a16:creationId xmlns:a16="http://schemas.microsoft.com/office/drawing/2014/main" id="{99495DFD-8D6A-4DD8-AE3A-47FA42AA0A4F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4580468"/>
            <a:ext cx="11082528" cy="677108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B871FE09-BB6E-4334-B0EA-E52395AA61B3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3" name="1. On-page tracker">
            <a:extLst>
              <a:ext uri="{FF2B5EF4-FFF2-40B4-BE49-F238E27FC236}">
                <a16:creationId xmlns:a16="http://schemas.microsoft.com/office/drawing/2014/main" id="{77387CA2-37E3-E660-67B4-16D621E80E72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4" name="5. Source" hidden="1">
            <a:extLst>
              <a:ext uri="{FF2B5EF4-FFF2-40B4-BE49-F238E27FC236}">
                <a16:creationId xmlns:a16="http://schemas.microsoft.com/office/drawing/2014/main" id="{DEC2B040-4E6F-73B0-516D-56EAE88687E3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2966124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7D03BAA3-96F1-4B7C-895E-B9B8CFDDA50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2133601"/>
            <a:ext cx="2514600" cy="1380210"/>
          </a:xfrm>
        </p:spPr>
        <p:txBody>
          <a:bodyPr vert="horz" anchor="b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3659644"/>
            <a:ext cx="2514600" cy="553998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25B2DE14-9B3F-4199-B082-9FEB12CE57EA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C3405AEA-74D5-910E-C204-B62E695DB02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921C823D-8901-9BC8-CB00-221D7149EE3E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565F6412-49AF-A57E-EE41-DAEE15AF65CA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6A14EB3F-F2D2-1337-488A-B96888C329C2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00242F97-D84F-17F5-4DDD-341CFFDF423E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5D3D76B7-4944-FAB1-6AEB-8A0702A25BFC}"/>
              </a:ext>
            </a:extLst>
          </p:cNvPr>
          <p:cNvSpPr txBox="1"/>
          <p:nvPr userDrawn="1">
            <p:custDataLst>
              <p:tags r:id="rId1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095673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2D4C39DE-34D3-430B-A68C-3662DBF9F427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4EF89F43-35C6-451B-BBE8-87D2B8B83F5E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anchor="b">
            <a:noAutofit/>
          </a:bodyPr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F06A69A-B095-4159-932B-3658DD253FDF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5" y="3659644"/>
            <a:ext cx="3465575" cy="276999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DA204BE1-D5C8-4D03-9090-21D41FEC78E0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1AB19973-CFDD-3FB8-6DFF-498B601C379D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A86B6E09-798E-45ED-0CE4-724C9DC4E530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1B00A4A7-7F77-6869-99A8-EC7814D3C547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188B82DD-6E28-FB08-8379-E98AD4554123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11E11B27-3399-94FC-1323-6BD249478C6F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1939B8BA-72B8-5CA9-1AF1-8C2571E3DE5C}"/>
              </a:ext>
            </a:extLst>
          </p:cNvPr>
          <p:cNvSpPr txBox="1"/>
          <p:nvPr userDrawn="1">
            <p:custDataLst>
              <p:tags r:id="rId1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1555439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554736" y="35509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554736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30660E0E-E090-78AE-B8DF-94E8A4055F1E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D1D2613-79E5-D207-EAF7-90FABF6E7499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3A983EBF-637D-A060-116E-0B0128C45EE3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44142F97-2561-3657-1B4B-3BFBB1E9F9BD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81B34F4-C4ED-A448-4C7C-1FBDE8D7D418}"/>
              </a:ext>
            </a:extLst>
          </p:cNvPr>
          <p:cNvCxnSpPr/>
          <p:nvPr userDrawn="1">
            <p:custDataLst>
              <p:tags r:id="rId1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28B9027F-AE86-DAF5-5474-EE46805E4CA7}"/>
              </a:ext>
            </a:extLst>
          </p:cNvPr>
          <p:cNvSpPr txBox="1"/>
          <p:nvPr userDrawn="1">
            <p:custDataLst>
              <p:tags r:id="rId1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BD3C695-AC57-A88D-1A2C-3A39E19380FA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6537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0" y="0"/>
            <a:ext cx="6099048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>
            <a:cxnSpLocks/>
          </p:cNvCxnSpPr>
          <p:nvPr>
            <p:custDataLst>
              <p:tags r:id="rId6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573171" y="35509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6573171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8F2C2791-B51E-A08E-A83D-8365063BE5F0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91D93BD-1F5A-C628-82CE-076AE9052101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1CB83102-3A2E-9CC5-4A85-E3CDA823E93A}"/>
              </a:ext>
            </a:extLst>
          </p:cNvPr>
          <p:cNvCxnSpPr>
            <a:cxnSpLocks/>
          </p:cNvCxnSpPr>
          <p:nvPr userDrawn="1">
            <p:custDataLst>
              <p:tags r:id="rId15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1779C13D-1F8B-9D37-1911-BCA54D7665BC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C12C1F7-B019-2A92-2CC7-43FD710B5543}"/>
              </a:ext>
            </a:extLst>
          </p:cNvPr>
          <p:cNvCxnSpPr/>
          <p:nvPr userDrawn="1">
            <p:custDataLst>
              <p:tags r:id="rId1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B142AE8B-ABE4-83DD-4791-FF240BDC1202}"/>
              </a:ext>
            </a:extLst>
          </p:cNvPr>
          <p:cNvSpPr txBox="1"/>
          <p:nvPr userDrawn="1">
            <p:custDataLst>
              <p:tags r:id="rId1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8110B89-A74A-7E06-7CD8-90CE64375D18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375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0415F114-7B0E-43F2-8881-F0D9FB2A643B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6" y="355092"/>
            <a:ext cx="6967728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AEC46ACE-42CD-4304-9E51-86DBC38CA4EB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6425396B-5490-4E4D-8EA4-E4AB4F98BF62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BottomLineLeft">
            <a:extLst>
              <a:ext uri="{FF2B5EF4-FFF2-40B4-BE49-F238E27FC236}">
                <a16:creationId xmlns:a16="http://schemas.microsoft.com/office/drawing/2014/main" id="{570396F1-4249-402C-975E-F70778173C25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TopLineRight">
            <a:extLst>
              <a:ext uri="{FF2B5EF4-FFF2-40B4-BE49-F238E27FC236}">
                <a16:creationId xmlns:a16="http://schemas.microsoft.com/office/drawing/2014/main" id="{C5BD98EE-C09E-457E-A028-EBE485145AA3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Left">
            <a:extLst>
              <a:ext uri="{FF2B5EF4-FFF2-40B4-BE49-F238E27FC236}">
                <a16:creationId xmlns:a16="http://schemas.microsoft.com/office/drawing/2014/main" id="{47D3FB95-30DE-4983-B5AE-01B80542C0DD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18D646E-BD43-4948-96FE-F798F0E18D71}"/>
              </a:ext>
            </a:extLst>
          </p:cNvPr>
          <p:cNvCxnSpPr/>
          <p:nvPr>
            <p:custDataLst>
              <p:tags r:id="rId9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3. Subtitle">
            <a:extLst>
              <a:ext uri="{FF2B5EF4-FFF2-40B4-BE49-F238E27FC236}">
                <a16:creationId xmlns:a16="http://schemas.microsoft.com/office/drawing/2014/main" id="{712BED6B-950C-4FB8-AEE1-14FA61D013FF}"/>
              </a:ext>
            </a:extLst>
          </p:cNvPr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554736" y="1291125"/>
            <a:ext cx="6967728" cy="2769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F25A304F-F50E-4F96-991D-CFEB07060178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81FC95FE-98AE-2D03-2407-7155AFECE47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23333C35-5A2E-151B-2F4B-2CDCB314397C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BottomLineLeft">
            <a:extLst>
              <a:ext uri="{FF2B5EF4-FFF2-40B4-BE49-F238E27FC236}">
                <a16:creationId xmlns:a16="http://schemas.microsoft.com/office/drawing/2014/main" id="{03CB881E-B8CB-CF21-ECED-2D62E68D5699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6046C228-BC5A-00E4-BA8C-D41D9C371758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6DDEA8EA-201F-2A9F-D188-038DDA3A4C07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8C08786-DAFA-C25B-BB5A-6EF081FE7EC5}"/>
              </a:ext>
            </a:extLst>
          </p:cNvPr>
          <p:cNvCxnSpPr/>
          <p:nvPr userDrawn="1">
            <p:custDataLst>
              <p:tags r:id="rId17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533741C6-486A-114F-757D-0815AA6BF1FB}"/>
              </a:ext>
            </a:extLst>
          </p:cNvPr>
          <p:cNvSpPr txBox="1"/>
          <p:nvPr userDrawn="1">
            <p:custDataLst>
              <p:tags r:id="rId18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2729830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CD2FAB0B-AB63-C7F3-6E57-3803DCBF78EE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27" name="BottomLineRight">
            <a:extLst>
              <a:ext uri="{FF2B5EF4-FFF2-40B4-BE49-F238E27FC236}">
                <a16:creationId xmlns:a16="http://schemas.microsoft.com/office/drawing/2014/main" id="{C7EF0021-7C64-4C3A-BB10-343D51B3F04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9119861" y="6453769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BottomLineLeft">
            <a:extLst>
              <a:ext uri="{FF2B5EF4-FFF2-40B4-BE49-F238E27FC236}">
                <a16:creationId xmlns:a16="http://schemas.microsoft.com/office/drawing/2014/main" id="{769848ED-A1D9-4D6F-AC16-5512562B47A0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Right">
            <a:extLst>
              <a:ext uri="{FF2B5EF4-FFF2-40B4-BE49-F238E27FC236}">
                <a16:creationId xmlns:a16="http://schemas.microsoft.com/office/drawing/2014/main" id="{9DD5C457-8894-4C00-BE39-CE61754727F6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TopLineLeft">
            <a:extLst>
              <a:ext uri="{FF2B5EF4-FFF2-40B4-BE49-F238E27FC236}">
                <a16:creationId xmlns:a16="http://schemas.microsoft.com/office/drawing/2014/main" id="{8B2884B5-93FA-4ECC-9065-3398231F02FC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354162"/>
            <a:ext cx="7918704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1291125"/>
            <a:ext cx="7918704" cy="297181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40C50DBC-77FE-61C3-BB9B-59D91329110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0" name="TopLineRight">
            <a:extLst>
              <a:ext uri="{FF2B5EF4-FFF2-40B4-BE49-F238E27FC236}">
                <a16:creationId xmlns:a16="http://schemas.microsoft.com/office/drawing/2014/main" id="{02EF33B4-F1CF-127A-6DC0-66C2F56540CF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Left">
            <a:extLst>
              <a:ext uri="{FF2B5EF4-FFF2-40B4-BE49-F238E27FC236}">
                <a16:creationId xmlns:a16="http://schemas.microsoft.com/office/drawing/2014/main" id="{F771BF59-40BB-01B4-DC46-910BA1A736B4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5. Source" hidden="1">
            <a:extLst>
              <a:ext uri="{FF2B5EF4-FFF2-40B4-BE49-F238E27FC236}">
                <a16:creationId xmlns:a16="http://schemas.microsoft.com/office/drawing/2014/main" id="{2B2A3520-E5B7-615D-AC0C-FC45DAE55740}"/>
              </a:ext>
            </a:extLst>
          </p:cNvPr>
          <p:cNvSpPr txBox="1"/>
          <p:nvPr userDrawn="1">
            <p:custDataLst>
              <p:tags r:id="rId1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8796290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330AE89A-7771-4A6E-A02D-893DCB66C87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ClientLogo">
            <a:extLst>
              <a:ext uri="{FF2B5EF4-FFF2-40B4-BE49-F238E27FC236}">
                <a16:creationId xmlns:a16="http://schemas.microsoft.com/office/drawing/2014/main" id="{360045FA-4F2B-7CCC-BC88-DBB2BC856EF6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2"/>
            </p:custDataLst>
          </p:nvPr>
        </p:nvSpPr>
        <p:spPr>
          <a:xfrm>
            <a:off x="5096891" y="2906491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9E557DC3-5BF2-4D79-84F4-12A1DDBC6D3C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0063648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6982A9EE-ED1D-4D7E-84CA-3C36D0891D68}"/>
              </a:ext>
            </a:extLst>
          </p:cNvPr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09F9A864-CDB7-4063-BBF8-591908AA18D0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104C73C4-D8CF-6058-FD7C-69740923447C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3" name="SlideLogoText">
            <a:extLst>
              <a:ext uri="{FF2B5EF4-FFF2-40B4-BE49-F238E27FC236}">
                <a16:creationId xmlns:a16="http://schemas.microsoft.com/office/drawing/2014/main" id="{76D2A9D1-221A-7AD9-3A61-240D4CD54198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293187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</p:spTree>
    <p:extLst>
      <p:ext uri="{BB962C8B-B14F-4D97-AF65-F5344CB8AC3E}">
        <p14:creationId xmlns:p14="http://schemas.microsoft.com/office/powerpoint/2010/main" val="7063798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rontpage dar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hidden="1">
            <a:extLst>
              <a:ext uri="{FF2B5EF4-FFF2-40B4-BE49-F238E27FC236}">
                <a16:creationId xmlns:a16="http://schemas.microsoft.com/office/drawing/2014/main" id="{C54CE3BD-55D7-42CB-8D9D-17E2A0D74581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 dirty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3" name="ClientLogo">
            <a:extLst>
              <a:ext uri="{FF2B5EF4-FFF2-40B4-BE49-F238E27FC236}">
                <a16:creationId xmlns:a16="http://schemas.microsoft.com/office/drawing/2014/main" id="{0D1A260D-45D1-4D8D-ACC4-246C7DD9AFAD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2"/>
            </p:custDataLst>
          </p:nvPr>
        </p:nvSpPr>
        <p:spPr>
          <a:xfrm>
            <a:off x="551942" y="326582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sp>
        <p:nvSpPr>
          <p:cNvPr id="15" name="Documenttype">
            <a:extLst>
              <a:ext uri="{FF2B5EF4-FFF2-40B4-BE49-F238E27FC236}">
                <a16:creationId xmlns:a16="http://schemas.microsoft.com/office/drawing/2014/main" id="{CB5FF56E-DA90-4199-AF9A-359BE08E9A15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3"/>
            </p:custDataLst>
          </p:nvPr>
        </p:nvSpPr>
        <p:spPr>
          <a:xfrm>
            <a:off x="554736" y="4510168"/>
            <a:ext cx="6255258" cy="2154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>
              <a:buNone/>
              <a:defRPr sz="1400">
                <a:solidFill>
                  <a:schemeClr val="bg1"/>
                </a:solidFill>
              </a:defRPr>
            </a:lvl1pPr>
            <a:lvl2pPr marL="115888" indent="0">
              <a:buNone/>
              <a:defRPr>
                <a:solidFill>
                  <a:schemeClr val="bg1"/>
                </a:solidFill>
              </a:defRPr>
            </a:lvl2pPr>
            <a:lvl3pPr marL="466344" indent="0">
              <a:buNone/>
              <a:defRPr>
                <a:solidFill>
                  <a:schemeClr val="bg1"/>
                </a:solidFill>
              </a:defRPr>
            </a:lvl3pPr>
            <a:lvl4pPr marL="813816" indent="0">
              <a:buNone/>
              <a:defRPr>
                <a:solidFill>
                  <a:schemeClr val="bg1"/>
                </a:solidFill>
              </a:defRPr>
            </a:lvl4pPr>
            <a:lvl5pPr marL="1161288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change date</a:t>
            </a:r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BFC960F1-3A46-4C93-83F3-47AB2EB0D15E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4"/>
            </p:custDataLst>
          </p:nvPr>
        </p:nvSpPr>
        <p:spPr>
          <a:xfrm>
            <a:off x="551942" y="4092559"/>
            <a:ext cx="6255258" cy="307777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change Master subtitle style</a:t>
            </a:r>
          </a:p>
        </p:txBody>
      </p:sp>
      <p:sp>
        <p:nvSpPr>
          <p:cNvPr id="13" name="Title">
            <a:extLst>
              <a:ext uri="{FF2B5EF4-FFF2-40B4-BE49-F238E27FC236}">
                <a16:creationId xmlns:a16="http://schemas.microsoft.com/office/drawing/2014/main" id="{14DBF1FD-6C25-4E00-ACAB-F60F35C9625C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51942" y="2519680"/>
            <a:ext cx="6255258" cy="1451832"/>
          </a:xfrm>
          <a:prstGeom prst="rect">
            <a:avLst/>
          </a:prstGeom>
          <a:noFill/>
        </p:spPr>
        <p:txBody>
          <a:bodyPr vert="horz" anchor="b">
            <a:normAutofit/>
          </a:bodyPr>
          <a:lstStyle>
            <a:lvl1pPr>
              <a:defRPr sz="4400" baseline="0">
                <a:ln w="6350" cap="flat">
                  <a:noFill/>
                  <a:miter lim="800000"/>
                </a:ln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change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533875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 dar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5. Source" hidden="1">
            <a:extLst>
              <a:ext uri="{FF2B5EF4-FFF2-40B4-BE49-F238E27FC236}">
                <a16:creationId xmlns:a16="http://schemas.microsoft.com/office/drawing/2014/main" id="{0CC39C66-1ED1-4BBF-87FB-6C74C9A461BE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2. Slide Title">
            <a:extLst>
              <a:ext uri="{FF2B5EF4-FFF2-40B4-BE49-F238E27FC236}">
                <a16:creationId xmlns:a16="http://schemas.microsoft.com/office/drawing/2014/main" id="{A3FB3845-C7A1-C146-0D47-CA99D05EE4C4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6" y="355092"/>
            <a:ext cx="11082528" cy="731520"/>
          </a:xfrm>
        </p:spPr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3. Subtitle">
            <a:extLst>
              <a:ext uri="{FF2B5EF4-FFF2-40B4-BE49-F238E27FC236}">
                <a16:creationId xmlns:a16="http://schemas.microsoft.com/office/drawing/2014/main" id="{2D82DC27-D40F-1FDD-08CA-E1D98D482D55}"/>
              </a:ext>
            </a:extLst>
          </p:cNvPr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1. On-page tracker">
            <a:extLst>
              <a:ext uri="{FF2B5EF4-FFF2-40B4-BE49-F238E27FC236}">
                <a16:creationId xmlns:a16="http://schemas.microsoft.com/office/drawing/2014/main" id="{2256F47C-8755-AD8E-F266-944EE5D1E6E7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7" name="TopLine">
            <a:extLst>
              <a:ext uri="{FF2B5EF4-FFF2-40B4-BE49-F238E27FC236}">
                <a16:creationId xmlns:a16="http://schemas.microsoft.com/office/drawing/2014/main" id="{42A698AF-55F9-B974-2353-E7C18303832A}"/>
              </a:ext>
            </a:extLst>
          </p:cNvPr>
          <p:cNvCxnSpPr/>
          <p:nvPr userDrawn="1">
            <p:custDataLst>
              <p:tags r:id="rId5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BottomLine">
            <a:extLst>
              <a:ext uri="{FF2B5EF4-FFF2-40B4-BE49-F238E27FC236}">
                <a16:creationId xmlns:a16="http://schemas.microsoft.com/office/drawing/2014/main" id="{0F91EBE0-A37D-1C3F-105C-121497E50581}"/>
              </a:ext>
            </a:extLst>
          </p:cNvPr>
          <p:cNvCxnSpPr/>
          <p:nvPr userDrawn="1">
            <p:custDataLst>
              <p:tags r:id="rId6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44638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op left 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1706563"/>
            <a:ext cx="3813048" cy="694944"/>
          </a:xfrm>
          <a:prstGeom prst="rect">
            <a:avLst/>
          </a:prstGeom>
        </p:spPr>
        <p:txBody>
          <a:bodyPr vert="horz" anchor="t">
            <a:noAutofit/>
          </a:bodyPr>
          <a:lstStyle>
            <a:lvl1pPr>
              <a:lnSpc>
                <a:spcPct val="90000"/>
              </a:lnSpc>
              <a:defRPr>
                <a:ln w="6350" cap="flat">
                  <a:noFill/>
                  <a:miter lim="800000"/>
                </a:ln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EFB4BF85-6002-4998-80DC-DC1B92544D1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0E2D5DBB-C1B8-4A27-836D-C2E6D553234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5154603C-472B-D4E8-F358-1CD0ED401B4F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295262A3-4D06-C89D-05E2-AA97F9B5D0A2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6BA32EF7-D882-B552-7FB3-36C2D36AA06A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12E272E9-BC69-EC9E-B4A6-1953D2BB2D85}"/>
              </a:ext>
            </a:extLst>
          </p:cNvPr>
          <p:cNvSpPr>
            <a:spLocks noChangeArrowheads="1"/>
          </p:cNvSpPr>
          <p:nvPr userDrawn="1">
            <p:custDataLst>
              <p:tags r:id="rId7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1" name="TopLine">
            <a:extLst>
              <a:ext uri="{FF2B5EF4-FFF2-40B4-BE49-F238E27FC236}">
                <a16:creationId xmlns:a16="http://schemas.microsoft.com/office/drawing/2014/main" id="{E9C5FC54-7D67-724E-E303-818A330F138E}"/>
              </a:ext>
            </a:extLst>
          </p:cNvPr>
          <p:cNvCxnSpPr/>
          <p:nvPr userDrawn="1">
            <p:custDataLst>
              <p:tags r:id="rId8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BottomLine">
            <a:extLst>
              <a:ext uri="{FF2B5EF4-FFF2-40B4-BE49-F238E27FC236}">
                <a16:creationId xmlns:a16="http://schemas.microsoft.com/office/drawing/2014/main" id="{B72CCDAD-B288-166D-1A8A-2A1CD511CDCC}"/>
              </a:ext>
            </a:extLst>
          </p:cNvPr>
          <p:cNvCxnSpPr/>
          <p:nvPr userDrawn="1">
            <p:custDataLst>
              <p:tags r:id="rId9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75385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Mid left 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044280"/>
            <a:ext cx="5065776" cy="769441"/>
          </a:xfrm>
          <a:prstGeom prst="rect">
            <a:avLst/>
          </a:prstGeom>
        </p:spPr>
        <p:txBody>
          <a:bodyPr rIns="365760" anchor="ctr">
            <a:noAutofit/>
          </a:bodyPr>
          <a:lstStyle>
            <a:lvl1pPr>
              <a:defRPr>
                <a:ln w="6350" cap="flat">
                  <a:noFill/>
                  <a:miter lim="800000"/>
                </a:ln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2BF771FC-DD10-42B6-A51E-7F1E26F8184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C0D33C43-5B9F-44B4-82FA-BAAD11A7FB8E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3057897B-D3C8-A735-DC7E-D4383D1221EB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8F195528-42AB-7E73-523C-67A760CC4521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cxnSp>
        <p:nvCxnSpPr>
          <p:cNvPr id="6" name="TopLine">
            <a:extLst>
              <a:ext uri="{FF2B5EF4-FFF2-40B4-BE49-F238E27FC236}">
                <a16:creationId xmlns:a16="http://schemas.microsoft.com/office/drawing/2014/main" id="{8B904657-3B87-B4EE-8316-1E859C4514EB}"/>
              </a:ext>
            </a:extLst>
          </p:cNvPr>
          <p:cNvCxnSpPr/>
          <p:nvPr userDrawn="1">
            <p:custDataLst>
              <p:tags r:id="rId6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2FF090A-C003-0304-46D8-4251EFBBFB06}"/>
              </a:ext>
            </a:extLst>
          </p:cNvPr>
          <p:cNvCxnSpPr/>
          <p:nvPr userDrawn="1">
            <p:custDataLst>
              <p:tags r:id="rId7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40596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ection break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2. Slide Title">
            <a:extLst>
              <a:ext uri="{FF2B5EF4-FFF2-40B4-BE49-F238E27FC236}">
                <a16:creationId xmlns:a16="http://schemas.microsoft.com/office/drawing/2014/main" id="{99495DFD-8D6A-4DD8-AE3A-47FA42AA0A4F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4580468"/>
            <a:ext cx="11082528" cy="677108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86AE8A6-05EF-4E76-AAAD-41743692E9F9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B871FE09-BB6E-4334-B0EA-E52395AA61B3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3" name="1. On-page tracker">
            <a:extLst>
              <a:ext uri="{FF2B5EF4-FFF2-40B4-BE49-F238E27FC236}">
                <a16:creationId xmlns:a16="http://schemas.microsoft.com/office/drawing/2014/main" id="{77387CA2-37E3-E660-67B4-16D621E80E72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4" name="5. Source" hidden="1">
            <a:extLst>
              <a:ext uri="{FF2B5EF4-FFF2-40B4-BE49-F238E27FC236}">
                <a16:creationId xmlns:a16="http://schemas.microsoft.com/office/drawing/2014/main" id="{DEC2B040-4E6F-73B0-516D-56EAE88687E3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cxnSp>
        <p:nvCxnSpPr>
          <p:cNvPr id="5" name="TopLine">
            <a:extLst>
              <a:ext uri="{FF2B5EF4-FFF2-40B4-BE49-F238E27FC236}">
                <a16:creationId xmlns:a16="http://schemas.microsoft.com/office/drawing/2014/main" id="{FB35A28F-B25A-F397-C076-3C4307EC7FFE}"/>
              </a:ext>
            </a:extLst>
          </p:cNvPr>
          <p:cNvCxnSpPr/>
          <p:nvPr userDrawn="1">
            <p:custDataLst>
              <p:tags r:id="rId6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BottomLine">
            <a:extLst>
              <a:ext uri="{FF2B5EF4-FFF2-40B4-BE49-F238E27FC236}">
                <a16:creationId xmlns:a16="http://schemas.microsoft.com/office/drawing/2014/main" id="{A4C1D2D5-250E-7892-49D1-538B4E9DA58C}"/>
              </a:ext>
            </a:extLst>
          </p:cNvPr>
          <p:cNvCxnSpPr/>
          <p:nvPr userDrawn="1">
            <p:custDataLst>
              <p:tags r:id="rId7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84735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1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Light">
            <a:extLst>
              <a:ext uri="{FF2B5EF4-FFF2-40B4-BE49-F238E27FC236}">
                <a16:creationId xmlns:a16="http://schemas.microsoft.com/office/drawing/2014/main" id="{CCF04B58-9A1C-ACB8-F18C-5893C2FA8425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7D03BAA3-96F1-4B7C-895E-B9B8CFDDA50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2133601"/>
            <a:ext cx="2514600" cy="1380210"/>
          </a:xfrm>
        </p:spPr>
        <p:txBody>
          <a:bodyPr vert="horz" anchor="b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3659644"/>
            <a:ext cx="2514600" cy="553998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25B2DE14-9B3F-4199-B082-9FEB12CE57EA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C3405AEA-74D5-910E-C204-B62E695DB02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9" name="SlideLogoText">
            <a:extLst>
              <a:ext uri="{FF2B5EF4-FFF2-40B4-BE49-F238E27FC236}">
                <a16:creationId xmlns:a16="http://schemas.microsoft.com/office/drawing/2014/main" id="{9B9BD69A-7879-1B18-7D16-3D88FBC0D967}"/>
              </a:ext>
            </a:extLst>
          </p:cNvPr>
          <p:cNvSpPr txBox="1"/>
          <p:nvPr userDrawn="1">
            <p:custDataLst>
              <p:tags r:id="rId1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921C823D-8901-9BC8-CB00-221D7149EE3E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565F6412-49AF-A57E-EE41-DAEE15AF65CA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6A14EB3F-F2D2-1337-488A-B96888C329C2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00242F97-D84F-17F5-4DDD-341CFFDF423E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5D3D76B7-4944-FAB1-6AEB-8A0702A25BFC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68429967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1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Light">
            <a:extLst>
              <a:ext uri="{FF2B5EF4-FFF2-40B4-BE49-F238E27FC236}">
                <a16:creationId xmlns:a16="http://schemas.microsoft.com/office/drawing/2014/main" id="{2FA89E15-5D02-0617-3AA7-74A6D56FA911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4EF89F43-35C6-451B-BBE8-87D2B8B83F5E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anchor="b">
            <a:noAutofit/>
          </a:bodyPr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F06A69A-B095-4159-932B-3658DD253FDF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5" y="3659644"/>
            <a:ext cx="3465575" cy="276999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DA204BE1-D5C8-4D03-9090-21D41FEC78E0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1AB19973-CFDD-3FB8-6DFF-498B601C379D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A86B6E09-798E-45ED-0CE4-724C9DC4E530}"/>
              </a:ext>
            </a:extLst>
          </p:cNvPr>
          <p:cNvCxnSpPr/>
          <p:nvPr userDrawn="1">
            <p:custDataLst>
              <p:tags r:id="rId11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1B00A4A7-7F77-6869-99A8-EC7814D3C547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188B82DD-6E28-FB08-8379-E98AD4554123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11E11B27-3399-94FC-1323-6BD249478C6F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1939B8BA-72B8-5CA9-1AF1-8C2571E3DE5C}"/>
              </a:ext>
            </a:extLst>
          </p:cNvPr>
          <p:cNvSpPr txBox="1"/>
          <p:nvPr userDrawn="1">
            <p:custDataLst>
              <p:tags r:id="rId1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409165945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35509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30660E0E-E090-78AE-B8DF-94E8A4055F1E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D1D2613-79E5-D207-EAF7-90FABF6E7499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3A983EBF-637D-A060-116E-0B0128C45EE3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44142F97-2561-3657-1B4B-3BFBB1E9F9BD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81B34F4-C4ED-A448-4C7C-1FBDE8D7D418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28B9027F-AE86-DAF5-5474-EE46805E4CA7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BD3C695-AC57-A88D-1A2C-3A39E19380FA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841276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0" y="0"/>
            <a:ext cx="6099048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>
            <a:cxnSpLocks/>
          </p:cNvCxnSpPr>
          <p:nvPr>
            <p:custDataLst>
              <p:tags r:id="rId6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573171" y="35509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6573171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8F2C2791-B51E-A08E-A83D-8365063BE5F0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91D93BD-1F5A-C628-82CE-076AE9052101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1CB83102-3A2E-9CC5-4A85-E3CDA823E93A}"/>
              </a:ext>
            </a:extLst>
          </p:cNvPr>
          <p:cNvCxnSpPr>
            <a:cxnSpLocks/>
          </p:cNvCxnSpPr>
          <p:nvPr userDrawn="1">
            <p:custDataLst>
              <p:tags r:id="rId15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1779C13D-1F8B-9D37-1911-BCA54D7665BC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C12C1F7-B019-2A92-2CC7-43FD710B5543}"/>
              </a:ext>
            </a:extLst>
          </p:cNvPr>
          <p:cNvCxnSpPr/>
          <p:nvPr userDrawn="1">
            <p:custDataLst>
              <p:tags r:id="rId1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B142AE8B-ABE4-83DD-4791-FF240BDC1202}"/>
              </a:ext>
            </a:extLst>
          </p:cNvPr>
          <p:cNvSpPr txBox="1"/>
          <p:nvPr userDrawn="1">
            <p:custDataLst>
              <p:tags r:id="rId1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8110B89-A74A-7E06-7CD8-90CE64375D18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801102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2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2. Slide Title">
            <a:extLst>
              <a:ext uri="{FF2B5EF4-FFF2-40B4-BE49-F238E27FC236}">
                <a16:creationId xmlns:a16="http://schemas.microsoft.com/office/drawing/2014/main" id="{0415F114-7B0E-43F2-8881-F0D9FB2A643B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55092"/>
            <a:ext cx="6967728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2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6425396B-5490-4E4D-8EA4-E4AB4F98BF62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BottomLineLeft">
            <a:extLst>
              <a:ext uri="{FF2B5EF4-FFF2-40B4-BE49-F238E27FC236}">
                <a16:creationId xmlns:a16="http://schemas.microsoft.com/office/drawing/2014/main" id="{570396F1-4249-402C-975E-F70778173C25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TopLineRight">
            <a:extLst>
              <a:ext uri="{FF2B5EF4-FFF2-40B4-BE49-F238E27FC236}">
                <a16:creationId xmlns:a16="http://schemas.microsoft.com/office/drawing/2014/main" id="{C5BD98EE-C09E-457E-A028-EBE485145AA3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Left">
            <a:extLst>
              <a:ext uri="{FF2B5EF4-FFF2-40B4-BE49-F238E27FC236}">
                <a16:creationId xmlns:a16="http://schemas.microsoft.com/office/drawing/2014/main" id="{47D3FB95-30DE-4983-B5AE-01B80542C0DD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18D646E-BD43-4948-96FE-F798F0E18D71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3. Subtitle">
            <a:extLst>
              <a:ext uri="{FF2B5EF4-FFF2-40B4-BE49-F238E27FC236}">
                <a16:creationId xmlns:a16="http://schemas.microsoft.com/office/drawing/2014/main" id="{712BED6B-950C-4FB8-AEE1-14FA61D013FF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1291125"/>
            <a:ext cx="6967728" cy="2769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F25A304F-F50E-4F96-991D-CFEB07060178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81FC95FE-98AE-2D03-2407-7155AFECE47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23333C35-5A2E-151B-2F4B-2CDCB314397C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BottomLineLeft">
            <a:extLst>
              <a:ext uri="{FF2B5EF4-FFF2-40B4-BE49-F238E27FC236}">
                <a16:creationId xmlns:a16="http://schemas.microsoft.com/office/drawing/2014/main" id="{03CB881E-B8CB-CF21-ECED-2D62E68D5699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6046C228-BC5A-00E4-BA8C-D41D9C371758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6DDEA8EA-201F-2A9F-D188-038DDA3A4C07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8C08786-DAFA-C25B-BB5A-6EF081FE7EC5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533741C6-486A-114F-757D-0815AA6BF1FB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44173752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3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CD2FAB0B-AB63-C7F3-6E57-3803DCBF78EE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27" name="BottomLineRight">
            <a:extLst>
              <a:ext uri="{FF2B5EF4-FFF2-40B4-BE49-F238E27FC236}">
                <a16:creationId xmlns:a16="http://schemas.microsoft.com/office/drawing/2014/main" id="{C7EF0021-7C64-4C3A-BB10-343D51B3F040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9119861" y="6453769"/>
            <a:ext cx="2514600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BottomLineLeft">
            <a:extLst>
              <a:ext uri="{FF2B5EF4-FFF2-40B4-BE49-F238E27FC236}">
                <a16:creationId xmlns:a16="http://schemas.microsoft.com/office/drawing/2014/main" id="{769848ED-A1D9-4D6F-AC16-5512562B47A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554736" y="6453769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Right">
            <a:extLst>
              <a:ext uri="{FF2B5EF4-FFF2-40B4-BE49-F238E27FC236}">
                <a16:creationId xmlns:a16="http://schemas.microsoft.com/office/drawing/2014/main" id="{9DD5C457-8894-4C00-BE39-CE61754727F6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TopLineLeft">
            <a:extLst>
              <a:ext uri="{FF2B5EF4-FFF2-40B4-BE49-F238E27FC236}">
                <a16:creationId xmlns:a16="http://schemas.microsoft.com/office/drawing/2014/main" id="{8B2884B5-93FA-4ECC-9065-3398231F02FC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354162"/>
            <a:ext cx="7918704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1291125"/>
            <a:ext cx="7918704" cy="297181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40C50DBC-77FE-61C3-BB9B-59D91329110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0" name="TopLineRight">
            <a:extLst>
              <a:ext uri="{FF2B5EF4-FFF2-40B4-BE49-F238E27FC236}">
                <a16:creationId xmlns:a16="http://schemas.microsoft.com/office/drawing/2014/main" id="{02EF33B4-F1CF-127A-6DC0-66C2F56540CF}"/>
              </a:ext>
            </a:extLst>
          </p:cNvPr>
          <p:cNvCxnSpPr/>
          <p:nvPr userDrawn="1">
            <p:custDataLst>
              <p:tags r:id="rId11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Left">
            <a:extLst>
              <a:ext uri="{FF2B5EF4-FFF2-40B4-BE49-F238E27FC236}">
                <a16:creationId xmlns:a16="http://schemas.microsoft.com/office/drawing/2014/main" id="{F771BF59-40BB-01B4-DC46-910BA1A736B4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5. Source" hidden="1">
            <a:extLst>
              <a:ext uri="{FF2B5EF4-FFF2-40B4-BE49-F238E27FC236}">
                <a16:creationId xmlns:a16="http://schemas.microsoft.com/office/drawing/2014/main" id="{2B2A3520-E5B7-615D-AC0C-FC45DAE55740}"/>
              </a:ext>
            </a:extLst>
          </p:cNvPr>
          <p:cNvSpPr txBox="1"/>
          <p:nvPr userDrawn="1">
            <p:custDataLst>
              <p:tags r:id="rId1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203649821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En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832E4BA7-205B-4431-879A-B60A0FD6D20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7788875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344" imgH="344" progId="TCLayout.ActiveDocument.1">
                  <p:embed/>
                </p:oleObj>
              </mc:Choice>
              <mc:Fallback>
                <p:oleObj name="think-cell Slide" r:id="rId7" imgW="344" imgH="344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832E4BA7-205B-4431-879A-B60A0FD6D20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330AE89A-7771-4A6E-A02D-893DCB66C876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ClientLogo">
            <a:extLst>
              <a:ext uri="{FF2B5EF4-FFF2-40B4-BE49-F238E27FC236}">
                <a16:creationId xmlns:a16="http://schemas.microsoft.com/office/drawing/2014/main" id="{360045FA-4F2B-7CCC-BC88-DBB2BC856EF6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3"/>
            </p:custDataLst>
          </p:nvPr>
        </p:nvSpPr>
        <p:spPr>
          <a:xfrm>
            <a:off x="5096891" y="2906491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461A3593-6381-CCDE-F9E1-87C62E7E955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387788875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344" imgH="344" progId="TCLayout.ActiveDocument.1">
                  <p:embed/>
                </p:oleObj>
              </mc:Choice>
              <mc:Fallback>
                <p:oleObj name="think-cell Slide" r:id="rId7" imgW="344" imgH="344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461A3593-6381-CCDE-F9E1-87C62E7E955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9E557DC3-5BF2-4D79-84F4-12A1DDBC6D3C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418971657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lank whi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6982A9EE-ED1D-4D7E-84CA-3C36D0891D68}"/>
              </a:ext>
            </a:extLst>
          </p:cNvPr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09F9A864-CDB7-4063-BBF8-591908AA18D0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104C73C4-D8CF-6058-FD7C-69740923447C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31318817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1"/>
          <p:cNvSpPr txBox="1">
            <a:spLocks noGrp="1"/>
          </p:cNvSpPr>
          <p:nvPr>
            <p:ph type="title"/>
          </p:nvPr>
        </p:nvSpPr>
        <p:spPr>
          <a:xfrm>
            <a:off x="467806" y="365126"/>
            <a:ext cx="11173331" cy="811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61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74168099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theme" Target="../theme/theme1.xml"/><Relationship Id="rId29" Type="http://schemas.openxmlformats.org/officeDocument/2006/relationships/tags" Target="../tags/tag2.xml"/><Relationship Id="rId30" Type="http://schemas.openxmlformats.org/officeDocument/2006/relationships/tags" Target="../tags/tag3.xml"/><Relationship Id="rId31" Type="http://schemas.openxmlformats.org/officeDocument/2006/relationships/tags" Target="../tags/tag4.xml"/><Relationship Id="rId32" Type="http://schemas.openxmlformats.org/officeDocument/2006/relationships/tags" Target="../tags/tag5.xml"/><Relationship Id="rId33" Type="http://schemas.openxmlformats.org/officeDocument/2006/relationships/tags" Target="../tags/tag6.xml"/><Relationship Id="rId34" Type="http://schemas.openxmlformats.org/officeDocument/2006/relationships/tags" Target="../tags/tag7.xml"/><Relationship Id="rId35" Type="http://schemas.openxmlformats.org/officeDocument/2006/relationships/tags" Target="../tags/tag8.xml"/><Relationship Id="rId36" Type="http://schemas.openxmlformats.org/officeDocument/2006/relationships/tags" Target="../tags/tag9.xml"/><Relationship Id="rId37" Type="http://schemas.openxmlformats.org/officeDocument/2006/relationships/tags" Target="../tags/tag10.xml"/><Relationship Id="rId38" Type="http://schemas.openxmlformats.org/officeDocument/2006/relationships/tags" Target="../tags/tag11.xml"/><Relationship Id="rId39" Type="http://schemas.openxmlformats.org/officeDocument/2006/relationships/tags" Target="../tags/tag12.xml"/><Relationship Id="rId40" Type="http://schemas.openxmlformats.org/officeDocument/2006/relationships/tags" Target="../tags/tag13.xml"/><Relationship Id="rId41" Type="http://schemas.openxmlformats.org/officeDocument/2006/relationships/tags" Target="../tags/tag14.xml"/><Relationship Id="rId42" Type="http://schemas.openxmlformats.org/officeDocument/2006/relationships/tags" Target="../tags/tag15.xml"/><Relationship Id="rId43" Type="http://schemas.openxmlformats.org/officeDocument/2006/relationships/tags" Target="../tags/tag16.xml"/><Relationship Id="rId44" Type="http://schemas.openxmlformats.org/officeDocument/2006/relationships/tags" Target="../tags/tag17.xml"/><Relationship Id="rId45" Type="http://schemas.openxmlformats.org/officeDocument/2006/relationships/tags" Target="../tags/tag18.xml"/><Relationship Id="rId46" Type="http://schemas.openxmlformats.org/officeDocument/2006/relationships/tags" Target="../tags/tag19.xml"/><Relationship Id="rId47" Type="http://schemas.openxmlformats.org/officeDocument/2006/relationships/tags" Target="../tags/tag20.xml"/><Relationship Id="rId48" Type="http://schemas.openxmlformats.org/officeDocument/2006/relationships/tags" Target="../tags/tag21.xml"/><Relationship Id="rId49" Type="http://schemas.openxmlformats.org/officeDocument/2006/relationships/tags" Target="../tags/tag22.xml"/><Relationship Id="rId50" Type="http://schemas.openxmlformats.org/officeDocument/2006/relationships/tags" Target="../tags/tag23.xml"/><Relationship Id="rId51" Type="http://schemas.openxmlformats.org/officeDocument/2006/relationships/tags" Target="../tags/tag24.xml"/><Relationship Id="rId52" Type="http://schemas.openxmlformats.org/officeDocument/2006/relationships/tags" Target="../tags/tag25.xml"/><Relationship Id="rId53" Type="http://schemas.openxmlformats.org/officeDocument/2006/relationships/tags" Target="../tags/tag26.xml"/><Relationship Id="rId54" Type="http://schemas.openxmlformats.org/officeDocument/2006/relationships/tags" Target="../tags/tag27.xml"/><Relationship Id="rId55" Type="http://schemas.openxmlformats.org/officeDocument/2006/relationships/tags" Target="../tags/tag28.xml"/><Relationship Id="rId56" Type="http://schemas.openxmlformats.org/officeDocument/2006/relationships/tags" Target="../tags/tag29.xml"/><Relationship Id="rId57" Type="http://schemas.openxmlformats.org/officeDocument/2006/relationships/tags" Target="../tags/tag30.xml"/><Relationship Id="rId58" Type="http://schemas.openxmlformats.org/officeDocument/2006/relationships/tags" Target="../tags/tag31.xml"/><Relationship Id="rId59" Type="http://schemas.openxmlformats.org/officeDocument/2006/relationships/tags" Target="../tags/tag32.xml"/><Relationship Id="rId60" Type="http://schemas.openxmlformats.org/officeDocument/2006/relationships/tags" Target="../tags/tag33.xml"/><Relationship Id="rId61" Type="http://schemas.openxmlformats.org/officeDocument/2006/relationships/tags" Target="../tags/tag34.xml"/><Relationship Id="rId62" Type="http://schemas.openxmlformats.org/officeDocument/2006/relationships/tags" Target="../tags/tag35.xml"/><Relationship Id="rId63" Type="http://schemas.openxmlformats.org/officeDocument/2006/relationships/tags" Target="../tags/tag36.xml"/><Relationship Id="rId64" Type="http://schemas.openxmlformats.org/officeDocument/2006/relationships/tags" Target="../tags/tag37.xml"/><Relationship Id="rId65" Type="http://schemas.openxmlformats.org/officeDocument/2006/relationships/tags" Target="../tags/tag38.xml"/><Relationship Id="rId66" Type="http://schemas.openxmlformats.org/officeDocument/2006/relationships/tags" Target="../tags/tag39.xml"/><Relationship Id="rId67" Type="http://schemas.openxmlformats.org/officeDocument/2006/relationships/tags" Target="../tags/tag40.xml"/><Relationship Id="rId68" Type="http://schemas.openxmlformats.org/officeDocument/2006/relationships/tags" Target="../tags/tag41.xml"/><Relationship Id="rId69" Type="http://schemas.openxmlformats.org/officeDocument/2006/relationships/tags" Target="../tags/tag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SlideLogoText">
            <a:extLst>
              <a:ext uri="{FF2B5EF4-FFF2-40B4-BE49-F238E27FC236}">
                <a16:creationId xmlns:a16="http://schemas.microsoft.com/office/drawing/2014/main" id="{69FC0062-74AE-4BDA-ACE7-D069B448DDBC}"/>
              </a:ext>
            </a:extLst>
          </p:cNvPr>
          <p:cNvSpPr txBox="1"/>
          <p:nvPr>
            <p:custDataLst>
              <p:tags r:id="rId29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06" name="BottomLine">
            <a:extLst>
              <a:ext uri="{FF2B5EF4-FFF2-40B4-BE49-F238E27FC236}">
                <a16:creationId xmlns:a16="http://schemas.microsoft.com/office/drawing/2014/main" id="{8B868434-776E-46FC-90D6-2CC6F63A9A51}"/>
              </a:ext>
            </a:extLst>
          </p:cNvPr>
          <p:cNvCxnSpPr/>
          <p:nvPr>
            <p:custDataLst>
              <p:tags r:id="rId30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">
            <a:extLst>
              <a:ext uri="{FF2B5EF4-FFF2-40B4-BE49-F238E27FC236}">
                <a16:creationId xmlns:a16="http://schemas.microsoft.com/office/drawing/2014/main" id="{00E8CD27-C104-4563-9322-C0A2ABFCB5E3}"/>
              </a:ext>
            </a:extLst>
          </p:cNvPr>
          <p:cNvCxnSpPr/>
          <p:nvPr>
            <p:custDataLst>
              <p:tags r:id="rId31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>
            <p:custDataLst>
              <p:tags r:id="rId32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33"/>
            </p:custDataLst>
          </p:nvPr>
        </p:nvSpPr>
        <p:spPr>
          <a:xfrm>
            <a:off x="554736" y="355092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192DB789-515B-4504-BE53-6445F2427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59" name="Grid" hidden="1">
            <a:extLst>
              <a:ext uri="{FF2B5EF4-FFF2-40B4-BE49-F238E27FC236}">
                <a16:creationId xmlns:a16="http://schemas.microsoft.com/office/drawing/2014/main" id="{D35250B8-D61E-4F1A-9ACD-6E1BB958B78E}"/>
              </a:ext>
            </a:extLst>
          </p:cNvPr>
          <p:cNvGrpSpPr/>
          <p:nvPr>
            <p:custDataLst>
              <p:tags r:id="rId34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60" name="slide margin">
              <a:extLst>
                <a:ext uri="{FF2B5EF4-FFF2-40B4-BE49-F238E27FC236}">
                  <a16:creationId xmlns:a16="http://schemas.microsoft.com/office/drawing/2014/main" id="{B96EBE04-E01D-4922-8601-F1AD43DC4DA0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CA037B0-2A91-4357-A969-80F65F949266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1BD7C67-EF90-4AA0-BA50-51299E7EEE4C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719564A-5227-44A7-ABC0-4C6BBC1E2D6F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FD85D0C-74E8-4603-86B8-FCC481122CE8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F8BF8BD-68B4-4717-8162-382FFCC9BC9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DB0B65-FCD8-4DD7-833A-DEED6A420E2A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18151F3-D51F-4302-95BF-AE8E806F628D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5A6B330-5ACC-486B-8131-B7F5407825B2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A5DE7AD-CCFE-4A85-9421-C7CEA9F80DEC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E2A9A81-75D1-41A9-9821-54FC36E753C1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6FE52AA-2DD1-4D00-A984-41CDC38B2D7F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5C9FC50-7177-43E6-9E56-DC9A2E6B7E6E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C97F85A-62E2-4591-B8D0-4F068B177B5D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F4B967A-CF91-473D-8A35-2BE771F9F59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AC41621-77EA-4492-8E68-0BE34108294A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1A06AD2-A9EA-45D9-B15C-089884A54107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A7B39CC-379F-4224-9E59-81B1690088A0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8002ACB-1459-4214-B28A-B38E8A1FF8A6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1D59E94-AA3C-4DE0-8345-20C71667A205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805F09B-786C-43E4-8288-B1AAF94C8ADE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FB23B6E-567C-4896-8B32-DA4C452B4AE7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792231-972E-4476-BAF2-761E10463BA8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8370B7-3D11-4F78-B977-D8F0DE2694ED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11EA99D-D15D-43C2-BF4E-36554B346AB6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A72B2F6-0AFF-4E6E-AFFF-60767DB3FA63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68F8E74-3AE4-4AF9-9F36-63344C9076D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1D5F169-E1D4-48A3-AE5B-F5F1BEF2E7CF}"/>
                </a:ext>
              </a:extLst>
            </p:cNvPr>
            <p:cNvSpPr/>
            <p:nvPr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230F928-F9B2-4955-9800-74DE09DCE6F2}"/>
                </a:ext>
              </a:extLst>
            </p:cNvPr>
            <p:cNvSpPr/>
            <p:nvPr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37C829A9-6808-4531-8C12-A84988E6DEE1}"/>
                </a:ext>
              </a:extLst>
            </p:cNvPr>
            <p:cNvSpPr/>
            <p:nvPr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FA5964C-E9C5-4C2F-BD6E-47BAFB5B6D17}"/>
                </a:ext>
              </a:extLst>
            </p:cNvPr>
            <p:cNvSpPr/>
            <p:nvPr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C168D8D-76CE-4BE5-BE95-79B96300EA3F}"/>
                </a:ext>
              </a:extLst>
            </p:cNvPr>
            <p:cNvSpPr/>
            <p:nvPr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749465C-813A-45F9-8C3E-5D06C8584929}"/>
                </a:ext>
              </a:extLst>
            </p:cNvPr>
            <p:cNvSpPr/>
            <p:nvPr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3894C26-2473-4C24-B082-48DD1E92241C}"/>
                </a:ext>
              </a:extLst>
            </p:cNvPr>
            <p:cNvSpPr/>
            <p:nvPr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FDA0320-8435-46CA-B1B3-5203F54A419F}"/>
                </a:ext>
              </a:extLst>
            </p:cNvPr>
            <p:cNvSpPr/>
            <p:nvPr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42721E4-5D12-459C-AC2E-7CE148AF9062}"/>
                </a:ext>
              </a:extLst>
            </p:cNvPr>
            <p:cNvSpPr/>
            <p:nvPr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BF7D46B-3779-49D0-BCB4-F2DCE091958D}"/>
                </a:ext>
              </a:extLst>
            </p:cNvPr>
            <p:cNvSpPr/>
            <p:nvPr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34464F0-BD7F-4488-85F0-EC20C24BECAA}"/>
                </a:ext>
              </a:extLst>
            </p:cNvPr>
            <p:cNvSpPr/>
            <p:nvPr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2B54541-0CDD-4724-8101-AABFF1207033}"/>
                </a:ext>
              </a:extLst>
            </p:cNvPr>
            <p:cNvCxnSpPr/>
            <p:nvPr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5070398-8D55-4EE2-8CA4-47428E2AF03F}"/>
                </a:ext>
              </a:extLst>
            </p:cNvPr>
            <p:cNvCxnSpPr/>
            <p:nvPr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2166891-56D0-4EBC-B681-501401DEF9D4}"/>
                </a:ext>
              </a:extLst>
            </p:cNvPr>
            <p:cNvCxnSpPr/>
            <p:nvPr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13A87E3-D106-41FF-A8CD-C27DABF0103D}"/>
                </a:ext>
              </a:extLst>
            </p:cNvPr>
            <p:cNvCxnSpPr/>
            <p:nvPr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164477D-838D-4C70-ADD7-37AD79A844AA}"/>
                </a:ext>
              </a:extLst>
            </p:cNvPr>
            <p:cNvCxnSpPr/>
            <p:nvPr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2B193C0-8980-4BB2-8E91-7A1C9ABE0B6C}"/>
                </a:ext>
              </a:extLst>
            </p:cNvPr>
            <p:cNvCxnSpPr/>
            <p:nvPr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1A94AAA-1D98-4233-842E-2A2F52812358}"/>
                </a:ext>
              </a:extLst>
            </p:cNvPr>
            <p:cNvCxnSpPr/>
            <p:nvPr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21F2B43-A2DC-42F4-8EA4-A8A4DA6D6FA7}"/>
                </a:ext>
              </a:extLst>
            </p:cNvPr>
            <p:cNvCxnSpPr/>
            <p:nvPr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60F0923-6896-405D-AD16-F097448F3E3D}"/>
                </a:ext>
              </a:extLst>
            </p:cNvPr>
            <p:cNvCxnSpPr/>
            <p:nvPr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BC70D5B1-47D7-451F-B83A-973A26731A22}"/>
                </a:ext>
              </a:extLst>
            </p:cNvPr>
            <p:cNvCxnSpPr/>
            <p:nvPr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FD9A464-81FE-4829-A1C5-5CCEE42448B3}"/>
                </a:ext>
              </a:extLst>
            </p:cNvPr>
            <p:cNvCxnSpPr/>
            <p:nvPr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F55CAB0-53A2-417F-9F66-C0437933E98B}"/>
                </a:ext>
              </a:extLst>
            </p:cNvPr>
            <p:cNvCxnSpPr/>
            <p:nvPr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547EE77-7495-47CB-BEC9-D5C742DF2B2C}"/>
                </a:ext>
              </a:extLst>
            </p:cNvPr>
            <p:cNvCxnSpPr/>
            <p:nvPr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CA942184-696A-4A78-BB9D-3D619B990987}"/>
                </a:ext>
              </a:extLst>
            </p:cNvPr>
            <p:cNvCxnSpPr/>
            <p:nvPr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B5F4EE6-4D4C-4488-80DE-36C83D540765}"/>
                </a:ext>
              </a:extLst>
            </p:cNvPr>
            <p:cNvCxnSpPr/>
            <p:nvPr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D3A42E3-1ED2-4BBE-8B0B-CEA491522F0A}"/>
                </a:ext>
              </a:extLst>
            </p:cNvPr>
            <p:cNvCxnSpPr/>
            <p:nvPr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94162AD8-9037-4220-B19F-7B3A0F44E941}"/>
                </a:ext>
              </a:extLst>
            </p:cNvPr>
            <p:cNvCxnSpPr/>
            <p:nvPr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C20FB70-03E4-4D7E-BA41-546EAAB33089}"/>
                </a:ext>
              </a:extLst>
            </p:cNvPr>
            <p:cNvCxnSpPr/>
            <p:nvPr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84D3C92-FDAE-47DB-9457-A9B216922E98}"/>
                </a:ext>
              </a:extLst>
            </p:cNvPr>
            <p:cNvCxnSpPr/>
            <p:nvPr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5DF0860-265F-4ABC-9F65-0C1D385DAA19}"/>
                </a:ext>
              </a:extLst>
            </p:cNvPr>
            <p:cNvCxnSpPr/>
            <p:nvPr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878D1D5-E6E5-4FA6-AF6E-95E8AF796777}"/>
                </a:ext>
              </a:extLst>
            </p:cNvPr>
            <p:cNvCxnSpPr/>
            <p:nvPr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11FF29A-4B39-4335-9BD5-ED902309BF79}"/>
                </a:ext>
              </a:extLst>
            </p:cNvPr>
            <p:cNvCxnSpPr/>
            <p:nvPr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A82A803-5E70-4523-9F20-67F308765C7E}"/>
                </a:ext>
              </a:extLst>
            </p:cNvPr>
            <p:cNvCxnSpPr/>
            <p:nvPr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4208CB2-5882-4416-87C9-284BDAF3367A}"/>
                </a:ext>
              </a:extLst>
            </p:cNvPr>
            <p:cNvCxnSpPr/>
            <p:nvPr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D4116CD-6422-4E26-9703-D3F7C10FCD56}"/>
                </a:ext>
              </a:extLst>
            </p:cNvPr>
            <p:cNvCxnSpPr/>
            <p:nvPr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31AB3A35-E2FF-4178-896B-F08E77092825}"/>
                </a:ext>
              </a:extLst>
            </p:cNvPr>
            <p:cNvCxnSpPr/>
            <p:nvPr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79C539-DD6F-48AA-8F80-27BC682014AF}"/>
                </a:ext>
              </a:extLst>
            </p:cNvPr>
            <p:cNvCxnSpPr/>
            <p:nvPr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784004E-3271-4D1C-B1EA-CA1E334E0D03}"/>
                </a:ext>
              </a:extLst>
            </p:cNvPr>
            <p:cNvCxnSpPr/>
            <p:nvPr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657725E-FBF6-491D-9BA1-E6A9727F4F2D}"/>
                </a:ext>
              </a:extLst>
            </p:cNvPr>
            <p:cNvCxnSpPr/>
            <p:nvPr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1244567-76A7-47AF-9353-403D05D533F0}"/>
                </a:ext>
              </a:extLst>
            </p:cNvPr>
            <p:cNvCxnSpPr/>
            <p:nvPr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EEC47A2A-ED3B-4AD0-ACD5-F8ED92644229}"/>
                </a:ext>
              </a:extLst>
            </p:cNvPr>
            <p:cNvCxnSpPr/>
            <p:nvPr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F3E01E5-F569-4020-BCB0-083537701AB0}"/>
                </a:ext>
              </a:extLst>
            </p:cNvPr>
            <p:cNvCxnSpPr/>
            <p:nvPr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71121A42-5912-44C8-B9A3-FDEC8EA70284}"/>
                </a:ext>
              </a:extLst>
            </p:cNvPr>
            <p:cNvCxnSpPr/>
            <p:nvPr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59B1DE7-25C8-4743-8284-FA656D339F55}"/>
                </a:ext>
              </a:extLst>
            </p:cNvPr>
            <p:cNvCxnSpPr/>
            <p:nvPr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26249F1-59FB-44FC-8AF9-D7F90AFBEE2C}"/>
                </a:ext>
              </a:extLst>
            </p:cNvPr>
            <p:cNvCxnSpPr/>
            <p:nvPr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6D42779-D977-4405-A149-D8DE5B52134A}"/>
                </a:ext>
              </a:extLst>
            </p:cNvPr>
            <p:cNvCxnSpPr/>
            <p:nvPr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7EE8A2F-6AD9-4AE7-B04B-7892891F84AC}"/>
                </a:ext>
              </a:extLst>
            </p:cNvPr>
            <p:cNvCxnSpPr/>
            <p:nvPr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8F4A59A-16C3-4C3A-AB79-FE22721EA641}"/>
                </a:ext>
              </a:extLst>
            </p:cNvPr>
            <p:cNvCxnSpPr/>
            <p:nvPr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CA3A6CC-1A49-42F6-A318-99D9224BDC91}"/>
                </a:ext>
              </a:extLst>
            </p:cNvPr>
            <p:cNvCxnSpPr/>
            <p:nvPr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2DC3484E-5EF8-49C4-B1F6-75C854D50C80}"/>
                </a:ext>
              </a:extLst>
            </p:cNvPr>
            <p:cNvCxnSpPr/>
            <p:nvPr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3461A54-E77E-414D-B7E0-7364070D9566}"/>
                </a:ext>
              </a:extLst>
            </p:cNvPr>
            <p:cNvCxnSpPr/>
            <p:nvPr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9C48517-171B-43FD-A41C-58C9B531BDB5}"/>
                </a:ext>
              </a:extLst>
            </p:cNvPr>
            <p:cNvCxnSpPr/>
            <p:nvPr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F429932A-1238-48FC-B171-20A3AA531D40}"/>
                </a:ext>
              </a:extLst>
            </p:cNvPr>
            <p:cNvCxnSpPr/>
            <p:nvPr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BED7651-AF04-41D4-9476-5A43476D85BB}"/>
                </a:ext>
              </a:extLst>
            </p:cNvPr>
            <p:cNvCxnSpPr/>
            <p:nvPr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main body box">
              <a:extLst>
                <a:ext uri="{FF2B5EF4-FFF2-40B4-BE49-F238E27FC236}">
                  <a16:creationId xmlns:a16="http://schemas.microsoft.com/office/drawing/2014/main" id="{100DE417-9DB9-4840-8370-B716FFA27760}"/>
                </a:ext>
              </a:extLst>
            </p:cNvPr>
            <p:cNvSpPr/>
            <p:nvPr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93A1E2B-8C80-482F-83BE-384344D09839}"/>
                </a:ext>
              </a:extLst>
            </p:cNvPr>
            <p:cNvCxnSpPr/>
            <p:nvPr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EAB22C5-0A46-4041-9158-6DC76EA2F350}"/>
                </a:ext>
              </a:extLst>
            </p:cNvPr>
            <p:cNvCxnSpPr/>
            <p:nvPr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187" name="LegendBoxes" hidden="1">
            <a:extLst>
              <a:ext uri="{FF2B5EF4-FFF2-40B4-BE49-F238E27FC236}">
                <a16:creationId xmlns:a16="http://schemas.microsoft.com/office/drawing/2014/main" id="{5048A9C9-0655-49B2-A283-6A54678F321B}"/>
              </a:ext>
            </a:extLst>
          </p:cNvPr>
          <p:cNvGrpSpPr/>
          <p:nvPr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188" name="RectangleLegend1">
              <a:extLst>
                <a:ext uri="{FF2B5EF4-FFF2-40B4-BE49-F238E27FC236}">
                  <a16:creationId xmlns:a16="http://schemas.microsoft.com/office/drawing/2014/main" id="{8F219674-AEDF-41A7-B3C3-07BD8D165776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2">
              <a:extLst>
                <a:ext uri="{FF2B5EF4-FFF2-40B4-BE49-F238E27FC236}">
                  <a16:creationId xmlns:a16="http://schemas.microsoft.com/office/drawing/2014/main" id="{76884974-3CCD-4F11-B109-02708F18B04E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3">
              <a:extLst>
                <a:ext uri="{FF2B5EF4-FFF2-40B4-BE49-F238E27FC236}">
                  <a16:creationId xmlns:a16="http://schemas.microsoft.com/office/drawing/2014/main" id="{D440B2EC-6FE5-4259-BA11-DC2E3B68E637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1" name="RectangleLegend4">
              <a:extLst>
                <a:ext uri="{FF2B5EF4-FFF2-40B4-BE49-F238E27FC236}">
                  <a16:creationId xmlns:a16="http://schemas.microsoft.com/office/drawing/2014/main" id="{52FE9D34-332E-47CD-94B8-12A069181C03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2" name="RectangleLegend5">
              <a:extLst>
                <a:ext uri="{FF2B5EF4-FFF2-40B4-BE49-F238E27FC236}">
                  <a16:creationId xmlns:a16="http://schemas.microsoft.com/office/drawing/2014/main" id="{1D6EA8D9-42BE-4743-876B-1050D1436021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3" name="Legend1">
              <a:extLst>
                <a:ext uri="{FF2B5EF4-FFF2-40B4-BE49-F238E27FC236}">
                  <a16:creationId xmlns:a16="http://schemas.microsoft.com/office/drawing/2014/main" id="{50F3208A-D1A9-4DEE-B968-1381D0DE88E8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4" name="Legend2">
              <a:extLst>
                <a:ext uri="{FF2B5EF4-FFF2-40B4-BE49-F238E27FC236}">
                  <a16:creationId xmlns:a16="http://schemas.microsoft.com/office/drawing/2014/main" id="{69AC8C80-52E4-4497-A147-009E23FB42A5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5" name="Legend3">
              <a:extLst>
                <a:ext uri="{FF2B5EF4-FFF2-40B4-BE49-F238E27FC236}">
                  <a16:creationId xmlns:a16="http://schemas.microsoft.com/office/drawing/2014/main" id="{218BEB5C-C19E-451D-B538-56A492CF74C6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6" name="Legend4">
              <a:extLst>
                <a:ext uri="{FF2B5EF4-FFF2-40B4-BE49-F238E27FC236}">
                  <a16:creationId xmlns:a16="http://schemas.microsoft.com/office/drawing/2014/main" id="{B77C1590-32D9-4A52-8AF0-454D06E80BF2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7" name="Legend5">
              <a:extLst>
                <a:ext uri="{FF2B5EF4-FFF2-40B4-BE49-F238E27FC236}">
                  <a16:creationId xmlns:a16="http://schemas.microsoft.com/office/drawing/2014/main" id="{A40A9DB6-E1B2-47A6-8B66-4FCDC31DD60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grpSp>
        <p:nvGrpSpPr>
          <p:cNvPr id="148" name="LegendMoons" hidden="1">
            <a:extLst>
              <a:ext uri="{FF2B5EF4-FFF2-40B4-BE49-F238E27FC236}">
                <a16:creationId xmlns:a16="http://schemas.microsoft.com/office/drawing/2014/main" id="{DDFB4BFF-188C-450D-B4D3-DF8BD2DB3D7F}"/>
              </a:ext>
            </a:extLst>
          </p:cNvPr>
          <p:cNvGrpSpPr/>
          <p:nvPr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149" name="Legend1">
              <a:extLst>
                <a:ext uri="{FF2B5EF4-FFF2-40B4-BE49-F238E27FC236}">
                  <a16:creationId xmlns:a16="http://schemas.microsoft.com/office/drawing/2014/main" id="{66D8D147-F2B4-4250-9C41-767555E14320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0" name="Legend2">
              <a:extLst>
                <a:ext uri="{FF2B5EF4-FFF2-40B4-BE49-F238E27FC236}">
                  <a16:creationId xmlns:a16="http://schemas.microsoft.com/office/drawing/2014/main" id="{E9DCC6EC-92E6-47D0-B23D-94365AC17441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1" name="Legend3">
              <a:extLst>
                <a:ext uri="{FF2B5EF4-FFF2-40B4-BE49-F238E27FC236}">
                  <a16:creationId xmlns:a16="http://schemas.microsoft.com/office/drawing/2014/main" id="{8451F4C0-E484-44FD-B923-EE0B1E1D1274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2" name="Legend4">
              <a:extLst>
                <a:ext uri="{FF2B5EF4-FFF2-40B4-BE49-F238E27FC236}">
                  <a16:creationId xmlns:a16="http://schemas.microsoft.com/office/drawing/2014/main" id="{508A2D78-9A17-4FB2-A405-02E4BB25DD6C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3" name="Legend5">
              <a:extLst>
                <a:ext uri="{FF2B5EF4-FFF2-40B4-BE49-F238E27FC236}">
                  <a16:creationId xmlns:a16="http://schemas.microsoft.com/office/drawing/2014/main" id="{CF32E1C9-EF64-41BC-8B8E-B7FED880E653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54" name="MoonLegend1">
              <a:extLst>
                <a:ext uri="{FF2B5EF4-FFF2-40B4-BE49-F238E27FC236}">
                  <a16:creationId xmlns:a16="http://schemas.microsoft.com/office/drawing/2014/main" id="{496CCEDB-0BDA-47D9-9BA4-03BD59D6EEC2}"/>
                </a:ext>
              </a:extLst>
            </p:cNvPr>
            <p:cNvGrpSpPr>
              <a:grpSpLocks noChangeAspect="1"/>
            </p:cNvGrpSpPr>
            <p:nvPr>
              <p:custDataLst>
                <p:tags r:id="rId55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F21E8F0F-ACA9-405E-8484-3FE9B6124FFD}"/>
                  </a:ext>
                </a:extLst>
              </p:cNvPr>
              <p:cNvSpPr/>
              <p:nvPr>
                <p:custDataLst>
                  <p:tags r:id="rId6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8" name="Arc 167" hidden="1">
                <a:extLst>
                  <a:ext uri="{FF2B5EF4-FFF2-40B4-BE49-F238E27FC236}">
                    <a16:creationId xmlns:a16="http://schemas.microsoft.com/office/drawing/2014/main" id="{315D8D40-04AC-475B-AFC0-F08E492D131D}"/>
                  </a:ext>
                </a:extLst>
              </p:cNvPr>
              <p:cNvSpPr/>
              <p:nvPr>
                <p:custDataLst>
                  <p:tags r:id="rId6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5" name="MoonLegend2">
              <a:extLst>
                <a:ext uri="{FF2B5EF4-FFF2-40B4-BE49-F238E27FC236}">
                  <a16:creationId xmlns:a16="http://schemas.microsoft.com/office/drawing/2014/main" id="{BCF3BE62-91BA-488B-84C7-3FE20CFBDB9A}"/>
                </a:ext>
              </a:extLst>
            </p:cNvPr>
            <p:cNvGrpSpPr>
              <a:grpSpLocks noChangeAspect="1"/>
            </p:cNvGrpSpPr>
            <p:nvPr>
              <p:custDataLst>
                <p:tags r:id="rId56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D27FF75E-C9E0-4D28-8F47-85C2D2EE375F}"/>
                  </a:ext>
                </a:extLst>
              </p:cNvPr>
              <p:cNvSpPr/>
              <p:nvPr>
                <p:custDataLst>
                  <p:tags r:id="rId6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Arc 165">
                <a:extLst>
                  <a:ext uri="{FF2B5EF4-FFF2-40B4-BE49-F238E27FC236}">
                    <a16:creationId xmlns:a16="http://schemas.microsoft.com/office/drawing/2014/main" id="{BDC4F596-0330-4D95-8A02-83794DACDB00}"/>
                  </a:ext>
                </a:extLst>
              </p:cNvPr>
              <p:cNvSpPr/>
              <p:nvPr>
                <p:custDataLst>
                  <p:tags r:id="rId6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6" name="MoonLegend3">
              <a:extLst>
                <a:ext uri="{FF2B5EF4-FFF2-40B4-BE49-F238E27FC236}">
                  <a16:creationId xmlns:a16="http://schemas.microsoft.com/office/drawing/2014/main" id="{E4482EDB-85E9-4926-9441-26A85880E202}"/>
                </a:ext>
              </a:extLst>
            </p:cNvPr>
            <p:cNvGrpSpPr>
              <a:grpSpLocks noChangeAspect="1"/>
            </p:cNvGrpSpPr>
            <p:nvPr>
              <p:custDataLst>
                <p:tags r:id="rId57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6B270099-CB45-46A3-8BC6-ADF0FABD3567}"/>
                  </a:ext>
                </a:extLst>
              </p:cNvPr>
              <p:cNvSpPr/>
              <p:nvPr>
                <p:custDataLst>
                  <p:tags r:id="rId6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4" name="Arc 163">
                <a:extLst>
                  <a:ext uri="{FF2B5EF4-FFF2-40B4-BE49-F238E27FC236}">
                    <a16:creationId xmlns:a16="http://schemas.microsoft.com/office/drawing/2014/main" id="{4D910DDA-12F5-450E-85C1-CD98B4A9EE80}"/>
                  </a:ext>
                </a:extLst>
              </p:cNvPr>
              <p:cNvSpPr/>
              <p:nvPr>
                <p:custDataLst>
                  <p:tags r:id="rId6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7" name="MoonLegend4">
              <a:extLst>
                <a:ext uri="{FF2B5EF4-FFF2-40B4-BE49-F238E27FC236}">
                  <a16:creationId xmlns:a16="http://schemas.microsoft.com/office/drawing/2014/main" id="{2606D4D9-DA1B-4BEB-8CC9-41FDA33CC5A0}"/>
                </a:ext>
              </a:extLst>
            </p:cNvPr>
            <p:cNvGrpSpPr>
              <a:grpSpLocks noChangeAspect="1"/>
            </p:cNvGrpSpPr>
            <p:nvPr>
              <p:custDataLst>
                <p:tags r:id="rId58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81477097-8655-4968-A993-EA579ADDDBCF}"/>
                  </a:ext>
                </a:extLst>
              </p:cNvPr>
              <p:cNvSpPr/>
              <p:nvPr>
                <p:custDataLst>
                  <p:tags r:id="rId6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Arc 161">
                <a:extLst>
                  <a:ext uri="{FF2B5EF4-FFF2-40B4-BE49-F238E27FC236}">
                    <a16:creationId xmlns:a16="http://schemas.microsoft.com/office/drawing/2014/main" id="{EAFFF099-23A4-4400-9308-28EB2E760A74}"/>
                  </a:ext>
                </a:extLst>
              </p:cNvPr>
              <p:cNvSpPr/>
              <p:nvPr>
                <p:custDataLst>
                  <p:tags r:id="rId6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8" name="MoonLegend5">
              <a:extLst>
                <a:ext uri="{FF2B5EF4-FFF2-40B4-BE49-F238E27FC236}">
                  <a16:creationId xmlns:a16="http://schemas.microsoft.com/office/drawing/2014/main" id="{157F392C-3A22-465F-B4F0-A7E9FD7A01A1}"/>
                </a:ext>
              </a:extLst>
            </p:cNvPr>
            <p:cNvGrpSpPr>
              <a:grpSpLocks noChangeAspect="1"/>
            </p:cNvGrpSpPr>
            <p:nvPr>
              <p:custDataLst>
                <p:tags r:id="rId59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BE9440E9-0BAB-4509-A556-8A80E9683FAB}"/>
                  </a:ext>
                </a:extLst>
              </p:cNvPr>
              <p:cNvSpPr/>
              <p:nvPr>
                <p:custDataLst>
                  <p:tags r:id="rId6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0" name="Arc 159">
                <a:extLst>
                  <a:ext uri="{FF2B5EF4-FFF2-40B4-BE49-F238E27FC236}">
                    <a16:creationId xmlns:a16="http://schemas.microsoft.com/office/drawing/2014/main" id="{CA6DB424-2E98-4F1D-87A4-EE09FA805687}"/>
                  </a:ext>
                </a:extLst>
              </p:cNvPr>
              <p:cNvSpPr/>
              <p:nvPr>
                <p:custDataLst>
                  <p:tags r:id="rId6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69" name="Sticker" hidden="1">
            <a:extLst>
              <a:ext uri="{FF2B5EF4-FFF2-40B4-BE49-F238E27FC236}">
                <a16:creationId xmlns:a16="http://schemas.microsoft.com/office/drawing/2014/main" id="{2FA9271D-5EE0-4D66-9FDF-E4D1535949E8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170" name="StickerRectangle">
              <a:extLst>
                <a:ext uri="{FF2B5EF4-FFF2-40B4-BE49-F238E27FC236}">
                  <a16:creationId xmlns:a16="http://schemas.microsoft.com/office/drawing/2014/main" id="{27342EFB-A6AF-4379-A9C9-4F8DD97D160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 dirty="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71" name="StickerUnderline">
              <a:extLst>
                <a:ext uri="{FF2B5EF4-FFF2-40B4-BE49-F238E27FC236}">
                  <a16:creationId xmlns:a16="http://schemas.microsoft.com/office/drawing/2014/main" id="{AC518518-EC41-445B-B558-9DBD24A778EA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79" name="LegendLines" hidden="1">
            <a:extLst>
              <a:ext uri="{FF2B5EF4-FFF2-40B4-BE49-F238E27FC236}">
                <a16:creationId xmlns:a16="http://schemas.microsoft.com/office/drawing/2014/main" id="{BA3F11B7-574B-46B5-AA05-051B7C0195CA}"/>
              </a:ext>
            </a:extLst>
          </p:cNvPr>
          <p:cNvGrpSpPr/>
          <p:nvPr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180" name="Legend1">
              <a:extLst>
                <a:ext uri="{FF2B5EF4-FFF2-40B4-BE49-F238E27FC236}">
                  <a16:creationId xmlns:a16="http://schemas.microsoft.com/office/drawing/2014/main" id="{A89F3277-B9B0-4605-94B5-1A0F3CF3FD94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1" name="Legend2">
              <a:extLst>
                <a:ext uri="{FF2B5EF4-FFF2-40B4-BE49-F238E27FC236}">
                  <a16:creationId xmlns:a16="http://schemas.microsoft.com/office/drawing/2014/main" id="{728FD0F6-6F17-4DBC-A433-275600325C11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2" name="Legend3">
              <a:extLst>
                <a:ext uri="{FF2B5EF4-FFF2-40B4-BE49-F238E27FC236}">
                  <a16:creationId xmlns:a16="http://schemas.microsoft.com/office/drawing/2014/main" id="{824D0AAE-0E8B-4539-A5E0-724A7C2C5FB7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3" name="LineLegend3">
              <a:extLst>
                <a:ext uri="{FF2B5EF4-FFF2-40B4-BE49-F238E27FC236}">
                  <a16:creationId xmlns:a16="http://schemas.microsoft.com/office/drawing/2014/main" id="{15B966CE-74A4-42D7-84D1-50EE1BD807B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4" name="LineLegend2">
              <a:extLst>
                <a:ext uri="{FF2B5EF4-FFF2-40B4-BE49-F238E27FC236}">
                  <a16:creationId xmlns:a16="http://schemas.microsoft.com/office/drawing/2014/main" id="{4AD11E2E-205C-4B89-BD31-DA18921C338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5" name="LineLegend1">
              <a:extLst>
                <a:ext uri="{FF2B5EF4-FFF2-40B4-BE49-F238E27FC236}">
                  <a16:creationId xmlns:a16="http://schemas.microsoft.com/office/drawing/2014/main" id="{393D5D55-EAFF-4EBE-B2CF-AF057C324E6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</p:grp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E9A39F2-9F39-B63D-6667-292776313624}"/>
              </a:ext>
            </a:extLst>
          </p:cNvPr>
          <p:cNvCxnSpPr/>
          <p:nvPr userDrawn="1">
            <p:custDataLst>
              <p:tags r:id="rId35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">
            <a:extLst>
              <a:ext uri="{FF2B5EF4-FFF2-40B4-BE49-F238E27FC236}">
                <a16:creationId xmlns:a16="http://schemas.microsoft.com/office/drawing/2014/main" id="{53C9F739-9886-1BA9-8A23-1D3A1FD55B6E}"/>
              </a:ext>
            </a:extLst>
          </p:cNvPr>
          <p:cNvCxnSpPr/>
          <p:nvPr userDrawn="1">
            <p:custDataLst>
              <p:tags r:id="rId36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4. Footnote" hidden="1">
            <a:extLst>
              <a:ext uri="{FF2B5EF4-FFF2-40B4-BE49-F238E27FC236}">
                <a16:creationId xmlns:a16="http://schemas.microsoft.com/office/drawing/2014/main" id="{F1897D89-6FB8-62D7-618A-A1F910A4A4E5}"/>
              </a:ext>
            </a:extLst>
          </p:cNvPr>
          <p:cNvSpPr txBox="1"/>
          <p:nvPr userDrawn="1">
            <p:custDataLst>
              <p:tags r:id="rId37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grpSp>
        <p:nvGrpSpPr>
          <p:cNvPr id="10" name="Grid" hidden="1">
            <a:extLst>
              <a:ext uri="{FF2B5EF4-FFF2-40B4-BE49-F238E27FC236}">
                <a16:creationId xmlns:a16="http://schemas.microsoft.com/office/drawing/2014/main" id="{51644440-1ADD-8E9D-86D4-FB7BFA9BC0A2}"/>
              </a:ext>
            </a:extLst>
          </p:cNvPr>
          <p:cNvGrpSpPr/>
          <p:nvPr userDrawn="1">
            <p:custDataLst>
              <p:tags r:id="rId38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12" name="slide margin">
              <a:extLst>
                <a:ext uri="{FF2B5EF4-FFF2-40B4-BE49-F238E27FC236}">
                  <a16:creationId xmlns:a16="http://schemas.microsoft.com/office/drawing/2014/main" id="{DFDD99EA-E72A-B0BB-6037-FCD2385E0611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E5EF601-8444-8F22-A16C-B29B72ECFDE9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5825639-9BC0-04C4-C395-EA0D1CE24354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265A1D5-1116-62C1-599E-43929F95F622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F08034E-59EE-6FCF-409D-813B8A70351D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4C0E065-4425-104F-EF00-6F666751C801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7E534CC-B1CD-D23B-B940-1E6183D2FF79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AA036F3-B8C6-F93B-D0A3-B42D63FB5B19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C8DC308-0506-271A-CB8A-72B4FC39713B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8452DE4-8C19-96C0-E209-F46BF6DAAFFB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C5B74EC-5C7B-2AB1-4B8B-36E6FDC507D6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56AB8A6-26CA-7FB1-5B6E-2BDB99B790AE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5748C74-63F9-0D4A-EF34-C4CEBB0754B4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Freeform: Shape 72">
              <a:extLst>
                <a:ext uri="{FF2B5EF4-FFF2-40B4-BE49-F238E27FC236}">
                  <a16:creationId xmlns:a16="http://schemas.microsoft.com/office/drawing/2014/main" id="{F206F557-705C-3A42-760E-70DD71AC0633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7" name="Freeform: Shape 73">
              <a:extLst>
                <a:ext uri="{FF2B5EF4-FFF2-40B4-BE49-F238E27FC236}">
                  <a16:creationId xmlns:a16="http://schemas.microsoft.com/office/drawing/2014/main" id="{3A895951-C0B7-EF46-76A8-C7FAF1A3ADA9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8" name="Freeform: Shape 74">
              <a:extLst>
                <a:ext uri="{FF2B5EF4-FFF2-40B4-BE49-F238E27FC236}">
                  <a16:creationId xmlns:a16="http://schemas.microsoft.com/office/drawing/2014/main" id="{62D79D41-FB0F-4EA0-C860-65AFB096E118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9" name="Freeform: Shape 75">
              <a:extLst>
                <a:ext uri="{FF2B5EF4-FFF2-40B4-BE49-F238E27FC236}">
                  <a16:creationId xmlns:a16="http://schemas.microsoft.com/office/drawing/2014/main" id="{8FBC2369-68EF-4544-D73C-4DDAA8277FFD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0" name="Freeform: Shape 76">
              <a:extLst>
                <a:ext uri="{FF2B5EF4-FFF2-40B4-BE49-F238E27FC236}">
                  <a16:creationId xmlns:a16="http://schemas.microsoft.com/office/drawing/2014/main" id="{D1F30BDD-B520-9B5D-B18B-6FAFADC3D964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1" name="Freeform: Shape 77">
              <a:extLst>
                <a:ext uri="{FF2B5EF4-FFF2-40B4-BE49-F238E27FC236}">
                  <a16:creationId xmlns:a16="http://schemas.microsoft.com/office/drawing/2014/main" id="{E997A2FF-CE4B-40BE-9756-9BAE07D84F9B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2" name="Freeform: Shape 78">
              <a:extLst>
                <a:ext uri="{FF2B5EF4-FFF2-40B4-BE49-F238E27FC236}">
                  <a16:creationId xmlns:a16="http://schemas.microsoft.com/office/drawing/2014/main" id="{A2B6E240-3F84-886B-4CDD-AD310BF84EAD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3" name="Freeform: Shape 79">
              <a:extLst>
                <a:ext uri="{FF2B5EF4-FFF2-40B4-BE49-F238E27FC236}">
                  <a16:creationId xmlns:a16="http://schemas.microsoft.com/office/drawing/2014/main" id="{9D00475B-AFA4-C8E7-E054-FFE5DF99DE76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4" name="Freeform: Shape 80">
              <a:extLst>
                <a:ext uri="{FF2B5EF4-FFF2-40B4-BE49-F238E27FC236}">
                  <a16:creationId xmlns:a16="http://schemas.microsoft.com/office/drawing/2014/main" id="{C9784F11-D6C4-7797-4572-31C608389129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5" name="Freeform: Shape 81">
              <a:extLst>
                <a:ext uri="{FF2B5EF4-FFF2-40B4-BE49-F238E27FC236}">
                  <a16:creationId xmlns:a16="http://schemas.microsoft.com/office/drawing/2014/main" id="{7163AEF6-C346-ABBD-E3BE-BA071956B065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6" name="Freeform: Shape 82">
              <a:extLst>
                <a:ext uri="{FF2B5EF4-FFF2-40B4-BE49-F238E27FC236}">
                  <a16:creationId xmlns:a16="http://schemas.microsoft.com/office/drawing/2014/main" id="{4C1E182C-2571-C0A1-195A-09B6805C639E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7" name="Freeform: Shape 83">
              <a:extLst>
                <a:ext uri="{FF2B5EF4-FFF2-40B4-BE49-F238E27FC236}">
                  <a16:creationId xmlns:a16="http://schemas.microsoft.com/office/drawing/2014/main" id="{A09D0A1E-F3D3-4EDA-A958-66F385C229E5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8" name="Freeform: Shape 84">
              <a:extLst>
                <a:ext uri="{FF2B5EF4-FFF2-40B4-BE49-F238E27FC236}">
                  <a16:creationId xmlns:a16="http://schemas.microsoft.com/office/drawing/2014/main" id="{2EADAFE0-CE70-3272-F177-111E345B1D5F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9" name="Freeform: Shape 85">
              <a:extLst>
                <a:ext uri="{FF2B5EF4-FFF2-40B4-BE49-F238E27FC236}">
                  <a16:creationId xmlns:a16="http://schemas.microsoft.com/office/drawing/2014/main" id="{A38C3561-4BB0-06F1-16C8-116543B8FE2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0" name="Freeform: Shape 86">
              <a:extLst>
                <a:ext uri="{FF2B5EF4-FFF2-40B4-BE49-F238E27FC236}">
                  <a16:creationId xmlns:a16="http://schemas.microsoft.com/office/drawing/2014/main" id="{9402A10F-1610-EA76-AE7A-792DEE0C670B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1" name="Freeform: Shape 87">
              <a:extLst>
                <a:ext uri="{FF2B5EF4-FFF2-40B4-BE49-F238E27FC236}">
                  <a16:creationId xmlns:a16="http://schemas.microsoft.com/office/drawing/2014/main" id="{F05474CD-57B5-7B0B-430C-0B77DA372F45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2" name="Freeform: Shape 88">
              <a:extLst>
                <a:ext uri="{FF2B5EF4-FFF2-40B4-BE49-F238E27FC236}">
                  <a16:creationId xmlns:a16="http://schemas.microsoft.com/office/drawing/2014/main" id="{BDC96CDA-7F07-B2C9-5DA9-1BD49CF4F80E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3" name="Freeform: Shape 89">
              <a:extLst>
                <a:ext uri="{FF2B5EF4-FFF2-40B4-BE49-F238E27FC236}">
                  <a16:creationId xmlns:a16="http://schemas.microsoft.com/office/drawing/2014/main" id="{990BD212-EA36-6D25-30DD-20D38B42C1F3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4" name="Freeform: Shape 90">
              <a:extLst>
                <a:ext uri="{FF2B5EF4-FFF2-40B4-BE49-F238E27FC236}">
                  <a16:creationId xmlns:a16="http://schemas.microsoft.com/office/drawing/2014/main" id="{F395A1C6-3F8A-2A6B-24D8-630016CA41ED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5" name="Freeform: Shape 91">
              <a:extLst>
                <a:ext uri="{FF2B5EF4-FFF2-40B4-BE49-F238E27FC236}">
                  <a16:creationId xmlns:a16="http://schemas.microsoft.com/office/drawing/2014/main" id="{E390241E-8C1E-9EF9-863E-6A42242913E6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6" name="Freeform: Shape 92">
              <a:extLst>
                <a:ext uri="{FF2B5EF4-FFF2-40B4-BE49-F238E27FC236}">
                  <a16:creationId xmlns:a16="http://schemas.microsoft.com/office/drawing/2014/main" id="{F3CC0A30-8351-4C98-5A0A-A87C59D781A4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7" name="Freeform: Shape 93">
              <a:extLst>
                <a:ext uri="{FF2B5EF4-FFF2-40B4-BE49-F238E27FC236}">
                  <a16:creationId xmlns:a16="http://schemas.microsoft.com/office/drawing/2014/main" id="{B1FD3E3A-995B-5335-C94B-5BBD52AAD038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8" name="Freeform: Shape 94">
              <a:extLst>
                <a:ext uri="{FF2B5EF4-FFF2-40B4-BE49-F238E27FC236}">
                  <a16:creationId xmlns:a16="http://schemas.microsoft.com/office/drawing/2014/main" id="{6D884214-CADE-E9E8-7EBB-AD9EA8205ECC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9" name="Freeform: Shape 95">
              <a:extLst>
                <a:ext uri="{FF2B5EF4-FFF2-40B4-BE49-F238E27FC236}">
                  <a16:creationId xmlns:a16="http://schemas.microsoft.com/office/drawing/2014/main" id="{7001AA20-0FB9-3E59-2C13-68CFEB63FF0A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0" name="Freeform: Shape 96">
              <a:extLst>
                <a:ext uri="{FF2B5EF4-FFF2-40B4-BE49-F238E27FC236}">
                  <a16:creationId xmlns:a16="http://schemas.microsoft.com/office/drawing/2014/main" id="{0B055B71-9080-62F8-DDEF-05FC3C3AF535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5E76766-E6F1-9BDC-90D6-5DDA87FAA6B5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360ED82-73BF-572D-8249-42C7EAB989DE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DF4010D7-A4D0-B7B3-A7F0-ADFC601A0DF2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AF3DB34-6F53-DC66-DD38-4FC0CA044549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AF0A684-C510-1FAC-FBE4-0B96A84AF717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BF92786-635F-3978-073F-F114CF356704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B91D4FC4-ABFC-703A-2ED7-4D5C438B5A97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F5C24278-582F-2870-0438-CA3CB0B139A8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0EDFD6CF-9942-06B0-8F59-8E5B3284A6AF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85262545-5B6C-A771-B4DA-ACFBE3236829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7B9B940A-5927-E739-3611-61DA3375811B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BC849113-605B-F3DA-E173-281AC8280A12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3CDFC5C8-F98A-D081-8EF4-955E04E0AF34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87B1670F-FC44-661A-1162-E11EB84CD3FB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D98B1418-E134-314C-3F80-57558A108CF2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2E56FE22-E476-387F-51C6-2C3ECFF12B9E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DE3626EA-72F9-D117-FC8E-2C4B290D9903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F71F10BE-65F9-FA45-8FED-61F63DCE140D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C103E583-6ADC-FDD2-D7FE-C3D8144340F5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B450D1BB-2FEB-748A-8B85-369DF66F1412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E16037A9-466B-CD2D-007E-BE83B10BD83A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5BA0A609-D369-0EA5-BBF6-9A747BCD68AA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EB4BBC03-D655-703E-11A8-2BCF28AAED8C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F6684BEC-43CE-A48E-AE76-E14D5030960C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24B14B62-0408-790C-7987-A094F71DEBFB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A9E9ED69-034C-427D-CE50-D42D91D81E10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1AD91689-FF82-C974-4DB8-DBD32B49B950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B1776815-911C-CEEB-AEFF-99733D3AA8E5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C8A50A73-AE29-C0F3-D459-44636AD26EE4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29F4810E-2F78-D3AB-8712-A71710010F84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763D516C-8A1D-5C0D-0C3B-F8D696ECD154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6AD17F0F-5E2C-EDAB-9E86-8EBB04755668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899FEAE6-2345-2206-E336-675EB4588455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23CF941D-4F37-EBC6-5854-F5B9EF02AB7E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EE63E3E3-7041-EBA7-3942-B4FC2DB7450A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568E7D5A-96C2-BD55-8D55-F27CEDADF061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B5DF25BB-38E5-D9E1-5F2A-CDD5B2F6F510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675403A6-13D0-5897-02C5-05A9595BE158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C2984302-BDC4-1FCC-57F9-838A4BE99CF8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56632348-38EB-0F91-820E-D158D42B5B78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E6EE9006-9537-518C-97FF-046FE1238245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4B833350-D606-1EBC-F1FC-3A9BB35FC99F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C2249093-A4A5-F64A-FF99-B3F52AB459F7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AC5D1C4F-FC18-9722-8BF2-3FA8FD57D96A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main body box">
              <a:extLst>
                <a:ext uri="{FF2B5EF4-FFF2-40B4-BE49-F238E27FC236}">
                  <a16:creationId xmlns:a16="http://schemas.microsoft.com/office/drawing/2014/main" id="{01A00ABC-6BB8-8486-683A-06BD49F14F87}"/>
                </a:ext>
              </a:extLst>
            </p:cNvPr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320B04C9-EB26-A43C-9EEE-F4E7A573D8CC}"/>
                </a:ext>
              </a:extLst>
            </p:cNvPr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C361B652-9F3D-9F6D-0BF0-9649B79F9E5D}"/>
                </a:ext>
              </a:extLst>
            </p:cNvPr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230" name="LegendBoxes" hidden="1">
            <a:extLst>
              <a:ext uri="{FF2B5EF4-FFF2-40B4-BE49-F238E27FC236}">
                <a16:creationId xmlns:a16="http://schemas.microsoft.com/office/drawing/2014/main" id="{DA140FE2-CADF-EA30-ED30-29A72CACED0B}"/>
              </a:ext>
            </a:extLst>
          </p:cNvPr>
          <p:cNvGrpSpPr/>
          <p:nvPr userDrawn="1"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231" name="RectangleLegend1">
              <a:extLst>
                <a:ext uri="{FF2B5EF4-FFF2-40B4-BE49-F238E27FC236}">
                  <a16:creationId xmlns:a16="http://schemas.microsoft.com/office/drawing/2014/main" id="{3D56CF41-9C15-7367-27AC-93B05F2BE373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2" name="RectangleLegend2">
              <a:extLst>
                <a:ext uri="{FF2B5EF4-FFF2-40B4-BE49-F238E27FC236}">
                  <a16:creationId xmlns:a16="http://schemas.microsoft.com/office/drawing/2014/main" id="{49AD417F-308C-5992-8823-94BFE60BD4A2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3" name="RectangleLegend3">
              <a:extLst>
                <a:ext uri="{FF2B5EF4-FFF2-40B4-BE49-F238E27FC236}">
                  <a16:creationId xmlns:a16="http://schemas.microsoft.com/office/drawing/2014/main" id="{47CF24C4-5720-4353-1F3E-A2C7AFBA3F7B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4" name="RectangleLegend4">
              <a:extLst>
                <a:ext uri="{FF2B5EF4-FFF2-40B4-BE49-F238E27FC236}">
                  <a16:creationId xmlns:a16="http://schemas.microsoft.com/office/drawing/2014/main" id="{31EB11AC-04F8-B178-5C48-858D6D97C307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5" name="RectangleLegend5">
              <a:extLst>
                <a:ext uri="{FF2B5EF4-FFF2-40B4-BE49-F238E27FC236}">
                  <a16:creationId xmlns:a16="http://schemas.microsoft.com/office/drawing/2014/main" id="{31BC1CD9-1007-79AC-39CA-55BA6E254762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6" name="Legend1">
              <a:extLst>
                <a:ext uri="{FF2B5EF4-FFF2-40B4-BE49-F238E27FC236}">
                  <a16:creationId xmlns:a16="http://schemas.microsoft.com/office/drawing/2014/main" id="{03A389AE-AEFA-0F10-E5F2-2663AE691519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7" name="Legend2">
              <a:extLst>
                <a:ext uri="{FF2B5EF4-FFF2-40B4-BE49-F238E27FC236}">
                  <a16:creationId xmlns:a16="http://schemas.microsoft.com/office/drawing/2014/main" id="{022A8E04-C1CC-07DD-A0A3-53A43BDF8E43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8" name="Legend3">
              <a:extLst>
                <a:ext uri="{FF2B5EF4-FFF2-40B4-BE49-F238E27FC236}">
                  <a16:creationId xmlns:a16="http://schemas.microsoft.com/office/drawing/2014/main" id="{D0FA2EAB-FEBC-9246-113E-F8975043C349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9" name="Legend4">
              <a:extLst>
                <a:ext uri="{FF2B5EF4-FFF2-40B4-BE49-F238E27FC236}">
                  <a16:creationId xmlns:a16="http://schemas.microsoft.com/office/drawing/2014/main" id="{EB06A4EF-5C6A-1BC9-735A-3D9E405C0C48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0" name="Legend5">
              <a:extLst>
                <a:ext uri="{FF2B5EF4-FFF2-40B4-BE49-F238E27FC236}">
                  <a16:creationId xmlns:a16="http://schemas.microsoft.com/office/drawing/2014/main" id="{E1842B41-D7C0-5BF1-4DA4-FD2A3A0AB9D7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</p:grpSp>
      <p:grpSp>
        <p:nvGrpSpPr>
          <p:cNvPr id="241" name="LegendMoons" hidden="1">
            <a:extLst>
              <a:ext uri="{FF2B5EF4-FFF2-40B4-BE49-F238E27FC236}">
                <a16:creationId xmlns:a16="http://schemas.microsoft.com/office/drawing/2014/main" id="{120D6298-48BC-FD1F-2FF4-80415E1C0960}"/>
              </a:ext>
            </a:extLst>
          </p:cNvPr>
          <p:cNvGrpSpPr/>
          <p:nvPr userDrawn="1"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242" name="Legend1">
              <a:extLst>
                <a:ext uri="{FF2B5EF4-FFF2-40B4-BE49-F238E27FC236}">
                  <a16:creationId xmlns:a16="http://schemas.microsoft.com/office/drawing/2014/main" id="{D4645ED9-4C1A-B150-D4AD-3859909EDF9D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3" name="Legend2">
              <a:extLst>
                <a:ext uri="{FF2B5EF4-FFF2-40B4-BE49-F238E27FC236}">
                  <a16:creationId xmlns:a16="http://schemas.microsoft.com/office/drawing/2014/main" id="{B097AA46-31C7-DF4F-BA04-ECE0B2DA47CE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4" name="Legend3">
              <a:extLst>
                <a:ext uri="{FF2B5EF4-FFF2-40B4-BE49-F238E27FC236}">
                  <a16:creationId xmlns:a16="http://schemas.microsoft.com/office/drawing/2014/main" id="{1B6E5ECB-7D44-C964-9F92-8F17281991DB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5" name="Legend4">
              <a:extLst>
                <a:ext uri="{FF2B5EF4-FFF2-40B4-BE49-F238E27FC236}">
                  <a16:creationId xmlns:a16="http://schemas.microsoft.com/office/drawing/2014/main" id="{750BF540-29C6-64FF-4671-ACC833E4A778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6" name="Legend5">
              <a:extLst>
                <a:ext uri="{FF2B5EF4-FFF2-40B4-BE49-F238E27FC236}">
                  <a16:creationId xmlns:a16="http://schemas.microsoft.com/office/drawing/2014/main" id="{4AC683E1-DB66-07EC-9E5B-FE2323B40A20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grpSp>
          <p:nvGrpSpPr>
            <p:cNvPr id="247" name="MoonLegend1">
              <a:extLst>
                <a:ext uri="{FF2B5EF4-FFF2-40B4-BE49-F238E27FC236}">
                  <a16:creationId xmlns:a16="http://schemas.microsoft.com/office/drawing/2014/main" id="{FAA7541F-C866-D60B-770F-A59B3332E829}"/>
                </a:ext>
              </a:extLst>
            </p:cNvPr>
            <p:cNvGrpSpPr>
              <a:grpSpLocks noChangeAspect="1"/>
            </p:cNvGrpSpPr>
            <p:nvPr>
              <p:custDataLst>
                <p:tags r:id="rId40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60" name="Oval 259">
                <a:extLst>
                  <a:ext uri="{FF2B5EF4-FFF2-40B4-BE49-F238E27FC236}">
                    <a16:creationId xmlns:a16="http://schemas.microsoft.com/office/drawing/2014/main" id="{F9765154-4172-6B57-824F-E3282EB25545}"/>
                  </a:ext>
                </a:extLst>
              </p:cNvPr>
              <p:cNvSpPr/>
              <p:nvPr>
                <p:custDataLst>
                  <p:tags r:id="rId5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1" name="Arc 260" hidden="1">
                <a:extLst>
                  <a:ext uri="{FF2B5EF4-FFF2-40B4-BE49-F238E27FC236}">
                    <a16:creationId xmlns:a16="http://schemas.microsoft.com/office/drawing/2014/main" id="{3080280D-10CE-12FB-C043-DAF18B92224E}"/>
                  </a:ext>
                </a:extLst>
              </p:cNvPr>
              <p:cNvSpPr/>
              <p:nvPr>
                <p:custDataLst>
                  <p:tags r:id="rId5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8" name="MoonLegend2">
              <a:extLst>
                <a:ext uri="{FF2B5EF4-FFF2-40B4-BE49-F238E27FC236}">
                  <a16:creationId xmlns:a16="http://schemas.microsoft.com/office/drawing/2014/main" id="{35BFD9DA-1144-8DA1-53C3-E01D5FCE9607}"/>
                </a:ext>
              </a:extLst>
            </p:cNvPr>
            <p:cNvGrpSpPr>
              <a:grpSpLocks noChangeAspect="1"/>
            </p:cNvGrpSpPr>
            <p:nvPr>
              <p:custDataLst>
                <p:tags r:id="rId41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58" name="Oval 257">
                <a:extLst>
                  <a:ext uri="{FF2B5EF4-FFF2-40B4-BE49-F238E27FC236}">
                    <a16:creationId xmlns:a16="http://schemas.microsoft.com/office/drawing/2014/main" id="{7F3A3989-BFC1-FB0C-B737-5372F8E5251A}"/>
                  </a:ext>
                </a:extLst>
              </p:cNvPr>
              <p:cNvSpPr/>
              <p:nvPr>
                <p:custDataLst>
                  <p:tags r:id="rId5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9" name="Arc 258">
                <a:extLst>
                  <a:ext uri="{FF2B5EF4-FFF2-40B4-BE49-F238E27FC236}">
                    <a16:creationId xmlns:a16="http://schemas.microsoft.com/office/drawing/2014/main" id="{89CD9953-848A-D82D-7E93-D7FB686C0FE9}"/>
                  </a:ext>
                </a:extLst>
              </p:cNvPr>
              <p:cNvSpPr/>
              <p:nvPr>
                <p:custDataLst>
                  <p:tags r:id="rId5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9" name="MoonLegend3">
              <a:extLst>
                <a:ext uri="{FF2B5EF4-FFF2-40B4-BE49-F238E27FC236}">
                  <a16:creationId xmlns:a16="http://schemas.microsoft.com/office/drawing/2014/main" id="{3A6C7557-E615-FD87-E58D-14658FF5B2FF}"/>
                </a:ext>
              </a:extLst>
            </p:cNvPr>
            <p:cNvGrpSpPr>
              <a:grpSpLocks noChangeAspect="1"/>
            </p:cNvGrpSpPr>
            <p:nvPr>
              <p:custDataLst>
                <p:tags r:id="rId42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56" name="Oval 255">
                <a:extLst>
                  <a:ext uri="{FF2B5EF4-FFF2-40B4-BE49-F238E27FC236}">
                    <a16:creationId xmlns:a16="http://schemas.microsoft.com/office/drawing/2014/main" id="{79CC9BBC-BBEE-3499-50C2-103A049A2E39}"/>
                  </a:ext>
                </a:extLst>
              </p:cNvPr>
              <p:cNvSpPr/>
              <p:nvPr>
                <p:custDataLst>
                  <p:tags r:id="rId4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7" name="Arc 256">
                <a:extLst>
                  <a:ext uri="{FF2B5EF4-FFF2-40B4-BE49-F238E27FC236}">
                    <a16:creationId xmlns:a16="http://schemas.microsoft.com/office/drawing/2014/main" id="{CA9D0D66-B926-6711-C9CD-CC26CC428752}"/>
                  </a:ext>
                </a:extLst>
              </p:cNvPr>
              <p:cNvSpPr/>
              <p:nvPr>
                <p:custDataLst>
                  <p:tags r:id="rId5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0" name="MoonLegend4">
              <a:extLst>
                <a:ext uri="{FF2B5EF4-FFF2-40B4-BE49-F238E27FC236}">
                  <a16:creationId xmlns:a16="http://schemas.microsoft.com/office/drawing/2014/main" id="{5145DF82-5284-5B87-E8ED-35DFDE527B9C}"/>
                </a:ext>
              </a:extLst>
            </p:cNvPr>
            <p:cNvGrpSpPr>
              <a:grpSpLocks noChangeAspect="1"/>
            </p:cNvGrpSpPr>
            <p:nvPr>
              <p:custDataLst>
                <p:tags r:id="rId43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254" name="Oval 253">
                <a:extLst>
                  <a:ext uri="{FF2B5EF4-FFF2-40B4-BE49-F238E27FC236}">
                    <a16:creationId xmlns:a16="http://schemas.microsoft.com/office/drawing/2014/main" id="{90C635A4-3E20-0EB8-7815-407711BC5F28}"/>
                  </a:ext>
                </a:extLst>
              </p:cNvPr>
              <p:cNvSpPr/>
              <p:nvPr>
                <p:custDataLst>
                  <p:tags r:id="rId4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5" name="Arc 254">
                <a:extLst>
                  <a:ext uri="{FF2B5EF4-FFF2-40B4-BE49-F238E27FC236}">
                    <a16:creationId xmlns:a16="http://schemas.microsoft.com/office/drawing/2014/main" id="{C65316C1-EDCB-E2BE-4D89-1E1468DE7420}"/>
                  </a:ext>
                </a:extLst>
              </p:cNvPr>
              <p:cNvSpPr/>
              <p:nvPr>
                <p:custDataLst>
                  <p:tags r:id="rId4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1" name="MoonLegend5">
              <a:extLst>
                <a:ext uri="{FF2B5EF4-FFF2-40B4-BE49-F238E27FC236}">
                  <a16:creationId xmlns:a16="http://schemas.microsoft.com/office/drawing/2014/main" id="{D8358732-CCB1-2629-A827-5C53E0761679}"/>
                </a:ext>
              </a:extLst>
            </p:cNvPr>
            <p:cNvGrpSpPr>
              <a:grpSpLocks noChangeAspect="1"/>
            </p:cNvGrpSpPr>
            <p:nvPr>
              <p:custDataLst>
                <p:tags r:id="rId44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252" name="Oval 251">
                <a:extLst>
                  <a:ext uri="{FF2B5EF4-FFF2-40B4-BE49-F238E27FC236}">
                    <a16:creationId xmlns:a16="http://schemas.microsoft.com/office/drawing/2014/main" id="{D232D143-C395-53AC-A2AC-DABF2AC778C7}"/>
                  </a:ext>
                </a:extLst>
              </p:cNvPr>
              <p:cNvSpPr/>
              <p:nvPr>
                <p:custDataLst>
                  <p:tags r:id="rId4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3" name="Arc 252">
                <a:extLst>
                  <a:ext uri="{FF2B5EF4-FFF2-40B4-BE49-F238E27FC236}">
                    <a16:creationId xmlns:a16="http://schemas.microsoft.com/office/drawing/2014/main" id="{58A1EC73-211C-38DE-8D39-329285214178}"/>
                  </a:ext>
                </a:extLst>
              </p:cNvPr>
              <p:cNvSpPr/>
              <p:nvPr>
                <p:custDataLst>
                  <p:tags r:id="rId4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62" name="Sticker" hidden="1">
            <a:extLst>
              <a:ext uri="{FF2B5EF4-FFF2-40B4-BE49-F238E27FC236}">
                <a16:creationId xmlns:a16="http://schemas.microsoft.com/office/drawing/2014/main" id="{F81F59CB-FAF1-7482-9956-93A229A62604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263" name="StickerRectangle">
              <a:extLst>
                <a:ext uri="{FF2B5EF4-FFF2-40B4-BE49-F238E27FC236}">
                  <a16:creationId xmlns:a16="http://schemas.microsoft.com/office/drawing/2014/main" id="{F6DD3CC4-22D7-BCE3-3B82-D4E3B323D11B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264" name="StickerUnderline">
              <a:extLst>
                <a:ext uri="{FF2B5EF4-FFF2-40B4-BE49-F238E27FC236}">
                  <a16:creationId xmlns:a16="http://schemas.microsoft.com/office/drawing/2014/main" id="{17F0D568-CBF6-38D2-E739-A80F43FC58B7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65" name="LegendLines" hidden="1">
            <a:extLst>
              <a:ext uri="{FF2B5EF4-FFF2-40B4-BE49-F238E27FC236}">
                <a16:creationId xmlns:a16="http://schemas.microsoft.com/office/drawing/2014/main" id="{7827F435-FBA6-6CE0-6262-3D474F3659C9}"/>
              </a:ext>
            </a:extLst>
          </p:cNvPr>
          <p:cNvGrpSpPr/>
          <p:nvPr userDrawn="1"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266" name="Legend1">
              <a:extLst>
                <a:ext uri="{FF2B5EF4-FFF2-40B4-BE49-F238E27FC236}">
                  <a16:creationId xmlns:a16="http://schemas.microsoft.com/office/drawing/2014/main" id="{413AFE2D-DA8A-BA3D-AA68-53A103C919FE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7" name="Legend2">
              <a:extLst>
                <a:ext uri="{FF2B5EF4-FFF2-40B4-BE49-F238E27FC236}">
                  <a16:creationId xmlns:a16="http://schemas.microsoft.com/office/drawing/2014/main" id="{BFCBBCF3-D27F-22D7-1551-931062077379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8" name="Legend3">
              <a:extLst>
                <a:ext uri="{FF2B5EF4-FFF2-40B4-BE49-F238E27FC236}">
                  <a16:creationId xmlns:a16="http://schemas.microsoft.com/office/drawing/2014/main" id="{06CB055B-730A-79A2-F1CC-3B43FE3D67C4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9" name="LineLegend3">
              <a:extLst>
                <a:ext uri="{FF2B5EF4-FFF2-40B4-BE49-F238E27FC236}">
                  <a16:creationId xmlns:a16="http://schemas.microsoft.com/office/drawing/2014/main" id="{7D950EF6-0D3F-D6B9-4B9A-9D16BF6AC69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0" name="LineLegend2">
              <a:extLst>
                <a:ext uri="{FF2B5EF4-FFF2-40B4-BE49-F238E27FC236}">
                  <a16:creationId xmlns:a16="http://schemas.microsoft.com/office/drawing/2014/main" id="{0E7CFBF9-5813-EB1F-AFB1-2518F639E543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1" name="LineLegend1">
              <a:extLst>
                <a:ext uri="{FF2B5EF4-FFF2-40B4-BE49-F238E27FC236}">
                  <a16:creationId xmlns:a16="http://schemas.microsoft.com/office/drawing/2014/main" id="{9A8DE68D-EA14-C456-25AC-B97678DE1810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</p:grpSp>
      <p:sp>
        <p:nvSpPr>
          <p:cNvPr id="272" name="Slide Number">
            <a:extLst>
              <a:ext uri="{FF2B5EF4-FFF2-40B4-BE49-F238E27FC236}">
                <a16:creationId xmlns:a16="http://schemas.microsoft.com/office/drawing/2014/main" id="{7A4B5D23-73AB-C752-5924-7011E3EB5A9D}"/>
              </a:ext>
            </a:extLst>
          </p:cNvPr>
          <p:cNvSpPr>
            <a:spLocks noChangeArrowheads="1"/>
          </p:cNvSpPr>
          <p:nvPr userDrawn="1">
            <p:custDataLst>
              <p:tags r:id="rId39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6692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86" r:id="rId1"/>
    <p:sldLayoutId id="2147484187" r:id="rId2"/>
    <p:sldLayoutId id="2147484188" r:id="rId3"/>
    <p:sldLayoutId id="2147484189" r:id="rId4"/>
    <p:sldLayoutId id="2147484190" r:id="rId5"/>
    <p:sldLayoutId id="2147484191" r:id="rId6"/>
    <p:sldLayoutId id="2147484192" r:id="rId7"/>
    <p:sldLayoutId id="2147484193" r:id="rId8"/>
    <p:sldLayoutId id="2147484194" r:id="rId9"/>
    <p:sldLayoutId id="2147484195" r:id="rId10"/>
    <p:sldLayoutId id="2147484196" r:id="rId11"/>
    <p:sldLayoutId id="2147484197" r:id="rId12"/>
    <p:sldLayoutId id="2147484207" r:id="rId13"/>
    <p:sldLayoutId id="2147484224" r:id="rId14"/>
    <p:sldLayoutId id="2147484225" r:id="rId15"/>
    <p:sldLayoutId id="2147484226" r:id="rId16"/>
    <p:sldLayoutId id="2147484227" r:id="rId17"/>
    <p:sldLayoutId id="2147484228" r:id="rId18"/>
    <p:sldLayoutId id="2147484229" r:id="rId19"/>
    <p:sldLayoutId id="2147484230" r:id="rId20"/>
    <p:sldLayoutId id="2147484231" r:id="rId21"/>
    <p:sldLayoutId id="2147484232" r:id="rId22"/>
    <p:sldLayoutId id="2147484233" r:id="rId23"/>
    <p:sldLayoutId id="2147484234" r:id="rId24"/>
    <p:sldLayoutId id="2147484235" r:id="rId25"/>
    <p:sldLayoutId id="2147484237" r:id="rId26"/>
    <p:sldLayoutId id="2147484242" r:id="rId27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—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  <p15:guide id="9" orient="horz" pos="1344">
          <p15:clr>
            <a:srgbClr val="5ACBF0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3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tags" Target="../tags/tag313.xml"/><Relationship Id="rId2" Type="http://schemas.openxmlformats.org/officeDocument/2006/relationships/slideLayout" Target="../slideLayouts/slideLayout3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4.em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tags" Target="../tags/tag314.xml"/><Relationship Id="rId2" Type="http://schemas.openxmlformats.org/officeDocument/2006/relationships/slideLayout" Target="../slideLayouts/slideLayout2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5.emf"/><Relationship Id="rId5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tags" Target="../tags/tag315.xml"/><Relationship Id="rId2" Type="http://schemas.openxmlformats.org/officeDocument/2006/relationships/slideLayout" Target="../slideLayouts/slideLayout2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5.em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tags" Target="../tags/tag316.xml"/><Relationship Id="rId2" Type="http://schemas.openxmlformats.org/officeDocument/2006/relationships/slideLayout" Target="../slideLayouts/slideLayout2.xml"/><Relationship Id="rId3" Type="http://schemas.openxmlformats.org/officeDocument/2006/relationships/oleObject" Target="../embeddings/oleObject6.bin"/><Relationship Id="rId4" Type="http://schemas.openxmlformats.org/officeDocument/2006/relationships/image" Target="../media/image11.em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tiff"/><Relationship Id="rId3" Type="http://schemas.openxmlformats.org/officeDocument/2006/relationships/image" Target="../media/image13.tiff"/><Relationship Id="rId4" Type="http://schemas.openxmlformats.org/officeDocument/2006/relationships/image" Target="../media/image14.tiff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tiff"/><Relationship Id="rId4" Type="http://schemas.openxmlformats.org/officeDocument/2006/relationships/image" Target="../media/image16.tiff"/><Relationship Id="rId5" Type="http://schemas.openxmlformats.org/officeDocument/2006/relationships/image" Target="../media/image17.tiff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tags" Target="../tags/tag317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Relationship Id="rId4" Type="http://schemas.openxmlformats.org/officeDocument/2006/relationships/oleObject" Target="../embeddings/oleObject7.bin"/><Relationship Id="rId5" Type="http://schemas.openxmlformats.org/officeDocument/2006/relationships/image" Target="../media/image18.emf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tags" Target="../tags/tag318.xml"/><Relationship Id="rId2" Type="http://schemas.openxmlformats.org/officeDocument/2006/relationships/tags" Target="../tags/tag319.xml"/><Relationship Id="rId3" Type="http://schemas.openxmlformats.org/officeDocument/2006/relationships/tags" Target="../tags/tag320.xml"/><Relationship Id="rId4" Type="http://schemas.openxmlformats.org/officeDocument/2006/relationships/tags" Target="../tags/tag321.xml"/><Relationship Id="rId5" Type="http://schemas.openxmlformats.org/officeDocument/2006/relationships/tags" Target="../tags/tag322.xml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8.xml"/><Relationship Id="rId8" Type="http://schemas.openxmlformats.org/officeDocument/2006/relationships/image" Target="../media/image19.png"/><Relationship Id="rId9" Type="http://schemas.openxmlformats.org/officeDocument/2006/relationships/image" Target="../media/image20.png"/><Relationship Id="rId10" Type="http://schemas.openxmlformats.org/officeDocument/2006/relationships/image" Target="../media/image21.png"/><Relationship Id="rId11" Type="http://schemas.openxmlformats.org/officeDocument/2006/relationships/image" Target="../media/image22.png"/><Relationship Id="rId12" Type="http://schemas.openxmlformats.org/officeDocument/2006/relationships/image" Target="../media/image2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_logo">
            <a:extLst>
              <a:ext uri="{FF2B5EF4-FFF2-40B4-BE49-F238E27FC236}">
                <a16:creationId xmlns:a16="http://schemas.microsoft.com/office/drawing/2014/main" id="{411757BC-FB98-26E0-AD14-3D00BEF9D8FA}"/>
              </a:ext>
            </a:extLst>
          </p:cNvPr>
          <p:cNvSpPr/>
          <p:nvPr/>
        </p:nvSpPr>
        <p:spPr>
          <a:xfrm>
            <a:off x="551942" y="326582"/>
            <a:ext cx="1998218" cy="1045018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{{company_logo}}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1FA143A7-C10E-3C03-E5B2-D54E8D5443C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solidFill>
            <a:schemeClr val="bg1"/>
          </a:solidFill>
        </p:spPr>
        <p:txBody>
          <a:bodyPr/>
          <a:lstStyle/>
          <a:p>
            <a:endParaRPr lang="en-US"/>
          </a:p>
        </p:txBody>
      </p:sp>
      <p:sp>
        <p:nvSpPr>
          <p:cNvPr id="4" name="title_year">
            <a:extLst>
              <a:ext uri="{FF2B5EF4-FFF2-40B4-BE49-F238E27FC236}">
                <a16:creationId xmlns:a16="http://schemas.microsoft.com/office/drawing/2014/main" id="{45F0E783-A7C4-C6AE-DC4A-D5119163D91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dirty="0">
                <a:ea typeface="+mn-lt"/>
                <a:cs typeface="+mn-lt"/>
              </a:rPr>
              <a:t>{{</a:t>
            </a:r>
            <a:r>
              <a:rPr lang="en-US" dirty="0" err="1">
                <a:ea typeface="+mn-lt"/>
                <a:cs typeface="+mn-lt"/>
              </a:rPr>
              <a:t>cover_date</a:t>
            </a:r>
            <a:r>
              <a:rPr lang="en-US" dirty="0">
                <a:ea typeface="+mn-lt"/>
                <a:cs typeface="+mn-lt"/>
              </a:rPr>
              <a:t>}}</a:t>
            </a:r>
            <a:endParaRPr lang="de-DE" dirty="0"/>
          </a:p>
        </p:txBody>
      </p:sp>
      <p:sp>
        <p:nvSpPr>
          <p:cNvPr id="3" name="title_subtitle">
            <a:extLst>
              <a:ext uri="{FF2B5EF4-FFF2-40B4-BE49-F238E27FC236}">
                <a16:creationId xmlns:a16="http://schemas.microsoft.com/office/drawing/2014/main" id="{557290C0-6165-3DBD-C55C-3AD3B5D63A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>
                <a:ea typeface="+mn-lt"/>
                <a:cs typeface="+mn-lt"/>
              </a:rPr>
              <a:t>{{subtitle}}</a:t>
            </a:r>
            <a:endParaRPr lang="de-DE"/>
          </a:p>
        </p:txBody>
      </p:sp>
      <p:sp>
        <p:nvSpPr>
          <p:cNvPr id="2" name="title_drug">
            <a:extLst>
              <a:ext uri="{FF2B5EF4-FFF2-40B4-BE49-F238E27FC236}">
                <a16:creationId xmlns:a16="http://schemas.microsoft.com/office/drawing/2014/main" id="{4B61914E-84F1-41E2-2ECD-D187FCB7EB50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>
            <a:normAutofit/>
          </a:bodyPr>
          <a:lstStyle/>
          <a:p>
            <a:r>
              <a:rPr lang="en-US" dirty="0"/>
              <a:t>{{slide_title}}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DFCFED5-EA9A-880A-EE4B-4E5B8BD5A68F}"/>
              </a:ext>
            </a:extLst>
          </p:cNvPr>
          <p:cNvSpPr/>
          <p:nvPr/>
        </p:nvSpPr>
        <p:spPr>
          <a:xfrm>
            <a:off x="9131643" y="401098"/>
            <a:ext cx="2727423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Change picture to match company pictures/ industry/project</a:t>
            </a:r>
          </a:p>
        </p:txBody>
      </p:sp>
    </p:spTree>
    <p:extLst>
      <p:ext uri="{BB962C8B-B14F-4D97-AF65-F5344CB8AC3E}">
        <p14:creationId xmlns:p14="http://schemas.microsoft.com/office/powerpoint/2010/main" val="7832327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_title">
            <a:extLst>
              <a:ext uri="{FF2B5EF4-FFF2-40B4-BE49-F238E27FC236}">
                <a16:creationId xmlns:a16="http://schemas.microsoft.com/office/drawing/2014/main" id="{10FE7160-F115-DE5F-8F29-4D9B6BAED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{{slide_title}}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B3BB907-AC96-C5FC-7EA7-1E6B797A871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body_text">
            <a:extLst>
              <a:ext uri="{FF2B5EF4-FFF2-40B4-BE49-F238E27FC236}">
                <a16:creationId xmlns:a16="http://schemas.microsoft.com/office/drawing/2014/main" id="{A151E2E0-6437-BF34-25B2-9758B83504B6}"/>
              </a:ext>
            </a:extLst>
          </p:cNvPr>
          <p:cNvSpPr txBox="1">
            <a:spLocks/>
          </p:cNvSpPr>
          <p:nvPr/>
        </p:nvSpPr>
        <p:spPr>
          <a:xfrm>
            <a:off x="554736" y="1520825"/>
            <a:ext cx="11082528" cy="4638675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228600" indent="-2254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515938" indent="-28733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742950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914400" indent="-1365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marL="114300">
              <a:buFont typeface="Segoe UI" panose="020B0502040204020203" pitchFamily="34" charset="0"/>
              <a:buNone/>
            </a:pPr>
            <a:r>
              <a:rPr lang="en-US" sz="1400" dirty="0">
                <a:solidFill>
                  <a:schemeClr val="tx1"/>
                </a:solidFill>
                <a:cs typeface="Arial"/>
              </a:rPr>
              <a:t>{{</a:t>
            </a:r>
            <a:r>
              <a:rPr lang="en-US" sz="1400" dirty="0" err="1">
                <a:solidFill>
                  <a:schemeClr val="tx1"/>
                </a:solidFill>
                <a:cs typeface="Arial"/>
              </a:rPr>
              <a:t>exec_summary_text</a:t>
            </a:r>
            <a:r>
              <a:rPr lang="en-US" sz="1400" dirty="0">
                <a:solidFill>
                  <a:schemeClr val="tx1"/>
                </a:solidFill>
                <a:cs typeface="Arial"/>
              </a:rPr>
              <a:t>}}</a:t>
            </a:r>
          </a:p>
          <a:p>
            <a:pPr marL="114300">
              <a:buFont typeface="Segoe UI" panose="020B0502040204020203" pitchFamily="34" charset="0"/>
              <a:buNone/>
            </a:pPr>
            <a:endParaRPr lang="en-US" sz="1400" dirty="0">
              <a:solidFill>
                <a:schemeClr val="tx1"/>
              </a:solidFill>
            </a:endParaRPr>
          </a:p>
          <a:p>
            <a:pPr marL="114300">
              <a:buNone/>
            </a:pPr>
            <a:r>
              <a:rPr lang="en-US" sz="1400">
                <a:solidFill>
                  <a:schemeClr val="tx1"/>
                </a:solidFill>
                <a:ea typeface="+mn-lt"/>
                <a:cs typeface="+mn-lt"/>
              </a:rPr>
              <a:t>{{exec_point_1}}</a:t>
            </a:r>
            <a:endParaRPr lang="en-US"/>
          </a:p>
          <a:p>
            <a:pPr marL="114300">
              <a:buFont typeface="Segoe UI" panose="020B0502040204020203" pitchFamily="34" charset="0"/>
              <a:buNone/>
            </a:pPr>
            <a:endParaRPr lang="en-US" sz="1400" dirty="0">
              <a:solidFill>
                <a:schemeClr val="tx1"/>
              </a:solidFill>
            </a:endParaRPr>
          </a:p>
          <a:p>
            <a:pPr marL="114300">
              <a:buNone/>
            </a:pPr>
            <a:r>
              <a:rPr lang="en-US" sz="1400">
                <a:solidFill>
                  <a:schemeClr val="tx1"/>
                </a:solidFill>
                <a:ea typeface="+mn-lt"/>
                <a:cs typeface="+mn-lt"/>
              </a:rPr>
              <a:t>{{exec_point_2}}</a:t>
            </a:r>
            <a:endParaRPr lang="en-US"/>
          </a:p>
          <a:p>
            <a:pPr marL="114300">
              <a:buFont typeface="Segoe UI" panose="020B0502040204020203" pitchFamily="34" charset="0"/>
              <a:buNone/>
            </a:pPr>
            <a:endParaRPr lang="en-US" sz="1400" dirty="0">
              <a:solidFill>
                <a:schemeClr val="tx1"/>
              </a:solidFill>
            </a:endParaRPr>
          </a:p>
          <a:p>
            <a:pPr marL="114300">
              <a:buNone/>
            </a:pPr>
            <a:r>
              <a:rPr lang="en-US" sz="1400">
                <a:solidFill>
                  <a:schemeClr val="tx1"/>
                </a:solidFill>
                <a:ea typeface="+mn-lt"/>
                <a:cs typeface="+mn-lt"/>
              </a:rPr>
              <a:t>{{exec_point_3}}</a:t>
            </a:r>
            <a:endParaRPr lang="en-US"/>
          </a:p>
          <a:p>
            <a:pPr marL="114300">
              <a:buFont typeface="Segoe UI" panose="020B0502040204020203" pitchFamily="34" charset="0"/>
              <a:buNone/>
            </a:pPr>
            <a:endParaRPr lang="en-US" sz="1400" dirty="0">
              <a:solidFill>
                <a:schemeClr val="tx1"/>
              </a:solidFill>
            </a:endParaRPr>
          </a:p>
          <a:p>
            <a:pPr marL="114300">
              <a:buFont typeface="Segoe UI" panose="020B0502040204020203" pitchFamily="34" charset="0"/>
              <a:buNone/>
            </a:pPr>
            <a:r>
              <a:rPr lang="en-US" sz="1400">
                <a:solidFill>
                  <a:schemeClr val="tx1"/>
                </a:solidFill>
                <a:cs typeface="Arial"/>
              </a:rPr>
              <a:t>{{</a:t>
            </a:r>
            <a:r>
              <a:rPr lang="en-US" sz="1400">
                <a:solidFill>
                  <a:schemeClr val="tx1"/>
                </a:solidFill>
                <a:ea typeface="+mn-lt"/>
                <a:cs typeface="+mn-lt"/>
              </a:rPr>
              <a:t>exec_point_4}}</a:t>
            </a:r>
          </a:p>
        </p:txBody>
      </p:sp>
    </p:spTree>
    <p:extLst>
      <p:ext uri="{BB962C8B-B14F-4D97-AF65-F5344CB8AC3E}">
        <p14:creationId xmlns:p14="http://schemas.microsoft.com/office/powerpoint/2010/main" val="22767025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_title">
            <a:extLst>
              <a:ext uri="{FF2B5EF4-FFF2-40B4-BE49-F238E27FC236}">
                <a16:creationId xmlns:a16="http://schemas.microsoft.com/office/drawing/2014/main" id="{10FE7160-F115-DE5F-8F29-4D9B6BAED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{{slide_title}}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16A8395-6630-34BD-4E87-B42FB0A3E7B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body_text">
            <a:extLst>
              <a:ext uri="{FF2B5EF4-FFF2-40B4-BE49-F238E27FC236}">
                <a16:creationId xmlns:a16="http://schemas.microsoft.com/office/drawing/2014/main" id="{A151E2E0-6437-BF34-25B2-9758B83504B6}"/>
              </a:ext>
            </a:extLst>
          </p:cNvPr>
          <p:cNvSpPr txBox="1">
            <a:spLocks/>
          </p:cNvSpPr>
          <p:nvPr/>
        </p:nvSpPr>
        <p:spPr>
          <a:xfrm>
            <a:off x="554736" y="1520825"/>
            <a:ext cx="11082528" cy="4638675"/>
          </a:xfrm>
          <a:prstGeom prst="rect">
            <a:avLst/>
          </a:prstGeom>
          <a:noFill/>
        </p:spPr>
        <p:txBody>
          <a:bodyPr vert="horz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228600" indent="-2254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515938" indent="-28733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742950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914400" indent="-1365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marL="114300" indent="0">
              <a:buNone/>
            </a:pPr>
            <a:r>
              <a:rPr lang="en-GB" sz="1400">
                <a:solidFill>
                  <a:schemeClr val="tx1"/>
                </a:solidFill>
                <a:ea typeface="+mn-lt"/>
                <a:cs typeface="+mn-lt"/>
              </a:rPr>
              <a:t>{{takeaway_1_title}}</a:t>
            </a:r>
            <a:endParaRPr lang="de-DE"/>
          </a:p>
          <a:p>
            <a:pPr marL="4000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1400">
                <a:solidFill>
                  <a:schemeClr val="tx1"/>
                </a:solidFill>
                <a:ea typeface="+mn-lt"/>
                <a:cs typeface="+mn-lt"/>
              </a:rPr>
              <a:t>{{takeaway_1_bullets}}</a:t>
            </a:r>
          </a:p>
          <a:p>
            <a:pPr marL="4000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1400">
                <a:solidFill>
                  <a:schemeClr val="tx1"/>
                </a:solidFill>
                <a:ea typeface="+mn-lt"/>
                <a:cs typeface="+mn-lt"/>
              </a:rPr>
              <a:t>{{takeaway_1_bullets}}</a:t>
            </a:r>
            <a:endParaRPr lang="en-GB" sz="1400" dirty="0">
              <a:solidFill>
                <a:schemeClr val="tx1"/>
              </a:solidFill>
            </a:endParaRPr>
          </a:p>
          <a:p>
            <a:pPr marL="4000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1400">
                <a:solidFill>
                  <a:schemeClr val="tx1"/>
                </a:solidFill>
                <a:ea typeface="+mn-lt"/>
                <a:cs typeface="+mn-lt"/>
              </a:rPr>
              <a:t>{{takeaway_1_bullets}}</a:t>
            </a:r>
            <a:endParaRPr lang="en-GB" sz="1400" dirty="0">
              <a:solidFill>
                <a:schemeClr val="tx1"/>
              </a:solidFill>
              <a:ea typeface="+mn-lt"/>
              <a:cs typeface="+mn-lt"/>
            </a:endParaRPr>
          </a:p>
          <a:p>
            <a:pPr marL="114300">
              <a:buClr>
                <a:schemeClr val="tx1"/>
              </a:buClr>
              <a:buNone/>
            </a:pPr>
            <a:endParaRPr lang="en-GB" sz="1400" dirty="0">
              <a:solidFill>
                <a:schemeClr val="tx1"/>
              </a:solidFill>
            </a:endParaRPr>
          </a:p>
          <a:p>
            <a:pPr marL="114300" indent="0">
              <a:buNone/>
            </a:pPr>
            <a:r>
              <a:rPr lang="en-GB" sz="1400">
                <a:solidFill>
                  <a:schemeClr val="tx1"/>
                </a:solidFill>
                <a:ea typeface="+mn-lt"/>
                <a:cs typeface="+mn-lt"/>
              </a:rPr>
              <a:t>{{takeaway_2_title}}</a:t>
            </a:r>
            <a:endParaRPr lang="en-GB"/>
          </a:p>
          <a:p>
            <a:pPr marL="4000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1400">
                <a:solidFill>
                  <a:schemeClr val="tx1"/>
                </a:solidFill>
                <a:ea typeface="+mn-lt"/>
                <a:cs typeface="+mn-lt"/>
              </a:rPr>
              <a:t>{{takeaway_2_bullets}}</a:t>
            </a:r>
          </a:p>
          <a:p>
            <a:pPr marL="4000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1400">
                <a:solidFill>
                  <a:schemeClr val="tx1"/>
                </a:solidFill>
                <a:ea typeface="+mn-lt"/>
                <a:cs typeface="+mn-lt"/>
              </a:rPr>
              <a:t>{{takeaway_2_bullets}}</a:t>
            </a:r>
            <a:endParaRPr lang="en-GB" sz="1400" dirty="0">
              <a:solidFill>
                <a:schemeClr val="tx1"/>
              </a:solidFill>
              <a:ea typeface="+mn-lt"/>
              <a:cs typeface="+mn-lt"/>
            </a:endParaRPr>
          </a:p>
          <a:p>
            <a:pPr marL="400050" indent="-285750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GB" sz="1400">
                <a:solidFill>
                  <a:schemeClr val="tx1"/>
                </a:solidFill>
                <a:ea typeface="+mn-lt"/>
                <a:cs typeface="+mn-lt"/>
              </a:rPr>
              <a:t>{{takeaway_2_bullets}}</a:t>
            </a:r>
            <a:endParaRPr lang="en-GB" sz="1400" dirty="0">
              <a:solidFill>
                <a:schemeClr val="tx1"/>
              </a:solidFill>
              <a:ea typeface="+mn-lt"/>
              <a:cs typeface="+mn-lt"/>
            </a:endParaRPr>
          </a:p>
          <a:p>
            <a:pPr marL="114300">
              <a:buClr>
                <a:srgbClr val="000000"/>
              </a:buClr>
              <a:buNone/>
            </a:pPr>
            <a:endParaRPr lang="en-GB" sz="1400" dirty="0">
              <a:solidFill>
                <a:schemeClr val="tx1"/>
              </a:solidFill>
              <a:ea typeface="+mn-lt"/>
            </a:endParaRPr>
          </a:p>
          <a:p>
            <a:pPr marL="114300" indent="0">
              <a:buNone/>
            </a:pPr>
            <a:r>
              <a:rPr lang="en-GB" sz="1400">
                <a:solidFill>
                  <a:schemeClr val="tx1"/>
                </a:solidFill>
                <a:ea typeface="+mn-lt"/>
                <a:cs typeface="+mn-lt"/>
              </a:rPr>
              <a:t>{{takeaway_3_title}}</a:t>
            </a:r>
            <a:endParaRPr lang="en-GB">
              <a:solidFill>
                <a:schemeClr val="tx1"/>
              </a:solidFill>
            </a:endParaRPr>
          </a:p>
          <a:p>
            <a:pPr marL="4000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1400">
                <a:solidFill>
                  <a:schemeClr val="tx1"/>
                </a:solidFill>
                <a:ea typeface="+mn-lt"/>
                <a:cs typeface="+mn-lt"/>
              </a:rPr>
              <a:t>{{takeaway_3_bullets}}</a:t>
            </a:r>
          </a:p>
          <a:p>
            <a:pPr marL="4000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1400">
                <a:solidFill>
                  <a:schemeClr val="tx1"/>
                </a:solidFill>
                <a:ea typeface="+mn-lt"/>
                <a:cs typeface="+mn-lt"/>
              </a:rPr>
              <a:t>{{takeaway_3_bullets}}</a:t>
            </a:r>
            <a:endParaRPr lang="en-GB" sz="1400" dirty="0">
              <a:solidFill>
                <a:schemeClr val="tx1"/>
              </a:solidFill>
            </a:endParaRPr>
          </a:p>
          <a:p>
            <a:pPr marL="4000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1400">
                <a:solidFill>
                  <a:schemeClr val="tx1"/>
                </a:solidFill>
                <a:ea typeface="+mn-lt"/>
                <a:cs typeface="+mn-lt"/>
              </a:rPr>
              <a:t>{{takeaway_3_bullets}}</a:t>
            </a:r>
            <a:endParaRPr lang="en-GB" sz="1400" dirty="0">
              <a:solidFill>
                <a:schemeClr val="tx1"/>
              </a:solidFill>
              <a:ea typeface="+mn-lt"/>
              <a:cs typeface="+mn-lt"/>
            </a:endParaRP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GB" sz="1400" dirty="0">
              <a:solidFill>
                <a:schemeClr val="tx1"/>
              </a:solidFill>
            </a:endParaRPr>
          </a:p>
          <a:p>
            <a:pPr marL="114300" indent="0">
              <a:buNone/>
            </a:pPr>
            <a:r>
              <a:rPr lang="en-GB" sz="1400" dirty="0">
                <a:solidFill>
                  <a:schemeClr val="tx1"/>
                </a:solidFill>
                <a:cs typeface="Arial"/>
              </a:rPr>
              <a:t>{{</a:t>
            </a:r>
            <a:r>
              <a:rPr lang="en-GB" sz="1400" dirty="0" err="1">
                <a:solidFill>
                  <a:schemeClr val="tx1"/>
                </a:solidFill>
                <a:cs typeface="Arial"/>
              </a:rPr>
              <a:t>final_conclusion</a:t>
            </a:r>
            <a:r>
              <a:rPr lang="en-GB" sz="1400" dirty="0">
                <a:solidFill>
                  <a:schemeClr val="tx1"/>
                </a:solidFill>
                <a:cs typeface="Arial"/>
              </a:rPr>
              <a:t>}}</a:t>
            </a:r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71219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F90BE4D5-08D2-59F2-0CD5-7181975E1EA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F90BE4D5-08D2-59F2-0CD5-7181975E1EA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divider_title">
            <a:extLst>
              <a:ext uri="{FF2B5EF4-FFF2-40B4-BE49-F238E27FC236}">
                <a16:creationId xmlns:a16="http://schemas.microsoft.com/office/drawing/2014/main" id="{4535322D-A95F-C1F4-D59D-01B90C3AD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sz="4800" dirty="0"/>
              <a:t>{{slide_title}}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00BB805-14C4-4924-87EF-2ABC679C3C0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5" name="divider_number">
            <a:extLst>
              <a:ext uri="{FF2B5EF4-FFF2-40B4-BE49-F238E27FC236}">
                <a16:creationId xmlns:a16="http://schemas.microsoft.com/office/drawing/2014/main" id="{9B1D0342-6445-4D1F-DF3B-044094208C85}"/>
              </a:ext>
            </a:extLst>
          </p:cNvPr>
          <p:cNvSpPr txBox="1">
            <a:spLocks/>
          </p:cNvSpPr>
          <p:nvPr/>
        </p:nvSpPr>
        <p:spPr>
          <a:xfrm>
            <a:off x="5848350" y="1680071"/>
            <a:ext cx="6158984" cy="3672979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en-GB" sz="30000" dirty="0">
                <a:gradFill>
                  <a:gsLst>
                    <a:gs pos="0">
                      <a:schemeClr val="tx2"/>
                    </a:gs>
                    <a:gs pos="60000">
                      <a:schemeClr val="tx2">
                        <a:lumMod val="65000"/>
                        <a:lumOff val="35000"/>
                      </a:schemeClr>
                    </a:gs>
                    <a:gs pos="75000">
                      <a:schemeClr val="bg2">
                        <a:lumMod val="75000"/>
                      </a:schemeClr>
                    </a:gs>
                    <a:gs pos="100000">
                      <a:schemeClr val="bg2">
                        <a:lumMod val="50000"/>
                      </a:schemeClr>
                    </a:gs>
                  </a:gsLst>
                  <a:lin ang="5400000" scaled="1"/>
                </a:gra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  <a:reflection blurRad="6350" stA="60000" endA="900" endPos="58000" dir="5400000" sy="-100000" algn="bl" rotWithShape="0"/>
                </a:effectLst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8100599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2F5813C0-49EB-6CA1-D737-EE48C6CDD6C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2F5813C0-49EB-6CA1-D737-EE48C6CDD6C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header_title">
            <a:extLst>
              <a:ext uri="{FF2B5EF4-FFF2-40B4-BE49-F238E27FC236}">
                <a16:creationId xmlns:a16="http://schemas.microsoft.com/office/drawing/2014/main" id="{BE579D8B-4611-B928-953C-F7CC010CE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/>
              <a:t>{{slide_title}}</a:t>
            </a:r>
            <a:endParaRPr lang="en-DK" dirty="0"/>
          </a:p>
        </p:txBody>
      </p:sp>
      <p:sp>
        <p:nvSpPr>
          <p:cNvPr id="29" name="Subtitle 28">
            <a:extLst>
              <a:ext uri="{FF2B5EF4-FFF2-40B4-BE49-F238E27FC236}">
                <a16:creationId xmlns:a16="http://schemas.microsoft.com/office/drawing/2014/main" id="{80302009-C849-4759-AE2E-25289DE3A66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1C319087-CB06-4062-E8AD-D8212E21D19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17" name="Chart 16">
            <a:extLst>
              <a:ext uri="{FF2B5EF4-FFF2-40B4-BE49-F238E27FC236}">
                <a16:creationId xmlns:a16="http://schemas.microsoft.com/office/drawing/2014/main" id="{43A095F5-D89E-048B-48B0-FCC260CD2E6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2027348"/>
              </p:ext>
            </p:extLst>
          </p:nvPr>
        </p:nvGraphicFramePr>
        <p:xfrm>
          <a:off x="585789" y="2901966"/>
          <a:ext cx="7178108" cy="32554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0332D289-03AC-9227-AD23-E7C56149CB8F}"/>
              </a:ext>
            </a:extLst>
          </p:cNvPr>
          <p:cNvSpPr txBox="1"/>
          <p:nvPr/>
        </p:nvSpPr>
        <p:spPr>
          <a:xfrm>
            <a:off x="467805" y="2404437"/>
            <a:ext cx="19486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[Data],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[Unit]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AD9AD1-07F9-AFFC-AC98-4FE692D1B509}"/>
              </a:ext>
            </a:extLst>
          </p:cNvPr>
          <p:cNvSpPr txBox="1"/>
          <p:nvPr/>
        </p:nvSpPr>
        <p:spPr>
          <a:xfrm>
            <a:off x="558609" y="1780461"/>
            <a:ext cx="7296092" cy="427657"/>
          </a:xfrm>
          <a:prstGeom prst="rect">
            <a:avLst/>
          </a:prstGeom>
          <a:noFill/>
        </p:spPr>
        <p:txBody>
          <a:bodyPr wrap="square" lIns="0" rtlCol="0" anchor="b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[Description]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CADC1C1-2BA7-97EE-76F5-B67E3765B10C}"/>
              </a:ext>
            </a:extLst>
          </p:cNvPr>
          <p:cNvCxnSpPr>
            <a:cxnSpLocks/>
          </p:cNvCxnSpPr>
          <p:nvPr/>
        </p:nvCxnSpPr>
        <p:spPr>
          <a:xfrm>
            <a:off x="558609" y="2292428"/>
            <a:ext cx="72972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9CC8A5F1-98A2-1F3A-939B-593EF4217C9D}"/>
              </a:ext>
            </a:extLst>
          </p:cNvPr>
          <p:cNvSpPr txBox="1"/>
          <p:nvPr/>
        </p:nvSpPr>
        <p:spPr>
          <a:xfrm>
            <a:off x="558609" y="2404437"/>
            <a:ext cx="1948636" cy="276999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[Data],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[Unit]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4040360-A768-70A0-1FAF-9C8EB4BF2886}"/>
              </a:ext>
            </a:extLst>
          </p:cNvPr>
          <p:cNvSpPr txBox="1"/>
          <p:nvPr/>
        </p:nvSpPr>
        <p:spPr>
          <a:xfrm>
            <a:off x="8106032" y="1780461"/>
            <a:ext cx="3535105" cy="427657"/>
          </a:xfrm>
          <a:prstGeom prst="rect">
            <a:avLst/>
          </a:prstGeom>
          <a:noFill/>
        </p:spPr>
        <p:txBody>
          <a:bodyPr wrap="square" lIns="0" rtlCol="0" anchor="b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[Key takeaways/main conclusion]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65EAC6F-C9F7-3ADD-7257-A05F59267023}"/>
              </a:ext>
            </a:extLst>
          </p:cNvPr>
          <p:cNvCxnSpPr>
            <a:cxnSpLocks/>
          </p:cNvCxnSpPr>
          <p:nvPr/>
        </p:nvCxnSpPr>
        <p:spPr>
          <a:xfrm>
            <a:off x="7980920" y="1657350"/>
            <a:ext cx="1" cy="4500033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BC0943D-0AB2-1B8D-76DF-1EB3FC60D9F0}"/>
              </a:ext>
            </a:extLst>
          </p:cNvPr>
          <p:cNvCxnSpPr>
            <a:cxnSpLocks/>
          </p:cNvCxnSpPr>
          <p:nvPr/>
        </p:nvCxnSpPr>
        <p:spPr>
          <a:xfrm>
            <a:off x="8106032" y="2292428"/>
            <a:ext cx="3535105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3C3FECCA-8695-6FF1-2AD3-1166356FF9D5}"/>
              </a:ext>
            </a:extLst>
          </p:cNvPr>
          <p:cNvSpPr txBox="1"/>
          <p:nvPr/>
        </p:nvSpPr>
        <p:spPr>
          <a:xfrm>
            <a:off x="8240476" y="2551261"/>
            <a:ext cx="3400660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[Short description and most important takeaways]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[Short description and most important takeaways]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[Short description and most important takeaways]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1200" dirty="0">
                <a:latin typeface="Arial" panose="020B0604020202020204"/>
              </a:rPr>
              <a:t>…</a:t>
            </a:r>
            <a:endParaRPr kumimoji="0" lang="en-GB" sz="1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/>
            </a:endParaRPr>
          </a:p>
        </p:txBody>
      </p:sp>
      <p:sp>
        <p:nvSpPr>
          <p:cNvPr id="6" name="Google Shape;507;p14">
            <a:extLst>
              <a:ext uri="{FF2B5EF4-FFF2-40B4-BE49-F238E27FC236}">
                <a16:creationId xmlns:a16="http://schemas.microsoft.com/office/drawing/2014/main" id="{765E51FE-8CE3-A461-0D59-5E61548E42B1}"/>
              </a:ext>
            </a:extLst>
          </p:cNvPr>
          <p:cNvSpPr txBox="1"/>
          <p:nvPr/>
        </p:nvSpPr>
        <p:spPr>
          <a:xfrm>
            <a:off x="467805" y="6391075"/>
            <a:ext cx="729609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032"/>
              </a:buClr>
              <a:buSzPts val="900"/>
              <a:buFont typeface="Arial"/>
              <a:buNone/>
            </a:pPr>
            <a:r>
              <a:rPr lang="en-GB" sz="900" b="0" i="0" u="none" strike="noStrike" cap="none" dirty="0">
                <a:latin typeface="Arial"/>
                <a:ea typeface="Arial"/>
                <a:cs typeface="Arial"/>
                <a:sym typeface="Arial"/>
              </a:rPr>
              <a:t>Source: </a:t>
            </a:r>
            <a:r>
              <a:rPr lang="en-GB" sz="900" dirty="0">
                <a:latin typeface="Arial"/>
                <a:ea typeface="Arial"/>
                <a:cs typeface="Arial"/>
                <a:sym typeface="Arial"/>
              </a:rPr>
              <a:t>xx</a:t>
            </a:r>
            <a:endParaRPr sz="90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538;p14">
            <a:extLst>
              <a:ext uri="{FF2B5EF4-FFF2-40B4-BE49-F238E27FC236}">
                <a16:creationId xmlns:a16="http://schemas.microsoft.com/office/drawing/2014/main" id="{01DF431F-8446-03A0-5D76-4A41F3E83C06}"/>
              </a:ext>
            </a:extLst>
          </p:cNvPr>
          <p:cNvSpPr txBox="1"/>
          <p:nvPr/>
        </p:nvSpPr>
        <p:spPr>
          <a:xfrm>
            <a:off x="467806" y="6127919"/>
            <a:ext cx="939382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u="none" strike="noStrike" cap="none">
                <a:latin typeface="Arial"/>
                <a:ea typeface="Arial"/>
                <a:cs typeface="Arial"/>
                <a:sym typeface="Arial"/>
              </a:rPr>
              <a:t>Footnote: 1. xx</a:t>
            </a:r>
            <a:endParaRPr sz="900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263940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eader_title">
            <a:extLst>
              <a:ext uri="{FF2B5EF4-FFF2-40B4-BE49-F238E27FC236}">
                <a16:creationId xmlns:a16="http://schemas.microsoft.com/office/drawing/2014/main" id="{AFABF822-8375-D10F-D362-9FAF868D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{{slide_title}}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025A5059-16DD-6428-1DBE-9B7AE141360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B626244D-5ED9-C008-4459-C949AE3A76C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Google Shape;606;p17">
            <a:extLst>
              <a:ext uri="{FF2B5EF4-FFF2-40B4-BE49-F238E27FC236}">
                <a16:creationId xmlns:a16="http://schemas.microsoft.com/office/drawing/2014/main" id="{C0F26B50-37D9-2A50-D638-20AD25072146}"/>
              </a:ext>
            </a:extLst>
          </p:cNvPr>
          <p:cNvSpPr/>
          <p:nvPr/>
        </p:nvSpPr>
        <p:spPr>
          <a:xfrm>
            <a:off x="1112382" y="3942548"/>
            <a:ext cx="2596406" cy="891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8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latin typeface="Arial"/>
                <a:ea typeface="Arial"/>
                <a:cs typeface="Arial"/>
                <a:sym typeface="Arial"/>
              </a:rPr>
              <a:t>{{trend_1_title}}</a:t>
            </a:r>
            <a:endParaRPr lang="en-US" dirty="0"/>
          </a:p>
        </p:txBody>
      </p:sp>
      <p:sp>
        <p:nvSpPr>
          <p:cNvPr id="7" name="Google Shape;607;p17">
            <a:extLst>
              <a:ext uri="{FF2B5EF4-FFF2-40B4-BE49-F238E27FC236}">
                <a16:creationId xmlns:a16="http://schemas.microsoft.com/office/drawing/2014/main" id="{95B62342-0962-E4CD-95AB-93C3405C842C}"/>
              </a:ext>
            </a:extLst>
          </p:cNvPr>
          <p:cNvSpPr/>
          <p:nvPr/>
        </p:nvSpPr>
        <p:spPr>
          <a:xfrm>
            <a:off x="4756268" y="3942548"/>
            <a:ext cx="2596406" cy="891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8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latin typeface="Arial"/>
                <a:ea typeface="Arial"/>
                <a:cs typeface="Arial"/>
                <a:sym typeface="Arial"/>
              </a:rPr>
              <a:t>{{trend_2_title}}</a:t>
            </a:r>
            <a:endParaRPr lang="en-US" dirty="0"/>
          </a:p>
        </p:txBody>
      </p:sp>
      <p:sp>
        <p:nvSpPr>
          <p:cNvPr id="8" name="Google Shape;608;p17">
            <a:extLst>
              <a:ext uri="{FF2B5EF4-FFF2-40B4-BE49-F238E27FC236}">
                <a16:creationId xmlns:a16="http://schemas.microsoft.com/office/drawing/2014/main" id="{F228F038-EB00-14BD-1B1C-C12284CF91D3}"/>
              </a:ext>
            </a:extLst>
          </p:cNvPr>
          <p:cNvSpPr/>
          <p:nvPr/>
        </p:nvSpPr>
        <p:spPr>
          <a:xfrm>
            <a:off x="8400154" y="3942548"/>
            <a:ext cx="2596406" cy="891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8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latin typeface="Arial"/>
                <a:ea typeface="Arial"/>
                <a:cs typeface="Arial"/>
                <a:sym typeface="Arial"/>
              </a:rPr>
              <a:t>{{trend_3_title}}</a:t>
            </a:r>
            <a:endParaRPr lang="en-US" dirty="0"/>
          </a:p>
        </p:txBody>
      </p:sp>
      <p:sp>
        <p:nvSpPr>
          <p:cNvPr id="9" name="Google Shape;609;p17">
            <a:extLst>
              <a:ext uri="{FF2B5EF4-FFF2-40B4-BE49-F238E27FC236}">
                <a16:creationId xmlns:a16="http://schemas.microsoft.com/office/drawing/2014/main" id="{BC9F0C38-9704-F185-E785-634C6A7DB807}"/>
              </a:ext>
            </a:extLst>
          </p:cNvPr>
          <p:cNvSpPr/>
          <p:nvPr/>
        </p:nvSpPr>
        <p:spPr>
          <a:xfrm>
            <a:off x="1780585" y="2011777"/>
            <a:ext cx="1260000" cy="126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610;p17">
            <a:extLst>
              <a:ext uri="{FF2B5EF4-FFF2-40B4-BE49-F238E27FC236}">
                <a16:creationId xmlns:a16="http://schemas.microsoft.com/office/drawing/2014/main" id="{729A6639-1C21-4344-C2E5-9EDA4C1BE523}"/>
              </a:ext>
            </a:extLst>
          </p:cNvPr>
          <p:cNvSpPr/>
          <p:nvPr/>
        </p:nvSpPr>
        <p:spPr>
          <a:xfrm>
            <a:off x="5424471" y="2011777"/>
            <a:ext cx="1260000" cy="126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611;p17">
            <a:extLst>
              <a:ext uri="{FF2B5EF4-FFF2-40B4-BE49-F238E27FC236}">
                <a16:creationId xmlns:a16="http://schemas.microsoft.com/office/drawing/2014/main" id="{92A71C80-87E3-E48C-C8B9-6C5CAE57DC44}"/>
              </a:ext>
            </a:extLst>
          </p:cNvPr>
          <p:cNvSpPr/>
          <p:nvPr/>
        </p:nvSpPr>
        <p:spPr>
          <a:xfrm>
            <a:off x="9068357" y="2011777"/>
            <a:ext cx="1260000" cy="126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DC5266F-CB26-06CA-F474-AB393F0819AD}"/>
              </a:ext>
            </a:extLst>
          </p:cNvPr>
          <p:cNvCxnSpPr>
            <a:cxnSpLocks/>
            <a:stCxn id="9" idx="4"/>
            <a:endCxn id="6" idx="0"/>
          </p:cNvCxnSpPr>
          <p:nvPr/>
        </p:nvCxnSpPr>
        <p:spPr>
          <a:xfrm>
            <a:off x="2410585" y="3271777"/>
            <a:ext cx="0" cy="670771"/>
          </a:xfrm>
          <a:prstGeom prst="line">
            <a:avLst/>
          </a:prstGeom>
          <a:ln w="25400" cap="sq">
            <a:solidFill>
              <a:schemeClr val="tx1"/>
            </a:solidFill>
            <a:miter lim="800000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BFB4C8C-D903-9D63-E1FD-DFC2DF7A1F49}"/>
              </a:ext>
            </a:extLst>
          </p:cNvPr>
          <p:cNvCxnSpPr>
            <a:cxnSpLocks/>
            <a:stCxn id="10" idx="4"/>
            <a:endCxn id="7" idx="0"/>
          </p:cNvCxnSpPr>
          <p:nvPr/>
        </p:nvCxnSpPr>
        <p:spPr>
          <a:xfrm>
            <a:off x="6054471" y="3271777"/>
            <a:ext cx="0" cy="670771"/>
          </a:xfrm>
          <a:prstGeom prst="line">
            <a:avLst/>
          </a:prstGeom>
          <a:ln w="25400" cap="sq">
            <a:solidFill>
              <a:schemeClr val="tx1"/>
            </a:solidFill>
            <a:miter lim="800000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3C3A7E3-B124-8CB1-FC5E-DA64A17C6BC1}"/>
              </a:ext>
            </a:extLst>
          </p:cNvPr>
          <p:cNvCxnSpPr>
            <a:cxnSpLocks/>
            <a:stCxn id="11" idx="4"/>
            <a:endCxn id="8" idx="0"/>
          </p:cNvCxnSpPr>
          <p:nvPr/>
        </p:nvCxnSpPr>
        <p:spPr>
          <a:xfrm>
            <a:off x="9698357" y="3271777"/>
            <a:ext cx="0" cy="670771"/>
          </a:xfrm>
          <a:prstGeom prst="line">
            <a:avLst/>
          </a:prstGeom>
          <a:ln w="25400" cap="sq">
            <a:solidFill>
              <a:schemeClr val="tx1"/>
            </a:solidFill>
            <a:miter lim="800000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ight Brace 27">
            <a:extLst>
              <a:ext uri="{FF2B5EF4-FFF2-40B4-BE49-F238E27FC236}">
                <a16:creationId xmlns:a16="http://schemas.microsoft.com/office/drawing/2014/main" id="{1F5B952F-25B8-2108-04F3-CF1EDE24AA49}"/>
              </a:ext>
            </a:extLst>
          </p:cNvPr>
          <p:cNvSpPr/>
          <p:nvPr/>
        </p:nvSpPr>
        <p:spPr>
          <a:xfrm rot="5400000">
            <a:off x="5962526" y="-7934"/>
            <a:ext cx="266949" cy="9801120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9797255-2523-67F8-0652-43F4B8B81402}"/>
              </a:ext>
            </a:extLst>
          </p:cNvPr>
          <p:cNvSpPr/>
          <p:nvPr/>
        </p:nvSpPr>
        <p:spPr>
          <a:xfrm>
            <a:off x="1195439" y="5145341"/>
            <a:ext cx="9801121" cy="8915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{{main_takeaway}}</a:t>
            </a:r>
            <a:endParaRPr lang="en-GB" sz="1600" dirty="0">
              <a:solidFill>
                <a:schemeClr val="tx1"/>
              </a:solidFill>
            </a:endParaRP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8CF013A4-57A7-E715-EBA2-B7D30D079A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4261" y="2335453"/>
            <a:ext cx="612648" cy="612648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94B2E32B-02DD-49C2-AE2D-04AB233B32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8147" y="2335453"/>
            <a:ext cx="612648" cy="612648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F459A45E-BCDC-5B95-453F-A544400984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2033" y="2335453"/>
            <a:ext cx="612648" cy="612648"/>
          </a:xfrm>
          <a:prstGeom prst="rect">
            <a:avLst/>
          </a:prstGeom>
        </p:spPr>
      </p:pic>
      <p:sp>
        <p:nvSpPr>
          <p:cNvPr id="2" name="Google Shape;507;p14">
            <a:extLst>
              <a:ext uri="{FF2B5EF4-FFF2-40B4-BE49-F238E27FC236}">
                <a16:creationId xmlns:a16="http://schemas.microsoft.com/office/drawing/2014/main" id="{C5D07634-F99B-BBBE-A653-685F28F1E665}"/>
              </a:ext>
            </a:extLst>
          </p:cNvPr>
          <p:cNvSpPr txBox="1"/>
          <p:nvPr/>
        </p:nvSpPr>
        <p:spPr>
          <a:xfrm>
            <a:off x="467805" y="6391075"/>
            <a:ext cx="729609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032"/>
              </a:buClr>
              <a:buSzPts val="900"/>
              <a:buFont typeface="Arial"/>
              <a:buNone/>
            </a:pPr>
            <a:r>
              <a:rPr lang="en-GB" sz="900" b="0" i="0" u="none" strike="noStrike" cap="none" dirty="0">
                <a:latin typeface="Arial"/>
                <a:ea typeface="Arial"/>
                <a:cs typeface="Arial"/>
                <a:sym typeface="Arial"/>
              </a:rPr>
              <a:t>Source: </a:t>
            </a:r>
            <a:r>
              <a:rPr lang="en-GB" sz="900" dirty="0">
                <a:latin typeface="Arial"/>
                <a:ea typeface="Arial"/>
                <a:cs typeface="Arial"/>
                <a:sym typeface="Arial"/>
              </a:rPr>
              <a:t>xx</a:t>
            </a:r>
            <a:endParaRPr sz="90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538;p14">
            <a:extLst>
              <a:ext uri="{FF2B5EF4-FFF2-40B4-BE49-F238E27FC236}">
                <a16:creationId xmlns:a16="http://schemas.microsoft.com/office/drawing/2014/main" id="{01AEEDB7-DB15-3FAC-10BA-5700CF4F736E}"/>
              </a:ext>
            </a:extLst>
          </p:cNvPr>
          <p:cNvSpPr txBox="1"/>
          <p:nvPr/>
        </p:nvSpPr>
        <p:spPr>
          <a:xfrm>
            <a:off x="467806" y="6127919"/>
            <a:ext cx="939382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u="none" strike="noStrike" cap="none" dirty="0">
                <a:latin typeface="Arial"/>
                <a:ea typeface="Arial"/>
                <a:cs typeface="Arial"/>
                <a:sym typeface="Arial"/>
              </a:rPr>
              <a:t>Footnote: 1. xx</a:t>
            </a:r>
            <a:endParaRPr sz="900" dirty="0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229658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_title">
            <a:extLst>
              <a:ext uri="{FF2B5EF4-FFF2-40B4-BE49-F238E27FC236}">
                <a16:creationId xmlns:a16="http://schemas.microsoft.com/office/drawing/2014/main" id="{09272141-97FC-2744-890A-6849888C7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{{slide_title}}</a:t>
            </a:r>
            <a:endParaRPr lang="en-GB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82B25D5C-05FC-1BBC-F842-D722A700F39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A2C0750-D9D1-2E08-3700-BC9259AF9E1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card_1">
            <a:extLst>
              <a:ext uri="{FF2B5EF4-FFF2-40B4-BE49-F238E27FC236}">
                <a16:creationId xmlns:a16="http://schemas.microsoft.com/office/drawing/2014/main" id="{9C67DE18-F408-331C-7C03-C5D8FF99D9E7}"/>
              </a:ext>
            </a:extLst>
          </p:cNvPr>
          <p:cNvSpPr txBox="1"/>
          <p:nvPr/>
        </p:nvSpPr>
        <p:spPr>
          <a:xfrm>
            <a:off x="851377" y="3545377"/>
            <a:ext cx="2233748" cy="1268791"/>
          </a:xfrm>
          <a:prstGeom prst="rect">
            <a:avLst/>
          </a:prstGeom>
          <a:noFill/>
        </p:spPr>
        <p:txBody>
          <a:bodyPr wrap="square" tIns="144000" rtlCol="0">
            <a:spAutoFit/>
          </a:bodyPr>
          <a:lstStyle/>
          <a:p>
            <a:pPr algn="ctr"/>
            <a:r>
              <a:rPr lang="en-US" sz="1600" b="1" dirty="0"/>
              <a:t>Trend 1</a:t>
            </a:r>
          </a:p>
          <a:p>
            <a:endParaRPr lang="en-US" dirty="0"/>
          </a:p>
          <a:p>
            <a:pPr algn="ctr"/>
            <a:r>
              <a:rPr lang="en-US" dirty="0"/>
              <a:t>Short description of trend [3-4 lines]</a:t>
            </a:r>
          </a:p>
        </p:txBody>
      </p:sp>
      <p:sp>
        <p:nvSpPr>
          <p:cNvPr id="10" name="card_2">
            <a:extLst>
              <a:ext uri="{FF2B5EF4-FFF2-40B4-BE49-F238E27FC236}">
                <a16:creationId xmlns:a16="http://schemas.microsoft.com/office/drawing/2014/main" id="{4896ED2B-5EF0-25B3-18A3-B0AD4D16359E}"/>
              </a:ext>
            </a:extLst>
          </p:cNvPr>
          <p:cNvSpPr txBox="1"/>
          <p:nvPr/>
        </p:nvSpPr>
        <p:spPr>
          <a:xfrm>
            <a:off x="3632315" y="3545377"/>
            <a:ext cx="2233748" cy="1268791"/>
          </a:xfrm>
          <a:prstGeom prst="rect">
            <a:avLst/>
          </a:prstGeom>
          <a:noFill/>
        </p:spPr>
        <p:txBody>
          <a:bodyPr wrap="square" tIns="144000" rtlCol="0">
            <a:spAutoFit/>
          </a:bodyPr>
          <a:lstStyle/>
          <a:p>
            <a:pPr algn="ctr"/>
            <a:r>
              <a:rPr lang="en-US" sz="1600" b="1"/>
              <a:t>Trend 2</a:t>
            </a:r>
          </a:p>
          <a:p>
            <a:endParaRPr lang="en-US"/>
          </a:p>
          <a:p>
            <a:pPr algn="ctr"/>
            <a:r>
              <a:rPr lang="en-US"/>
              <a:t>Short description of trend [3-4 lines]</a:t>
            </a:r>
          </a:p>
        </p:txBody>
      </p:sp>
      <p:sp>
        <p:nvSpPr>
          <p:cNvPr id="11" name="card_3">
            <a:extLst>
              <a:ext uri="{FF2B5EF4-FFF2-40B4-BE49-F238E27FC236}">
                <a16:creationId xmlns:a16="http://schemas.microsoft.com/office/drawing/2014/main" id="{14A43093-1C44-0001-B46A-35DEB8E8C1B8}"/>
              </a:ext>
            </a:extLst>
          </p:cNvPr>
          <p:cNvSpPr txBox="1"/>
          <p:nvPr/>
        </p:nvSpPr>
        <p:spPr>
          <a:xfrm>
            <a:off x="6402252" y="3545377"/>
            <a:ext cx="2233748" cy="1268791"/>
          </a:xfrm>
          <a:prstGeom prst="rect">
            <a:avLst/>
          </a:prstGeom>
          <a:noFill/>
        </p:spPr>
        <p:txBody>
          <a:bodyPr wrap="square" tIns="144000" rtlCol="0">
            <a:spAutoFit/>
          </a:bodyPr>
          <a:lstStyle/>
          <a:p>
            <a:pPr algn="ctr"/>
            <a:r>
              <a:rPr lang="en-US" sz="1600" b="1"/>
              <a:t>Trend 3</a:t>
            </a:r>
          </a:p>
          <a:p>
            <a:endParaRPr lang="en-US"/>
          </a:p>
          <a:p>
            <a:pPr algn="ctr"/>
            <a:r>
              <a:rPr lang="en-US"/>
              <a:t>Short description of trend [3-4 lines]</a:t>
            </a:r>
          </a:p>
        </p:txBody>
      </p:sp>
      <p:sp>
        <p:nvSpPr>
          <p:cNvPr id="12" name="card_4">
            <a:extLst>
              <a:ext uri="{FF2B5EF4-FFF2-40B4-BE49-F238E27FC236}">
                <a16:creationId xmlns:a16="http://schemas.microsoft.com/office/drawing/2014/main" id="{6CFB9F6B-D4C5-2D7D-0DBF-6C58CA0F79FB}"/>
              </a:ext>
            </a:extLst>
          </p:cNvPr>
          <p:cNvSpPr txBox="1"/>
          <p:nvPr/>
        </p:nvSpPr>
        <p:spPr>
          <a:xfrm>
            <a:off x="9172189" y="3545377"/>
            <a:ext cx="2233748" cy="1268791"/>
          </a:xfrm>
          <a:prstGeom prst="rect">
            <a:avLst/>
          </a:prstGeom>
          <a:noFill/>
        </p:spPr>
        <p:txBody>
          <a:bodyPr wrap="square" tIns="144000" rtlCol="0">
            <a:spAutoFit/>
          </a:bodyPr>
          <a:lstStyle/>
          <a:p>
            <a:pPr algn="ctr"/>
            <a:r>
              <a:rPr lang="en-US" sz="1600" b="1"/>
              <a:t>Trend 4</a:t>
            </a:r>
          </a:p>
          <a:p>
            <a:endParaRPr lang="en-US"/>
          </a:p>
          <a:p>
            <a:pPr algn="ctr"/>
            <a:r>
              <a:rPr lang="en-US"/>
              <a:t>Short description of trend [3-4 lines]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D6A3831-7CA1-3D1E-385D-B8212AFFE654}"/>
              </a:ext>
            </a:extLst>
          </p:cNvPr>
          <p:cNvSpPr>
            <a:spLocks noChangeAspect="1"/>
          </p:cNvSpPr>
          <p:nvPr/>
        </p:nvSpPr>
        <p:spPr>
          <a:xfrm>
            <a:off x="1428251" y="2041996"/>
            <a:ext cx="1080000" cy="108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</a:rPr>
              <a:t>Icon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2F5F2E6-7F23-3345-5C34-8BDCB70ECB0C}"/>
              </a:ext>
            </a:extLst>
          </p:cNvPr>
          <p:cNvSpPr>
            <a:spLocks noChangeAspect="1"/>
          </p:cNvSpPr>
          <p:nvPr/>
        </p:nvSpPr>
        <p:spPr>
          <a:xfrm>
            <a:off x="4201855" y="2041996"/>
            <a:ext cx="1080000" cy="108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</a:rPr>
              <a:t>Icon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F122986-294D-5DFB-E637-C646FFFA0397}"/>
              </a:ext>
            </a:extLst>
          </p:cNvPr>
          <p:cNvSpPr>
            <a:spLocks noChangeAspect="1"/>
          </p:cNvSpPr>
          <p:nvPr/>
        </p:nvSpPr>
        <p:spPr>
          <a:xfrm>
            <a:off x="6975459" y="2041996"/>
            <a:ext cx="1080000" cy="108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</a:rPr>
              <a:t>Icon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7BA6E5BE-E098-E907-7B16-858F777C741B}"/>
              </a:ext>
            </a:extLst>
          </p:cNvPr>
          <p:cNvSpPr>
            <a:spLocks noChangeAspect="1"/>
          </p:cNvSpPr>
          <p:nvPr/>
        </p:nvSpPr>
        <p:spPr>
          <a:xfrm>
            <a:off x="9749063" y="2041996"/>
            <a:ext cx="1080000" cy="108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</a:rPr>
              <a:t>Icon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AF3CE17-1D5E-E648-7F50-3D081C768B6E}"/>
              </a:ext>
            </a:extLst>
          </p:cNvPr>
          <p:cNvCxnSpPr>
            <a:stCxn id="13" idx="4"/>
            <a:endCxn id="9" idx="0"/>
          </p:cNvCxnSpPr>
          <p:nvPr/>
        </p:nvCxnSpPr>
        <p:spPr>
          <a:xfrm>
            <a:off x="1968251" y="3121996"/>
            <a:ext cx="0" cy="423381"/>
          </a:xfrm>
          <a:prstGeom prst="line">
            <a:avLst/>
          </a:prstGeom>
          <a:ln w="25400">
            <a:solidFill>
              <a:schemeClr val="tx1"/>
            </a:solidFill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6B85E20-99B3-C331-9826-B4D1173B82AA}"/>
              </a:ext>
            </a:extLst>
          </p:cNvPr>
          <p:cNvCxnSpPr>
            <a:cxnSpLocks/>
            <a:stCxn id="14" idx="4"/>
            <a:endCxn id="10" idx="0"/>
          </p:cNvCxnSpPr>
          <p:nvPr/>
        </p:nvCxnSpPr>
        <p:spPr>
          <a:xfrm>
            <a:off x="4741855" y="3121996"/>
            <a:ext cx="7334" cy="423381"/>
          </a:xfrm>
          <a:prstGeom prst="line">
            <a:avLst/>
          </a:prstGeom>
          <a:ln w="25400">
            <a:solidFill>
              <a:schemeClr val="tx1"/>
            </a:solidFill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A593CA4-0DA1-23D3-1F42-1A8A70B7FCEC}"/>
              </a:ext>
            </a:extLst>
          </p:cNvPr>
          <p:cNvCxnSpPr>
            <a:cxnSpLocks/>
            <a:stCxn id="15" idx="4"/>
            <a:endCxn id="11" idx="0"/>
          </p:cNvCxnSpPr>
          <p:nvPr/>
        </p:nvCxnSpPr>
        <p:spPr>
          <a:xfrm>
            <a:off x="7515459" y="3121996"/>
            <a:ext cx="3667" cy="423381"/>
          </a:xfrm>
          <a:prstGeom prst="line">
            <a:avLst/>
          </a:prstGeom>
          <a:ln w="25400">
            <a:solidFill>
              <a:schemeClr val="tx1"/>
            </a:solidFill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126F02C-1C0A-9AD5-0314-03CCFC8199F6}"/>
              </a:ext>
            </a:extLst>
          </p:cNvPr>
          <p:cNvCxnSpPr>
            <a:cxnSpLocks/>
            <a:stCxn id="16" idx="4"/>
            <a:endCxn id="12" idx="0"/>
          </p:cNvCxnSpPr>
          <p:nvPr/>
        </p:nvCxnSpPr>
        <p:spPr>
          <a:xfrm>
            <a:off x="10289063" y="3121996"/>
            <a:ext cx="0" cy="423381"/>
          </a:xfrm>
          <a:prstGeom prst="line">
            <a:avLst/>
          </a:prstGeom>
          <a:ln w="25400">
            <a:solidFill>
              <a:schemeClr val="tx1"/>
            </a:solidFill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Google Shape;507;p14">
            <a:extLst>
              <a:ext uri="{FF2B5EF4-FFF2-40B4-BE49-F238E27FC236}">
                <a16:creationId xmlns:a16="http://schemas.microsoft.com/office/drawing/2014/main" id="{F078A130-C4FC-5CFD-A707-90070ADF4933}"/>
              </a:ext>
            </a:extLst>
          </p:cNvPr>
          <p:cNvSpPr txBox="1"/>
          <p:nvPr/>
        </p:nvSpPr>
        <p:spPr>
          <a:xfrm>
            <a:off x="467805" y="6391075"/>
            <a:ext cx="729609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032"/>
              </a:buClr>
              <a:buSzPts val="900"/>
              <a:buFont typeface="Arial"/>
              <a:buNone/>
            </a:pPr>
            <a:r>
              <a:rPr lang="en-GB" sz="900" b="0" i="0" u="none" strike="noStrike" cap="none" dirty="0">
                <a:latin typeface="Arial"/>
                <a:ea typeface="Arial"/>
                <a:cs typeface="Arial"/>
                <a:sym typeface="Arial"/>
              </a:rPr>
              <a:t>Source: </a:t>
            </a:r>
            <a:r>
              <a:rPr lang="en-GB" sz="900" dirty="0">
                <a:latin typeface="Arial"/>
                <a:ea typeface="Arial"/>
                <a:cs typeface="Arial"/>
                <a:sym typeface="Arial"/>
              </a:rPr>
              <a:t>xx</a:t>
            </a:r>
            <a:endParaRPr sz="90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538;p14">
            <a:extLst>
              <a:ext uri="{FF2B5EF4-FFF2-40B4-BE49-F238E27FC236}">
                <a16:creationId xmlns:a16="http://schemas.microsoft.com/office/drawing/2014/main" id="{9DE2E8F1-E104-7732-2051-264BAA32CF48}"/>
              </a:ext>
            </a:extLst>
          </p:cNvPr>
          <p:cNvSpPr txBox="1"/>
          <p:nvPr/>
        </p:nvSpPr>
        <p:spPr>
          <a:xfrm>
            <a:off x="467806" y="6127919"/>
            <a:ext cx="939382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u="none" strike="noStrike" cap="none" dirty="0">
                <a:latin typeface="Arial"/>
                <a:ea typeface="Arial"/>
                <a:cs typeface="Arial"/>
                <a:sym typeface="Arial"/>
              </a:rPr>
              <a:t>Footnote: 1. xx</a:t>
            </a:r>
            <a:endParaRPr sz="900" dirty="0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585724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2F5813C0-49EB-6CA1-D737-EE48C6CDD6C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2F5813C0-49EB-6CA1-D737-EE48C6CDD6C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header_title">
            <a:extLst>
              <a:ext uri="{FF2B5EF4-FFF2-40B4-BE49-F238E27FC236}">
                <a16:creationId xmlns:a16="http://schemas.microsoft.com/office/drawing/2014/main" id="{BE579D8B-4611-B928-953C-F7CC010CE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[Five key areas slide / Insert action title]</a:t>
            </a:r>
            <a:endParaRPr lang="en-DK" dirty="0"/>
          </a:p>
        </p:txBody>
      </p:sp>
      <p:sp>
        <p:nvSpPr>
          <p:cNvPr id="12" name="Subtitle 11">
            <a:extLst>
              <a:ext uri="{FF2B5EF4-FFF2-40B4-BE49-F238E27FC236}">
                <a16:creationId xmlns:a16="http://schemas.microsoft.com/office/drawing/2014/main" id="{DE592378-BF96-0102-BF7D-41C206F8C0D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CF27566C-BC17-6B63-8370-F70769636E2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0" name="Rectangle 89">
            <a:extLst>
              <a:ext uri="{FF2B5EF4-FFF2-40B4-BE49-F238E27FC236}">
                <a16:creationId xmlns:a16="http://schemas.microsoft.com/office/drawing/2014/main" id="{8E0F0562-6BDB-B7F6-9747-563ECC62F85E}"/>
              </a:ext>
            </a:extLst>
          </p:cNvPr>
          <p:cNvSpPr/>
          <p:nvPr/>
        </p:nvSpPr>
        <p:spPr>
          <a:xfrm>
            <a:off x="2594434" y="2133601"/>
            <a:ext cx="9042829" cy="732953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Verdana" panose="020B0604030504040204" pitchFamily="34" charset="0"/>
                <a:cs typeface="Arial" panose="020B0604020202020204" pitchFamily="34" charset="0"/>
                <a:sym typeface="Verdana" panose="020B0604030504040204" pitchFamily="34" charset="0"/>
              </a:rPr>
              <a:t>[Insert description, ideally 2-4 lines]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96CBD6D5-19A2-650B-21CA-3E6C2C22086E}"/>
              </a:ext>
            </a:extLst>
          </p:cNvPr>
          <p:cNvSpPr txBox="1">
            <a:spLocks/>
          </p:cNvSpPr>
          <p:nvPr/>
        </p:nvSpPr>
        <p:spPr>
          <a:xfrm>
            <a:off x="738056" y="2133601"/>
            <a:ext cx="1711095" cy="732953"/>
          </a:xfrm>
          <a:prstGeom prst="rect">
            <a:avLst/>
          </a:prstGeom>
          <a:gradFill>
            <a:gsLst>
              <a:gs pos="88000">
                <a:schemeClr val="tx1"/>
              </a:gs>
              <a:gs pos="22000">
                <a:schemeClr val="tx1"/>
              </a:gs>
              <a:gs pos="49000">
                <a:schemeClr val="tx1">
                  <a:lumMod val="50000"/>
                  <a:lumOff val="50000"/>
                </a:schemeClr>
              </a:gs>
              <a:gs pos="75000">
                <a:schemeClr val="tx1">
                  <a:lumMod val="75000"/>
                  <a:lumOff val="25000"/>
                </a:schemeClr>
              </a:gs>
            </a:gsLst>
            <a:lin ang="5400000" scaled="1"/>
          </a:gradFill>
          <a:effectLst/>
        </p:spPr>
        <p:txBody>
          <a:bodyPr lIns="365760" tIns="73152" rIns="73152" bIns="73152" anchor="ctr"/>
          <a:lstStyle>
            <a:defPPr>
              <a:defRPr lang="en-US"/>
            </a:defPPr>
            <a:lvl1pPr indent="0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latin typeface="+mj-lt"/>
              </a:defRPr>
            </a:lvl1pPr>
            <a:lvl2pPr marL="457200"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ClrTx/>
              <a:buFont typeface="Arial" panose="020B0604020202020204" pitchFamily="34" charset="0"/>
              <a:buChar char="•"/>
              <a:defRPr sz="4000">
                <a:latin typeface="Graphik Light" panose="020B0403030202060203" pitchFamily="34" charset="0"/>
              </a:defRPr>
            </a:lvl2pPr>
            <a:lvl3pPr marL="914400"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Font typeface="Verdana"/>
              <a:buChar char="–"/>
              <a:defRPr sz="4000">
                <a:latin typeface="Graphik Light" panose="020B0403030202060203" pitchFamily="34" charset="0"/>
              </a:defRPr>
            </a:lvl3pPr>
            <a:lvl4pPr marL="1371600"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Char char="•"/>
              <a:defRPr>
                <a:latin typeface="Graphik Light" panose="020B0403030202060203" pitchFamily="34" charset="0"/>
              </a:defRPr>
            </a:lvl4pPr>
            <a:lvl5pPr marL="1828800"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Font typeface="Verdana"/>
              <a:buChar char="–"/>
              <a:defRPr>
                <a:latin typeface="Graphik Light" panose="020B0403030202060203" pitchFamily="34" charset="0"/>
              </a:defRPr>
            </a:lvl5pPr>
            <a:lvl6pPr marL="22226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Graphik" panose="020B0503030202060203" pitchFamily="34" charset="0"/>
              <a:buNone/>
              <a:tabLst/>
              <a:defRPr sz="3200">
                <a:latin typeface="Graphik Light" panose="020B0403030202060203" pitchFamily="34" charset="0"/>
              </a:defRPr>
            </a:lvl6pPr>
            <a:lvl7pPr marL="0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None/>
              <a:defRPr sz="2400">
                <a:latin typeface="Graphik Light" panose="020B0403030202060203" pitchFamily="34" charset="0"/>
              </a:defRPr>
            </a:lvl7pPr>
            <a:lvl8pPr marL="0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None/>
              <a:defRPr sz="2000" b="1">
                <a:latin typeface="Graphik Light" panose="020B0403030202060203" pitchFamily="34" charset="0"/>
              </a:defRPr>
            </a:lvl8pPr>
            <a:lvl9pPr marL="0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None/>
              <a:defRPr sz="1600">
                <a:solidFill>
                  <a:schemeClr val="tx2"/>
                </a:solidFill>
                <a:latin typeface="Graphik Light" panose="020B0403030202060203" pitchFamily="34" charset="0"/>
              </a:defRPr>
            </a:lvl9pPr>
          </a:lstStyle>
          <a:p>
            <a:pPr marL="0" marR="0" lvl="0" indent="0" algn="l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Verdana" panose="020B0604030504040204" pitchFamily="34" charset="0"/>
                <a:cs typeface="Arial" panose="020B0604020202020204" pitchFamily="34" charset="0"/>
                <a:sym typeface="Verdana" panose="020B0604030504040204" pitchFamily="34" charset="0"/>
              </a:rPr>
              <a:t>[Area 1]</a:t>
            </a:r>
          </a:p>
        </p:txBody>
      </p:sp>
      <p:sp>
        <p:nvSpPr>
          <p:cNvPr id="15" name="Rectangle 8">
            <a:extLst>
              <a:ext uri="{FF2B5EF4-FFF2-40B4-BE49-F238E27FC236}">
                <a16:creationId xmlns:a16="http://schemas.microsoft.com/office/drawing/2014/main" id="{A7B083BA-4F52-0FF5-74C9-FA04C5B4C4CF}"/>
              </a:ext>
            </a:extLst>
          </p:cNvPr>
          <p:cNvSpPr/>
          <p:nvPr/>
        </p:nvSpPr>
        <p:spPr>
          <a:xfrm>
            <a:off x="554734" y="2313955"/>
            <a:ext cx="365760" cy="365760"/>
          </a:xfrm>
          <a:prstGeom prst="ellipse">
            <a:avLst/>
          </a:prstGeom>
          <a:gradFill>
            <a:gsLst>
              <a:gs pos="88000">
                <a:schemeClr val="tx1"/>
              </a:gs>
              <a:gs pos="22000">
                <a:schemeClr val="tx1"/>
              </a:gs>
              <a:gs pos="49000">
                <a:schemeClr val="tx1">
                  <a:lumMod val="50000"/>
                  <a:lumOff val="50000"/>
                </a:schemeClr>
              </a:gs>
              <a:gs pos="75000">
                <a:schemeClr val="tx1">
                  <a:lumMod val="75000"/>
                  <a:lumOff val="25000"/>
                </a:schemeClr>
              </a:gs>
            </a:gsLst>
            <a:lin ang="5400000" scaled="1"/>
          </a:gra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2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Verdana" panose="020B0604030504040204" pitchFamily="34" charset="0"/>
              </a:rPr>
              <a:t>1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B1AFB027-A438-DA8C-BB00-83C70AEBB646}"/>
              </a:ext>
            </a:extLst>
          </p:cNvPr>
          <p:cNvSpPr txBox="1">
            <a:spLocks/>
          </p:cNvSpPr>
          <p:nvPr/>
        </p:nvSpPr>
        <p:spPr>
          <a:xfrm>
            <a:off x="738056" y="2969538"/>
            <a:ext cx="1711095" cy="732953"/>
          </a:xfrm>
          <a:prstGeom prst="rect">
            <a:avLst/>
          </a:prstGeom>
          <a:gradFill>
            <a:gsLst>
              <a:gs pos="88000">
                <a:schemeClr val="tx1"/>
              </a:gs>
              <a:gs pos="22000">
                <a:schemeClr val="tx1"/>
              </a:gs>
              <a:gs pos="49000">
                <a:schemeClr val="tx1">
                  <a:lumMod val="50000"/>
                  <a:lumOff val="50000"/>
                </a:schemeClr>
              </a:gs>
              <a:gs pos="75000">
                <a:schemeClr val="tx1">
                  <a:lumMod val="75000"/>
                  <a:lumOff val="25000"/>
                </a:schemeClr>
              </a:gs>
            </a:gsLst>
            <a:lin ang="5400000" scaled="1"/>
          </a:gradFill>
          <a:effectLst/>
        </p:spPr>
        <p:txBody>
          <a:bodyPr lIns="365760" tIns="73152" rIns="73152" bIns="73152" anchor="ctr"/>
          <a:lstStyle>
            <a:defPPr>
              <a:defRPr lang="en-US"/>
            </a:defPPr>
            <a:lvl1pPr indent="0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latin typeface="+mj-lt"/>
              </a:defRPr>
            </a:lvl1pPr>
            <a:lvl2pPr marL="457200"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ClrTx/>
              <a:buFont typeface="Arial" panose="020B0604020202020204" pitchFamily="34" charset="0"/>
              <a:buChar char="•"/>
              <a:defRPr sz="4000">
                <a:latin typeface="Graphik Light" panose="020B0403030202060203" pitchFamily="34" charset="0"/>
              </a:defRPr>
            </a:lvl2pPr>
            <a:lvl3pPr marL="914400"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Font typeface="Verdana"/>
              <a:buChar char="–"/>
              <a:defRPr sz="4000">
                <a:latin typeface="Graphik Light" panose="020B0403030202060203" pitchFamily="34" charset="0"/>
              </a:defRPr>
            </a:lvl3pPr>
            <a:lvl4pPr marL="1371600"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Char char="•"/>
              <a:defRPr>
                <a:latin typeface="Graphik Light" panose="020B0403030202060203" pitchFamily="34" charset="0"/>
              </a:defRPr>
            </a:lvl4pPr>
            <a:lvl5pPr marL="1828800"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Font typeface="Verdana"/>
              <a:buChar char="–"/>
              <a:defRPr>
                <a:latin typeface="Graphik Light" panose="020B0403030202060203" pitchFamily="34" charset="0"/>
              </a:defRPr>
            </a:lvl5pPr>
            <a:lvl6pPr marL="22226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Graphik" panose="020B0503030202060203" pitchFamily="34" charset="0"/>
              <a:buNone/>
              <a:tabLst/>
              <a:defRPr sz="3200">
                <a:latin typeface="Graphik Light" panose="020B0403030202060203" pitchFamily="34" charset="0"/>
              </a:defRPr>
            </a:lvl6pPr>
            <a:lvl7pPr marL="0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None/>
              <a:defRPr sz="2400">
                <a:latin typeface="Graphik Light" panose="020B0403030202060203" pitchFamily="34" charset="0"/>
              </a:defRPr>
            </a:lvl7pPr>
            <a:lvl8pPr marL="0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None/>
              <a:defRPr sz="2000" b="1">
                <a:latin typeface="Graphik Light" panose="020B0403030202060203" pitchFamily="34" charset="0"/>
              </a:defRPr>
            </a:lvl8pPr>
            <a:lvl9pPr marL="0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None/>
              <a:defRPr sz="1600">
                <a:solidFill>
                  <a:schemeClr val="tx2"/>
                </a:solidFill>
                <a:latin typeface="Graphik Light" panose="020B0403030202060203" pitchFamily="34" charset="0"/>
              </a:defRPr>
            </a:lvl9pPr>
          </a:lstStyle>
          <a:p>
            <a:pPr marL="0" marR="0" lvl="0" indent="0" algn="l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Verdana" panose="020B0604030504040204" pitchFamily="34" charset="0"/>
                <a:cs typeface="Arial" panose="020B0604020202020204" pitchFamily="34" charset="0"/>
                <a:sym typeface="Verdana" panose="020B0604030504040204" pitchFamily="34" charset="0"/>
              </a:rPr>
              <a:t>[Area 1]</a:t>
            </a:r>
          </a:p>
        </p:txBody>
      </p:sp>
      <p:sp>
        <p:nvSpPr>
          <p:cNvPr id="20" name="Rectangle 89">
            <a:extLst>
              <a:ext uri="{FF2B5EF4-FFF2-40B4-BE49-F238E27FC236}">
                <a16:creationId xmlns:a16="http://schemas.microsoft.com/office/drawing/2014/main" id="{F045D05C-AA90-FAC2-AA26-7F22594B7F6D}"/>
              </a:ext>
            </a:extLst>
          </p:cNvPr>
          <p:cNvSpPr/>
          <p:nvPr/>
        </p:nvSpPr>
        <p:spPr>
          <a:xfrm>
            <a:off x="2594434" y="2969537"/>
            <a:ext cx="9042829" cy="732953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Verdana" panose="020B0604030504040204" pitchFamily="34" charset="0"/>
                <a:cs typeface="Arial" panose="020B0604020202020204" pitchFamily="34" charset="0"/>
                <a:sym typeface="Verdana" panose="020B0604030504040204" pitchFamily="34" charset="0"/>
              </a:rPr>
              <a:t>[Insert description, ideally 2-4 lines]</a:t>
            </a:r>
          </a:p>
        </p:txBody>
      </p:sp>
      <p:sp>
        <p:nvSpPr>
          <p:cNvPr id="21" name="Rectangle 8">
            <a:extLst>
              <a:ext uri="{FF2B5EF4-FFF2-40B4-BE49-F238E27FC236}">
                <a16:creationId xmlns:a16="http://schemas.microsoft.com/office/drawing/2014/main" id="{722916F0-6606-786B-7579-5C2B1A0BE9F3}"/>
              </a:ext>
            </a:extLst>
          </p:cNvPr>
          <p:cNvSpPr/>
          <p:nvPr/>
        </p:nvSpPr>
        <p:spPr>
          <a:xfrm>
            <a:off x="554734" y="3149892"/>
            <a:ext cx="365760" cy="365760"/>
          </a:xfrm>
          <a:prstGeom prst="ellipse">
            <a:avLst/>
          </a:prstGeom>
          <a:gradFill>
            <a:gsLst>
              <a:gs pos="88000">
                <a:schemeClr val="tx1"/>
              </a:gs>
              <a:gs pos="22000">
                <a:schemeClr val="tx1"/>
              </a:gs>
              <a:gs pos="49000">
                <a:schemeClr val="tx1">
                  <a:lumMod val="50000"/>
                  <a:lumOff val="50000"/>
                </a:schemeClr>
              </a:gs>
              <a:gs pos="75000">
                <a:schemeClr val="tx1">
                  <a:lumMod val="75000"/>
                  <a:lumOff val="25000"/>
                </a:schemeClr>
              </a:gs>
            </a:gsLst>
            <a:lin ang="5400000" scaled="1"/>
          </a:gra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2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Verdana" panose="020B0604030504040204" pitchFamily="34" charset="0"/>
              </a:rPr>
              <a:t>2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21F80A05-83A2-1166-2741-A02DAE3941A2}"/>
              </a:ext>
            </a:extLst>
          </p:cNvPr>
          <p:cNvSpPr txBox="1">
            <a:spLocks/>
          </p:cNvSpPr>
          <p:nvPr/>
        </p:nvSpPr>
        <p:spPr>
          <a:xfrm>
            <a:off x="738056" y="3805475"/>
            <a:ext cx="1711095" cy="732953"/>
          </a:xfrm>
          <a:prstGeom prst="rect">
            <a:avLst/>
          </a:prstGeom>
          <a:gradFill>
            <a:gsLst>
              <a:gs pos="88000">
                <a:schemeClr val="tx1"/>
              </a:gs>
              <a:gs pos="22000">
                <a:schemeClr val="tx1"/>
              </a:gs>
              <a:gs pos="49000">
                <a:schemeClr val="tx1">
                  <a:lumMod val="50000"/>
                  <a:lumOff val="50000"/>
                </a:schemeClr>
              </a:gs>
              <a:gs pos="75000">
                <a:schemeClr val="tx1">
                  <a:lumMod val="75000"/>
                  <a:lumOff val="25000"/>
                </a:schemeClr>
              </a:gs>
            </a:gsLst>
            <a:lin ang="5400000" scaled="1"/>
          </a:gradFill>
          <a:effectLst/>
        </p:spPr>
        <p:txBody>
          <a:bodyPr lIns="365760" tIns="73152" rIns="73152" bIns="73152" anchor="ctr"/>
          <a:lstStyle>
            <a:defPPr>
              <a:defRPr lang="en-US"/>
            </a:defPPr>
            <a:lvl1pPr indent="0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latin typeface="+mj-lt"/>
              </a:defRPr>
            </a:lvl1pPr>
            <a:lvl2pPr marL="457200"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ClrTx/>
              <a:buFont typeface="Arial" panose="020B0604020202020204" pitchFamily="34" charset="0"/>
              <a:buChar char="•"/>
              <a:defRPr sz="4000">
                <a:latin typeface="Graphik Light" panose="020B0403030202060203" pitchFamily="34" charset="0"/>
              </a:defRPr>
            </a:lvl2pPr>
            <a:lvl3pPr marL="914400"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Font typeface="Verdana"/>
              <a:buChar char="–"/>
              <a:defRPr sz="4000">
                <a:latin typeface="Graphik Light" panose="020B0403030202060203" pitchFamily="34" charset="0"/>
              </a:defRPr>
            </a:lvl3pPr>
            <a:lvl4pPr marL="1371600"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Char char="•"/>
              <a:defRPr>
                <a:latin typeface="Graphik Light" panose="020B0403030202060203" pitchFamily="34" charset="0"/>
              </a:defRPr>
            </a:lvl4pPr>
            <a:lvl5pPr marL="1828800"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Font typeface="Verdana"/>
              <a:buChar char="–"/>
              <a:defRPr>
                <a:latin typeface="Graphik Light" panose="020B0403030202060203" pitchFamily="34" charset="0"/>
              </a:defRPr>
            </a:lvl5pPr>
            <a:lvl6pPr marL="22226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Graphik" panose="020B0503030202060203" pitchFamily="34" charset="0"/>
              <a:buNone/>
              <a:tabLst/>
              <a:defRPr sz="3200">
                <a:latin typeface="Graphik Light" panose="020B0403030202060203" pitchFamily="34" charset="0"/>
              </a:defRPr>
            </a:lvl6pPr>
            <a:lvl7pPr marL="0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None/>
              <a:defRPr sz="2400">
                <a:latin typeface="Graphik Light" panose="020B0403030202060203" pitchFamily="34" charset="0"/>
              </a:defRPr>
            </a:lvl7pPr>
            <a:lvl8pPr marL="0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None/>
              <a:defRPr sz="2000" b="1">
                <a:latin typeface="Graphik Light" panose="020B0403030202060203" pitchFamily="34" charset="0"/>
              </a:defRPr>
            </a:lvl8pPr>
            <a:lvl9pPr marL="0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None/>
              <a:defRPr sz="1600">
                <a:solidFill>
                  <a:schemeClr val="tx2"/>
                </a:solidFill>
                <a:latin typeface="Graphik Light" panose="020B0403030202060203" pitchFamily="34" charset="0"/>
              </a:defRPr>
            </a:lvl9pPr>
          </a:lstStyle>
          <a:p>
            <a:pPr marL="0" marR="0" lvl="0" indent="0" algn="l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Verdana" panose="020B0604030504040204" pitchFamily="34" charset="0"/>
                <a:cs typeface="Arial" panose="020B0604020202020204" pitchFamily="34" charset="0"/>
                <a:sym typeface="Verdana" panose="020B0604030504040204" pitchFamily="34" charset="0"/>
              </a:rPr>
              <a:t>[Area 1]</a:t>
            </a:r>
          </a:p>
        </p:txBody>
      </p:sp>
      <p:sp>
        <p:nvSpPr>
          <p:cNvPr id="23" name="Rectangle 89">
            <a:extLst>
              <a:ext uri="{FF2B5EF4-FFF2-40B4-BE49-F238E27FC236}">
                <a16:creationId xmlns:a16="http://schemas.microsoft.com/office/drawing/2014/main" id="{A2266CF0-A547-3E64-5C80-54AA977B0957}"/>
              </a:ext>
            </a:extLst>
          </p:cNvPr>
          <p:cNvSpPr/>
          <p:nvPr/>
        </p:nvSpPr>
        <p:spPr>
          <a:xfrm>
            <a:off x="2594434" y="3805473"/>
            <a:ext cx="9042829" cy="732953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Verdana" panose="020B0604030504040204" pitchFamily="34" charset="0"/>
                <a:cs typeface="Arial" panose="020B0604020202020204" pitchFamily="34" charset="0"/>
                <a:sym typeface="Verdana" panose="020B0604030504040204" pitchFamily="34" charset="0"/>
              </a:rPr>
              <a:t>[Insert description, ideally 2-4 lines]</a:t>
            </a:r>
          </a:p>
        </p:txBody>
      </p:sp>
      <p:sp>
        <p:nvSpPr>
          <p:cNvPr id="24" name="Rectangle 8">
            <a:extLst>
              <a:ext uri="{FF2B5EF4-FFF2-40B4-BE49-F238E27FC236}">
                <a16:creationId xmlns:a16="http://schemas.microsoft.com/office/drawing/2014/main" id="{935A481A-13FD-6BE3-ED24-BC48EAE3A943}"/>
              </a:ext>
            </a:extLst>
          </p:cNvPr>
          <p:cNvSpPr/>
          <p:nvPr/>
        </p:nvSpPr>
        <p:spPr>
          <a:xfrm>
            <a:off x="554734" y="3985829"/>
            <a:ext cx="365760" cy="365760"/>
          </a:xfrm>
          <a:prstGeom prst="ellipse">
            <a:avLst/>
          </a:prstGeom>
          <a:gradFill>
            <a:gsLst>
              <a:gs pos="88000">
                <a:schemeClr val="tx1"/>
              </a:gs>
              <a:gs pos="22000">
                <a:schemeClr val="tx1"/>
              </a:gs>
              <a:gs pos="49000">
                <a:schemeClr val="tx1">
                  <a:lumMod val="50000"/>
                  <a:lumOff val="50000"/>
                </a:schemeClr>
              </a:gs>
              <a:gs pos="75000">
                <a:schemeClr val="tx1">
                  <a:lumMod val="75000"/>
                  <a:lumOff val="25000"/>
                </a:schemeClr>
              </a:gs>
            </a:gsLst>
            <a:lin ang="5400000" scaled="1"/>
          </a:gra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2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Verdana" panose="020B0604030504040204" pitchFamily="34" charset="0"/>
              </a:rPr>
              <a:t>3</a:t>
            </a:r>
          </a:p>
        </p:txBody>
      </p:sp>
      <p:sp>
        <p:nvSpPr>
          <p:cNvPr id="25" name="Text Placeholder 6">
            <a:extLst>
              <a:ext uri="{FF2B5EF4-FFF2-40B4-BE49-F238E27FC236}">
                <a16:creationId xmlns:a16="http://schemas.microsoft.com/office/drawing/2014/main" id="{DDFF2F51-6546-568B-CA10-90C992AAF2AA}"/>
              </a:ext>
            </a:extLst>
          </p:cNvPr>
          <p:cNvSpPr txBox="1">
            <a:spLocks/>
          </p:cNvSpPr>
          <p:nvPr/>
        </p:nvSpPr>
        <p:spPr>
          <a:xfrm>
            <a:off x="738056" y="4641412"/>
            <a:ext cx="1711095" cy="732953"/>
          </a:xfrm>
          <a:prstGeom prst="rect">
            <a:avLst/>
          </a:prstGeom>
          <a:gradFill>
            <a:gsLst>
              <a:gs pos="88000">
                <a:schemeClr val="tx1"/>
              </a:gs>
              <a:gs pos="22000">
                <a:schemeClr val="tx1"/>
              </a:gs>
              <a:gs pos="49000">
                <a:schemeClr val="tx1">
                  <a:lumMod val="50000"/>
                  <a:lumOff val="50000"/>
                </a:schemeClr>
              </a:gs>
              <a:gs pos="75000">
                <a:schemeClr val="tx1">
                  <a:lumMod val="75000"/>
                  <a:lumOff val="25000"/>
                </a:schemeClr>
              </a:gs>
            </a:gsLst>
            <a:lin ang="5400000" scaled="1"/>
          </a:gradFill>
          <a:effectLst/>
        </p:spPr>
        <p:txBody>
          <a:bodyPr lIns="365760" tIns="73152" rIns="73152" bIns="73152" anchor="ctr"/>
          <a:lstStyle>
            <a:defPPr>
              <a:defRPr lang="en-US"/>
            </a:defPPr>
            <a:lvl1pPr indent="0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latin typeface="+mj-lt"/>
              </a:defRPr>
            </a:lvl1pPr>
            <a:lvl2pPr marL="457200"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ClrTx/>
              <a:buFont typeface="Arial" panose="020B0604020202020204" pitchFamily="34" charset="0"/>
              <a:buChar char="•"/>
              <a:defRPr sz="4000">
                <a:latin typeface="Graphik Light" panose="020B0403030202060203" pitchFamily="34" charset="0"/>
              </a:defRPr>
            </a:lvl2pPr>
            <a:lvl3pPr marL="914400"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Font typeface="Verdana"/>
              <a:buChar char="–"/>
              <a:defRPr sz="4000">
                <a:latin typeface="Graphik Light" panose="020B0403030202060203" pitchFamily="34" charset="0"/>
              </a:defRPr>
            </a:lvl3pPr>
            <a:lvl4pPr marL="1371600"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Char char="•"/>
              <a:defRPr>
                <a:latin typeface="Graphik Light" panose="020B0403030202060203" pitchFamily="34" charset="0"/>
              </a:defRPr>
            </a:lvl4pPr>
            <a:lvl5pPr marL="1828800"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Font typeface="Verdana"/>
              <a:buChar char="–"/>
              <a:defRPr>
                <a:latin typeface="Graphik Light" panose="020B0403030202060203" pitchFamily="34" charset="0"/>
              </a:defRPr>
            </a:lvl5pPr>
            <a:lvl6pPr marL="22226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Graphik" panose="020B0503030202060203" pitchFamily="34" charset="0"/>
              <a:buNone/>
              <a:tabLst/>
              <a:defRPr sz="3200">
                <a:latin typeface="Graphik Light" panose="020B0403030202060203" pitchFamily="34" charset="0"/>
              </a:defRPr>
            </a:lvl6pPr>
            <a:lvl7pPr marL="0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None/>
              <a:defRPr sz="2400">
                <a:latin typeface="Graphik Light" panose="020B0403030202060203" pitchFamily="34" charset="0"/>
              </a:defRPr>
            </a:lvl7pPr>
            <a:lvl8pPr marL="0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None/>
              <a:defRPr sz="2000" b="1">
                <a:latin typeface="Graphik Light" panose="020B0403030202060203" pitchFamily="34" charset="0"/>
              </a:defRPr>
            </a:lvl8pPr>
            <a:lvl9pPr marL="0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None/>
              <a:defRPr sz="1600">
                <a:solidFill>
                  <a:schemeClr val="tx2"/>
                </a:solidFill>
                <a:latin typeface="Graphik Light" panose="020B0403030202060203" pitchFamily="34" charset="0"/>
              </a:defRPr>
            </a:lvl9pPr>
          </a:lstStyle>
          <a:p>
            <a:pPr marL="0" marR="0" lvl="0" indent="0" algn="l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Verdana" panose="020B0604030504040204" pitchFamily="34" charset="0"/>
                <a:cs typeface="Arial" panose="020B0604020202020204" pitchFamily="34" charset="0"/>
                <a:sym typeface="Verdana" panose="020B0604030504040204" pitchFamily="34" charset="0"/>
              </a:rPr>
              <a:t>[Area 1]</a:t>
            </a:r>
          </a:p>
        </p:txBody>
      </p:sp>
      <p:sp>
        <p:nvSpPr>
          <p:cNvPr id="26" name="Rectangle 89">
            <a:extLst>
              <a:ext uri="{FF2B5EF4-FFF2-40B4-BE49-F238E27FC236}">
                <a16:creationId xmlns:a16="http://schemas.microsoft.com/office/drawing/2014/main" id="{EB0F7279-8FD7-014B-CDA7-436CD5E1A4A2}"/>
              </a:ext>
            </a:extLst>
          </p:cNvPr>
          <p:cNvSpPr/>
          <p:nvPr/>
        </p:nvSpPr>
        <p:spPr>
          <a:xfrm>
            <a:off x="2594434" y="4641409"/>
            <a:ext cx="9042829" cy="732953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Verdana" panose="020B0604030504040204" pitchFamily="34" charset="0"/>
                <a:cs typeface="Arial" panose="020B0604020202020204" pitchFamily="34" charset="0"/>
                <a:sym typeface="Verdana" panose="020B0604030504040204" pitchFamily="34" charset="0"/>
              </a:rPr>
              <a:t>[Insert description, ideally 2-4 lines]</a:t>
            </a:r>
          </a:p>
        </p:txBody>
      </p:sp>
      <p:sp>
        <p:nvSpPr>
          <p:cNvPr id="27" name="Rectangle 8">
            <a:extLst>
              <a:ext uri="{FF2B5EF4-FFF2-40B4-BE49-F238E27FC236}">
                <a16:creationId xmlns:a16="http://schemas.microsoft.com/office/drawing/2014/main" id="{31A120B9-F36A-9D8C-D8E2-7131E4158EAE}"/>
              </a:ext>
            </a:extLst>
          </p:cNvPr>
          <p:cNvSpPr/>
          <p:nvPr/>
        </p:nvSpPr>
        <p:spPr>
          <a:xfrm>
            <a:off x="554734" y="4821766"/>
            <a:ext cx="365760" cy="365760"/>
          </a:xfrm>
          <a:prstGeom prst="ellipse">
            <a:avLst/>
          </a:prstGeom>
          <a:gradFill>
            <a:gsLst>
              <a:gs pos="88000">
                <a:schemeClr val="tx1"/>
              </a:gs>
              <a:gs pos="22000">
                <a:schemeClr val="tx1"/>
              </a:gs>
              <a:gs pos="49000">
                <a:schemeClr val="tx1">
                  <a:lumMod val="50000"/>
                  <a:lumOff val="50000"/>
                </a:schemeClr>
              </a:gs>
              <a:gs pos="75000">
                <a:schemeClr val="tx1">
                  <a:lumMod val="75000"/>
                  <a:lumOff val="25000"/>
                </a:schemeClr>
              </a:gs>
            </a:gsLst>
            <a:lin ang="5400000" scaled="1"/>
          </a:gra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2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Verdana" panose="020B0604030504040204" pitchFamily="34" charset="0"/>
              </a:rPr>
              <a:t>4</a:t>
            </a:r>
          </a:p>
        </p:txBody>
      </p:sp>
      <p:sp>
        <p:nvSpPr>
          <p:cNvPr id="28" name="Text Placeholder 6">
            <a:extLst>
              <a:ext uri="{FF2B5EF4-FFF2-40B4-BE49-F238E27FC236}">
                <a16:creationId xmlns:a16="http://schemas.microsoft.com/office/drawing/2014/main" id="{A5D1B2F0-FEEA-DF0C-BCC4-4615F2ABD46E}"/>
              </a:ext>
            </a:extLst>
          </p:cNvPr>
          <p:cNvSpPr txBox="1">
            <a:spLocks/>
          </p:cNvSpPr>
          <p:nvPr/>
        </p:nvSpPr>
        <p:spPr>
          <a:xfrm>
            <a:off x="738056" y="5477347"/>
            <a:ext cx="1711095" cy="732953"/>
          </a:xfrm>
          <a:prstGeom prst="rect">
            <a:avLst/>
          </a:prstGeom>
          <a:gradFill>
            <a:gsLst>
              <a:gs pos="88000">
                <a:schemeClr val="tx1"/>
              </a:gs>
              <a:gs pos="22000">
                <a:schemeClr val="tx1"/>
              </a:gs>
              <a:gs pos="49000">
                <a:schemeClr val="tx1">
                  <a:lumMod val="50000"/>
                  <a:lumOff val="50000"/>
                </a:schemeClr>
              </a:gs>
              <a:gs pos="75000">
                <a:schemeClr val="tx1">
                  <a:lumMod val="75000"/>
                  <a:lumOff val="25000"/>
                </a:schemeClr>
              </a:gs>
            </a:gsLst>
            <a:lin ang="5400000" scaled="1"/>
          </a:gradFill>
          <a:effectLst/>
        </p:spPr>
        <p:txBody>
          <a:bodyPr lIns="365760" tIns="73152" rIns="73152" bIns="73152" anchor="ctr"/>
          <a:lstStyle>
            <a:defPPr>
              <a:defRPr lang="en-US"/>
            </a:defPPr>
            <a:lvl1pPr indent="0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latin typeface="+mj-lt"/>
              </a:defRPr>
            </a:lvl1pPr>
            <a:lvl2pPr marL="457200"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ClrTx/>
              <a:buFont typeface="Arial" panose="020B0604020202020204" pitchFamily="34" charset="0"/>
              <a:buChar char="•"/>
              <a:defRPr sz="4000">
                <a:latin typeface="Graphik Light" panose="020B0403030202060203" pitchFamily="34" charset="0"/>
              </a:defRPr>
            </a:lvl2pPr>
            <a:lvl3pPr marL="914400"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Font typeface="Verdana"/>
              <a:buChar char="–"/>
              <a:defRPr sz="4000">
                <a:latin typeface="Graphik Light" panose="020B0403030202060203" pitchFamily="34" charset="0"/>
              </a:defRPr>
            </a:lvl3pPr>
            <a:lvl4pPr marL="1371600"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Char char="•"/>
              <a:defRPr>
                <a:latin typeface="Graphik Light" panose="020B0403030202060203" pitchFamily="34" charset="0"/>
              </a:defRPr>
            </a:lvl4pPr>
            <a:lvl5pPr marL="1828800"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Font typeface="Verdana"/>
              <a:buChar char="–"/>
              <a:defRPr>
                <a:latin typeface="Graphik Light" panose="020B0403030202060203" pitchFamily="34" charset="0"/>
              </a:defRPr>
            </a:lvl5pPr>
            <a:lvl6pPr marL="22226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Graphik" panose="020B0503030202060203" pitchFamily="34" charset="0"/>
              <a:buNone/>
              <a:tabLst/>
              <a:defRPr sz="3200">
                <a:latin typeface="Graphik Light" panose="020B0403030202060203" pitchFamily="34" charset="0"/>
              </a:defRPr>
            </a:lvl6pPr>
            <a:lvl7pPr marL="0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None/>
              <a:defRPr sz="2400">
                <a:latin typeface="Graphik Light" panose="020B0403030202060203" pitchFamily="34" charset="0"/>
              </a:defRPr>
            </a:lvl7pPr>
            <a:lvl8pPr marL="0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None/>
              <a:defRPr sz="2000" b="1">
                <a:latin typeface="Graphik Light" panose="020B0403030202060203" pitchFamily="34" charset="0"/>
              </a:defRPr>
            </a:lvl8pPr>
            <a:lvl9pPr marL="0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None/>
              <a:defRPr sz="1600">
                <a:solidFill>
                  <a:schemeClr val="tx2"/>
                </a:solidFill>
                <a:latin typeface="Graphik Light" panose="020B0403030202060203" pitchFamily="34" charset="0"/>
              </a:defRPr>
            </a:lvl9pPr>
          </a:lstStyle>
          <a:p>
            <a:pPr marL="0" marR="0" lvl="0" indent="0" algn="l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Verdana" panose="020B0604030504040204" pitchFamily="34" charset="0"/>
                <a:cs typeface="Arial" panose="020B0604020202020204" pitchFamily="34" charset="0"/>
                <a:sym typeface="Verdana" panose="020B0604030504040204" pitchFamily="34" charset="0"/>
              </a:rPr>
              <a:t>[Area 1]</a:t>
            </a:r>
          </a:p>
        </p:txBody>
      </p:sp>
      <p:sp>
        <p:nvSpPr>
          <p:cNvPr id="29" name="Rectangle 89">
            <a:extLst>
              <a:ext uri="{FF2B5EF4-FFF2-40B4-BE49-F238E27FC236}">
                <a16:creationId xmlns:a16="http://schemas.microsoft.com/office/drawing/2014/main" id="{7D1EFAC0-52AE-95B7-E12A-3374E4CA5F8A}"/>
              </a:ext>
            </a:extLst>
          </p:cNvPr>
          <p:cNvSpPr/>
          <p:nvPr/>
        </p:nvSpPr>
        <p:spPr>
          <a:xfrm>
            <a:off x="2594434" y="5477347"/>
            <a:ext cx="9042829" cy="732953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Verdana" panose="020B0604030504040204" pitchFamily="34" charset="0"/>
                <a:cs typeface="Arial" panose="020B0604020202020204" pitchFamily="34" charset="0"/>
                <a:sym typeface="Verdana" panose="020B0604030504040204" pitchFamily="34" charset="0"/>
              </a:rPr>
              <a:t>[Insert description, ideally 2-4 lines]</a:t>
            </a:r>
          </a:p>
        </p:txBody>
      </p:sp>
      <p:sp>
        <p:nvSpPr>
          <p:cNvPr id="30" name="Rectangle 8">
            <a:extLst>
              <a:ext uri="{FF2B5EF4-FFF2-40B4-BE49-F238E27FC236}">
                <a16:creationId xmlns:a16="http://schemas.microsoft.com/office/drawing/2014/main" id="{F12641F9-E468-398C-108A-DFC12DB031C8}"/>
              </a:ext>
            </a:extLst>
          </p:cNvPr>
          <p:cNvSpPr/>
          <p:nvPr/>
        </p:nvSpPr>
        <p:spPr>
          <a:xfrm>
            <a:off x="554734" y="5657701"/>
            <a:ext cx="365760" cy="365760"/>
          </a:xfrm>
          <a:prstGeom prst="ellipse">
            <a:avLst/>
          </a:prstGeom>
          <a:gradFill>
            <a:gsLst>
              <a:gs pos="88000">
                <a:schemeClr val="tx1"/>
              </a:gs>
              <a:gs pos="22000">
                <a:schemeClr val="tx1"/>
              </a:gs>
              <a:gs pos="49000">
                <a:schemeClr val="tx1">
                  <a:lumMod val="50000"/>
                  <a:lumOff val="50000"/>
                </a:schemeClr>
              </a:gs>
              <a:gs pos="75000">
                <a:schemeClr val="tx1">
                  <a:lumMod val="75000"/>
                  <a:lumOff val="25000"/>
                </a:schemeClr>
              </a:gs>
            </a:gsLst>
            <a:lin ang="5400000" scaled="1"/>
          </a:gra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2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Verdana" panose="020B0604030504040204" pitchFamily="34" charset="0"/>
              </a:rPr>
              <a:t>5</a:t>
            </a:r>
          </a:p>
        </p:txBody>
      </p:sp>
      <p:sp>
        <p:nvSpPr>
          <p:cNvPr id="32" name="TextBox 24">
            <a:extLst>
              <a:ext uri="{FF2B5EF4-FFF2-40B4-BE49-F238E27FC236}">
                <a16:creationId xmlns:a16="http://schemas.microsoft.com/office/drawing/2014/main" id="{6DBDC05E-EDDF-45D5-0DE6-8E3E941FE5E5}"/>
              </a:ext>
            </a:extLst>
          </p:cNvPr>
          <p:cNvSpPr txBox="1"/>
          <p:nvPr/>
        </p:nvSpPr>
        <p:spPr>
          <a:xfrm>
            <a:off x="554737" y="1679660"/>
            <a:ext cx="1894417" cy="307777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Verdana" panose="020B0604030504040204" pitchFamily="34" charset="0"/>
                <a:cs typeface="Arial" panose="020B0604020202020204" pitchFamily="34" charset="0"/>
                <a:sym typeface="Verdana" panose="020B0604030504040204" pitchFamily="34" charset="0"/>
              </a:rPr>
              <a:t>Area</a:t>
            </a:r>
          </a:p>
        </p:txBody>
      </p:sp>
      <p:cxnSp>
        <p:nvCxnSpPr>
          <p:cNvPr id="33" name="Conector recto 9">
            <a:extLst>
              <a:ext uri="{FF2B5EF4-FFF2-40B4-BE49-F238E27FC236}">
                <a16:creationId xmlns:a16="http://schemas.microsoft.com/office/drawing/2014/main" id="{B7C10C8B-5E9D-AF0D-3375-B19AC2818DB2}"/>
              </a:ext>
            </a:extLst>
          </p:cNvPr>
          <p:cNvCxnSpPr>
            <a:cxnSpLocks/>
          </p:cNvCxnSpPr>
          <p:nvPr/>
        </p:nvCxnSpPr>
        <p:spPr>
          <a:xfrm>
            <a:off x="554736" y="2022107"/>
            <a:ext cx="189441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24">
            <a:extLst>
              <a:ext uri="{FF2B5EF4-FFF2-40B4-BE49-F238E27FC236}">
                <a16:creationId xmlns:a16="http://schemas.microsoft.com/office/drawing/2014/main" id="{EB4879EC-9619-10A3-8BB3-5AA97579DFD8}"/>
              </a:ext>
            </a:extLst>
          </p:cNvPr>
          <p:cNvSpPr txBox="1"/>
          <p:nvPr/>
        </p:nvSpPr>
        <p:spPr>
          <a:xfrm>
            <a:off x="2624936" y="1679660"/>
            <a:ext cx="8311650" cy="307777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Verdana" panose="020B0604030504040204" pitchFamily="34" charset="0"/>
                <a:cs typeface="Arial" panose="020B0604020202020204" pitchFamily="34" charset="0"/>
                <a:sym typeface="Verdana" panose="020B0604030504040204" pitchFamily="34" charset="0"/>
              </a:rPr>
              <a:t>Description</a:t>
            </a:r>
          </a:p>
        </p:txBody>
      </p:sp>
      <p:cxnSp>
        <p:nvCxnSpPr>
          <p:cNvPr id="36" name="Conector recto 9">
            <a:extLst>
              <a:ext uri="{FF2B5EF4-FFF2-40B4-BE49-F238E27FC236}">
                <a16:creationId xmlns:a16="http://schemas.microsoft.com/office/drawing/2014/main" id="{FCE93D97-EF98-A5F5-12FD-2D4733F6EEF8}"/>
              </a:ext>
            </a:extLst>
          </p:cNvPr>
          <p:cNvCxnSpPr>
            <a:cxnSpLocks/>
          </p:cNvCxnSpPr>
          <p:nvPr/>
        </p:nvCxnSpPr>
        <p:spPr>
          <a:xfrm>
            <a:off x="2594434" y="2022107"/>
            <a:ext cx="90428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507;p14">
            <a:extLst>
              <a:ext uri="{FF2B5EF4-FFF2-40B4-BE49-F238E27FC236}">
                <a16:creationId xmlns:a16="http://schemas.microsoft.com/office/drawing/2014/main" id="{EA09BE20-3367-7BFC-DF15-4687D0DACF67}"/>
              </a:ext>
            </a:extLst>
          </p:cNvPr>
          <p:cNvSpPr txBox="1"/>
          <p:nvPr/>
        </p:nvSpPr>
        <p:spPr>
          <a:xfrm>
            <a:off x="467805" y="6391075"/>
            <a:ext cx="729609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032"/>
              </a:buClr>
              <a:buSzPts val="900"/>
              <a:buFont typeface="Arial"/>
              <a:buNone/>
            </a:pPr>
            <a:r>
              <a:rPr lang="en-GB" sz="900" b="0" i="0" u="none" strike="noStrike" cap="none" dirty="0">
                <a:latin typeface="Arial"/>
                <a:ea typeface="Arial"/>
                <a:cs typeface="Arial"/>
                <a:sym typeface="Arial"/>
              </a:rPr>
              <a:t>Source: </a:t>
            </a:r>
            <a:r>
              <a:rPr lang="en-GB" sz="900" dirty="0">
                <a:latin typeface="Arial"/>
                <a:ea typeface="Arial"/>
                <a:cs typeface="Arial"/>
                <a:sym typeface="Arial"/>
              </a:rPr>
              <a:t>xx</a:t>
            </a:r>
            <a:endParaRPr sz="90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233622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_title">
            <a:extLst>
              <a:ext uri="{FF2B5EF4-FFF2-40B4-BE49-F238E27FC236}">
                <a16:creationId xmlns:a16="http://schemas.microsoft.com/office/drawing/2014/main" id="{0405806D-170E-EC9D-EC96-D24D11498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{{slide_title}}</a:t>
            </a:r>
            <a:endParaRPr lang="en-US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269D688-DBE2-F38C-1F0C-74ECD45E840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table_area">
            <a:extLst>
              <a:ext uri="{FF2B5EF4-FFF2-40B4-BE49-F238E27FC236}">
                <a16:creationId xmlns:a16="http://schemas.microsoft.com/office/drawing/2014/main" id="{2041F702-BD1C-5BB3-2BBD-1FFF4F5160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4077989"/>
              </p:ext>
            </p:extLst>
          </p:nvPr>
        </p:nvGraphicFramePr>
        <p:xfrm>
          <a:off x="509334" y="1447023"/>
          <a:ext cx="11090275" cy="4554868"/>
        </p:xfrm>
        <a:graphic>
          <a:graphicData uri="http://schemas.openxmlformats.org/drawingml/2006/table">
            <a:tbl>
              <a:tblPr firstRow="1" bandRow="1"/>
              <a:tblGrid>
                <a:gridCol w="1529328">
                  <a:extLst>
                    <a:ext uri="{9D8B030D-6E8A-4147-A177-3AD203B41FA5}">
                      <a16:colId xmlns:a16="http://schemas.microsoft.com/office/drawing/2014/main" val="1671348256"/>
                    </a:ext>
                  </a:extLst>
                </a:gridCol>
                <a:gridCol w="2906782">
                  <a:extLst>
                    <a:ext uri="{9D8B030D-6E8A-4147-A177-3AD203B41FA5}">
                      <a16:colId xmlns:a16="http://schemas.microsoft.com/office/drawing/2014/main" val="3433937100"/>
                    </a:ext>
                  </a:extLst>
                </a:gridCol>
                <a:gridCol w="2013014">
                  <a:extLst>
                    <a:ext uri="{9D8B030D-6E8A-4147-A177-3AD203B41FA5}">
                      <a16:colId xmlns:a16="http://schemas.microsoft.com/office/drawing/2014/main" val="3674175211"/>
                    </a:ext>
                  </a:extLst>
                </a:gridCol>
                <a:gridCol w="2013014">
                  <a:extLst>
                    <a:ext uri="{9D8B030D-6E8A-4147-A177-3AD203B41FA5}">
                      <a16:colId xmlns:a16="http://schemas.microsoft.com/office/drawing/2014/main" val="710266631"/>
                    </a:ext>
                  </a:extLst>
                </a:gridCol>
                <a:gridCol w="2628137">
                  <a:extLst>
                    <a:ext uri="{9D8B030D-6E8A-4147-A177-3AD203B41FA5}">
                      <a16:colId xmlns:a16="http://schemas.microsoft.com/office/drawing/2014/main" val="819017608"/>
                    </a:ext>
                  </a:extLst>
                </a:gridCol>
              </a:tblGrid>
              <a:tr h="546678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Category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Key Performance Indicators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Target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Actual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Status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1490682"/>
                  </a:ext>
                </a:extLst>
              </a:tr>
              <a:tr h="0">
                <a:tc rowSpan="4"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[Area/BU 1]</a:t>
                      </a:r>
                    </a:p>
                  </a:txBody>
                  <a:tcPr marT="612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noProof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{{assessment_row_1}}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xx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cs typeface="Arial"/>
                          <a:sym typeface="Arial"/>
                        </a:rPr>
                        <a:t>xx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[insert status]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617082"/>
                  </a:ext>
                </a:extLst>
              </a:tr>
              <a:tr h="546678">
                <a:tc vMerge="1">
                  <a:txBody>
                    <a:bodyPr/>
                    <a:lstStyle/>
                    <a:p>
                      <a:endParaRPr lang="en-US">
                        <a:solidFill>
                          <a:schemeClr val="tx2">
                            <a:lumMod val="10000"/>
                          </a:schemeClr>
                        </a:solidFill>
                      </a:endParaRPr>
                    </a:p>
                  </a:txBody>
                  <a:tcPr anchor="ctr"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noProof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{{assessment_row_2}}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xx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cs typeface="Arial"/>
                          <a:sym typeface="Arial"/>
                        </a:rPr>
                        <a:t>xx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cs typeface="Arial"/>
                          <a:sym typeface="Arial"/>
                        </a:rPr>
                        <a:t>[insert status]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6700658"/>
                  </a:ext>
                </a:extLst>
              </a:tr>
              <a:tr h="546678">
                <a:tc vMerge="1">
                  <a:txBody>
                    <a:bodyPr/>
                    <a:lstStyle/>
                    <a:p>
                      <a:endParaRPr lang="en-US">
                        <a:solidFill>
                          <a:schemeClr val="tx2">
                            <a:lumMod val="10000"/>
                          </a:schemeClr>
                        </a:solidFill>
                      </a:endParaRPr>
                    </a:p>
                  </a:txBody>
                  <a:tcPr anchor="ctr"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noProof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{{assessment_row_3}}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xx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cs typeface="Arial"/>
                          <a:sym typeface="Arial"/>
                        </a:rPr>
                        <a:t>xx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cs typeface="Arial"/>
                          <a:sym typeface="Arial"/>
                        </a:rPr>
                        <a:t>[insert status]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5467490"/>
                  </a:ext>
                </a:extLst>
              </a:tr>
              <a:tr h="546678">
                <a:tc vMerge="1">
                  <a:txBody>
                    <a:bodyPr/>
                    <a:lstStyle/>
                    <a:p>
                      <a:endParaRPr lang="en-US">
                        <a:solidFill>
                          <a:schemeClr val="tx2">
                            <a:lumMod val="10000"/>
                          </a:schemeClr>
                        </a:solidFill>
                      </a:endParaRPr>
                    </a:p>
                  </a:txBody>
                  <a:tcPr anchor="ctr"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noProof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{{assessment_row_4}}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xx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cs typeface="Arial"/>
                          <a:sym typeface="Arial"/>
                        </a:rPr>
                        <a:t>xx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cs typeface="Arial"/>
                          <a:sym typeface="Arial"/>
                        </a:rPr>
                        <a:t>[insert status]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0946735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[Area/BU 2]</a:t>
                      </a:r>
                    </a:p>
                  </a:txBody>
                  <a:tcPr marT="612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noProof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{{assessment_row_5}}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cs typeface="Arial"/>
                          <a:sym typeface="Arial"/>
                        </a:rPr>
                        <a:t>xx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cs typeface="Arial"/>
                          <a:sym typeface="Arial"/>
                        </a:rPr>
                        <a:t>xx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cs typeface="Arial"/>
                          <a:sym typeface="Arial"/>
                        </a:rPr>
                        <a:t>[insert status]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9932327"/>
                  </a:ext>
                </a:extLst>
              </a:tr>
              <a:tr h="546678">
                <a:tc vMerge="1">
                  <a:txBody>
                    <a:bodyPr/>
                    <a:lstStyle/>
                    <a:p>
                      <a:endParaRPr lang="en-US">
                        <a:solidFill>
                          <a:schemeClr val="tx2">
                            <a:lumMod val="10000"/>
                          </a:schemeClr>
                        </a:solidFill>
                      </a:endParaRPr>
                    </a:p>
                  </a:txBody>
                  <a:tcPr anchor="ctr"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noProof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{{assessment_row_6}}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cs typeface="Arial"/>
                          <a:sym typeface="Arial"/>
                        </a:rPr>
                        <a:t>xx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cs typeface="Arial"/>
                          <a:sym typeface="Arial"/>
                        </a:rPr>
                        <a:t>xx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cs typeface="Arial"/>
                          <a:sym typeface="Arial"/>
                        </a:rPr>
                        <a:t>[insert status]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8002764"/>
                  </a:ext>
                </a:extLst>
              </a:tr>
              <a:tr h="546678">
                <a:tc vMerge="1">
                  <a:txBody>
                    <a:bodyPr/>
                    <a:lstStyle/>
                    <a:p>
                      <a:endParaRPr lang="en-US">
                        <a:solidFill>
                          <a:schemeClr val="tx2">
                            <a:lumMod val="10000"/>
                          </a:schemeClr>
                        </a:solidFill>
                      </a:endParaRPr>
                    </a:p>
                  </a:txBody>
                  <a:tcPr anchor="ctr"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noProof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{{assessment_row_7}}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cs typeface="Arial"/>
                          <a:sym typeface="Arial"/>
                        </a:rPr>
                        <a:t>xx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cs typeface="Arial"/>
                          <a:sym typeface="Arial"/>
                        </a:rPr>
                        <a:t>xx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cs typeface="Arial"/>
                          <a:sym typeface="Arial"/>
                        </a:rPr>
                        <a:t>[insert status]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599004"/>
                  </a:ext>
                </a:extLst>
              </a:tr>
            </a:tbl>
          </a:graphicData>
        </a:graphic>
      </p:graphicFrame>
      <p:sp>
        <p:nvSpPr>
          <p:cNvPr id="7" name="Oval 6">
            <a:extLst>
              <a:ext uri="{FF2B5EF4-FFF2-40B4-BE49-F238E27FC236}">
                <a16:creationId xmlns:a16="http://schemas.microsoft.com/office/drawing/2014/main" id="{4D9FF77A-D91D-BE7C-9D55-04767980A47F}"/>
              </a:ext>
            </a:extLst>
          </p:cNvPr>
          <p:cNvSpPr/>
          <p:nvPr/>
        </p:nvSpPr>
        <p:spPr>
          <a:xfrm>
            <a:off x="11164566" y="2171351"/>
            <a:ext cx="288000" cy="2880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4D01FA4-D45B-22DE-6C14-5D8A9EDAE042}"/>
              </a:ext>
            </a:extLst>
          </p:cNvPr>
          <p:cNvSpPr/>
          <p:nvPr/>
        </p:nvSpPr>
        <p:spPr>
          <a:xfrm>
            <a:off x="11164566" y="2741762"/>
            <a:ext cx="288000" cy="2880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56102AE-EAAA-BFA7-F09B-6D3B11B6E943}"/>
              </a:ext>
            </a:extLst>
          </p:cNvPr>
          <p:cNvSpPr/>
          <p:nvPr/>
        </p:nvSpPr>
        <p:spPr>
          <a:xfrm>
            <a:off x="11164566" y="3312173"/>
            <a:ext cx="288000" cy="288000"/>
          </a:xfrm>
          <a:prstGeom prst="ellipse">
            <a:avLst/>
          </a:prstGeom>
          <a:solidFill>
            <a:srgbClr val="E554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BBC513E-9B16-351A-B913-AB919409C240}"/>
              </a:ext>
            </a:extLst>
          </p:cNvPr>
          <p:cNvSpPr/>
          <p:nvPr/>
        </p:nvSpPr>
        <p:spPr>
          <a:xfrm>
            <a:off x="11164566" y="3882584"/>
            <a:ext cx="288000" cy="2880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B6CABEA-E6C1-7866-0FF7-27C17334A39D}"/>
              </a:ext>
            </a:extLst>
          </p:cNvPr>
          <p:cNvSpPr/>
          <p:nvPr/>
        </p:nvSpPr>
        <p:spPr>
          <a:xfrm>
            <a:off x="11164566" y="5023406"/>
            <a:ext cx="288000" cy="288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8CD2DBF-5451-9966-19CC-1EFAEC72D536}"/>
              </a:ext>
            </a:extLst>
          </p:cNvPr>
          <p:cNvSpPr/>
          <p:nvPr/>
        </p:nvSpPr>
        <p:spPr>
          <a:xfrm>
            <a:off x="11164566" y="5593815"/>
            <a:ext cx="288000" cy="288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D830A5F-0E10-930C-DD95-E2B1159B0DCE}"/>
              </a:ext>
            </a:extLst>
          </p:cNvPr>
          <p:cNvSpPr/>
          <p:nvPr/>
        </p:nvSpPr>
        <p:spPr>
          <a:xfrm>
            <a:off x="11164566" y="4452995"/>
            <a:ext cx="288000" cy="2880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AE77C89-042D-689B-06E9-B34CA71148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633" y="2652477"/>
            <a:ext cx="571500" cy="5715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0DB9EB5-9802-8839-D4D2-DFD3C742AC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1633" y="4671248"/>
            <a:ext cx="571500" cy="571500"/>
          </a:xfrm>
          <a:prstGeom prst="rect">
            <a:avLst/>
          </a:prstGeom>
        </p:spPr>
      </p:pic>
      <p:sp>
        <p:nvSpPr>
          <p:cNvPr id="6" name="Google Shape;507;p14">
            <a:extLst>
              <a:ext uri="{FF2B5EF4-FFF2-40B4-BE49-F238E27FC236}">
                <a16:creationId xmlns:a16="http://schemas.microsoft.com/office/drawing/2014/main" id="{277A3174-4E0E-C4A7-AEE3-8AB4A1C6FDED}"/>
              </a:ext>
            </a:extLst>
          </p:cNvPr>
          <p:cNvSpPr txBox="1"/>
          <p:nvPr/>
        </p:nvSpPr>
        <p:spPr>
          <a:xfrm>
            <a:off x="467805" y="6391075"/>
            <a:ext cx="729609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032"/>
              </a:buClr>
              <a:buSzPts val="900"/>
              <a:buFont typeface="Arial"/>
              <a:buNone/>
            </a:pPr>
            <a:r>
              <a:rPr lang="en-GB" sz="900" b="0" i="0" u="none" strike="noStrike" cap="none">
                <a:solidFill>
                  <a:srgbClr val="062032"/>
                </a:solidFill>
                <a:latin typeface="Arial"/>
                <a:ea typeface="Arial"/>
                <a:cs typeface="Arial"/>
                <a:sym typeface="Arial"/>
              </a:rPr>
              <a:t>Source: </a:t>
            </a:r>
            <a:r>
              <a:rPr lang="en-GB" sz="900">
                <a:solidFill>
                  <a:srgbClr val="062032"/>
                </a:solidFill>
                <a:latin typeface="Arial"/>
                <a:ea typeface="Arial"/>
                <a:cs typeface="Arial"/>
                <a:sym typeface="Arial"/>
              </a:rPr>
              <a:t>xx</a:t>
            </a:r>
            <a:endParaRPr sz="900" b="0" i="0" u="none" strike="noStrike" cap="none">
              <a:solidFill>
                <a:srgbClr val="06203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538;p14">
            <a:extLst>
              <a:ext uri="{FF2B5EF4-FFF2-40B4-BE49-F238E27FC236}">
                <a16:creationId xmlns:a16="http://schemas.microsoft.com/office/drawing/2014/main" id="{E12E75DD-FB2F-734A-38AF-5DD5ABAC7727}"/>
              </a:ext>
            </a:extLst>
          </p:cNvPr>
          <p:cNvSpPr txBox="1"/>
          <p:nvPr/>
        </p:nvSpPr>
        <p:spPr>
          <a:xfrm>
            <a:off x="467806" y="6127919"/>
            <a:ext cx="939382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u="none" strike="noStrike" cap="none">
                <a:solidFill>
                  <a:srgbClr val="062032"/>
                </a:solidFill>
                <a:latin typeface="Arial"/>
                <a:ea typeface="Arial"/>
                <a:cs typeface="Arial"/>
                <a:sym typeface="Arial"/>
              </a:rPr>
              <a:t>Footnote: 1. xx</a:t>
            </a:r>
            <a:endParaRPr sz="900">
              <a:solidFill>
                <a:srgbClr val="06203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D57642-1A63-A9D6-0F0D-0F9DE019D6D2}"/>
              </a:ext>
            </a:extLst>
          </p:cNvPr>
          <p:cNvSpPr txBox="1"/>
          <p:nvPr/>
        </p:nvSpPr>
        <p:spPr>
          <a:xfrm>
            <a:off x="13563600" y="1954306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0019696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EEB42FF8-7A1A-E9B9-33B9-3D1BBFB681A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EEB42FF8-7A1A-E9B9-33B9-3D1BBFB681A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header_title">
            <a:extLst>
              <a:ext uri="{FF2B5EF4-FFF2-40B4-BE49-F238E27FC236}">
                <a16:creationId xmlns:a16="http://schemas.microsoft.com/office/drawing/2014/main" id="{EA72EFAB-E6CF-63FF-13EF-B06197329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GB" dirty="0"/>
              <a:t>{{slide_title}}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5313F9-BBD6-989B-58AA-9F281962250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ABCE5197-E06E-4E59-C5E2-F0AF72B804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6" name="table_area">
            <a:extLst>
              <a:ext uri="{FF2B5EF4-FFF2-40B4-BE49-F238E27FC236}">
                <a16:creationId xmlns:a16="http://schemas.microsoft.com/office/drawing/2014/main" id="{1050B0C0-1F19-1650-928D-6799DC484B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0033350"/>
              </p:ext>
            </p:extLst>
          </p:nvPr>
        </p:nvGraphicFramePr>
        <p:xfrm>
          <a:off x="554736" y="2708048"/>
          <a:ext cx="11082531" cy="3446548"/>
        </p:xfrm>
        <a:graphic>
          <a:graphicData uri="http://schemas.openxmlformats.org/drawingml/2006/table">
            <a:tbl>
              <a:tblPr bandRow="1">
                <a:tableStyleId>{21E4AEA4-8DFA-4A89-87EB-49C32662AFE0}</a:tableStyleId>
              </a:tblPr>
              <a:tblGrid>
                <a:gridCol w="2844447">
                  <a:extLst>
                    <a:ext uri="{9D8B030D-6E8A-4147-A177-3AD203B41FA5}">
                      <a16:colId xmlns:a16="http://schemas.microsoft.com/office/drawing/2014/main" val="3682395006"/>
                    </a:ext>
                  </a:extLst>
                </a:gridCol>
                <a:gridCol w="2059521">
                  <a:extLst>
                    <a:ext uri="{9D8B030D-6E8A-4147-A177-3AD203B41FA5}">
                      <a16:colId xmlns:a16="http://schemas.microsoft.com/office/drawing/2014/main" val="2362894896"/>
                    </a:ext>
                  </a:extLst>
                </a:gridCol>
                <a:gridCol w="2059521">
                  <a:extLst>
                    <a:ext uri="{9D8B030D-6E8A-4147-A177-3AD203B41FA5}">
                      <a16:colId xmlns:a16="http://schemas.microsoft.com/office/drawing/2014/main" val="4188229877"/>
                    </a:ext>
                  </a:extLst>
                </a:gridCol>
                <a:gridCol w="2059521">
                  <a:extLst>
                    <a:ext uri="{9D8B030D-6E8A-4147-A177-3AD203B41FA5}">
                      <a16:colId xmlns:a16="http://schemas.microsoft.com/office/drawing/2014/main" val="1754458616"/>
                    </a:ext>
                  </a:extLst>
                </a:gridCol>
                <a:gridCol w="2059521">
                  <a:extLst>
                    <a:ext uri="{9D8B030D-6E8A-4147-A177-3AD203B41FA5}">
                      <a16:colId xmlns:a16="http://schemas.microsoft.com/office/drawing/2014/main" val="1610390016"/>
                    </a:ext>
                  </a:extLst>
                </a:gridCol>
              </a:tblGrid>
              <a:tr h="557645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[Insert evaluation parameter]</a:t>
                      </a:r>
                    </a:p>
                  </a:txBody>
                  <a:tcPr anchor="ctr">
                    <a:lnL w="12700" cmpd="sng">
                      <a:noFill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[Insert score,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e.g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from 1-10]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[Insert score]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[Insert score]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[Insert score]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595405"/>
                  </a:ext>
                </a:extLst>
              </a:tr>
              <a:tr h="55764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[Insert evaluation parameter]</a:t>
                      </a:r>
                    </a:p>
                  </a:txBody>
                  <a:tcPr anchor="ctr">
                    <a:lnL w="12700" cmpd="sng">
                      <a:noFill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[Insert score]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[Insert score]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[Insert score]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[Insert score]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3573931"/>
                  </a:ext>
                </a:extLst>
              </a:tr>
              <a:tr h="65832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[Insert evaluation parameter]</a:t>
                      </a:r>
                      <a:endParaRPr kumimoji="0" lang="en-US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[Insert score]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[Insert score]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[Insert score]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[Insert score]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6782353"/>
                  </a:ext>
                </a:extLst>
              </a:tr>
              <a:tr h="55764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[Insert evaluation parameter]</a:t>
                      </a:r>
                    </a:p>
                  </a:txBody>
                  <a:tcPr anchor="ctr">
                    <a:lnL w="12700" cmpd="sng">
                      <a:noFill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[Insert score]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[Insert score]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[Insert score]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[Insert score]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2698384"/>
                  </a:ext>
                </a:extLst>
              </a:tr>
              <a:tr h="55764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[Insert evaluation parameter]</a:t>
                      </a:r>
                    </a:p>
                  </a:txBody>
                  <a:tcPr anchor="ctr">
                    <a:lnL w="12700" cmpd="sng">
                      <a:noFill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[Insert score]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[Insert score]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[Insert score]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[Insert score]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2059921"/>
                  </a:ext>
                </a:extLst>
              </a:tr>
              <a:tr h="557645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Total score</a:t>
                      </a:r>
                    </a:p>
                  </a:txBody>
                  <a:tcPr anchor="ctr">
                    <a:lnL w="12700" cmpd="sng">
                      <a:noFill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[Insert score]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[Insert score]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[Insert score]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[Insert score]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5289850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922BE511-CE44-74E0-3B64-BA722D7B9A9C}"/>
              </a:ext>
            </a:extLst>
          </p:cNvPr>
          <p:cNvSpPr/>
          <p:nvPr/>
        </p:nvSpPr>
        <p:spPr>
          <a:xfrm>
            <a:off x="3520440" y="1931855"/>
            <a:ext cx="1783080" cy="609600"/>
          </a:xfrm>
          <a:prstGeom prst="rect">
            <a:avLst/>
          </a:prstGeom>
          <a:solidFill>
            <a:schemeClr val="bg1"/>
          </a:solidFill>
          <a:ln w="6350" cap="sq">
            <a:solidFill>
              <a:schemeClr val="tx1"/>
            </a:solidFill>
            <a:prstDash val="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400" dirty="0">
                <a:solidFill>
                  <a:schemeClr val="tx1"/>
                </a:solidFill>
              </a:rPr>
              <a:t>[Insert vendor logo]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B89616E-D124-D7B4-8F8C-33E29F5ECD52}"/>
              </a:ext>
            </a:extLst>
          </p:cNvPr>
          <p:cNvSpPr/>
          <p:nvPr/>
        </p:nvSpPr>
        <p:spPr>
          <a:xfrm>
            <a:off x="9709912" y="1931855"/>
            <a:ext cx="1783080" cy="609600"/>
          </a:xfrm>
          <a:prstGeom prst="rect">
            <a:avLst/>
          </a:prstGeom>
          <a:solidFill>
            <a:schemeClr val="bg1"/>
          </a:solidFill>
          <a:ln w="6350" cap="sq">
            <a:solidFill>
              <a:schemeClr val="tx1"/>
            </a:solidFill>
            <a:prstDash val="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400" dirty="0">
                <a:solidFill>
                  <a:schemeClr val="tx1"/>
                </a:solidFill>
              </a:rPr>
              <a:t>[Insert vendor logo]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00C3F38-B9B8-8C37-2A7E-DB4B820A5514}"/>
              </a:ext>
            </a:extLst>
          </p:cNvPr>
          <p:cNvSpPr/>
          <p:nvPr/>
        </p:nvSpPr>
        <p:spPr>
          <a:xfrm>
            <a:off x="7646754" y="1931855"/>
            <a:ext cx="1783080" cy="609600"/>
          </a:xfrm>
          <a:prstGeom prst="rect">
            <a:avLst/>
          </a:prstGeom>
          <a:solidFill>
            <a:schemeClr val="bg1"/>
          </a:solidFill>
          <a:ln w="6350" cap="sq">
            <a:solidFill>
              <a:schemeClr val="tx1"/>
            </a:solidFill>
            <a:prstDash val="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400" dirty="0">
                <a:solidFill>
                  <a:schemeClr val="tx1"/>
                </a:solidFill>
              </a:rPr>
              <a:t>[Insert vendor logo]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FDE6AA3-4538-FB57-B26B-100E3CF79E27}"/>
              </a:ext>
            </a:extLst>
          </p:cNvPr>
          <p:cNvSpPr/>
          <p:nvPr/>
        </p:nvSpPr>
        <p:spPr>
          <a:xfrm>
            <a:off x="5583597" y="1931855"/>
            <a:ext cx="1783080" cy="609600"/>
          </a:xfrm>
          <a:prstGeom prst="rect">
            <a:avLst/>
          </a:prstGeom>
          <a:solidFill>
            <a:schemeClr val="bg1"/>
          </a:solidFill>
          <a:ln w="6350" cap="sq">
            <a:solidFill>
              <a:schemeClr val="tx1"/>
            </a:solidFill>
            <a:prstDash val="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400" dirty="0">
                <a:solidFill>
                  <a:schemeClr val="tx1"/>
                </a:solidFill>
              </a:rPr>
              <a:t>[Insert vendor logo]</a:t>
            </a:r>
          </a:p>
        </p:txBody>
      </p:sp>
      <p:sp>
        <p:nvSpPr>
          <p:cNvPr id="4" name="Google Shape;507;p14">
            <a:extLst>
              <a:ext uri="{FF2B5EF4-FFF2-40B4-BE49-F238E27FC236}">
                <a16:creationId xmlns:a16="http://schemas.microsoft.com/office/drawing/2014/main" id="{68E9685A-0119-0CF7-E941-2E8BF4992FDA}"/>
              </a:ext>
            </a:extLst>
          </p:cNvPr>
          <p:cNvSpPr txBox="1"/>
          <p:nvPr/>
        </p:nvSpPr>
        <p:spPr>
          <a:xfrm>
            <a:off x="467805" y="6391075"/>
            <a:ext cx="729609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032"/>
              </a:buClr>
              <a:buSzPts val="900"/>
              <a:buFont typeface="Arial"/>
              <a:buNone/>
            </a:pPr>
            <a:r>
              <a:rPr lang="en-GB" sz="900" b="0" i="0" u="none" strike="noStrike" cap="none" dirty="0">
                <a:latin typeface="Arial"/>
                <a:ea typeface="Arial"/>
                <a:cs typeface="Arial"/>
                <a:sym typeface="Arial"/>
              </a:rPr>
              <a:t>Source: </a:t>
            </a:r>
            <a:r>
              <a:rPr lang="en-GB" sz="900" dirty="0">
                <a:latin typeface="Arial"/>
                <a:ea typeface="Arial"/>
                <a:cs typeface="Arial"/>
                <a:sym typeface="Arial"/>
              </a:rPr>
              <a:t>xx</a:t>
            </a:r>
            <a:endParaRPr sz="90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538;p14">
            <a:extLst>
              <a:ext uri="{FF2B5EF4-FFF2-40B4-BE49-F238E27FC236}">
                <a16:creationId xmlns:a16="http://schemas.microsoft.com/office/drawing/2014/main" id="{2238F280-3B74-8F7F-C51D-8FD8811F31C1}"/>
              </a:ext>
            </a:extLst>
          </p:cNvPr>
          <p:cNvSpPr txBox="1"/>
          <p:nvPr/>
        </p:nvSpPr>
        <p:spPr>
          <a:xfrm>
            <a:off x="467806" y="6127919"/>
            <a:ext cx="939382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u="none" strike="noStrike" cap="none" dirty="0">
                <a:latin typeface="Arial"/>
                <a:ea typeface="Arial"/>
                <a:cs typeface="Arial"/>
                <a:sym typeface="Arial"/>
              </a:rPr>
              <a:t>Footnote: 1. xx</a:t>
            </a:r>
            <a:endParaRPr sz="900" dirty="0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1922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_title">
            <a:extLst>
              <a:ext uri="{FF2B5EF4-FFF2-40B4-BE49-F238E27FC236}">
                <a16:creationId xmlns:a16="http://schemas.microsoft.com/office/drawing/2014/main" id="{7F9E84FB-D0A0-9B28-1642-68338E9F4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{{slide_title}}</a:t>
            </a:r>
            <a:endParaRPr lang="en-DK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51A23D-5C1B-E48A-67C6-DFEC35AA8DD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2E2622-0C54-A9FE-E71D-7582E965F73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step_2">
            <a:extLst>
              <a:ext uri="{FF2B5EF4-FFF2-40B4-BE49-F238E27FC236}">
                <a16:creationId xmlns:a16="http://schemas.microsoft.com/office/drawing/2014/main" id="{4ADA10AC-CC54-E486-CAAD-0A92BC06276B}"/>
              </a:ext>
            </a:extLst>
          </p:cNvPr>
          <p:cNvSpPr/>
          <p:nvPr/>
        </p:nvSpPr>
        <p:spPr bwMode="auto">
          <a:xfrm>
            <a:off x="2763458" y="2287724"/>
            <a:ext cx="2351155" cy="734607"/>
          </a:xfrm>
          <a:prstGeom prst="chevron">
            <a:avLst>
              <a:gd name="adj" fmla="val 31818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wrap="square" lIns="91440" tIns="45715" rIns="0" bIns="45715" rtlCol="0" anchor="ctr">
            <a:noAutofit/>
          </a:bodyPr>
          <a:lstStyle/>
          <a:p>
            <a:pPr algn="ctr" defTabSz="623853">
              <a:spcBef>
                <a:spcPts val="600"/>
              </a:spcBef>
              <a:spcAft>
                <a:spcPts val="600"/>
              </a:spcAft>
            </a:pPr>
            <a:r>
              <a:rPr lang="en-US" sz="1400">
                <a:solidFill>
                  <a:schemeClr val="bg1"/>
                </a:solidFill>
                <a:ea typeface="+mn-lt"/>
                <a:cs typeface="+mn-lt"/>
              </a:rPr>
              <a:t>{{step_2_title}}</a:t>
            </a:r>
            <a:endParaRPr lang="de-DE">
              <a:solidFill>
                <a:schemeClr val="bg1"/>
              </a:solidFill>
            </a:endParaRPr>
          </a:p>
        </p:txBody>
      </p:sp>
      <p:sp>
        <p:nvSpPr>
          <p:cNvPr id="32" name="step_3">
            <a:extLst>
              <a:ext uri="{FF2B5EF4-FFF2-40B4-BE49-F238E27FC236}">
                <a16:creationId xmlns:a16="http://schemas.microsoft.com/office/drawing/2014/main" id="{8C73411B-16FE-D653-45AE-3DC70B290A50}"/>
              </a:ext>
            </a:extLst>
          </p:cNvPr>
          <p:cNvSpPr/>
          <p:nvPr/>
        </p:nvSpPr>
        <p:spPr bwMode="auto">
          <a:xfrm>
            <a:off x="7202316" y="2287724"/>
            <a:ext cx="2351155" cy="734607"/>
          </a:xfrm>
          <a:prstGeom prst="chevron">
            <a:avLst>
              <a:gd name="adj" fmla="val 31818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wrap="square" lIns="91440" tIns="45715" rIns="0" bIns="45715" rtlCol="0" anchor="ctr">
            <a:noAutofit/>
          </a:bodyPr>
          <a:lstStyle/>
          <a:p>
            <a:pPr algn="ctr" defTabSz="623853">
              <a:spcBef>
                <a:spcPts val="600"/>
              </a:spcBef>
              <a:spcAft>
                <a:spcPts val="600"/>
              </a:spcAft>
            </a:pPr>
            <a:r>
              <a:rPr lang="en-US" sz="1400">
                <a:solidFill>
                  <a:schemeClr val="bg1"/>
                </a:solidFill>
                <a:ea typeface="+mn-lt"/>
                <a:cs typeface="+mn-lt"/>
              </a:rPr>
              <a:t>{{step_4_title}}</a:t>
            </a:r>
            <a:endParaRPr lang="de-DE">
              <a:solidFill>
                <a:schemeClr val="bg1"/>
              </a:solidFill>
            </a:endParaRPr>
          </a:p>
        </p:txBody>
      </p:sp>
      <p:sp>
        <p:nvSpPr>
          <p:cNvPr id="33" name="step_4">
            <a:extLst>
              <a:ext uri="{FF2B5EF4-FFF2-40B4-BE49-F238E27FC236}">
                <a16:creationId xmlns:a16="http://schemas.microsoft.com/office/drawing/2014/main" id="{9336FA72-44B6-DBEF-B1C7-829B2BAD3ECA}"/>
              </a:ext>
            </a:extLst>
          </p:cNvPr>
          <p:cNvSpPr/>
          <p:nvPr/>
        </p:nvSpPr>
        <p:spPr bwMode="auto">
          <a:xfrm>
            <a:off x="9421744" y="2287724"/>
            <a:ext cx="2351155" cy="734607"/>
          </a:xfrm>
          <a:prstGeom prst="chevron">
            <a:avLst>
              <a:gd name="adj" fmla="val 31818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wrap="square" lIns="0" tIns="45715" rIns="0" bIns="45715" rtlCol="0" anchor="ctr">
            <a:noAutofit/>
          </a:bodyPr>
          <a:lstStyle/>
          <a:p>
            <a:pPr algn="ctr" defTabSz="623853">
              <a:spcBef>
                <a:spcPts val="600"/>
              </a:spcBef>
              <a:spcAft>
                <a:spcPts val="600"/>
              </a:spcAft>
            </a:pPr>
            <a:r>
              <a:rPr lang="en-US" sz="1400">
                <a:solidFill>
                  <a:schemeClr val="bg1"/>
                </a:solidFill>
                <a:ea typeface="+mn-lt"/>
                <a:cs typeface="+mn-lt"/>
              </a:rPr>
              <a:t>{{step_5_title}}</a:t>
            </a:r>
            <a:endParaRPr lang="de-DE">
              <a:solidFill>
                <a:schemeClr val="bg1"/>
              </a:solidFill>
            </a:endParaRPr>
          </a:p>
        </p:txBody>
      </p:sp>
      <p:sp>
        <p:nvSpPr>
          <p:cNvPr id="34" name="step_1">
            <a:extLst>
              <a:ext uri="{FF2B5EF4-FFF2-40B4-BE49-F238E27FC236}">
                <a16:creationId xmlns:a16="http://schemas.microsoft.com/office/drawing/2014/main" id="{6CDCA47A-65B2-E8EC-DF63-7070668C417D}"/>
              </a:ext>
            </a:extLst>
          </p:cNvPr>
          <p:cNvSpPr/>
          <p:nvPr/>
        </p:nvSpPr>
        <p:spPr bwMode="auto">
          <a:xfrm>
            <a:off x="544029" y="2287724"/>
            <a:ext cx="2351155" cy="734607"/>
          </a:xfrm>
          <a:prstGeom prst="chevron">
            <a:avLst>
              <a:gd name="adj" fmla="val 31818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wrap="square" lIns="91440" tIns="45715" rIns="0" bIns="45715" rtlCol="0" anchor="ctr">
            <a:noAutofit/>
          </a:bodyPr>
          <a:lstStyle/>
          <a:p>
            <a:pPr algn="ctr" defTabSz="623853">
              <a:spcBef>
                <a:spcPts val="600"/>
              </a:spcBef>
              <a:spcAft>
                <a:spcPts val="600"/>
              </a:spcAft>
            </a:pPr>
            <a:r>
              <a:rPr lang="en-US" sz="1400">
                <a:solidFill>
                  <a:schemeClr val="bg1"/>
                </a:solidFill>
                <a:ea typeface="+mn-lt"/>
                <a:cs typeface="+mn-lt"/>
              </a:rPr>
              <a:t>{{step_1_title}}</a:t>
            </a:r>
            <a:endParaRPr lang="de-DE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09EB36B-4A03-9A7A-8522-53D0D4E6E039}"/>
              </a:ext>
            </a:extLst>
          </p:cNvPr>
          <p:cNvSpPr/>
          <p:nvPr/>
        </p:nvSpPr>
        <p:spPr>
          <a:xfrm>
            <a:off x="544029" y="3086609"/>
            <a:ext cx="2086201" cy="1713290"/>
          </a:xfrm>
          <a:prstGeom prst="rect">
            <a:avLst/>
          </a:prstGeom>
          <a:effectLst/>
        </p:spPr>
        <p:txBody>
          <a:bodyPr wrap="square" lIns="0" tIns="45720" rIns="91440" bIns="45720" anchor="t">
            <a:spAutoFit/>
          </a:bodyPr>
          <a:lstStyle/>
          <a:p>
            <a:pPr marL="169545" indent="-169545">
              <a:spcBef>
                <a:spcPts val="400"/>
              </a:spcBef>
              <a:spcAft>
                <a:spcPts val="400"/>
              </a:spcAft>
              <a:buAutoNum type="arabicPeriod"/>
              <a:defRPr/>
            </a:pPr>
            <a:r>
              <a:rPr lang="en-GB" sz="1200">
                <a:ea typeface="+mn-lt"/>
                <a:cs typeface="+mn-lt"/>
              </a:rPr>
              <a:t>{{step_1_desc_1}}</a:t>
            </a:r>
            <a:endParaRPr lang="de-DE"/>
          </a:p>
          <a:p>
            <a:pPr marL="169545" indent="-169545">
              <a:spcBef>
                <a:spcPts val="400"/>
              </a:spcBef>
              <a:spcAft>
                <a:spcPts val="400"/>
              </a:spcAft>
              <a:buFontTx/>
              <a:buAutoNum type="arabicPeriod"/>
              <a:defRPr/>
            </a:pPr>
            <a:r>
              <a:rPr lang="en-GB" sz="1200">
                <a:ea typeface="+mn-lt"/>
                <a:cs typeface="+mn-lt"/>
              </a:rPr>
              <a:t>{{step_1_desc_2}}</a:t>
            </a:r>
          </a:p>
          <a:p>
            <a:pPr marL="169545" indent="-169545">
              <a:spcBef>
                <a:spcPts val="400"/>
              </a:spcBef>
              <a:spcAft>
                <a:spcPts val="400"/>
              </a:spcAft>
              <a:buFontTx/>
              <a:buAutoNum type="arabicPeriod"/>
              <a:defRPr/>
            </a:pPr>
            <a:r>
              <a:rPr lang="en-GB" sz="1200">
                <a:ea typeface="+mn-lt"/>
                <a:cs typeface="+mn-lt"/>
              </a:rPr>
              <a:t>{{step_1_desc_3}}</a:t>
            </a:r>
            <a:endParaRPr lang="en-GB" sz="1200" dirty="0">
              <a:ea typeface="+mn-lt"/>
              <a:cs typeface="+mn-lt"/>
            </a:endParaRPr>
          </a:p>
          <a:p>
            <a:pPr marL="169545" indent="-169545">
              <a:spcBef>
                <a:spcPts val="400"/>
              </a:spcBef>
              <a:spcAft>
                <a:spcPts val="400"/>
              </a:spcAft>
              <a:buFontTx/>
              <a:buAutoNum type="arabicPeriod"/>
              <a:defRPr/>
            </a:pPr>
            <a:r>
              <a:rPr lang="en-GB" sz="1200">
                <a:ea typeface="+mn-lt"/>
                <a:cs typeface="+mn-lt"/>
              </a:rPr>
              <a:t>{{step_1_desc_4}}</a:t>
            </a:r>
            <a:endParaRPr lang="en-GB" sz="1200" dirty="0">
              <a:ea typeface="+mn-lt"/>
              <a:cs typeface="+mn-lt"/>
            </a:endParaRPr>
          </a:p>
          <a:p>
            <a:pPr marL="169545" indent="-169545">
              <a:spcBef>
                <a:spcPts val="400"/>
              </a:spcBef>
              <a:spcAft>
                <a:spcPts val="400"/>
              </a:spcAft>
              <a:buFontTx/>
              <a:buAutoNum type="arabicPeriod"/>
              <a:defRPr/>
            </a:pPr>
            <a:r>
              <a:rPr lang="en-GB" sz="1200">
                <a:ea typeface="+mn-lt"/>
                <a:cs typeface="+mn-lt"/>
              </a:rPr>
              <a:t>{{step_1_desc_5}}</a:t>
            </a:r>
            <a:endParaRPr lang="en-GB" sz="1200" dirty="0"/>
          </a:p>
          <a:p>
            <a:pPr marL="169863" indent="-169863">
              <a:spcBef>
                <a:spcPts val="400"/>
              </a:spcBef>
              <a:spcAft>
                <a:spcPts val="400"/>
              </a:spcAft>
              <a:buFont typeface="+mj-lt"/>
              <a:buAutoNum type="arabicPeriod"/>
              <a:defRPr/>
            </a:pPr>
            <a:r>
              <a:rPr lang="en-GB" sz="1200" dirty="0"/>
              <a:t>…</a:t>
            </a:r>
            <a:endParaRPr lang="en-US" sz="1200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FD13808-41D0-6F49-DF46-E9D58B181A99}"/>
              </a:ext>
            </a:extLst>
          </p:cNvPr>
          <p:cNvSpPr/>
          <p:nvPr/>
        </p:nvSpPr>
        <p:spPr>
          <a:xfrm>
            <a:off x="9421744" y="3086609"/>
            <a:ext cx="2086201" cy="1713290"/>
          </a:xfrm>
          <a:prstGeom prst="rect">
            <a:avLst/>
          </a:prstGeom>
          <a:effectLst/>
        </p:spPr>
        <p:txBody>
          <a:bodyPr wrap="square" lIns="0" tIns="45720" rIns="91440" bIns="45720" anchor="t">
            <a:spAutoFit/>
          </a:bodyPr>
          <a:lstStyle/>
          <a:p>
            <a:pPr marL="169545" indent="-169545">
              <a:spcBef>
                <a:spcPts val="400"/>
              </a:spcBef>
              <a:spcAft>
                <a:spcPts val="400"/>
              </a:spcAft>
              <a:buFont typeface="+mj-lt"/>
              <a:buAutoNum type="arabicPeriod"/>
              <a:defRPr/>
            </a:pPr>
            <a:r>
              <a:rPr lang="en-GB" sz="1200"/>
              <a:t>{{step_5_desc_1}}</a:t>
            </a:r>
            <a:endParaRPr lang="de-DE" sz="1200">
              <a:cs typeface="Arial"/>
            </a:endParaRPr>
          </a:p>
          <a:p>
            <a:pPr marL="169545" indent="-169545">
              <a:spcBef>
                <a:spcPts val="400"/>
              </a:spcBef>
              <a:spcAft>
                <a:spcPts val="400"/>
              </a:spcAft>
              <a:buAutoNum type="arabicPeriod"/>
              <a:defRPr/>
            </a:pPr>
            <a:r>
              <a:rPr lang="en-GB" sz="1200"/>
              <a:t>{{step_5_desc_2}}</a:t>
            </a:r>
            <a:endParaRPr lang="en-US" sz="1200">
              <a:cs typeface="Arial"/>
            </a:endParaRPr>
          </a:p>
          <a:p>
            <a:pPr marL="169545" indent="-169545">
              <a:spcBef>
                <a:spcPts val="400"/>
              </a:spcBef>
              <a:spcAft>
                <a:spcPts val="400"/>
              </a:spcAft>
              <a:buAutoNum type="arabicPeriod"/>
              <a:defRPr/>
            </a:pPr>
            <a:r>
              <a:rPr lang="en-GB" sz="1200"/>
              <a:t>{{step_5_desc_3}}</a:t>
            </a:r>
            <a:endParaRPr lang="en-GB" sz="1200">
              <a:cs typeface="Arial"/>
            </a:endParaRPr>
          </a:p>
          <a:p>
            <a:pPr marL="169545" indent="-169545">
              <a:spcBef>
                <a:spcPts val="400"/>
              </a:spcBef>
              <a:spcAft>
                <a:spcPts val="400"/>
              </a:spcAft>
              <a:buAutoNum type="arabicPeriod"/>
              <a:defRPr/>
            </a:pPr>
            <a:r>
              <a:rPr lang="en-GB" sz="1200"/>
              <a:t>{{step_5_desc_4}}</a:t>
            </a:r>
            <a:endParaRPr lang="en-GB" sz="1200">
              <a:cs typeface="Arial"/>
            </a:endParaRPr>
          </a:p>
          <a:p>
            <a:pPr marL="169545" indent="-169545">
              <a:spcBef>
                <a:spcPts val="400"/>
              </a:spcBef>
              <a:spcAft>
                <a:spcPts val="400"/>
              </a:spcAft>
              <a:buAutoNum type="arabicPeriod"/>
              <a:defRPr/>
            </a:pPr>
            <a:r>
              <a:rPr lang="en-GB" sz="1200"/>
              <a:t>{{step_5_desc_5}}</a:t>
            </a:r>
            <a:endParaRPr lang="en-US"/>
          </a:p>
          <a:p>
            <a:pPr marL="169863" indent="-169863">
              <a:spcBef>
                <a:spcPts val="400"/>
              </a:spcBef>
              <a:spcAft>
                <a:spcPts val="400"/>
              </a:spcAft>
              <a:buFont typeface="+mj-lt"/>
              <a:buAutoNum type="arabicPeriod"/>
              <a:defRPr/>
            </a:pPr>
            <a:r>
              <a:rPr lang="en-GB" sz="1200" dirty="0"/>
              <a:t>…</a:t>
            </a:r>
            <a:endParaRPr lang="en-US" sz="1200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CC35204-2B09-D01A-CE29-324046709419}"/>
              </a:ext>
            </a:extLst>
          </p:cNvPr>
          <p:cNvSpPr/>
          <p:nvPr/>
        </p:nvSpPr>
        <p:spPr>
          <a:xfrm>
            <a:off x="2763458" y="3086609"/>
            <a:ext cx="2086201" cy="1713290"/>
          </a:xfrm>
          <a:prstGeom prst="rect">
            <a:avLst/>
          </a:prstGeom>
          <a:effectLst/>
        </p:spPr>
        <p:txBody>
          <a:bodyPr wrap="square" lIns="0" tIns="45720" rIns="91440" bIns="45720" anchor="t">
            <a:spAutoFit/>
          </a:bodyPr>
          <a:lstStyle/>
          <a:p>
            <a:pPr marL="169545" indent="-169545">
              <a:spcBef>
                <a:spcPts val="400"/>
              </a:spcBef>
              <a:spcAft>
                <a:spcPts val="400"/>
              </a:spcAft>
              <a:buFont typeface="+mj-lt"/>
              <a:buAutoNum type="arabicPeriod"/>
              <a:defRPr/>
            </a:pPr>
            <a:r>
              <a:rPr lang="en-GB" sz="1200"/>
              <a:t>{{step_2_desc_1}}</a:t>
            </a:r>
            <a:endParaRPr lang="de-DE" sz="1200">
              <a:cs typeface="Arial"/>
            </a:endParaRPr>
          </a:p>
          <a:p>
            <a:pPr marL="169545" indent="-169545">
              <a:spcBef>
                <a:spcPts val="400"/>
              </a:spcBef>
              <a:spcAft>
                <a:spcPts val="400"/>
              </a:spcAft>
              <a:buAutoNum type="arabicPeriod"/>
              <a:defRPr/>
            </a:pPr>
            <a:r>
              <a:rPr lang="en-GB" sz="1200"/>
              <a:t>{{step_2_desc_2}}</a:t>
            </a:r>
            <a:endParaRPr lang="en-US" sz="1200">
              <a:cs typeface="Arial"/>
            </a:endParaRPr>
          </a:p>
          <a:p>
            <a:pPr marL="169545" indent="-169545">
              <a:spcBef>
                <a:spcPts val="400"/>
              </a:spcBef>
              <a:spcAft>
                <a:spcPts val="400"/>
              </a:spcAft>
              <a:buAutoNum type="arabicPeriod"/>
              <a:defRPr/>
            </a:pPr>
            <a:r>
              <a:rPr lang="en-GB" sz="1200"/>
              <a:t>{{step_2_desc_3}}</a:t>
            </a:r>
            <a:endParaRPr lang="en-GB" sz="1200">
              <a:cs typeface="Arial"/>
            </a:endParaRPr>
          </a:p>
          <a:p>
            <a:pPr marL="169545" indent="-169545">
              <a:spcBef>
                <a:spcPts val="400"/>
              </a:spcBef>
              <a:spcAft>
                <a:spcPts val="400"/>
              </a:spcAft>
              <a:buAutoNum type="arabicPeriod"/>
              <a:defRPr/>
            </a:pPr>
            <a:r>
              <a:rPr lang="en-GB" sz="1200"/>
              <a:t>{{step_2_desc_4}}</a:t>
            </a:r>
            <a:endParaRPr lang="en-GB" sz="1200">
              <a:cs typeface="Arial"/>
            </a:endParaRPr>
          </a:p>
          <a:p>
            <a:pPr marL="169545" indent="-169545">
              <a:spcBef>
                <a:spcPts val="400"/>
              </a:spcBef>
              <a:spcAft>
                <a:spcPts val="400"/>
              </a:spcAft>
              <a:buAutoNum type="arabicPeriod"/>
              <a:defRPr/>
            </a:pPr>
            <a:r>
              <a:rPr lang="en-GB" sz="1200"/>
              <a:t>{{step_2_desc_5}}</a:t>
            </a:r>
            <a:endParaRPr lang="en-US"/>
          </a:p>
          <a:p>
            <a:pPr marL="169863" indent="-169863">
              <a:spcBef>
                <a:spcPts val="400"/>
              </a:spcBef>
              <a:spcAft>
                <a:spcPts val="400"/>
              </a:spcAft>
              <a:buFont typeface="+mj-lt"/>
              <a:buAutoNum type="arabicPeriod"/>
              <a:defRPr/>
            </a:pPr>
            <a:r>
              <a:rPr lang="en-GB" sz="1200" dirty="0"/>
              <a:t>…</a:t>
            </a:r>
            <a:endParaRPr lang="en-US" sz="1200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16B8475-4B9C-2AA7-66BE-1CC8073E3E7D}"/>
              </a:ext>
            </a:extLst>
          </p:cNvPr>
          <p:cNvSpPr/>
          <p:nvPr/>
        </p:nvSpPr>
        <p:spPr>
          <a:xfrm>
            <a:off x="7202316" y="3086609"/>
            <a:ext cx="2086201" cy="1713290"/>
          </a:xfrm>
          <a:prstGeom prst="rect">
            <a:avLst/>
          </a:prstGeom>
          <a:effectLst/>
        </p:spPr>
        <p:txBody>
          <a:bodyPr wrap="square" lIns="0" tIns="45720" rIns="91440" bIns="45720" anchor="t">
            <a:spAutoFit/>
          </a:bodyPr>
          <a:lstStyle/>
          <a:p>
            <a:pPr marL="169545" indent="-169545">
              <a:spcBef>
                <a:spcPts val="400"/>
              </a:spcBef>
              <a:spcAft>
                <a:spcPts val="400"/>
              </a:spcAft>
              <a:buFont typeface="+mj-lt"/>
              <a:buAutoNum type="arabicPeriod"/>
              <a:defRPr/>
            </a:pPr>
            <a:r>
              <a:rPr lang="en-GB" sz="1200"/>
              <a:t>{{step_4_desc_1}}</a:t>
            </a:r>
            <a:endParaRPr lang="de-DE" sz="1200">
              <a:cs typeface="Arial"/>
            </a:endParaRPr>
          </a:p>
          <a:p>
            <a:pPr marL="169545" indent="-169545">
              <a:spcBef>
                <a:spcPts val="400"/>
              </a:spcBef>
              <a:spcAft>
                <a:spcPts val="400"/>
              </a:spcAft>
              <a:buAutoNum type="arabicPeriod"/>
              <a:defRPr/>
            </a:pPr>
            <a:r>
              <a:rPr lang="en-GB" sz="1200"/>
              <a:t>{{step_4_desc_2}}</a:t>
            </a:r>
            <a:endParaRPr lang="en-US" sz="1200">
              <a:cs typeface="Arial"/>
            </a:endParaRPr>
          </a:p>
          <a:p>
            <a:pPr marL="169545" indent="-169545">
              <a:spcBef>
                <a:spcPts val="400"/>
              </a:spcBef>
              <a:spcAft>
                <a:spcPts val="400"/>
              </a:spcAft>
              <a:buAutoNum type="arabicPeriod"/>
              <a:defRPr/>
            </a:pPr>
            <a:r>
              <a:rPr lang="en-GB" sz="1200"/>
              <a:t>{{step_4_desc_3}}</a:t>
            </a:r>
            <a:endParaRPr lang="en-GB" sz="1200">
              <a:cs typeface="Arial"/>
            </a:endParaRPr>
          </a:p>
          <a:p>
            <a:pPr marL="169545" indent="-169545">
              <a:spcBef>
                <a:spcPts val="400"/>
              </a:spcBef>
              <a:spcAft>
                <a:spcPts val="400"/>
              </a:spcAft>
              <a:buAutoNum type="arabicPeriod"/>
              <a:defRPr/>
            </a:pPr>
            <a:r>
              <a:rPr lang="en-GB" sz="1200"/>
              <a:t>{{step_4_desc_4}}</a:t>
            </a:r>
            <a:endParaRPr lang="en-GB" sz="1200">
              <a:cs typeface="Arial"/>
            </a:endParaRPr>
          </a:p>
          <a:p>
            <a:pPr marL="169545" indent="-169545">
              <a:spcBef>
                <a:spcPts val="400"/>
              </a:spcBef>
              <a:spcAft>
                <a:spcPts val="400"/>
              </a:spcAft>
              <a:buAutoNum type="arabicPeriod"/>
              <a:defRPr/>
            </a:pPr>
            <a:r>
              <a:rPr lang="en-GB" sz="1200"/>
              <a:t>{{step_4_desc_5}}</a:t>
            </a:r>
            <a:endParaRPr lang="en-US"/>
          </a:p>
          <a:p>
            <a:pPr marL="169863" indent="-169863">
              <a:spcBef>
                <a:spcPts val="400"/>
              </a:spcBef>
              <a:spcAft>
                <a:spcPts val="400"/>
              </a:spcAft>
              <a:buFont typeface="+mj-lt"/>
              <a:buAutoNum type="arabicPeriod"/>
              <a:defRPr/>
            </a:pPr>
            <a:r>
              <a:rPr lang="en-GB" sz="1200" dirty="0"/>
              <a:t>…</a:t>
            </a:r>
            <a:endParaRPr lang="en-US" sz="1200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F346B25-174B-47AA-38A3-90F41F3D68D8}"/>
              </a:ext>
            </a:extLst>
          </p:cNvPr>
          <p:cNvSpPr txBox="1"/>
          <p:nvPr/>
        </p:nvSpPr>
        <p:spPr>
          <a:xfrm>
            <a:off x="467806" y="1915669"/>
            <a:ext cx="13491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Phase 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33FD1C5-33D6-7729-71CF-80A00ED1AC0E}"/>
              </a:ext>
            </a:extLst>
          </p:cNvPr>
          <p:cNvSpPr txBox="1"/>
          <p:nvPr/>
        </p:nvSpPr>
        <p:spPr>
          <a:xfrm>
            <a:off x="2763458" y="1915669"/>
            <a:ext cx="13491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GB" sz="1400" b="1" dirty="0"/>
              <a:t>Phase 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AA9B87F-D59E-E6EC-0B87-53C15B352473}"/>
              </a:ext>
            </a:extLst>
          </p:cNvPr>
          <p:cNvSpPr txBox="1"/>
          <p:nvPr/>
        </p:nvSpPr>
        <p:spPr>
          <a:xfrm>
            <a:off x="7202316" y="1915669"/>
            <a:ext cx="13491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GB" sz="1400" b="1" dirty="0"/>
              <a:t>Phase 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B82553D-0DFD-A732-7B68-6C6C129112EE}"/>
              </a:ext>
            </a:extLst>
          </p:cNvPr>
          <p:cNvSpPr txBox="1"/>
          <p:nvPr/>
        </p:nvSpPr>
        <p:spPr>
          <a:xfrm>
            <a:off x="9421744" y="1915669"/>
            <a:ext cx="13491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GB" sz="1400" b="1" dirty="0"/>
              <a:t>Phase 5</a:t>
            </a:r>
          </a:p>
        </p:txBody>
      </p:sp>
      <p:sp>
        <p:nvSpPr>
          <p:cNvPr id="31" name="Chevron 14">
            <a:extLst>
              <a:ext uri="{FF2B5EF4-FFF2-40B4-BE49-F238E27FC236}">
                <a16:creationId xmlns:a16="http://schemas.microsoft.com/office/drawing/2014/main" id="{B9C5049E-F03D-32F7-9C0F-3C150C9F0E76}"/>
              </a:ext>
            </a:extLst>
          </p:cNvPr>
          <p:cNvSpPr/>
          <p:nvPr/>
        </p:nvSpPr>
        <p:spPr bwMode="auto">
          <a:xfrm>
            <a:off x="4982887" y="2287724"/>
            <a:ext cx="2351155" cy="734607"/>
          </a:xfrm>
          <a:prstGeom prst="chevron">
            <a:avLst>
              <a:gd name="adj" fmla="val 31818"/>
            </a:avLst>
          </a:prstGeom>
          <a:solidFill>
            <a:schemeClr val="accent2"/>
          </a:solidFill>
          <a:ln>
            <a:noFill/>
          </a:ln>
          <a:effectLst/>
        </p:spPr>
        <p:txBody>
          <a:bodyPr wrap="square" lIns="91440" tIns="45715" rIns="0" bIns="45715" rtlCol="0" anchor="ctr">
            <a:noAutofit/>
          </a:bodyPr>
          <a:lstStyle/>
          <a:p>
            <a:pPr algn="ctr" defTabSz="623853">
              <a:spcBef>
                <a:spcPts val="600"/>
              </a:spcBef>
              <a:spcAft>
                <a:spcPts val="600"/>
              </a:spcAft>
            </a:pPr>
            <a:r>
              <a:rPr lang="en-US" sz="1400">
                <a:solidFill>
                  <a:schemeClr val="bg1"/>
                </a:solidFill>
                <a:ea typeface="+mn-lt"/>
                <a:cs typeface="+mn-lt"/>
              </a:rPr>
              <a:t>{{step_3_title}}</a:t>
            </a:r>
            <a:endParaRPr lang="de-DE">
              <a:solidFill>
                <a:schemeClr val="bg1"/>
              </a:solidFill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7D3654B-8EB7-5DC6-D9B1-0D9A9B3D5B8D}"/>
              </a:ext>
            </a:extLst>
          </p:cNvPr>
          <p:cNvSpPr/>
          <p:nvPr/>
        </p:nvSpPr>
        <p:spPr>
          <a:xfrm>
            <a:off x="4982887" y="3086609"/>
            <a:ext cx="2086201" cy="1713290"/>
          </a:xfrm>
          <a:prstGeom prst="rect">
            <a:avLst/>
          </a:prstGeom>
          <a:effectLst/>
        </p:spPr>
        <p:txBody>
          <a:bodyPr wrap="square" lIns="0" tIns="45720" rIns="91440" bIns="45720" anchor="t">
            <a:spAutoFit/>
          </a:bodyPr>
          <a:lstStyle/>
          <a:p>
            <a:pPr marL="169545" indent="-169545">
              <a:spcBef>
                <a:spcPts val="400"/>
              </a:spcBef>
              <a:spcAft>
                <a:spcPts val="400"/>
              </a:spcAft>
              <a:buFont typeface="+mj-lt"/>
              <a:buAutoNum type="arabicPeriod"/>
              <a:defRPr/>
            </a:pPr>
            <a:r>
              <a:rPr lang="en-GB" sz="1200"/>
              <a:t>{{step_3_desc_1}}</a:t>
            </a:r>
            <a:endParaRPr lang="de-DE" sz="1200">
              <a:cs typeface="Arial"/>
            </a:endParaRPr>
          </a:p>
          <a:p>
            <a:pPr marL="169545" indent="-169545">
              <a:spcBef>
                <a:spcPts val="400"/>
              </a:spcBef>
              <a:spcAft>
                <a:spcPts val="400"/>
              </a:spcAft>
              <a:buAutoNum type="arabicPeriod"/>
              <a:defRPr/>
            </a:pPr>
            <a:r>
              <a:rPr lang="en-GB" sz="1200"/>
              <a:t>{{step_3_desc_2}}</a:t>
            </a:r>
            <a:endParaRPr lang="en-US" sz="1200">
              <a:cs typeface="Arial"/>
            </a:endParaRPr>
          </a:p>
          <a:p>
            <a:pPr marL="169545" indent="-169545">
              <a:spcBef>
                <a:spcPts val="400"/>
              </a:spcBef>
              <a:spcAft>
                <a:spcPts val="400"/>
              </a:spcAft>
              <a:buAutoNum type="arabicPeriod"/>
              <a:defRPr/>
            </a:pPr>
            <a:r>
              <a:rPr lang="en-GB" sz="1200"/>
              <a:t>{{step_3_desc_3}}</a:t>
            </a:r>
            <a:endParaRPr lang="en-GB" sz="1200">
              <a:cs typeface="Arial"/>
            </a:endParaRPr>
          </a:p>
          <a:p>
            <a:pPr marL="169545" indent="-169545">
              <a:spcBef>
                <a:spcPts val="400"/>
              </a:spcBef>
              <a:spcAft>
                <a:spcPts val="400"/>
              </a:spcAft>
              <a:buAutoNum type="arabicPeriod"/>
              <a:defRPr/>
            </a:pPr>
            <a:r>
              <a:rPr lang="en-GB" sz="1200"/>
              <a:t>{{step_3_desc_4}}</a:t>
            </a:r>
            <a:endParaRPr lang="en-GB" sz="1200">
              <a:cs typeface="Arial"/>
            </a:endParaRPr>
          </a:p>
          <a:p>
            <a:pPr marL="169545" indent="-169545">
              <a:spcBef>
                <a:spcPts val="400"/>
              </a:spcBef>
              <a:spcAft>
                <a:spcPts val="400"/>
              </a:spcAft>
              <a:buAutoNum type="arabicPeriod"/>
              <a:defRPr/>
            </a:pPr>
            <a:r>
              <a:rPr lang="en-GB" sz="1200"/>
              <a:t>{{step_3_desc_5}}</a:t>
            </a:r>
            <a:endParaRPr lang="en-US"/>
          </a:p>
          <a:p>
            <a:pPr marL="169863" indent="-169863">
              <a:spcBef>
                <a:spcPts val="400"/>
              </a:spcBef>
              <a:spcAft>
                <a:spcPts val="400"/>
              </a:spcAft>
              <a:buFont typeface="+mj-lt"/>
              <a:buAutoNum type="arabicPeriod"/>
              <a:defRPr/>
            </a:pPr>
            <a:r>
              <a:rPr lang="en-GB" sz="1200" dirty="0"/>
              <a:t>…</a:t>
            </a:r>
            <a:endParaRPr lang="en-US" sz="1200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474B00B-7AE9-9E9A-8F9C-96174EB6E937}"/>
              </a:ext>
            </a:extLst>
          </p:cNvPr>
          <p:cNvSpPr txBox="1"/>
          <p:nvPr/>
        </p:nvSpPr>
        <p:spPr>
          <a:xfrm>
            <a:off x="4929061" y="1915669"/>
            <a:ext cx="13491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GB" sz="1400" b="1" dirty="0"/>
              <a:t>Phase 3</a:t>
            </a:r>
          </a:p>
        </p:txBody>
      </p:sp>
      <p:sp>
        <p:nvSpPr>
          <p:cNvPr id="7" name="Google Shape;507;p14">
            <a:extLst>
              <a:ext uri="{FF2B5EF4-FFF2-40B4-BE49-F238E27FC236}">
                <a16:creationId xmlns:a16="http://schemas.microsoft.com/office/drawing/2014/main" id="{B2446B3F-1627-E9E4-A9F6-C9768B8C4837}"/>
              </a:ext>
            </a:extLst>
          </p:cNvPr>
          <p:cNvSpPr txBox="1"/>
          <p:nvPr/>
        </p:nvSpPr>
        <p:spPr>
          <a:xfrm>
            <a:off x="467805" y="6391075"/>
            <a:ext cx="729609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ea typeface="+mn-lt"/>
                <a:cs typeface="+mn-lt"/>
                <a:sym typeface="Arial"/>
              </a:rPr>
              <a:t>{{source}}</a:t>
            </a:r>
            <a:endParaRPr lang="de-DE"/>
          </a:p>
        </p:txBody>
      </p:sp>
      <p:sp>
        <p:nvSpPr>
          <p:cNvPr id="8" name="Google Shape;538;p14">
            <a:extLst>
              <a:ext uri="{FF2B5EF4-FFF2-40B4-BE49-F238E27FC236}">
                <a16:creationId xmlns:a16="http://schemas.microsoft.com/office/drawing/2014/main" id="{779ED706-ECCB-9F32-889C-D68B3D7EC8F3}"/>
              </a:ext>
            </a:extLst>
          </p:cNvPr>
          <p:cNvSpPr txBox="1"/>
          <p:nvPr/>
        </p:nvSpPr>
        <p:spPr>
          <a:xfrm>
            <a:off x="467806" y="6127919"/>
            <a:ext cx="939382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ea typeface="+mn-lt"/>
                <a:cs typeface="+mn-lt"/>
                <a:sym typeface="Arial"/>
              </a:rPr>
              <a:t>{{footnote}}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05612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0">
            <a:extLst>
              <a:ext uri="{FF2B5EF4-FFF2-40B4-BE49-F238E27FC236}">
                <a16:creationId xmlns:a16="http://schemas.microsoft.com/office/drawing/2014/main" id="{67BDBF91-F3A6-3921-06F3-518F17CA0FFF}"/>
              </a:ext>
            </a:extLst>
          </p:cNvPr>
          <p:cNvSpPr/>
          <p:nvPr/>
        </p:nvSpPr>
        <p:spPr>
          <a:xfrm>
            <a:off x="1274165" y="2636031"/>
            <a:ext cx="9698634" cy="18658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tx1"/>
              </a:solidFill>
              <a:latin typeface="Georgia Pro Light" panose="02040302050405020303" pitchFamily="18" charset="0"/>
            </a:endParaRPr>
          </a:p>
        </p:txBody>
      </p:sp>
      <p:sp>
        <p:nvSpPr>
          <p:cNvPr id="52" name="Isosceles Triangle 51">
            <a:extLst>
              <a:ext uri="{FF2B5EF4-FFF2-40B4-BE49-F238E27FC236}">
                <a16:creationId xmlns:a16="http://schemas.microsoft.com/office/drawing/2014/main" id="{F36A878A-C700-BB54-FE5B-CA5CF4A7D067}"/>
              </a:ext>
            </a:extLst>
          </p:cNvPr>
          <p:cNvSpPr/>
          <p:nvPr/>
        </p:nvSpPr>
        <p:spPr>
          <a:xfrm>
            <a:off x="1274164" y="1578942"/>
            <a:ext cx="9698635" cy="1001981"/>
          </a:xfrm>
          <a:prstGeom prst="triangl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0CBFDB1-3847-86D8-5242-D4282BD7B4D4}"/>
              </a:ext>
            </a:extLst>
          </p:cNvPr>
          <p:cNvSpPr/>
          <p:nvPr/>
        </p:nvSpPr>
        <p:spPr>
          <a:xfrm>
            <a:off x="1274164" y="5367974"/>
            <a:ext cx="9698633" cy="25059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tx1"/>
              </a:solidFill>
              <a:latin typeface="Georgia Pro Light" panose="02040302050405020303" pitchFamily="18" charset="0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D6FA4674-CE77-44D4-F6C4-CF997A91A2DF}"/>
              </a:ext>
            </a:extLst>
          </p:cNvPr>
          <p:cNvSpPr/>
          <p:nvPr/>
        </p:nvSpPr>
        <p:spPr>
          <a:xfrm>
            <a:off x="1274164" y="5649503"/>
            <a:ext cx="9698634" cy="61526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Georgia Pro Light" panose="02040302050405020303" pitchFamily="18" charset="0"/>
              </a:rPr>
              <a:t>.  </a:t>
            </a: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495DCC74-4385-ABE6-749B-F94163B6C4E4}"/>
              </a:ext>
            </a:extLst>
          </p:cNvPr>
          <p:cNvGrpSpPr/>
          <p:nvPr/>
        </p:nvGrpSpPr>
        <p:grpSpPr>
          <a:xfrm>
            <a:off x="1222943" y="2822615"/>
            <a:ext cx="2254390" cy="2545359"/>
            <a:chOff x="706581" y="2501238"/>
            <a:chExt cx="2149434" cy="2913138"/>
          </a:xfrm>
        </p:grpSpPr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1B74FD5-A485-5FC6-5800-B4ED671CB6AD}"/>
                </a:ext>
              </a:extLst>
            </p:cNvPr>
            <p:cNvSpPr/>
            <p:nvPr/>
          </p:nvSpPr>
          <p:spPr>
            <a:xfrm>
              <a:off x="855023" y="2501238"/>
              <a:ext cx="1852551" cy="158835"/>
            </a:xfrm>
            <a:custGeom>
              <a:avLst/>
              <a:gdLst>
                <a:gd name="connsiteX0" fmla="*/ 0 w 2149434"/>
                <a:gd name="connsiteY0" fmla="*/ 0 h 166256"/>
                <a:gd name="connsiteX1" fmla="*/ 2149434 w 2149434"/>
                <a:gd name="connsiteY1" fmla="*/ 0 h 166256"/>
                <a:gd name="connsiteX2" fmla="*/ 2149434 w 2149434"/>
                <a:gd name="connsiteY2" fmla="*/ 1 h 166256"/>
                <a:gd name="connsiteX3" fmla="*/ 2149433 w 2149434"/>
                <a:gd name="connsiteY3" fmla="*/ 1 h 166256"/>
                <a:gd name="connsiteX4" fmla="*/ 1983178 w 2149434"/>
                <a:gd name="connsiteY4" fmla="*/ 166256 h 166256"/>
                <a:gd name="connsiteX5" fmla="*/ 166255 w 2149434"/>
                <a:gd name="connsiteY5" fmla="*/ 166255 h 166256"/>
                <a:gd name="connsiteX6" fmla="*/ 13065 w 2149434"/>
                <a:gd name="connsiteY6" fmla="*/ 64714 h 166256"/>
                <a:gd name="connsiteX7" fmla="*/ 0 w 2149434"/>
                <a:gd name="connsiteY7" fmla="*/ 1 h 166256"/>
                <a:gd name="connsiteX8" fmla="*/ 0 w 2149434"/>
                <a:gd name="connsiteY8" fmla="*/ 0 h 1662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49434" h="166256">
                  <a:moveTo>
                    <a:pt x="0" y="0"/>
                  </a:moveTo>
                  <a:lnTo>
                    <a:pt x="2149434" y="0"/>
                  </a:lnTo>
                  <a:lnTo>
                    <a:pt x="2149434" y="1"/>
                  </a:lnTo>
                  <a:lnTo>
                    <a:pt x="2149433" y="1"/>
                  </a:lnTo>
                  <a:cubicBezTo>
                    <a:pt x="2149433" y="91821"/>
                    <a:pt x="2074998" y="166256"/>
                    <a:pt x="1983178" y="166256"/>
                  </a:cubicBezTo>
                  <a:lnTo>
                    <a:pt x="166255" y="166255"/>
                  </a:lnTo>
                  <a:cubicBezTo>
                    <a:pt x="97390" y="166255"/>
                    <a:pt x="38304" y="124385"/>
                    <a:pt x="13065" y="64714"/>
                  </a:cubicBezTo>
                  <a:lnTo>
                    <a:pt x="0" y="1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7A8CE6C-57E0-AAEB-6C6A-6787EA5F9E8F}"/>
                </a:ext>
              </a:extLst>
            </p:cNvPr>
            <p:cNvSpPr/>
            <p:nvPr/>
          </p:nvSpPr>
          <p:spPr>
            <a:xfrm>
              <a:off x="706581" y="5248122"/>
              <a:ext cx="2149434" cy="166254"/>
            </a:xfrm>
            <a:custGeom>
              <a:avLst/>
              <a:gdLst>
                <a:gd name="connsiteX0" fmla="*/ 166255 w 2149434"/>
                <a:gd name="connsiteY0" fmla="*/ 0 h 166254"/>
                <a:gd name="connsiteX1" fmla="*/ 1983179 w 2149434"/>
                <a:gd name="connsiteY1" fmla="*/ 0 h 166254"/>
                <a:gd name="connsiteX2" fmla="*/ 2136369 w 2149434"/>
                <a:gd name="connsiteY2" fmla="*/ 101541 h 166254"/>
                <a:gd name="connsiteX3" fmla="*/ 2149434 w 2149434"/>
                <a:gd name="connsiteY3" fmla="*/ 166254 h 166254"/>
                <a:gd name="connsiteX4" fmla="*/ 0 w 2149434"/>
                <a:gd name="connsiteY4" fmla="*/ 166254 h 166254"/>
                <a:gd name="connsiteX5" fmla="*/ 13065 w 2149434"/>
                <a:gd name="connsiteY5" fmla="*/ 101541 h 166254"/>
                <a:gd name="connsiteX6" fmla="*/ 166255 w 2149434"/>
                <a:gd name="connsiteY6" fmla="*/ 0 h 16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49434" h="166254">
                  <a:moveTo>
                    <a:pt x="166255" y="0"/>
                  </a:moveTo>
                  <a:lnTo>
                    <a:pt x="1983179" y="0"/>
                  </a:lnTo>
                  <a:cubicBezTo>
                    <a:pt x="2052044" y="0"/>
                    <a:pt x="2111130" y="41870"/>
                    <a:pt x="2136369" y="101541"/>
                  </a:cubicBezTo>
                  <a:lnTo>
                    <a:pt x="2149434" y="166254"/>
                  </a:lnTo>
                  <a:lnTo>
                    <a:pt x="0" y="166254"/>
                  </a:lnTo>
                  <a:lnTo>
                    <a:pt x="13065" y="101541"/>
                  </a:lnTo>
                  <a:cubicBezTo>
                    <a:pt x="38304" y="41870"/>
                    <a:pt x="97390" y="0"/>
                    <a:pt x="166255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77" name="Rectangle: Rounded Corners 76">
              <a:extLst>
                <a:ext uri="{FF2B5EF4-FFF2-40B4-BE49-F238E27FC236}">
                  <a16:creationId xmlns:a16="http://schemas.microsoft.com/office/drawing/2014/main" id="{2A911639-5B8B-F6D1-62DC-90D91E076449}"/>
                </a:ext>
              </a:extLst>
            </p:cNvPr>
            <p:cNvSpPr/>
            <p:nvPr/>
          </p:nvSpPr>
          <p:spPr>
            <a:xfrm>
              <a:off x="917476" y="2685115"/>
              <a:ext cx="1727645" cy="81507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73681852-C8BF-4007-D950-C84BCC04C437}"/>
                </a:ext>
              </a:extLst>
            </p:cNvPr>
            <p:cNvSpPr/>
            <p:nvPr/>
          </p:nvSpPr>
          <p:spPr>
            <a:xfrm>
              <a:off x="987189" y="2791664"/>
              <a:ext cx="1588219" cy="2324866"/>
            </a:xfrm>
            <a:prstGeom prst="rect">
              <a:avLst/>
            </a:prstGeom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79" name="Rectangle: Rounded Corners 78">
              <a:extLst>
                <a:ext uri="{FF2B5EF4-FFF2-40B4-BE49-F238E27FC236}">
                  <a16:creationId xmlns:a16="http://schemas.microsoft.com/office/drawing/2014/main" id="{E22985F9-44A4-03E7-F234-86AD2EAFA6D5}"/>
                </a:ext>
              </a:extLst>
            </p:cNvPr>
            <p:cNvSpPr/>
            <p:nvPr/>
          </p:nvSpPr>
          <p:spPr>
            <a:xfrm>
              <a:off x="917476" y="5141572"/>
              <a:ext cx="1727645" cy="81507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350"/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E8EDE78A-2662-891E-4A2B-25F20F700194}"/>
              </a:ext>
            </a:extLst>
          </p:cNvPr>
          <p:cNvGrpSpPr/>
          <p:nvPr/>
        </p:nvGrpSpPr>
        <p:grpSpPr>
          <a:xfrm>
            <a:off x="3619349" y="2822615"/>
            <a:ext cx="2258284" cy="2545359"/>
            <a:chOff x="706581" y="2501238"/>
            <a:chExt cx="2149434" cy="2913138"/>
          </a:xfrm>
        </p:grpSpPr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0183DCBF-63E1-EF36-7A29-89C5B09027AA}"/>
                </a:ext>
              </a:extLst>
            </p:cNvPr>
            <p:cNvSpPr/>
            <p:nvPr/>
          </p:nvSpPr>
          <p:spPr>
            <a:xfrm>
              <a:off x="855023" y="2501238"/>
              <a:ext cx="1852551" cy="158835"/>
            </a:xfrm>
            <a:custGeom>
              <a:avLst/>
              <a:gdLst>
                <a:gd name="connsiteX0" fmla="*/ 0 w 2149434"/>
                <a:gd name="connsiteY0" fmla="*/ 0 h 166256"/>
                <a:gd name="connsiteX1" fmla="*/ 2149434 w 2149434"/>
                <a:gd name="connsiteY1" fmla="*/ 0 h 166256"/>
                <a:gd name="connsiteX2" fmla="*/ 2149434 w 2149434"/>
                <a:gd name="connsiteY2" fmla="*/ 1 h 166256"/>
                <a:gd name="connsiteX3" fmla="*/ 2149433 w 2149434"/>
                <a:gd name="connsiteY3" fmla="*/ 1 h 166256"/>
                <a:gd name="connsiteX4" fmla="*/ 1983178 w 2149434"/>
                <a:gd name="connsiteY4" fmla="*/ 166256 h 166256"/>
                <a:gd name="connsiteX5" fmla="*/ 166255 w 2149434"/>
                <a:gd name="connsiteY5" fmla="*/ 166255 h 166256"/>
                <a:gd name="connsiteX6" fmla="*/ 13065 w 2149434"/>
                <a:gd name="connsiteY6" fmla="*/ 64714 h 166256"/>
                <a:gd name="connsiteX7" fmla="*/ 0 w 2149434"/>
                <a:gd name="connsiteY7" fmla="*/ 1 h 166256"/>
                <a:gd name="connsiteX8" fmla="*/ 0 w 2149434"/>
                <a:gd name="connsiteY8" fmla="*/ 0 h 1662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49434" h="166256">
                  <a:moveTo>
                    <a:pt x="0" y="0"/>
                  </a:moveTo>
                  <a:lnTo>
                    <a:pt x="2149434" y="0"/>
                  </a:lnTo>
                  <a:lnTo>
                    <a:pt x="2149434" y="1"/>
                  </a:lnTo>
                  <a:lnTo>
                    <a:pt x="2149433" y="1"/>
                  </a:lnTo>
                  <a:cubicBezTo>
                    <a:pt x="2149433" y="91821"/>
                    <a:pt x="2074998" y="166256"/>
                    <a:pt x="1983178" y="166256"/>
                  </a:cubicBezTo>
                  <a:lnTo>
                    <a:pt x="166255" y="166255"/>
                  </a:lnTo>
                  <a:cubicBezTo>
                    <a:pt x="97390" y="166255"/>
                    <a:pt x="38304" y="124385"/>
                    <a:pt x="13065" y="64714"/>
                  </a:cubicBezTo>
                  <a:lnTo>
                    <a:pt x="0" y="1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6"/>
                </a:gs>
                <a:gs pos="100000">
                  <a:schemeClr val="accent6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9EE25A22-B499-98E3-2A2D-28A7DB7B1A86}"/>
                </a:ext>
              </a:extLst>
            </p:cNvPr>
            <p:cNvSpPr/>
            <p:nvPr/>
          </p:nvSpPr>
          <p:spPr>
            <a:xfrm>
              <a:off x="706581" y="5248122"/>
              <a:ext cx="2149434" cy="166254"/>
            </a:xfrm>
            <a:custGeom>
              <a:avLst/>
              <a:gdLst>
                <a:gd name="connsiteX0" fmla="*/ 166255 w 2149434"/>
                <a:gd name="connsiteY0" fmla="*/ 0 h 166254"/>
                <a:gd name="connsiteX1" fmla="*/ 1983179 w 2149434"/>
                <a:gd name="connsiteY1" fmla="*/ 0 h 166254"/>
                <a:gd name="connsiteX2" fmla="*/ 2136369 w 2149434"/>
                <a:gd name="connsiteY2" fmla="*/ 101541 h 166254"/>
                <a:gd name="connsiteX3" fmla="*/ 2149434 w 2149434"/>
                <a:gd name="connsiteY3" fmla="*/ 166254 h 166254"/>
                <a:gd name="connsiteX4" fmla="*/ 0 w 2149434"/>
                <a:gd name="connsiteY4" fmla="*/ 166254 h 166254"/>
                <a:gd name="connsiteX5" fmla="*/ 13065 w 2149434"/>
                <a:gd name="connsiteY5" fmla="*/ 101541 h 166254"/>
                <a:gd name="connsiteX6" fmla="*/ 166255 w 2149434"/>
                <a:gd name="connsiteY6" fmla="*/ 0 h 16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49434" h="166254">
                  <a:moveTo>
                    <a:pt x="166255" y="0"/>
                  </a:moveTo>
                  <a:lnTo>
                    <a:pt x="1983179" y="0"/>
                  </a:lnTo>
                  <a:cubicBezTo>
                    <a:pt x="2052044" y="0"/>
                    <a:pt x="2111130" y="41870"/>
                    <a:pt x="2136369" y="101541"/>
                  </a:cubicBezTo>
                  <a:lnTo>
                    <a:pt x="2149434" y="166254"/>
                  </a:lnTo>
                  <a:lnTo>
                    <a:pt x="0" y="166254"/>
                  </a:lnTo>
                  <a:lnTo>
                    <a:pt x="13065" y="101541"/>
                  </a:lnTo>
                  <a:cubicBezTo>
                    <a:pt x="38304" y="41870"/>
                    <a:pt x="97390" y="0"/>
                    <a:pt x="166255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6"/>
                </a:gs>
                <a:gs pos="100000">
                  <a:schemeClr val="accent6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72" name="Rectangle: Rounded Corners 71">
              <a:extLst>
                <a:ext uri="{FF2B5EF4-FFF2-40B4-BE49-F238E27FC236}">
                  <a16:creationId xmlns:a16="http://schemas.microsoft.com/office/drawing/2014/main" id="{B4CDCD09-8D06-C5D9-B4F3-439953DD48A0}"/>
                </a:ext>
              </a:extLst>
            </p:cNvPr>
            <p:cNvSpPr/>
            <p:nvPr/>
          </p:nvSpPr>
          <p:spPr>
            <a:xfrm>
              <a:off x="917476" y="2685115"/>
              <a:ext cx="1727645" cy="81507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chemeClr val="accent6"/>
                </a:gs>
                <a:gs pos="100000">
                  <a:schemeClr val="accent6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DEBA8C64-1688-F83D-02CA-A311A7B258AF}"/>
                </a:ext>
              </a:extLst>
            </p:cNvPr>
            <p:cNvSpPr/>
            <p:nvPr/>
          </p:nvSpPr>
          <p:spPr>
            <a:xfrm>
              <a:off x="987189" y="2791664"/>
              <a:ext cx="1588219" cy="2324866"/>
            </a:xfrm>
            <a:prstGeom prst="rect">
              <a:avLst/>
            </a:prstGeom>
            <a:gradFill flip="none" rotWithShape="1">
              <a:gsLst>
                <a:gs pos="0">
                  <a:schemeClr val="accent6"/>
                </a:gs>
                <a:gs pos="100000">
                  <a:schemeClr val="accent6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74" name="Rectangle: Rounded Corners 73">
              <a:extLst>
                <a:ext uri="{FF2B5EF4-FFF2-40B4-BE49-F238E27FC236}">
                  <a16:creationId xmlns:a16="http://schemas.microsoft.com/office/drawing/2014/main" id="{B2FF6971-C534-CC35-1A99-ABC71A9ED906}"/>
                </a:ext>
              </a:extLst>
            </p:cNvPr>
            <p:cNvSpPr/>
            <p:nvPr/>
          </p:nvSpPr>
          <p:spPr>
            <a:xfrm>
              <a:off x="917476" y="5141572"/>
              <a:ext cx="1727645" cy="81507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chemeClr val="accent6"/>
                </a:gs>
                <a:gs pos="100000">
                  <a:schemeClr val="accent6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350"/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82640185-AC9D-26E6-7A8F-94624BACA0DC}"/>
              </a:ext>
            </a:extLst>
          </p:cNvPr>
          <p:cNvGrpSpPr/>
          <p:nvPr/>
        </p:nvGrpSpPr>
        <p:grpSpPr>
          <a:xfrm>
            <a:off x="6227215" y="2822615"/>
            <a:ext cx="2244055" cy="2545359"/>
            <a:chOff x="706581" y="2501238"/>
            <a:chExt cx="2149434" cy="2913138"/>
          </a:xfrm>
        </p:grpSpPr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CE4923D0-5064-425B-294F-345EE387E5FF}"/>
                </a:ext>
              </a:extLst>
            </p:cNvPr>
            <p:cNvSpPr/>
            <p:nvPr/>
          </p:nvSpPr>
          <p:spPr>
            <a:xfrm>
              <a:off x="855023" y="2501238"/>
              <a:ext cx="1852551" cy="158835"/>
            </a:xfrm>
            <a:custGeom>
              <a:avLst/>
              <a:gdLst>
                <a:gd name="connsiteX0" fmla="*/ 0 w 2149434"/>
                <a:gd name="connsiteY0" fmla="*/ 0 h 166256"/>
                <a:gd name="connsiteX1" fmla="*/ 2149434 w 2149434"/>
                <a:gd name="connsiteY1" fmla="*/ 0 h 166256"/>
                <a:gd name="connsiteX2" fmla="*/ 2149434 w 2149434"/>
                <a:gd name="connsiteY2" fmla="*/ 1 h 166256"/>
                <a:gd name="connsiteX3" fmla="*/ 2149433 w 2149434"/>
                <a:gd name="connsiteY3" fmla="*/ 1 h 166256"/>
                <a:gd name="connsiteX4" fmla="*/ 1983178 w 2149434"/>
                <a:gd name="connsiteY4" fmla="*/ 166256 h 166256"/>
                <a:gd name="connsiteX5" fmla="*/ 166255 w 2149434"/>
                <a:gd name="connsiteY5" fmla="*/ 166255 h 166256"/>
                <a:gd name="connsiteX6" fmla="*/ 13065 w 2149434"/>
                <a:gd name="connsiteY6" fmla="*/ 64714 h 166256"/>
                <a:gd name="connsiteX7" fmla="*/ 0 w 2149434"/>
                <a:gd name="connsiteY7" fmla="*/ 1 h 166256"/>
                <a:gd name="connsiteX8" fmla="*/ 0 w 2149434"/>
                <a:gd name="connsiteY8" fmla="*/ 0 h 1662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49434" h="166256">
                  <a:moveTo>
                    <a:pt x="0" y="0"/>
                  </a:moveTo>
                  <a:lnTo>
                    <a:pt x="2149434" y="0"/>
                  </a:lnTo>
                  <a:lnTo>
                    <a:pt x="2149434" y="1"/>
                  </a:lnTo>
                  <a:lnTo>
                    <a:pt x="2149433" y="1"/>
                  </a:lnTo>
                  <a:cubicBezTo>
                    <a:pt x="2149433" y="91821"/>
                    <a:pt x="2074998" y="166256"/>
                    <a:pt x="1983178" y="166256"/>
                  </a:cubicBezTo>
                  <a:lnTo>
                    <a:pt x="166255" y="166255"/>
                  </a:lnTo>
                  <a:cubicBezTo>
                    <a:pt x="97390" y="166255"/>
                    <a:pt x="38304" y="124385"/>
                    <a:pt x="13065" y="64714"/>
                  </a:cubicBezTo>
                  <a:lnTo>
                    <a:pt x="0" y="1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4"/>
                </a:gs>
                <a:gs pos="100000">
                  <a:schemeClr val="accent4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A7226D16-2AE8-31E7-DE89-65FB74F1690D}"/>
                </a:ext>
              </a:extLst>
            </p:cNvPr>
            <p:cNvSpPr/>
            <p:nvPr/>
          </p:nvSpPr>
          <p:spPr>
            <a:xfrm>
              <a:off x="706581" y="5248122"/>
              <a:ext cx="2149434" cy="166254"/>
            </a:xfrm>
            <a:custGeom>
              <a:avLst/>
              <a:gdLst>
                <a:gd name="connsiteX0" fmla="*/ 166255 w 2149434"/>
                <a:gd name="connsiteY0" fmla="*/ 0 h 166254"/>
                <a:gd name="connsiteX1" fmla="*/ 1983179 w 2149434"/>
                <a:gd name="connsiteY1" fmla="*/ 0 h 166254"/>
                <a:gd name="connsiteX2" fmla="*/ 2136369 w 2149434"/>
                <a:gd name="connsiteY2" fmla="*/ 101541 h 166254"/>
                <a:gd name="connsiteX3" fmla="*/ 2149434 w 2149434"/>
                <a:gd name="connsiteY3" fmla="*/ 166254 h 166254"/>
                <a:gd name="connsiteX4" fmla="*/ 0 w 2149434"/>
                <a:gd name="connsiteY4" fmla="*/ 166254 h 166254"/>
                <a:gd name="connsiteX5" fmla="*/ 13065 w 2149434"/>
                <a:gd name="connsiteY5" fmla="*/ 101541 h 166254"/>
                <a:gd name="connsiteX6" fmla="*/ 166255 w 2149434"/>
                <a:gd name="connsiteY6" fmla="*/ 0 h 16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49434" h="166254">
                  <a:moveTo>
                    <a:pt x="166255" y="0"/>
                  </a:moveTo>
                  <a:lnTo>
                    <a:pt x="1983179" y="0"/>
                  </a:lnTo>
                  <a:cubicBezTo>
                    <a:pt x="2052044" y="0"/>
                    <a:pt x="2111130" y="41870"/>
                    <a:pt x="2136369" y="101541"/>
                  </a:cubicBezTo>
                  <a:lnTo>
                    <a:pt x="2149434" y="166254"/>
                  </a:lnTo>
                  <a:lnTo>
                    <a:pt x="0" y="166254"/>
                  </a:lnTo>
                  <a:lnTo>
                    <a:pt x="13065" y="101541"/>
                  </a:lnTo>
                  <a:cubicBezTo>
                    <a:pt x="38304" y="41870"/>
                    <a:pt x="97390" y="0"/>
                    <a:pt x="166255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4"/>
                </a:gs>
                <a:gs pos="100000">
                  <a:schemeClr val="accent4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67" name="Rectangle: Rounded Corners 66">
              <a:extLst>
                <a:ext uri="{FF2B5EF4-FFF2-40B4-BE49-F238E27FC236}">
                  <a16:creationId xmlns:a16="http://schemas.microsoft.com/office/drawing/2014/main" id="{8F6EB47A-5C14-DD41-065D-70E73FCB4692}"/>
                </a:ext>
              </a:extLst>
            </p:cNvPr>
            <p:cNvSpPr/>
            <p:nvPr/>
          </p:nvSpPr>
          <p:spPr>
            <a:xfrm>
              <a:off x="917476" y="2685115"/>
              <a:ext cx="1727645" cy="81507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chemeClr val="accent4"/>
                </a:gs>
                <a:gs pos="100000">
                  <a:schemeClr val="accent4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B26B9A70-A402-E4E5-51E1-4C11E77E7AFD}"/>
                </a:ext>
              </a:extLst>
            </p:cNvPr>
            <p:cNvSpPr/>
            <p:nvPr/>
          </p:nvSpPr>
          <p:spPr>
            <a:xfrm>
              <a:off x="987189" y="2791664"/>
              <a:ext cx="1588219" cy="2324866"/>
            </a:xfrm>
            <a:prstGeom prst="rect">
              <a:avLst/>
            </a:prstGeom>
            <a:gradFill flip="none" rotWithShape="1">
              <a:gsLst>
                <a:gs pos="0">
                  <a:schemeClr val="accent4"/>
                </a:gs>
                <a:gs pos="100000">
                  <a:schemeClr val="accent4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9" name="Rectangle: Rounded Corners 68">
              <a:extLst>
                <a:ext uri="{FF2B5EF4-FFF2-40B4-BE49-F238E27FC236}">
                  <a16:creationId xmlns:a16="http://schemas.microsoft.com/office/drawing/2014/main" id="{09023381-8557-5863-217F-3E4E9F9DE256}"/>
                </a:ext>
              </a:extLst>
            </p:cNvPr>
            <p:cNvSpPr/>
            <p:nvPr/>
          </p:nvSpPr>
          <p:spPr>
            <a:xfrm>
              <a:off x="917476" y="5141572"/>
              <a:ext cx="1727645" cy="81507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chemeClr val="accent4"/>
                </a:gs>
                <a:gs pos="100000">
                  <a:schemeClr val="accent4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350"/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1D73D163-AB47-25B3-DA9C-4E49FDCCA7B4}"/>
              </a:ext>
            </a:extLst>
          </p:cNvPr>
          <p:cNvGrpSpPr/>
          <p:nvPr/>
        </p:nvGrpSpPr>
        <p:grpSpPr>
          <a:xfrm>
            <a:off x="8709285" y="2822615"/>
            <a:ext cx="2244055" cy="2545359"/>
            <a:chOff x="706581" y="2501238"/>
            <a:chExt cx="2149434" cy="2913138"/>
          </a:xfrm>
        </p:grpSpPr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1275D3AC-F764-A09A-2A1A-18180D8ADFF0}"/>
                </a:ext>
              </a:extLst>
            </p:cNvPr>
            <p:cNvSpPr/>
            <p:nvPr/>
          </p:nvSpPr>
          <p:spPr>
            <a:xfrm>
              <a:off x="855023" y="2501238"/>
              <a:ext cx="1852551" cy="158835"/>
            </a:xfrm>
            <a:custGeom>
              <a:avLst/>
              <a:gdLst>
                <a:gd name="connsiteX0" fmla="*/ 0 w 2149434"/>
                <a:gd name="connsiteY0" fmla="*/ 0 h 166256"/>
                <a:gd name="connsiteX1" fmla="*/ 2149434 w 2149434"/>
                <a:gd name="connsiteY1" fmla="*/ 0 h 166256"/>
                <a:gd name="connsiteX2" fmla="*/ 2149434 w 2149434"/>
                <a:gd name="connsiteY2" fmla="*/ 1 h 166256"/>
                <a:gd name="connsiteX3" fmla="*/ 2149433 w 2149434"/>
                <a:gd name="connsiteY3" fmla="*/ 1 h 166256"/>
                <a:gd name="connsiteX4" fmla="*/ 1983178 w 2149434"/>
                <a:gd name="connsiteY4" fmla="*/ 166256 h 166256"/>
                <a:gd name="connsiteX5" fmla="*/ 166255 w 2149434"/>
                <a:gd name="connsiteY5" fmla="*/ 166255 h 166256"/>
                <a:gd name="connsiteX6" fmla="*/ 13065 w 2149434"/>
                <a:gd name="connsiteY6" fmla="*/ 64714 h 166256"/>
                <a:gd name="connsiteX7" fmla="*/ 0 w 2149434"/>
                <a:gd name="connsiteY7" fmla="*/ 1 h 166256"/>
                <a:gd name="connsiteX8" fmla="*/ 0 w 2149434"/>
                <a:gd name="connsiteY8" fmla="*/ 0 h 1662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49434" h="166256">
                  <a:moveTo>
                    <a:pt x="0" y="0"/>
                  </a:moveTo>
                  <a:lnTo>
                    <a:pt x="2149434" y="0"/>
                  </a:lnTo>
                  <a:lnTo>
                    <a:pt x="2149434" y="1"/>
                  </a:lnTo>
                  <a:lnTo>
                    <a:pt x="2149433" y="1"/>
                  </a:lnTo>
                  <a:cubicBezTo>
                    <a:pt x="2149433" y="91821"/>
                    <a:pt x="2074998" y="166256"/>
                    <a:pt x="1983178" y="166256"/>
                  </a:cubicBezTo>
                  <a:lnTo>
                    <a:pt x="166255" y="166255"/>
                  </a:lnTo>
                  <a:cubicBezTo>
                    <a:pt x="97390" y="166255"/>
                    <a:pt x="38304" y="124385"/>
                    <a:pt x="13065" y="64714"/>
                  </a:cubicBezTo>
                  <a:lnTo>
                    <a:pt x="0" y="1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5"/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E80B4F65-B965-727D-17A5-A5157B5AA118}"/>
                </a:ext>
              </a:extLst>
            </p:cNvPr>
            <p:cNvSpPr/>
            <p:nvPr/>
          </p:nvSpPr>
          <p:spPr>
            <a:xfrm>
              <a:off x="706581" y="5248122"/>
              <a:ext cx="2149434" cy="166254"/>
            </a:xfrm>
            <a:custGeom>
              <a:avLst/>
              <a:gdLst>
                <a:gd name="connsiteX0" fmla="*/ 166255 w 2149434"/>
                <a:gd name="connsiteY0" fmla="*/ 0 h 166254"/>
                <a:gd name="connsiteX1" fmla="*/ 1983179 w 2149434"/>
                <a:gd name="connsiteY1" fmla="*/ 0 h 166254"/>
                <a:gd name="connsiteX2" fmla="*/ 2136369 w 2149434"/>
                <a:gd name="connsiteY2" fmla="*/ 101541 h 166254"/>
                <a:gd name="connsiteX3" fmla="*/ 2149434 w 2149434"/>
                <a:gd name="connsiteY3" fmla="*/ 166254 h 166254"/>
                <a:gd name="connsiteX4" fmla="*/ 0 w 2149434"/>
                <a:gd name="connsiteY4" fmla="*/ 166254 h 166254"/>
                <a:gd name="connsiteX5" fmla="*/ 13065 w 2149434"/>
                <a:gd name="connsiteY5" fmla="*/ 101541 h 166254"/>
                <a:gd name="connsiteX6" fmla="*/ 166255 w 2149434"/>
                <a:gd name="connsiteY6" fmla="*/ 0 h 16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49434" h="166254">
                  <a:moveTo>
                    <a:pt x="166255" y="0"/>
                  </a:moveTo>
                  <a:lnTo>
                    <a:pt x="1983179" y="0"/>
                  </a:lnTo>
                  <a:cubicBezTo>
                    <a:pt x="2052044" y="0"/>
                    <a:pt x="2111130" y="41870"/>
                    <a:pt x="2136369" y="101541"/>
                  </a:cubicBezTo>
                  <a:lnTo>
                    <a:pt x="2149434" y="166254"/>
                  </a:lnTo>
                  <a:lnTo>
                    <a:pt x="0" y="166254"/>
                  </a:lnTo>
                  <a:lnTo>
                    <a:pt x="13065" y="101541"/>
                  </a:lnTo>
                  <a:cubicBezTo>
                    <a:pt x="38304" y="41870"/>
                    <a:pt x="97390" y="0"/>
                    <a:pt x="166255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5"/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62" name="Rectangle: Rounded Corners 61">
              <a:extLst>
                <a:ext uri="{FF2B5EF4-FFF2-40B4-BE49-F238E27FC236}">
                  <a16:creationId xmlns:a16="http://schemas.microsoft.com/office/drawing/2014/main" id="{56066691-51AD-8185-87D5-70DDF51A5FFC}"/>
                </a:ext>
              </a:extLst>
            </p:cNvPr>
            <p:cNvSpPr/>
            <p:nvPr/>
          </p:nvSpPr>
          <p:spPr>
            <a:xfrm>
              <a:off x="917476" y="2685115"/>
              <a:ext cx="1727645" cy="81507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chemeClr val="accent5"/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03EEA92D-379F-4419-1FC1-D52BF9978C7C}"/>
                </a:ext>
              </a:extLst>
            </p:cNvPr>
            <p:cNvSpPr/>
            <p:nvPr/>
          </p:nvSpPr>
          <p:spPr>
            <a:xfrm>
              <a:off x="987189" y="2791664"/>
              <a:ext cx="1588219" cy="2324866"/>
            </a:xfrm>
            <a:prstGeom prst="rect">
              <a:avLst/>
            </a:prstGeom>
            <a:gradFill flip="none" rotWithShape="1">
              <a:gsLst>
                <a:gs pos="0">
                  <a:schemeClr val="accent5"/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4" name="Rectangle: Rounded Corners 63">
              <a:extLst>
                <a:ext uri="{FF2B5EF4-FFF2-40B4-BE49-F238E27FC236}">
                  <a16:creationId xmlns:a16="http://schemas.microsoft.com/office/drawing/2014/main" id="{B3A750A5-AC10-52A3-FBEE-9558C56B2DBC}"/>
                </a:ext>
              </a:extLst>
            </p:cNvPr>
            <p:cNvSpPr/>
            <p:nvPr/>
          </p:nvSpPr>
          <p:spPr>
            <a:xfrm>
              <a:off x="917476" y="5141572"/>
              <a:ext cx="1727645" cy="81507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chemeClr val="accent5"/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350"/>
            </a:p>
          </p:txBody>
        </p:sp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ABCF1334-37E2-7DCB-BDB3-9D3071D9D985}"/>
              </a:ext>
            </a:extLst>
          </p:cNvPr>
          <p:cNvSpPr txBox="1"/>
          <p:nvPr/>
        </p:nvSpPr>
        <p:spPr>
          <a:xfrm>
            <a:off x="4744873" y="1927269"/>
            <a:ext cx="2702257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eorgia" panose="02040502050405020303" pitchFamily="18" charset="0"/>
              </a:rPr>
              <a:t>Four pillar</a:t>
            </a:r>
          </a:p>
        </p:txBody>
      </p:sp>
      <p:sp>
        <p:nvSpPr>
          <p:cNvPr id="2" name="header_title">
            <a:extLst>
              <a:ext uri="{FF2B5EF4-FFF2-40B4-BE49-F238E27FC236}">
                <a16:creationId xmlns:a16="http://schemas.microsoft.com/office/drawing/2014/main" id="{7F9E84FB-D0A0-9B28-1642-68338E9F4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{{slide_title}}</a:t>
            </a:r>
            <a:endParaRPr lang="en-DK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B2AD33D8-75C6-2A7C-4423-800257EFD7C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3BD8888-0BAC-E324-B28C-9E3717D2D6D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5879B90-B394-264D-A9A4-AFA2655752C8}"/>
              </a:ext>
            </a:extLst>
          </p:cNvPr>
          <p:cNvSpPr/>
          <p:nvPr/>
        </p:nvSpPr>
        <p:spPr>
          <a:xfrm>
            <a:off x="1275855" y="2992335"/>
            <a:ext cx="2062874" cy="23940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lang="en-GB" sz="1600" dirty="0">
                <a:solidFill>
                  <a:schemeClr val="bg1"/>
                </a:solidFill>
                <a:ea typeface="+mn-lt"/>
                <a:cs typeface="+mn-lt"/>
              </a:rPr>
              <a:t>{{</a:t>
            </a:r>
            <a:r>
              <a:rPr kumimoji="0" lang="en-GB" sz="16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lt"/>
                <a:cs typeface="+mn-lt"/>
              </a:rPr>
              <a:t>pillar</a:t>
            </a:r>
            <a:r>
              <a:rPr lang="en-GB" sz="1600" dirty="0">
                <a:solidFill>
                  <a:schemeClr val="bg1"/>
                </a:solidFill>
                <a:ea typeface="+mn-lt"/>
                <a:cs typeface="+mn-lt"/>
              </a:rPr>
              <a:t>_</a:t>
            </a:r>
            <a:r>
              <a:rPr kumimoji="0" lang="en-GB" sz="16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lt"/>
                <a:cs typeface="+mn-lt"/>
              </a:rPr>
              <a:t>1</a:t>
            </a:r>
            <a:r>
              <a:rPr lang="en-GB" sz="1600" dirty="0">
                <a:solidFill>
                  <a:schemeClr val="bg1"/>
                </a:solidFill>
                <a:ea typeface="+mn-lt"/>
                <a:cs typeface="+mn-lt"/>
              </a:rPr>
              <a:t>_title}}</a:t>
            </a:r>
            <a:endParaRPr lang="de-DE" dirty="0">
              <a:solidFill>
                <a:schemeClr val="bg1"/>
              </a:solidFill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lang="en-GB" sz="1400" dirty="0">
                <a:solidFill>
                  <a:schemeClr val="bg1"/>
                </a:solidFill>
                <a:ea typeface="+mn-lt"/>
                <a:cs typeface="+mn-lt"/>
              </a:rPr>
              <a:t>{{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lt"/>
                <a:cs typeface="+mn-lt"/>
              </a:rPr>
              <a:t>pillar</a:t>
            </a:r>
            <a:r>
              <a:rPr lang="en-GB" sz="1400" dirty="0">
                <a:solidFill>
                  <a:schemeClr val="bg1"/>
                </a:solidFill>
                <a:ea typeface="+mn-lt"/>
                <a:cs typeface="+mn-lt"/>
              </a:rPr>
              <a:t>_1_desc}}</a:t>
            </a:r>
            <a:endParaRPr lang="en-GB" dirty="0">
              <a:solidFill>
                <a:schemeClr val="bg1"/>
              </a:solidFill>
              <a:ea typeface="+mn-ea"/>
              <a:cs typeface="+mn-cs"/>
            </a:endParaRPr>
          </a:p>
        </p:txBody>
      </p:sp>
      <p:sp>
        <p:nvSpPr>
          <p:cNvPr id="4" name="Google Shape;507;p14">
            <a:extLst>
              <a:ext uri="{FF2B5EF4-FFF2-40B4-BE49-F238E27FC236}">
                <a16:creationId xmlns:a16="http://schemas.microsoft.com/office/drawing/2014/main" id="{45F93DD3-D9E4-15CE-6A11-909B6E8700CF}"/>
              </a:ext>
            </a:extLst>
          </p:cNvPr>
          <p:cNvSpPr txBox="1"/>
          <p:nvPr/>
        </p:nvSpPr>
        <p:spPr>
          <a:xfrm>
            <a:off x="467805" y="6391075"/>
            <a:ext cx="729609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ea typeface="+mn-lt"/>
                <a:cs typeface="+mn-lt"/>
                <a:sym typeface="Arial"/>
              </a:rPr>
              <a:t>{{source}}</a:t>
            </a:r>
            <a:endParaRPr lang="de-DE"/>
          </a:p>
        </p:txBody>
      </p:sp>
      <p:sp>
        <p:nvSpPr>
          <p:cNvPr id="7" name="Google Shape;538;p14">
            <a:extLst>
              <a:ext uri="{FF2B5EF4-FFF2-40B4-BE49-F238E27FC236}">
                <a16:creationId xmlns:a16="http://schemas.microsoft.com/office/drawing/2014/main" id="{59DCFFFC-B135-5C0A-02EF-2865A13CC960}"/>
              </a:ext>
            </a:extLst>
          </p:cNvPr>
          <p:cNvSpPr txBox="1"/>
          <p:nvPr/>
        </p:nvSpPr>
        <p:spPr>
          <a:xfrm>
            <a:off x="467806" y="6127919"/>
            <a:ext cx="939382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ea typeface="+mn-lt"/>
                <a:cs typeface="+mn-lt"/>
                <a:sym typeface="Arial"/>
              </a:rPr>
              <a:t>{{footnote}}</a:t>
            </a:r>
            <a:endParaRPr lang="de-DE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A8D0447A-8111-DE7F-E703-C6BEC331821C}"/>
              </a:ext>
            </a:extLst>
          </p:cNvPr>
          <p:cNvSpPr/>
          <p:nvPr/>
        </p:nvSpPr>
        <p:spPr>
          <a:xfrm>
            <a:off x="3632982" y="3013796"/>
            <a:ext cx="2062874" cy="23940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lang="en-GB" sz="1600" dirty="0">
                <a:solidFill>
                  <a:schemeClr val="tx1"/>
                </a:solidFill>
                <a:ea typeface="+mn-lt"/>
                <a:cs typeface="+mn-lt"/>
              </a:rPr>
              <a:t>{{</a:t>
            </a:r>
            <a:r>
              <a:rPr kumimoji="0" lang="en-GB" sz="16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+mn-lt"/>
                <a:cs typeface="+mn-lt"/>
              </a:rPr>
              <a:t>pillar</a:t>
            </a:r>
            <a:r>
              <a:rPr lang="en-GB" sz="1600" dirty="0">
                <a:solidFill>
                  <a:schemeClr val="tx1"/>
                </a:solidFill>
                <a:ea typeface="+mn-lt"/>
                <a:cs typeface="+mn-lt"/>
              </a:rPr>
              <a:t>_2_title}}</a:t>
            </a:r>
            <a:endParaRPr lang="de-DE" dirty="0">
              <a:solidFill>
                <a:schemeClr val="tx1"/>
              </a:solidFill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lang="en-GB" sz="1400" dirty="0">
                <a:solidFill>
                  <a:schemeClr val="tx1"/>
                </a:solidFill>
                <a:ea typeface="+mn-lt"/>
                <a:cs typeface="+mn-lt"/>
              </a:rPr>
              <a:t>{{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+mn-lt"/>
                <a:cs typeface="+mn-lt"/>
              </a:rPr>
              <a:t>pillar</a:t>
            </a:r>
            <a:r>
              <a:rPr lang="en-GB" sz="1400" dirty="0">
                <a:solidFill>
                  <a:schemeClr val="tx1"/>
                </a:solidFill>
                <a:ea typeface="+mn-lt"/>
                <a:cs typeface="+mn-lt"/>
              </a:rPr>
              <a:t>_2_desc}}</a:t>
            </a:r>
            <a:endParaRPr lang="en-GB" dirty="0">
              <a:solidFill>
                <a:schemeClr val="tx1"/>
              </a:solidFill>
              <a:ea typeface="+mn-ea"/>
              <a:cs typeface="+mn-cs"/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B5B2055B-FEE9-756F-E32F-9C453189BF98}"/>
              </a:ext>
            </a:extLst>
          </p:cNvPr>
          <p:cNvSpPr/>
          <p:nvPr/>
        </p:nvSpPr>
        <p:spPr>
          <a:xfrm>
            <a:off x="6272311" y="3033601"/>
            <a:ext cx="2062874" cy="23940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lang="en-GB" sz="1600" dirty="0">
                <a:solidFill>
                  <a:schemeClr val="tx1"/>
                </a:solidFill>
                <a:ea typeface="+mn-lt"/>
                <a:cs typeface="+mn-lt"/>
              </a:rPr>
              <a:t>{{</a:t>
            </a:r>
            <a:r>
              <a:rPr kumimoji="0" lang="en-GB" sz="16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+mn-lt"/>
                <a:cs typeface="+mn-lt"/>
              </a:rPr>
              <a:t>pillar</a:t>
            </a:r>
            <a:r>
              <a:rPr lang="en-GB" sz="1600" dirty="0">
                <a:solidFill>
                  <a:schemeClr val="tx1"/>
                </a:solidFill>
                <a:ea typeface="+mn-lt"/>
                <a:cs typeface="+mn-lt"/>
              </a:rPr>
              <a:t>_3_title}}</a:t>
            </a:r>
            <a:endParaRPr lang="de-DE" dirty="0">
              <a:solidFill>
                <a:schemeClr val="tx1"/>
              </a:solidFill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lang="en-GB" sz="1400" dirty="0">
                <a:solidFill>
                  <a:schemeClr val="tx1"/>
                </a:solidFill>
                <a:ea typeface="+mn-lt"/>
                <a:cs typeface="+mn-lt"/>
              </a:rPr>
              <a:t>{{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+mn-lt"/>
                <a:cs typeface="+mn-lt"/>
              </a:rPr>
              <a:t>pillar</a:t>
            </a:r>
            <a:r>
              <a:rPr lang="en-GB" sz="1400" dirty="0">
                <a:solidFill>
                  <a:schemeClr val="tx1"/>
                </a:solidFill>
                <a:ea typeface="+mn-lt"/>
                <a:cs typeface="+mn-lt"/>
              </a:rPr>
              <a:t>_3_desc}}</a:t>
            </a:r>
            <a:endParaRPr lang="en-GB" dirty="0">
              <a:solidFill>
                <a:schemeClr val="tx1"/>
              </a:solidFill>
              <a:ea typeface="+mn-ea"/>
              <a:cs typeface="+mn-cs"/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4BEF7F7A-B326-C7AC-778D-91F254DA4ED2}"/>
              </a:ext>
            </a:extLst>
          </p:cNvPr>
          <p:cNvSpPr/>
          <p:nvPr/>
        </p:nvSpPr>
        <p:spPr>
          <a:xfrm>
            <a:off x="8758639" y="3033601"/>
            <a:ext cx="2062874" cy="23940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lang="en-GB" sz="1600" dirty="0">
                <a:solidFill>
                  <a:schemeClr val="tx1"/>
                </a:solidFill>
                <a:ea typeface="+mn-lt"/>
                <a:cs typeface="+mn-lt"/>
              </a:rPr>
              <a:t>{{</a:t>
            </a:r>
            <a:r>
              <a:rPr kumimoji="0" lang="en-GB" sz="16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+mn-lt"/>
                <a:cs typeface="+mn-lt"/>
              </a:rPr>
              <a:t>pillar</a:t>
            </a:r>
            <a:r>
              <a:rPr lang="en-GB" sz="1600" dirty="0">
                <a:solidFill>
                  <a:schemeClr val="tx1"/>
                </a:solidFill>
                <a:ea typeface="+mn-lt"/>
                <a:cs typeface="+mn-lt"/>
              </a:rPr>
              <a:t>_4_title}}</a:t>
            </a:r>
            <a:endParaRPr lang="de-DE" dirty="0">
              <a:solidFill>
                <a:schemeClr val="tx1"/>
              </a:solidFill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lang="en-GB" sz="1400" dirty="0">
                <a:solidFill>
                  <a:schemeClr val="tx1"/>
                </a:solidFill>
                <a:ea typeface="+mn-lt"/>
                <a:cs typeface="+mn-lt"/>
              </a:rPr>
              <a:t>{{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+mn-lt"/>
                <a:cs typeface="+mn-lt"/>
              </a:rPr>
              <a:t>pillar</a:t>
            </a:r>
            <a:r>
              <a:rPr lang="en-GB" sz="1400" dirty="0">
                <a:solidFill>
                  <a:schemeClr val="tx1"/>
                </a:solidFill>
                <a:ea typeface="+mn-lt"/>
                <a:cs typeface="+mn-lt"/>
              </a:rPr>
              <a:t>_4_desc}}</a:t>
            </a:r>
            <a:endParaRPr lang="en-GB" dirty="0">
              <a:solidFill>
                <a:schemeClr val="tx1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09894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_title">
            <a:extLst>
              <a:ext uri="{FF2B5EF4-FFF2-40B4-BE49-F238E27FC236}">
                <a16:creationId xmlns:a16="http://schemas.microsoft.com/office/drawing/2014/main" id="{C47C7A83-61D4-1C4B-9DCD-8F246705D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2">
                    <a:lumMod val="10000"/>
                  </a:schemeClr>
                </a:solidFill>
              </a:rPr>
              <a:t>{{slide_title}}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CDB187-FF31-1140-F886-37B39BA81F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034F28-3774-B552-E0A2-2ACA6A617A0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28" name="table_area">
            <a:extLst>
              <a:ext uri="{FF2B5EF4-FFF2-40B4-BE49-F238E27FC236}">
                <a16:creationId xmlns:a16="http://schemas.microsoft.com/office/drawing/2014/main" id="{99E643BC-531A-F84B-BA3A-72E79CDFFB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7011831"/>
              </p:ext>
            </p:extLst>
          </p:nvPr>
        </p:nvGraphicFramePr>
        <p:xfrm>
          <a:off x="467806" y="1648496"/>
          <a:ext cx="11173332" cy="4523590"/>
        </p:xfrm>
        <a:graphic>
          <a:graphicData uri="http://schemas.openxmlformats.org/drawingml/2006/table">
            <a:tbl>
              <a:tblPr bandRow="1">
                <a:tableStyleId>{EB344D84-9AFB-497E-A393-DC336BA19D2E}</a:tableStyleId>
              </a:tblPr>
              <a:tblGrid>
                <a:gridCol w="12814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68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750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2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Area</a:t>
                      </a:r>
                    </a:p>
                  </a:txBody>
                  <a:tcPr marL="0" marR="0" marT="91439" marB="91439" anchor="b" horzOverflow="overflow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1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L="0" marR="0" anchor="b" horzOverflow="overflow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Suggested initiatives</a:t>
                      </a:r>
                    </a:p>
                  </a:txBody>
                  <a:tcPr marL="0" marR="0" marT="91439" marB="91439" anchor="b" horzOverflow="overflow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5A0E13"/>
                        </a:buClr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39" marR="91439" marT="0" marB="36000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571500" marR="0" lvl="2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Arial" charset="0"/>
                        <a:buChar char="–"/>
                        <a:tabLst/>
                      </a:pPr>
                      <a:endParaRPr kumimoji="0" lang="en-US" sz="100" b="0" i="0" u="none" strike="noStrike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L="45720" marR="45720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5A0E13"/>
                        </a:buClr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39" marR="91439" marT="0" marB="36000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4592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5A0E13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noProof="0" dirty="0">
                          <a:solidFill>
                            <a:schemeClr val="bg1"/>
                          </a:solidFill>
                        </a:rPr>
                        <a:t>[Objective/</a:t>
                      </a:r>
                      <a:br>
                        <a:rPr lang="en-US" sz="1200" b="1" noProof="0" dirty="0">
                          <a:solidFill>
                            <a:schemeClr val="bg1"/>
                          </a:solidFill>
                        </a:rPr>
                      </a:br>
                      <a:r>
                        <a:rPr lang="en-US" sz="1200" b="1" noProof="0" dirty="0">
                          <a:solidFill>
                            <a:schemeClr val="bg1"/>
                          </a:solidFill>
                        </a:rPr>
                        <a:t>strategic area]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288925" marR="0" lvl="1" indent="-1746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Tx/>
                        <a:buChar char="•"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5A0E13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[Insert initiative]: 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[Description]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459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5A0E13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[Insert initiative]: 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[Description]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459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5A0E13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[Insert initiative]: </a:t>
                      </a: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[Description]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4592">
                <a:tc rowSpan="6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5A0E13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noProof="0" dirty="0">
                          <a:solidFill>
                            <a:schemeClr val="bg1"/>
                          </a:solidFill>
                        </a:rPr>
                        <a:t>[Objective/</a:t>
                      </a:r>
                      <a:br>
                        <a:rPr lang="en-US" sz="1200" b="1" noProof="0" dirty="0">
                          <a:solidFill>
                            <a:schemeClr val="bg1"/>
                          </a:solidFill>
                        </a:rPr>
                      </a:br>
                      <a:r>
                        <a:rPr lang="en-US" sz="1200" b="1" noProof="0" dirty="0">
                          <a:solidFill>
                            <a:schemeClr val="bg1"/>
                          </a:solidFill>
                        </a:rPr>
                        <a:t>strategic area]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 rowSpan="6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L="45720" marR="4572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5A0E13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[Insert initiative]: </a:t>
                      </a: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[Description]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459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5A0E13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[Insert initiative]: </a:t>
                      </a: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[Description]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459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5A0E13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[Insert initiative]: </a:t>
                      </a: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[Description]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459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5A0E13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[Insert initiative]: </a:t>
                      </a: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[Description]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459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5A0E13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[Insert initiative]: </a:t>
                      </a: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[Description]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459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5A0E13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[Insert initiative]: </a:t>
                      </a: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[Description]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4592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5A0E13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noProof="0" dirty="0">
                          <a:solidFill>
                            <a:schemeClr val="tx1"/>
                          </a:solidFill>
                        </a:rPr>
                        <a:t>[Objective/</a:t>
                      </a:r>
                      <a:br>
                        <a:rPr lang="en-US" sz="1200" b="1" noProof="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200" b="1" noProof="0" dirty="0">
                          <a:solidFill>
                            <a:schemeClr val="tx1"/>
                          </a:solidFill>
                        </a:rPr>
                        <a:t>strategic area]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L="45720" marR="4572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5A0E13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[Insert initiative]: </a:t>
                      </a: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[Description]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6459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5A0E13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[Insert initiative]: 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[Description]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31" name="Oval 30">
            <a:extLst>
              <a:ext uri="{FF2B5EF4-FFF2-40B4-BE49-F238E27FC236}">
                <a16:creationId xmlns:a16="http://schemas.microsoft.com/office/drawing/2014/main" id="{B3D3DEDA-C00C-ED46-BE1C-B7B692B039D6}"/>
              </a:ext>
            </a:extLst>
          </p:cNvPr>
          <p:cNvSpPr>
            <a:spLocks noChangeAspect="1"/>
          </p:cNvSpPr>
          <p:nvPr/>
        </p:nvSpPr>
        <p:spPr>
          <a:xfrm>
            <a:off x="1901360" y="2218035"/>
            <a:ext cx="252000" cy="252000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Arial"/>
              </a:rPr>
              <a:t>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782D1FF-A425-BE49-9935-B40DA150D8AE}"/>
              </a:ext>
            </a:extLst>
          </p:cNvPr>
          <p:cNvSpPr>
            <a:spLocks noChangeAspect="1"/>
          </p:cNvSpPr>
          <p:nvPr/>
        </p:nvSpPr>
        <p:spPr>
          <a:xfrm>
            <a:off x="1901360" y="2583260"/>
            <a:ext cx="252000" cy="252000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Arial"/>
              </a:rPr>
              <a:t>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34DEB69-9551-3E44-8C19-1D83C2EAA284}"/>
              </a:ext>
            </a:extLst>
          </p:cNvPr>
          <p:cNvSpPr>
            <a:spLocks noChangeAspect="1"/>
          </p:cNvSpPr>
          <p:nvPr/>
        </p:nvSpPr>
        <p:spPr>
          <a:xfrm>
            <a:off x="1901360" y="2948485"/>
            <a:ext cx="252000" cy="252000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Arial"/>
              </a:rPr>
              <a:t>3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9D20173-8298-1446-A691-5398DBF3BB83}"/>
              </a:ext>
            </a:extLst>
          </p:cNvPr>
          <p:cNvSpPr>
            <a:spLocks noChangeAspect="1"/>
          </p:cNvSpPr>
          <p:nvPr/>
        </p:nvSpPr>
        <p:spPr>
          <a:xfrm>
            <a:off x="1901360" y="3313710"/>
            <a:ext cx="252000" cy="252000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Arial"/>
              </a:rPr>
              <a:t>4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C822EB4-4309-4843-A1EA-654BE15CD561}"/>
              </a:ext>
            </a:extLst>
          </p:cNvPr>
          <p:cNvSpPr>
            <a:spLocks noChangeAspect="1"/>
          </p:cNvSpPr>
          <p:nvPr/>
        </p:nvSpPr>
        <p:spPr>
          <a:xfrm>
            <a:off x="1901360" y="3678935"/>
            <a:ext cx="252000" cy="252000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Arial"/>
              </a:rPr>
              <a:t>5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F581D3C-43D1-9546-A435-C77D612FDCAB}"/>
              </a:ext>
            </a:extLst>
          </p:cNvPr>
          <p:cNvSpPr>
            <a:spLocks noChangeAspect="1"/>
          </p:cNvSpPr>
          <p:nvPr/>
        </p:nvSpPr>
        <p:spPr>
          <a:xfrm>
            <a:off x="1901360" y="4044160"/>
            <a:ext cx="252000" cy="252000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Arial"/>
              </a:rPr>
              <a:t>6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F7AA636-EA2A-9C42-9809-F9F3237BEFE5}"/>
              </a:ext>
            </a:extLst>
          </p:cNvPr>
          <p:cNvSpPr>
            <a:spLocks noChangeAspect="1"/>
          </p:cNvSpPr>
          <p:nvPr/>
        </p:nvSpPr>
        <p:spPr>
          <a:xfrm>
            <a:off x="1901360" y="4409385"/>
            <a:ext cx="252000" cy="252000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Arial"/>
              </a:rPr>
              <a:t>7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B7A1C66-2DD1-1A43-A52F-4FDADF6E5306}"/>
              </a:ext>
            </a:extLst>
          </p:cNvPr>
          <p:cNvSpPr>
            <a:spLocks noChangeAspect="1"/>
          </p:cNvSpPr>
          <p:nvPr/>
        </p:nvSpPr>
        <p:spPr>
          <a:xfrm>
            <a:off x="1901360" y="4774610"/>
            <a:ext cx="252000" cy="252000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Arial"/>
              </a:rPr>
              <a:t>8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16D0ADD-7F16-9B40-944F-EE616FE00B65}"/>
              </a:ext>
            </a:extLst>
          </p:cNvPr>
          <p:cNvSpPr>
            <a:spLocks noChangeAspect="1"/>
          </p:cNvSpPr>
          <p:nvPr/>
        </p:nvSpPr>
        <p:spPr>
          <a:xfrm>
            <a:off x="1901360" y="5139835"/>
            <a:ext cx="252000" cy="252000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Arial"/>
              </a:rPr>
              <a:t>9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1EE2FEF-CBE8-6149-8FA6-E4A701532758}"/>
              </a:ext>
            </a:extLst>
          </p:cNvPr>
          <p:cNvSpPr>
            <a:spLocks noChangeAspect="1"/>
          </p:cNvSpPr>
          <p:nvPr/>
        </p:nvSpPr>
        <p:spPr>
          <a:xfrm>
            <a:off x="1901360" y="5505060"/>
            <a:ext cx="252000" cy="252000"/>
          </a:xfrm>
          <a:prstGeom prst="ellipse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Arial"/>
              </a:rPr>
              <a:t>10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BA87C6F1-D159-6642-B019-33C722EC9810}"/>
              </a:ext>
            </a:extLst>
          </p:cNvPr>
          <p:cNvSpPr>
            <a:spLocks noChangeAspect="1"/>
          </p:cNvSpPr>
          <p:nvPr/>
        </p:nvSpPr>
        <p:spPr>
          <a:xfrm>
            <a:off x="1901360" y="5870286"/>
            <a:ext cx="252000" cy="252000"/>
          </a:xfrm>
          <a:prstGeom prst="ellipse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Arial"/>
              </a:rPr>
              <a:t>11</a:t>
            </a:r>
          </a:p>
        </p:txBody>
      </p:sp>
      <p:sp>
        <p:nvSpPr>
          <p:cNvPr id="5" name="Google Shape;677;p19">
            <a:extLst>
              <a:ext uri="{FF2B5EF4-FFF2-40B4-BE49-F238E27FC236}">
                <a16:creationId xmlns:a16="http://schemas.microsoft.com/office/drawing/2014/main" id="{8671E4AF-C797-CB31-6D4B-F9C4A640504C}"/>
              </a:ext>
            </a:extLst>
          </p:cNvPr>
          <p:cNvSpPr txBox="1"/>
          <p:nvPr/>
        </p:nvSpPr>
        <p:spPr>
          <a:xfrm>
            <a:off x="467805" y="6391075"/>
            <a:ext cx="729609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032"/>
              </a:buClr>
              <a:buSzPts val="900"/>
              <a:buFont typeface="Arial"/>
              <a:buNone/>
            </a:pPr>
            <a:r>
              <a:rPr lang="en-GB" sz="900" b="0" i="0" u="none" strike="noStrike" cap="none">
                <a:solidFill>
                  <a:srgbClr val="062032"/>
                </a:solidFill>
                <a:latin typeface="Arial"/>
                <a:ea typeface="Arial"/>
                <a:cs typeface="Arial"/>
                <a:sym typeface="Arial"/>
              </a:rPr>
              <a:t>Source: </a:t>
            </a:r>
            <a:r>
              <a:rPr lang="en-GB" sz="900">
                <a:solidFill>
                  <a:srgbClr val="062032"/>
                </a:solidFill>
                <a:latin typeface="Arial"/>
                <a:ea typeface="Arial"/>
                <a:cs typeface="Arial"/>
                <a:sym typeface="Arial"/>
              </a:rPr>
              <a:t>xx</a:t>
            </a:r>
            <a:endParaRPr sz="900" b="0" i="0" u="none" strike="noStrike" cap="none">
              <a:solidFill>
                <a:srgbClr val="06203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287874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header_title">
            <a:extLst>
              <a:ext uri="{FF2B5EF4-FFF2-40B4-BE49-F238E27FC236}">
                <a16:creationId xmlns:a16="http://schemas.microsoft.com/office/drawing/2014/main" id="{717D4838-28B7-8039-6469-86667304B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{{slide_title}}</a:t>
            </a:r>
            <a:endParaRPr lang="en-US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25A294CE-EC7B-B2E9-8022-6A3060274F4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4570FE7-E5FA-4D93-8E3A-3707E394423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5E677B1-F6B3-504F-A57C-88D6741B3A76}"/>
              </a:ext>
            </a:extLst>
          </p:cNvPr>
          <p:cNvSpPr/>
          <p:nvPr/>
        </p:nvSpPr>
        <p:spPr>
          <a:xfrm>
            <a:off x="1115082" y="3762926"/>
            <a:ext cx="2593887" cy="11309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400" b="1" dirty="0">
                <a:solidFill>
                  <a:schemeClr val="tx1"/>
                </a:solidFill>
              </a:rPr>
              <a:t>Initiatives: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tx1"/>
                </a:solidFill>
              </a:rPr>
              <a:t>[Initiative 1]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tx1"/>
                </a:solidFill>
              </a:rPr>
              <a:t>[Initiative 2]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tx1"/>
                </a:solidFill>
              </a:rPr>
              <a:t>[Initiative 3]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791B150-F5EC-9748-A482-3DACF01F3730}"/>
              </a:ext>
            </a:extLst>
          </p:cNvPr>
          <p:cNvSpPr/>
          <p:nvPr/>
        </p:nvSpPr>
        <p:spPr>
          <a:xfrm>
            <a:off x="1115262" y="3239185"/>
            <a:ext cx="2593887" cy="4767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b="1" dirty="0">
                <a:solidFill>
                  <a:schemeClr val="tx1"/>
                </a:solidFill>
              </a:rPr>
              <a:t>[Category 1]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D6AD4E7-5003-1E4C-9893-86BD8C3C5BE3}"/>
              </a:ext>
            </a:extLst>
          </p:cNvPr>
          <p:cNvSpPr/>
          <p:nvPr/>
        </p:nvSpPr>
        <p:spPr>
          <a:xfrm>
            <a:off x="4755814" y="3239185"/>
            <a:ext cx="2595600" cy="4767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b="1" dirty="0">
                <a:solidFill>
                  <a:schemeClr val="tx1"/>
                </a:solidFill>
              </a:rPr>
              <a:t>[Category 2]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C6B37C4-6351-A14B-980C-E11F18A4DD12}"/>
              </a:ext>
            </a:extLst>
          </p:cNvPr>
          <p:cNvSpPr/>
          <p:nvPr/>
        </p:nvSpPr>
        <p:spPr>
          <a:xfrm>
            <a:off x="8398079" y="3239185"/>
            <a:ext cx="2595600" cy="4767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b="1" dirty="0">
                <a:solidFill>
                  <a:schemeClr val="tx1"/>
                </a:solidFill>
              </a:rPr>
              <a:t>[Category 3]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81FA326-CE11-764A-BDF3-73CCD9035CDF}"/>
              </a:ext>
            </a:extLst>
          </p:cNvPr>
          <p:cNvSpPr/>
          <p:nvPr/>
        </p:nvSpPr>
        <p:spPr>
          <a:xfrm>
            <a:off x="4755814" y="3762926"/>
            <a:ext cx="2593887" cy="11309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400" b="1" dirty="0">
                <a:solidFill>
                  <a:schemeClr val="tx1"/>
                </a:solidFill>
              </a:rPr>
              <a:t>Initiatives: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tx1"/>
                </a:solidFill>
              </a:rPr>
              <a:t>[Initiative 1]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tx1"/>
                </a:solidFill>
              </a:rPr>
              <a:t>[Initiative 2]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tx1"/>
                </a:solidFill>
              </a:rPr>
              <a:t>[Initiative 3]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4255825-2E99-CA4B-A718-8AF416EFF2A0}"/>
              </a:ext>
            </a:extLst>
          </p:cNvPr>
          <p:cNvSpPr/>
          <p:nvPr/>
        </p:nvSpPr>
        <p:spPr>
          <a:xfrm>
            <a:off x="8398079" y="3708510"/>
            <a:ext cx="2593887" cy="11309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400" b="1" dirty="0">
                <a:solidFill>
                  <a:schemeClr val="tx1"/>
                </a:solidFill>
              </a:rPr>
              <a:t>Initiatives: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tx1"/>
                </a:solidFill>
              </a:rPr>
              <a:t>[Initiative 1]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tx1"/>
                </a:solidFill>
              </a:rPr>
              <a:t>[Initiative 2]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tx1"/>
                </a:solidFill>
              </a:rPr>
              <a:t>[Initiative 3]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7A1C068-CB5F-654C-98F7-74E9B7EB7A88}"/>
              </a:ext>
            </a:extLst>
          </p:cNvPr>
          <p:cNvSpPr/>
          <p:nvPr/>
        </p:nvSpPr>
        <p:spPr>
          <a:xfrm>
            <a:off x="1115082" y="5494857"/>
            <a:ext cx="2593887" cy="62390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solidFill>
                  <a:schemeClr val="tx1"/>
                </a:solidFill>
              </a:rPr>
              <a:t>[Outcome]: xx [currency]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EEEBBB6-6EFF-304F-BBED-F715AE991D15}"/>
              </a:ext>
            </a:extLst>
          </p:cNvPr>
          <p:cNvSpPr/>
          <p:nvPr/>
        </p:nvSpPr>
        <p:spPr>
          <a:xfrm>
            <a:off x="4755814" y="5494857"/>
            <a:ext cx="2593887" cy="62390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solidFill>
                  <a:schemeClr val="tx1"/>
                </a:solidFill>
              </a:rPr>
              <a:t>[Outcome]: xx [currency]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7B69B1E-E53A-2B45-BF79-26D8850823FD}"/>
              </a:ext>
            </a:extLst>
          </p:cNvPr>
          <p:cNvSpPr/>
          <p:nvPr/>
        </p:nvSpPr>
        <p:spPr>
          <a:xfrm>
            <a:off x="8396546" y="5494857"/>
            <a:ext cx="2593887" cy="62390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solidFill>
                  <a:schemeClr val="tx1"/>
                </a:solidFill>
              </a:rPr>
              <a:t>[Outcome]: xx [currency]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73D9984-5664-3948-BEE1-673395A3D94F}"/>
              </a:ext>
            </a:extLst>
          </p:cNvPr>
          <p:cNvSpPr>
            <a:spLocks noChangeAspect="1"/>
          </p:cNvSpPr>
          <p:nvPr/>
        </p:nvSpPr>
        <p:spPr>
          <a:xfrm>
            <a:off x="1909103" y="1893791"/>
            <a:ext cx="1005840" cy="100584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6F7A5F5-DB29-1B4F-B67D-F02071A527D6}"/>
              </a:ext>
            </a:extLst>
          </p:cNvPr>
          <p:cNvSpPr>
            <a:spLocks noChangeAspect="1"/>
          </p:cNvSpPr>
          <p:nvPr/>
        </p:nvSpPr>
        <p:spPr>
          <a:xfrm>
            <a:off x="5549837" y="1893791"/>
            <a:ext cx="1005840" cy="100584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4ED86FF2-6951-644A-AC89-F58489C69DC1}"/>
              </a:ext>
            </a:extLst>
          </p:cNvPr>
          <p:cNvSpPr>
            <a:spLocks noChangeAspect="1"/>
          </p:cNvSpPr>
          <p:nvPr/>
        </p:nvSpPr>
        <p:spPr>
          <a:xfrm>
            <a:off x="9192102" y="1893791"/>
            <a:ext cx="1005840" cy="100584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8" name="Triangle 17">
            <a:extLst>
              <a:ext uri="{FF2B5EF4-FFF2-40B4-BE49-F238E27FC236}">
                <a16:creationId xmlns:a16="http://schemas.microsoft.com/office/drawing/2014/main" id="{3D8D8B64-C002-BB42-A2CA-7F6284C66558}"/>
              </a:ext>
            </a:extLst>
          </p:cNvPr>
          <p:cNvSpPr/>
          <p:nvPr/>
        </p:nvSpPr>
        <p:spPr>
          <a:xfrm rot="10800000">
            <a:off x="1607940" y="5131671"/>
            <a:ext cx="1608168" cy="254279"/>
          </a:xfrm>
          <a:prstGeom prst="triangl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2" name="Triangle 21">
            <a:extLst>
              <a:ext uri="{FF2B5EF4-FFF2-40B4-BE49-F238E27FC236}">
                <a16:creationId xmlns:a16="http://schemas.microsoft.com/office/drawing/2014/main" id="{48E8D0A8-B25D-A541-9885-201CD39ACFFA}"/>
              </a:ext>
            </a:extLst>
          </p:cNvPr>
          <p:cNvSpPr/>
          <p:nvPr/>
        </p:nvSpPr>
        <p:spPr>
          <a:xfrm rot="10800000">
            <a:off x="5248674" y="5131671"/>
            <a:ext cx="1608168" cy="254279"/>
          </a:xfrm>
          <a:prstGeom prst="triangl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3" name="Triangle 22">
            <a:extLst>
              <a:ext uri="{FF2B5EF4-FFF2-40B4-BE49-F238E27FC236}">
                <a16:creationId xmlns:a16="http://schemas.microsoft.com/office/drawing/2014/main" id="{5FE33509-06D9-4444-8CBE-1083D266CA84}"/>
              </a:ext>
            </a:extLst>
          </p:cNvPr>
          <p:cNvSpPr/>
          <p:nvPr/>
        </p:nvSpPr>
        <p:spPr>
          <a:xfrm rot="10800000">
            <a:off x="8890938" y="5131671"/>
            <a:ext cx="1608168" cy="254279"/>
          </a:xfrm>
          <a:prstGeom prst="triangl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987B6D1-48CE-8940-871C-5F73D516FC55}"/>
              </a:ext>
            </a:extLst>
          </p:cNvPr>
          <p:cNvCxnSpPr>
            <a:cxnSpLocks/>
            <a:endCxn id="7" idx="4"/>
          </p:cNvCxnSpPr>
          <p:nvPr/>
        </p:nvCxnSpPr>
        <p:spPr>
          <a:xfrm flipH="1" flipV="1">
            <a:off x="2412023" y="2899630"/>
            <a:ext cx="182" cy="324000"/>
          </a:xfrm>
          <a:prstGeom prst="line">
            <a:avLst/>
          </a:prstGeom>
          <a:ln w="19050">
            <a:solidFill>
              <a:schemeClr val="tx1"/>
            </a:solidFill>
            <a:headEnd type="oval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CE7A280C-FC0E-F54C-8D9B-0439E53FD0C6}"/>
              </a:ext>
            </a:extLst>
          </p:cNvPr>
          <p:cNvCxnSpPr>
            <a:cxnSpLocks/>
            <a:endCxn id="19" idx="4"/>
          </p:cNvCxnSpPr>
          <p:nvPr/>
        </p:nvCxnSpPr>
        <p:spPr>
          <a:xfrm flipH="1" flipV="1">
            <a:off x="6052757" y="2899630"/>
            <a:ext cx="857" cy="324000"/>
          </a:xfrm>
          <a:prstGeom prst="line">
            <a:avLst/>
          </a:prstGeom>
          <a:ln w="19050">
            <a:solidFill>
              <a:schemeClr val="tx1"/>
            </a:solidFill>
            <a:headEnd type="oval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62A98038-6BA3-B64E-BF9F-007383DFFE44}"/>
              </a:ext>
            </a:extLst>
          </p:cNvPr>
          <p:cNvCxnSpPr>
            <a:cxnSpLocks/>
            <a:endCxn id="20" idx="4"/>
          </p:cNvCxnSpPr>
          <p:nvPr/>
        </p:nvCxnSpPr>
        <p:spPr>
          <a:xfrm flipH="1" flipV="1">
            <a:off x="9695022" y="2899630"/>
            <a:ext cx="857" cy="324000"/>
          </a:xfrm>
          <a:prstGeom prst="line">
            <a:avLst/>
          </a:prstGeom>
          <a:ln w="19050">
            <a:solidFill>
              <a:schemeClr val="tx1"/>
            </a:solidFill>
            <a:headEnd type="oval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" name="Picture 34">
            <a:extLst>
              <a:ext uri="{FF2B5EF4-FFF2-40B4-BE49-F238E27FC236}">
                <a16:creationId xmlns:a16="http://schemas.microsoft.com/office/drawing/2014/main" id="{9081E29C-3FEA-A94C-BAAE-34B88C0D30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4424" y="2159111"/>
            <a:ext cx="475200" cy="475200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BD5BF7BA-CAEE-3347-ACD2-56AEB4FD24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395" y="2159111"/>
            <a:ext cx="475200" cy="47520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84A9F4D8-FD9E-C24E-84DC-3623C7E891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57516" y="2158348"/>
            <a:ext cx="476727" cy="476727"/>
          </a:xfrm>
          <a:prstGeom prst="rect">
            <a:avLst/>
          </a:prstGeom>
        </p:spPr>
      </p:pic>
      <p:sp>
        <p:nvSpPr>
          <p:cNvPr id="2" name="Google Shape;507;p14">
            <a:extLst>
              <a:ext uri="{FF2B5EF4-FFF2-40B4-BE49-F238E27FC236}">
                <a16:creationId xmlns:a16="http://schemas.microsoft.com/office/drawing/2014/main" id="{9854115B-E9CC-789F-0E2A-0E5695A72DFB}"/>
              </a:ext>
            </a:extLst>
          </p:cNvPr>
          <p:cNvSpPr txBox="1"/>
          <p:nvPr/>
        </p:nvSpPr>
        <p:spPr>
          <a:xfrm>
            <a:off x="467805" y="6391075"/>
            <a:ext cx="729609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032"/>
              </a:buClr>
              <a:buSzPts val="900"/>
              <a:buFont typeface="Arial"/>
              <a:buNone/>
            </a:pPr>
            <a:r>
              <a:rPr lang="en-GB" sz="900" b="0" i="0" u="none" strike="noStrike" cap="none" dirty="0">
                <a:latin typeface="Arial"/>
                <a:ea typeface="Arial"/>
                <a:cs typeface="Arial"/>
                <a:sym typeface="Arial"/>
              </a:rPr>
              <a:t>Source: </a:t>
            </a:r>
            <a:r>
              <a:rPr lang="en-GB" sz="900" dirty="0">
                <a:latin typeface="Arial"/>
                <a:ea typeface="Arial"/>
                <a:cs typeface="Arial"/>
                <a:sym typeface="Arial"/>
              </a:rPr>
              <a:t>xx</a:t>
            </a:r>
            <a:endParaRPr sz="90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538;p14">
            <a:extLst>
              <a:ext uri="{FF2B5EF4-FFF2-40B4-BE49-F238E27FC236}">
                <a16:creationId xmlns:a16="http://schemas.microsoft.com/office/drawing/2014/main" id="{AE34F7BD-AB1A-D0F3-3C5B-EB4DAD7A0BCB}"/>
              </a:ext>
            </a:extLst>
          </p:cNvPr>
          <p:cNvSpPr txBox="1"/>
          <p:nvPr/>
        </p:nvSpPr>
        <p:spPr>
          <a:xfrm>
            <a:off x="467806" y="6127919"/>
            <a:ext cx="939382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u="none" strike="noStrike" cap="none" dirty="0">
                <a:latin typeface="Arial"/>
                <a:ea typeface="Arial"/>
                <a:cs typeface="Arial"/>
                <a:sym typeface="Arial"/>
              </a:rPr>
              <a:t>Footnote: 1. xx</a:t>
            </a:r>
            <a:endParaRPr sz="900" dirty="0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11329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header_title">
            <a:extLst>
              <a:ext uri="{FF2B5EF4-FFF2-40B4-BE49-F238E27FC236}">
                <a16:creationId xmlns:a16="http://schemas.microsoft.com/office/drawing/2014/main" id="{34CB72B2-C58B-78F7-EBA6-0391CA399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{{slide_title}}</a:t>
            </a:r>
            <a:endParaRPr lang="en-DK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9C3F8BF-6E40-0908-12D9-3CDEB935585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indings_header">
            <a:extLst>
              <a:ext uri="{FF2B5EF4-FFF2-40B4-BE49-F238E27FC236}">
                <a16:creationId xmlns:a16="http://schemas.microsoft.com/office/drawing/2014/main" id="{712CE328-ACCF-AA43-A244-DF9D5FEFC639}"/>
              </a:ext>
            </a:extLst>
          </p:cNvPr>
          <p:cNvSpPr/>
          <p:nvPr/>
        </p:nvSpPr>
        <p:spPr>
          <a:xfrm>
            <a:off x="704851" y="1712167"/>
            <a:ext cx="5061466" cy="38798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Key findings</a:t>
            </a:r>
          </a:p>
        </p:txBody>
      </p:sp>
      <p:sp>
        <p:nvSpPr>
          <p:cNvPr id="63" name="reco_header">
            <a:extLst>
              <a:ext uri="{FF2B5EF4-FFF2-40B4-BE49-F238E27FC236}">
                <a16:creationId xmlns:a16="http://schemas.microsoft.com/office/drawing/2014/main" id="{0F9BF22C-CED9-BE47-B1DA-FBDD7238A8E1}"/>
              </a:ext>
            </a:extLst>
          </p:cNvPr>
          <p:cNvSpPr/>
          <p:nvPr/>
        </p:nvSpPr>
        <p:spPr>
          <a:xfrm>
            <a:off x="6342623" y="1712167"/>
            <a:ext cx="5061600" cy="38798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Recommendations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972DBDB-2A18-0B4B-AF96-B00C871DD17D}"/>
              </a:ext>
            </a:extLst>
          </p:cNvPr>
          <p:cNvCxnSpPr>
            <a:cxnSpLocks/>
          </p:cNvCxnSpPr>
          <p:nvPr/>
        </p:nvCxnSpPr>
        <p:spPr>
          <a:xfrm flipH="1">
            <a:off x="6054470" y="1712167"/>
            <a:ext cx="1" cy="365760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4AB436DA-B3E8-FC4E-A015-5BBCC151F3A9}"/>
              </a:ext>
            </a:extLst>
          </p:cNvPr>
          <p:cNvSpPr/>
          <p:nvPr/>
        </p:nvSpPr>
        <p:spPr>
          <a:xfrm>
            <a:off x="704851" y="5691924"/>
            <a:ext cx="10699370" cy="388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lang="en-GB" sz="1600" dirty="0">
                <a:solidFill>
                  <a:schemeClr val="bg1"/>
                </a:solidFill>
                <a:ea typeface="+mn-lt"/>
                <a:cs typeface="+mn-lt"/>
              </a:rPr>
              <a:t>{{</a:t>
            </a:r>
            <a:r>
              <a:rPr lang="en-GB" sz="1600" dirty="0" err="1">
                <a:solidFill>
                  <a:schemeClr val="bg1"/>
                </a:solidFill>
                <a:ea typeface="+mn-lt"/>
                <a:cs typeface="+mn-lt"/>
              </a:rPr>
              <a:t>findings_summary</a:t>
            </a:r>
            <a:r>
              <a:rPr lang="en-GB" sz="1600" dirty="0">
                <a:solidFill>
                  <a:schemeClr val="bg1"/>
                </a:solidFill>
                <a:ea typeface="+mn-lt"/>
                <a:cs typeface="+mn-lt"/>
              </a:rPr>
              <a:t>}}</a:t>
            </a:r>
            <a:endParaRPr lang="de-DE" dirty="0">
              <a:solidFill>
                <a:schemeClr val="bg1"/>
              </a:solidFill>
              <a:ea typeface="+mn-ea"/>
              <a:cs typeface="+mn-cs"/>
            </a:endParaRPr>
          </a:p>
        </p:txBody>
      </p:sp>
      <p:sp>
        <p:nvSpPr>
          <p:cNvPr id="21" name="findings_body">
            <a:extLst>
              <a:ext uri="{FF2B5EF4-FFF2-40B4-BE49-F238E27FC236}">
                <a16:creationId xmlns:a16="http://schemas.microsoft.com/office/drawing/2014/main" id="{988ECA7B-943C-E242-ADCD-6C40F18B6819}"/>
              </a:ext>
            </a:extLst>
          </p:cNvPr>
          <p:cNvSpPr txBox="1"/>
          <p:nvPr/>
        </p:nvSpPr>
        <p:spPr>
          <a:xfrm>
            <a:off x="704851" y="2100156"/>
            <a:ext cx="5061458" cy="2782395"/>
          </a:xfrm>
          <a:prstGeom prst="rect">
            <a:avLst/>
          </a:prstGeom>
          <a:noFill/>
        </p:spPr>
        <p:txBody>
          <a:bodyPr wrap="square" lIns="91440" tIns="144000" rIns="91440" bIns="45720" rtlCol="0" anchor="t">
            <a:no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1600">
                <a:ea typeface="+mn-lt"/>
                <a:cs typeface="+mn-lt"/>
              </a:rPr>
              <a:t>{{</a:t>
            </a:r>
            <a:r>
              <a:rPr kumimoji="0" lang="en-GB" sz="16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+mn-lt"/>
                <a:cs typeface="+mn-lt"/>
              </a:rPr>
              <a:t>finding</a:t>
            </a:r>
            <a:r>
              <a:rPr lang="en-GB" sz="1600">
                <a:ea typeface="+mn-lt"/>
                <a:cs typeface="+mn-lt"/>
              </a:rPr>
              <a:t>_1}}</a:t>
            </a:r>
            <a:endParaRPr kumimoji="0" lang="en-GB" sz="16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600">
                <a:ea typeface="+mn-lt"/>
                <a:cs typeface="+mn-lt"/>
              </a:rPr>
              <a:t>{{</a:t>
            </a:r>
            <a:r>
              <a:rPr kumimoji="0" lang="en-GB" sz="16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+mn-lt"/>
                <a:cs typeface="+mn-lt"/>
              </a:rPr>
              <a:t>finding</a:t>
            </a:r>
            <a:r>
              <a:rPr lang="en-GB" sz="1600">
                <a:ea typeface="+mn-lt"/>
                <a:cs typeface="+mn-lt"/>
              </a:rPr>
              <a:t>_2}}</a:t>
            </a:r>
            <a:endParaRPr kumimoji="0" lang="en-GB" sz="16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600">
                <a:ea typeface="+mn-lt"/>
                <a:cs typeface="+mn-lt"/>
              </a:rPr>
              <a:t>{{</a:t>
            </a:r>
            <a:r>
              <a:rPr kumimoji="0" lang="en-GB" sz="16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+mn-lt"/>
                <a:cs typeface="+mn-lt"/>
              </a:rPr>
              <a:t>finding</a:t>
            </a:r>
            <a:r>
              <a:rPr lang="en-GB" sz="1600">
                <a:ea typeface="+mn-lt"/>
                <a:cs typeface="+mn-lt"/>
              </a:rPr>
              <a:t>_3}}</a:t>
            </a:r>
            <a:endParaRPr kumimoji="0" lang="en-GB" sz="16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GB" sz="1600">
                <a:ea typeface="+mn-lt"/>
                <a:cs typeface="+mn-lt"/>
              </a:rPr>
              <a:t>{{finding_4}}</a:t>
            </a:r>
            <a:endParaRPr lang="en-GB" sz="1600" dirty="0">
              <a:ea typeface="+mn-lt"/>
              <a:cs typeface="+mn-lt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1600" dirty="0">
                <a:latin typeface="Arial"/>
              </a:rPr>
              <a:t>…</a:t>
            </a:r>
            <a:endParaRPr kumimoji="0" lang="en-GB" sz="16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5" name="reco_body">
            <a:extLst>
              <a:ext uri="{FF2B5EF4-FFF2-40B4-BE49-F238E27FC236}">
                <a16:creationId xmlns:a16="http://schemas.microsoft.com/office/drawing/2014/main" id="{78E07412-C08E-DF41-BF94-F5B5D929A4E1}"/>
              </a:ext>
            </a:extLst>
          </p:cNvPr>
          <p:cNvSpPr txBox="1"/>
          <p:nvPr/>
        </p:nvSpPr>
        <p:spPr>
          <a:xfrm>
            <a:off x="6342623" y="2100155"/>
            <a:ext cx="5061600" cy="2782395"/>
          </a:xfrm>
          <a:prstGeom prst="rect">
            <a:avLst/>
          </a:prstGeom>
          <a:noFill/>
        </p:spPr>
        <p:txBody>
          <a:bodyPr wrap="square" lIns="91440" tIns="144000" rIns="91440" bIns="45720" rtlCol="0" anchor="t">
            <a:no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1600">
                <a:ea typeface="+mn-lt"/>
                <a:cs typeface="+mn-lt"/>
              </a:rPr>
              <a:t>{{reco_1}}</a:t>
            </a:r>
            <a:endParaRPr kumimoji="0" lang="en-GB" sz="16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600">
                <a:ea typeface="+mn-lt"/>
                <a:cs typeface="+mn-lt"/>
              </a:rPr>
              <a:t>{{reco_2}}</a:t>
            </a:r>
            <a:endParaRPr lang="en-GB" sz="1600" dirty="0">
              <a:ea typeface="+mn-lt"/>
              <a:cs typeface="+mn-lt"/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600">
                <a:ea typeface="+mn-lt"/>
                <a:cs typeface="+mn-lt"/>
              </a:rPr>
              <a:t>{{reco_3}}</a:t>
            </a:r>
            <a:endParaRPr lang="en-GB" sz="1600" dirty="0">
              <a:ea typeface="+mn-lt"/>
              <a:cs typeface="+mn-lt"/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600">
                <a:ea typeface="+mn-lt"/>
                <a:cs typeface="+mn-lt"/>
              </a:rPr>
              <a:t>{{reco_4}}</a:t>
            </a:r>
            <a:endParaRPr lang="en-GB" sz="1600" dirty="0">
              <a:ea typeface="+mn-lt"/>
              <a:cs typeface="+mn-lt"/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600">
                <a:ea typeface="+mn-lt"/>
                <a:cs typeface="+mn-lt"/>
              </a:rPr>
              <a:t>…</a:t>
            </a:r>
            <a:endParaRPr lang="en-GB" sz="16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rial"/>
              <a:cs typeface="Arial" panose="020B0604020202020204"/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30EA99F0-D28B-C74B-9E61-26EE4477D722}"/>
              </a:ext>
            </a:extLst>
          </p:cNvPr>
          <p:cNvSpPr>
            <a:spLocks noChangeAspect="1"/>
          </p:cNvSpPr>
          <p:nvPr/>
        </p:nvSpPr>
        <p:spPr>
          <a:xfrm>
            <a:off x="517777" y="1636161"/>
            <a:ext cx="540000" cy="540000"/>
          </a:xfrm>
          <a:prstGeom prst="ellipse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8ECEE394-CAA3-864A-8534-CEEED62410CE}"/>
              </a:ext>
            </a:extLst>
          </p:cNvPr>
          <p:cNvSpPr>
            <a:spLocks noChangeAspect="1"/>
          </p:cNvSpPr>
          <p:nvPr/>
        </p:nvSpPr>
        <p:spPr>
          <a:xfrm>
            <a:off x="6147699" y="1636161"/>
            <a:ext cx="540000" cy="540000"/>
          </a:xfrm>
          <a:prstGeom prst="ellipse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4DAADD12-A857-454A-8E96-C1570DCCFC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95" y="1760379"/>
            <a:ext cx="291564" cy="291564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98EDC9AF-819F-DC48-858D-E26301AAB5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1899" y="1760361"/>
            <a:ext cx="291600" cy="291600"/>
          </a:xfrm>
          <a:prstGeom prst="rect">
            <a:avLst/>
          </a:prstGeom>
        </p:spPr>
      </p:pic>
      <p:sp>
        <p:nvSpPr>
          <p:cNvPr id="67" name="Oval 66">
            <a:extLst>
              <a:ext uri="{FF2B5EF4-FFF2-40B4-BE49-F238E27FC236}">
                <a16:creationId xmlns:a16="http://schemas.microsoft.com/office/drawing/2014/main" id="{4ABEC639-A2C5-C540-B3F6-54C99F541049}"/>
              </a:ext>
            </a:extLst>
          </p:cNvPr>
          <p:cNvSpPr>
            <a:spLocks noChangeAspect="1"/>
          </p:cNvSpPr>
          <p:nvPr/>
        </p:nvSpPr>
        <p:spPr>
          <a:xfrm>
            <a:off x="517777" y="5616324"/>
            <a:ext cx="540000" cy="540000"/>
          </a:xfrm>
          <a:prstGeom prst="ellipse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D6CE4FC1-12B3-7C4B-9515-D59E82F149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977" y="5740524"/>
            <a:ext cx="291600" cy="291600"/>
          </a:xfrm>
          <a:prstGeom prst="rect">
            <a:avLst/>
          </a:prstGeom>
        </p:spPr>
      </p:pic>
      <p:sp>
        <p:nvSpPr>
          <p:cNvPr id="2" name="Google Shape;507;p14">
            <a:extLst>
              <a:ext uri="{FF2B5EF4-FFF2-40B4-BE49-F238E27FC236}">
                <a16:creationId xmlns:a16="http://schemas.microsoft.com/office/drawing/2014/main" id="{A8D9FCF6-687C-A254-590E-19B66A37F5F9}"/>
              </a:ext>
            </a:extLst>
          </p:cNvPr>
          <p:cNvSpPr txBox="1"/>
          <p:nvPr/>
        </p:nvSpPr>
        <p:spPr>
          <a:xfrm>
            <a:off x="467805" y="6391075"/>
            <a:ext cx="729609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GB" sz="900">
                <a:latin typeface="Consolas"/>
                <a:cs typeface="Arial"/>
                <a:sym typeface="Arial"/>
              </a:rPr>
              <a:t>{{source}}</a:t>
            </a:r>
            <a:endParaRPr lang="de-DE">
              <a:cs typeface="Arial" panose="020B0604020202020204"/>
            </a:endParaRPr>
          </a:p>
        </p:txBody>
      </p:sp>
      <p:sp>
        <p:nvSpPr>
          <p:cNvPr id="3" name="Google Shape;538;p14">
            <a:extLst>
              <a:ext uri="{FF2B5EF4-FFF2-40B4-BE49-F238E27FC236}">
                <a16:creationId xmlns:a16="http://schemas.microsoft.com/office/drawing/2014/main" id="{CF34A821-33D7-19B7-7819-3A60EBDF9EE9}"/>
              </a:ext>
            </a:extLst>
          </p:cNvPr>
          <p:cNvSpPr txBox="1"/>
          <p:nvPr/>
        </p:nvSpPr>
        <p:spPr>
          <a:xfrm>
            <a:off x="467806" y="6127919"/>
            <a:ext cx="939382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ea typeface="+mn-lt"/>
                <a:cs typeface="+mn-lt"/>
                <a:sym typeface="Arial"/>
              </a:rPr>
              <a:t>{{footnote}}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83795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header_title">
            <a:extLst>
              <a:ext uri="{FF2B5EF4-FFF2-40B4-BE49-F238E27FC236}">
                <a16:creationId xmlns:a16="http://schemas.microsoft.com/office/drawing/2014/main" id="{34CB72B2-C58B-78F7-EBA6-0391CA399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{{slide_title}}</a:t>
            </a:r>
            <a:endParaRPr lang="en-DK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9C3F8BF-6E40-0908-12D9-3CDEB935585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challenges_header">
            <a:extLst>
              <a:ext uri="{FF2B5EF4-FFF2-40B4-BE49-F238E27FC236}">
                <a16:creationId xmlns:a16="http://schemas.microsoft.com/office/drawing/2014/main" id="{712CE328-ACCF-AA43-A244-DF9D5FEFC639}"/>
              </a:ext>
            </a:extLst>
          </p:cNvPr>
          <p:cNvSpPr/>
          <p:nvPr/>
        </p:nvSpPr>
        <p:spPr>
          <a:xfrm>
            <a:off x="554736" y="1712167"/>
            <a:ext cx="5211581" cy="38798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Challenges</a:t>
            </a:r>
          </a:p>
        </p:txBody>
      </p:sp>
      <p:sp>
        <p:nvSpPr>
          <p:cNvPr id="63" name="solutions_header">
            <a:extLst>
              <a:ext uri="{FF2B5EF4-FFF2-40B4-BE49-F238E27FC236}">
                <a16:creationId xmlns:a16="http://schemas.microsoft.com/office/drawing/2014/main" id="{0F9BF22C-CED9-BE47-B1DA-FBDD7238A8E1}"/>
              </a:ext>
            </a:extLst>
          </p:cNvPr>
          <p:cNvSpPr/>
          <p:nvPr/>
        </p:nvSpPr>
        <p:spPr>
          <a:xfrm>
            <a:off x="6425189" y="1712167"/>
            <a:ext cx="5212080" cy="38798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Solutions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972DBDB-2A18-0B4B-AF96-B00C871DD17D}"/>
              </a:ext>
            </a:extLst>
          </p:cNvPr>
          <p:cNvCxnSpPr>
            <a:cxnSpLocks/>
          </p:cNvCxnSpPr>
          <p:nvPr/>
        </p:nvCxnSpPr>
        <p:spPr>
          <a:xfrm flipH="1">
            <a:off x="554736" y="3432326"/>
            <a:ext cx="11082528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988ECA7B-943C-E242-ADCD-6C40F18B6819}"/>
              </a:ext>
            </a:extLst>
          </p:cNvPr>
          <p:cNvSpPr txBox="1"/>
          <p:nvPr/>
        </p:nvSpPr>
        <p:spPr>
          <a:xfrm>
            <a:off x="783771" y="2223160"/>
            <a:ext cx="4982538" cy="115866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365760" tIns="91440" rIns="91440" bIns="91440" rtlCol="0" anchor="ctr">
            <a:noAutofit/>
          </a:bodyPr>
          <a:lstStyle/>
          <a:p>
            <a:pPr marR="0" lvl="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/>
            </a:pPr>
            <a:r>
              <a:rPr lang="en-GB" sz="1600">
                <a:ea typeface="+mn-lt"/>
                <a:cs typeface="+mn-lt"/>
              </a:rPr>
              <a:t>{{challenge_1}}</a:t>
            </a:r>
            <a:endParaRPr lang="de-DE">
              <a:ea typeface="+mn-ea"/>
              <a:cs typeface="+mn-cs"/>
            </a:endParaRPr>
          </a:p>
        </p:txBody>
      </p:sp>
      <p:sp>
        <p:nvSpPr>
          <p:cNvPr id="2" name="Google Shape;507;p14">
            <a:extLst>
              <a:ext uri="{FF2B5EF4-FFF2-40B4-BE49-F238E27FC236}">
                <a16:creationId xmlns:a16="http://schemas.microsoft.com/office/drawing/2014/main" id="{A8D9FCF6-687C-A254-590E-19B66A37F5F9}"/>
              </a:ext>
            </a:extLst>
          </p:cNvPr>
          <p:cNvSpPr txBox="1"/>
          <p:nvPr/>
        </p:nvSpPr>
        <p:spPr>
          <a:xfrm>
            <a:off x="467805" y="6391075"/>
            <a:ext cx="729609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ea typeface="+mn-lt"/>
                <a:cs typeface="+mn-lt"/>
                <a:sym typeface="Arial"/>
              </a:rPr>
              <a:t>{{source}}</a:t>
            </a:r>
            <a:endParaRPr lang="de-DE"/>
          </a:p>
        </p:txBody>
      </p:sp>
      <p:sp>
        <p:nvSpPr>
          <p:cNvPr id="3" name="Google Shape;538;p14">
            <a:extLst>
              <a:ext uri="{FF2B5EF4-FFF2-40B4-BE49-F238E27FC236}">
                <a16:creationId xmlns:a16="http://schemas.microsoft.com/office/drawing/2014/main" id="{CF34A821-33D7-19B7-7819-3A60EBDF9EE9}"/>
              </a:ext>
            </a:extLst>
          </p:cNvPr>
          <p:cNvSpPr txBox="1"/>
          <p:nvPr/>
        </p:nvSpPr>
        <p:spPr>
          <a:xfrm>
            <a:off x="467806" y="6127919"/>
            <a:ext cx="939382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ea typeface="+mn-lt"/>
                <a:cs typeface="+mn-lt"/>
                <a:sym typeface="Arial"/>
              </a:rPr>
              <a:t>{{footnote}}</a:t>
            </a:r>
            <a:endParaRPr lang="de-DE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40339F5-9942-196B-57A9-994F67F159C9}"/>
              </a:ext>
            </a:extLst>
          </p:cNvPr>
          <p:cNvSpPr txBox="1"/>
          <p:nvPr/>
        </p:nvSpPr>
        <p:spPr>
          <a:xfrm>
            <a:off x="6425189" y="2223160"/>
            <a:ext cx="5212080" cy="115866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91440" tIns="91440" rIns="91440" bIns="91440" rtlCol="0" anchor="ctr">
            <a:noAutofit/>
          </a:bodyPr>
          <a:lstStyle/>
          <a:p>
            <a:pPr marR="0" lvl="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/>
            </a:pPr>
            <a:r>
              <a:rPr lang="en-GB" sz="1600">
                <a:ea typeface="+mn-lt"/>
                <a:cs typeface="+mn-lt"/>
              </a:rPr>
              <a:t>{{solution_1}}</a:t>
            </a:r>
            <a:endParaRPr lang="de-DE">
              <a:ea typeface="+mn-ea"/>
              <a:cs typeface="+mn-cs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86341ED-D03D-CE45-0A0A-69DCBC227858}"/>
              </a:ext>
            </a:extLst>
          </p:cNvPr>
          <p:cNvCxnSpPr>
            <a:cxnSpLocks/>
          </p:cNvCxnSpPr>
          <p:nvPr/>
        </p:nvCxnSpPr>
        <p:spPr>
          <a:xfrm flipH="1">
            <a:off x="554736" y="4691991"/>
            <a:ext cx="11082528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riangle 22">
            <a:extLst>
              <a:ext uri="{FF2B5EF4-FFF2-40B4-BE49-F238E27FC236}">
                <a16:creationId xmlns:a16="http://schemas.microsoft.com/office/drawing/2014/main" id="{46433443-3355-CB7D-B7EA-93B05C20AAFF}"/>
              </a:ext>
            </a:extLst>
          </p:cNvPr>
          <p:cNvSpPr/>
          <p:nvPr/>
        </p:nvSpPr>
        <p:spPr>
          <a:xfrm rot="5400000">
            <a:off x="5907124" y="2664608"/>
            <a:ext cx="377252" cy="275771"/>
          </a:xfrm>
          <a:prstGeom prst="triangle">
            <a:avLst/>
          </a:prstGeom>
          <a:solidFill>
            <a:schemeClr val="accent2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dirty="0" err="1">
              <a:solidFill>
                <a:schemeClr val="tx1"/>
              </a:solidFill>
            </a:endParaRPr>
          </a:p>
        </p:txBody>
      </p:sp>
      <p:sp>
        <p:nvSpPr>
          <p:cNvPr id="24" name="Triangle 23">
            <a:extLst>
              <a:ext uri="{FF2B5EF4-FFF2-40B4-BE49-F238E27FC236}">
                <a16:creationId xmlns:a16="http://schemas.microsoft.com/office/drawing/2014/main" id="{4DFBD740-AAE8-22AA-FA3E-B019709B2D36}"/>
              </a:ext>
            </a:extLst>
          </p:cNvPr>
          <p:cNvSpPr/>
          <p:nvPr/>
        </p:nvSpPr>
        <p:spPr>
          <a:xfrm rot="5400000">
            <a:off x="5907124" y="3924273"/>
            <a:ext cx="377252" cy="275771"/>
          </a:xfrm>
          <a:prstGeom prst="triangle">
            <a:avLst/>
          </a:prstGeom>
          <a:solidFill>
            <a:schemeClr val="accent2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dirty="0" err="1">
              <a:solidFill>
                <a:schemeClr val="tx1"/>
              </a:solidFill>
            </a:endParaRPr>
          </a:p>
        </p:txBody>
      </p:sp>
      <p:sp>
        <p:nvSpPr>
          <p:cNvPr id="26" name="Triangle 25">
            <a:extLst>
              <a:ext uri="{FF2B5EF4-FFF2-40B4-BE49-F238E27FC236}">
                <a16:creationId xmlns:a16="http://schemas.microsoft.com/office/drawing/2014/main" id="{5060892F-4C9E-141F-318A-905A00A61D2B}"/>
              </a:ext>
            </a:extLst>
          </p:cNvPr>
          <p:cNvSpPr/>
          <p:nvPr/>
        </p:nvSpPr>
        <p:spPr>
          <a:xfrm rot="5400000">
            <a:off x="5907124" y="5183938"/>
            <a:ext cx="377252" cy="275771"/>
          </a:xfrm>
          <a:prstGeom prst="triangle">
            <a:avLst/>
          </a:prstGeom>
          <a:solidFill>
            <a:schemeClr val="accent2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dirty="0" err="1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BB32DE-8843-4C5B-2258-30F274D9F519}"/>
              </a:ext>
            </a:extLst>
          </p:cNvPr>
          <p:cNvSpPr txBox="1"/>
          <p:nvPr/>
        </p:nvSpPr>
        <p:spPr>
          <a:xfrm>
            <a:off x="783771" y="3482825"/>
            <a:ext cx="4982538" cy="115866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365760" tIns="91440" rIns="91440" bIns="91440" rtlCol="0" anchor="ctr">
            <a:noAutofit/>
          </a:bodyPr>
          <a:lstStyle/>
          <a:p>
            <a:pPr marR="0" lvl="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/>
            </a:pPr>
            <a:r>
              <a:rPr lang="en-GB" sz="1600">
                <a:ea typeface="+mn-lt"/>
                <a:cs typeface="+mn-lt"/>
              </a:rPr>
              <a:t>{{challenge_2}}</a:t>
            </a:r>
            <a:endParaRPr lang="de-DE"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8F8040-34B2-326E-E8C5-FBA409B772BF}"/>
              </a:ext>
            </a:extLst>
          </p:cNvPr>
          <p:cNvSpPr txBox="1"/>
          <p:nvPr/>
        </p:nvSpPr>
        <p:spPr>
          <a:xfrm>
            <a:off x="6425189" y="3482825"/>
            <a:ext cx="5212080" cy="115866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91440" tIns="91440" rIns="91440" bIns="91440" rtlCol="0" anchor="ctr">
            <a:noAutofit/>
          </a:bodyPr>
          <a:lstStyle/>
          <a:p>
            <a:pPr marR="0" lvl="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/>
            </a:pPr>
            <a:r>
              <a:rPr lang="en-GB" sz="1600">
                <a:ea typeface="+mn-lt"/>
                <a:cs typeface="+mn-lt"/>
              </a:rPr>
              <a:t>{{solution_2}}</a:t>
            </a:r>
            <a:endParaRPr lang="de-DE"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AA59BC3-5E2A-FB90-ED0D-A5285D1F8487}"/>
              </a:ext>
            </a:extLst>
          </p:cNvPr>
          <p:cNvSpPr txBox="1"/>
          <p:nvPr/>
        </p:nvSpPr>
        <p:spPr>
          <a:xfrm>
            <a:off x="783771" y="4742490"/>
            <a:ext cx="4982538" cy="115866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365760" tIns="91440" rIns="91440" bIns="91440" rtlCol="0" anchor="ctr">
            <a:noAutofit/>
          </a:bodyPr>
          <a:lstStyle/>
          <a:p>
            <a:pPr marR="0" lvl="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/>
            </a:pPr>
            <a:r>
              <a:rPr lang="en-GB" sz="1600">
                <a:ea typeface="+mn-lt"/>
                <a:cs typeface="+mn-lt"/>
              </a:rPr>
              <a:t>{{challenge_3}}</a:t>
            </a:r>
            <a:endParaRPr lang="de-DE">
              <a:ea typeface="+mn-ea"/>
              <a:cs typeface="+mn-c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6122DAD-9FF7-459F-7A3A-C853F0360EB9}"/>
              </a:ext>
            </a:extLst>
          </p:cNvPr>
          <p:cNvSpPr txBox="1"/>
          <p:nvPr/>
        </p:nvSpPr>
        <p:spPr>
          <a:xfrm>
            <a:off x="6425189" y="4742490"/>
            <a:ext cx="5212080" cy="115866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91440" tIns="91440" rIns="91440" bIns="91440" rtlCol="0" anchor="ctr">
            <a:noAutofit/>
          </a:bodyPr>
          <a:lstStyle/>
          <a:p>
            <a:pPr marR="0" lvl="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/>
            </a:pPr>
            <a:r>
              <a:rPr lang="en-GB" sz="1600">
                <a:ea typeface="+mn-lt"/>
                <a:cs typeface="+mn-lt"/>
              </a:rPr>
              <a:t>{{solution_3}}</a:t>
            </a:r>
            <a:endParaRPr lang="de-DE">
              <a:ea typeface="+mn-ea"/>
              <a:cs typeface="+mn-cs"/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A5CF8556-BDDF-B26E-50BB-A581EC8C1899}"/>
              </a:ext>
            </a:extLst>
          </p:cNvPr>
          <p:cNvSpPr/>
          <p:nvPr/>
        </p:nvSpPr>
        <p:spPr>
          <a:xfrm>
            <a:off x="554736" y="2573039"/>
            <a:ext cx="457200" cy="457200"/>
          </a:xfrm>
          <a:prstGeom prst="ellipse">
            <a:avLst/>
          </a:prstGeom>
          <a:solidFill>
            <a:schemeClr val="accent1"/>
          </a:solidFill>
          <a:ln w="9525" cap="sq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6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2DAB2F34-D6F9-46A6-99FB-B98FC4B9E902}"/>
              </a:ext>
            </a:extLst>
          </p:cNvPr>
          <p:cNvSpPr/>
          <p:nvPr/>
        </p:nvSpPr>
        <p:spPr>
          <a:xfrm>
            <a:off x="554736" y="3833131"/>
            <a:ext cx="457200" cy="457200"/>
          </a:xfrm>
          <a:prstGeom prst="ellipse">
            <a:avLst/>
          </a:prstGeom>
          <a:solidFill>
            <a:schemeClr val="accent1"/>
          </a:solidFill>
          <a:ln w="9525" cap="sq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600">
                <a:solidFill>
                  <a:schemeClr val="bg1"/>
                </a:solidFill>
              </a:rPr>
              <a:t>2</a:t>
            </a:r>
            <a:endParaRPr lang="en-US" sz="1600">
              <a:solidFill>
                <a:schemeClr val="bg1"/>
              </a:solidFill>
              <a:cs typeface="Arial"/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47E8FD92-10D9-6962-8BED-8DA0405C67F4}"/>
              </a:ext>
            </a:extLst>
          </p:cNvPr>
          <p:cNvSpPr/>
          <p:nvPr/>
        </p:nvSpPr>
        <p:spPr>
          <a:xfrm>
            <a:off x="554736" y="5093223"/>
            <a:ext cx="457200" cy="457200"/>
          </a:xfrm>
          <a:prstGeom prst="ellipse">
            <a:avLst/>
          </a:prstGeom>
          <a:solidFill>
            <a:schemeClr val="accent1"/>
          </a:solidFill>
          <a:ln w="9525" cap="sq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600">
                <a:solidFill>
                  <a:schemeClr val="bg1"/>
                </a:solidFill>
              </a:rPr>
              <a:t>3</a:t>
            </a:r>
            <a:endParaRPr lang="en-US" sz="1600">
              <a:solidFill>
                <a:schemeClr val="bg1"/>
              </a:solidFill>
              <a:cs typeface="Arial"/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D42E02E9-0128-A435-CB52-9ED2FBAF4744}"/>
              </a:ext>
            </a:extLst>
          </p:cNvPr>
          <p:cNvCxnSpPr>
            <a:cxnSpLocks/>
          </p:cNvCxnSpPr>
          <p:nvPr/>
        </p:nvCxnSpPr>
        <p:spPr>
          <a:xfrm>
            <a:off x="554736" y="2100156"/>
            <a:ext cx="5211581" cy="0"/>
          </a:xfrm>
          <a:prstGeom prst="line">
            <a:avLst/>
          </a:prstGeom>
          <a:ln w="15875" cap="sq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466AF357-1B43-02FC-3D91-BF23C0C7963D}"/>
              </a:ext>
            </a:extLst>
          </p:cNvPr>
          <p:cNvCxnSpPr>
            <a:cxnSpLocks/>
          </p:cNvCxnSpPr>
          <p:nvPr/>
        </p:nvCxnSpPr>
        <p:spPr>
          <a:xfrm>
            <a:off x="6425688" y="2100156"/>
            <a:ext cx="5211581" cy="0"/>
          </a:xfrm>
          <a:prstGeom prst="line">
            <a:avLst/>
          </a:prstGeom>
          <a:ln w="15875" cap="sq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27792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" name="Group 70">
            <a:extLst>
              <a:ext uri="{FF2B5EF4-FFF2-40B4-BE49-F238E27FC236}">
                <a16:creationId xmlns:a16="http://schemas.microsoft.com/office/drawing/2014/main" id="{3C229001-0C18-FF77-9265-C6878701A427}"/>
              </a:ext>
            </a:extLst>
          </p:cNvPr>
          <p:cNvGrpSpPr/>
          <p:nvPr/>
        </p:nvGrpSpPr>
        <p:grpSpPr>
          <a:xfrm>
            <a:off x="917951" y="3533171"/>
            <a:ext cx="710930" cy="692298"/>
            <a:chOff x="672452" y="3416415"/>
            <a:chExt cx="746463" cy="726900"/>
          </a:xfrm>
        </p:grpSpPr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9CE33922-5930-ACEB-DD32-36328AEA724F}"/>
                </a:ext>
              </a:extLst>
            </p:cNvPr>
            <p:cNvSpPr/>
            <p:nvPr/>
          </p:nvSpPr>
          <p:spPr>
            <a:xfrm rot="19800000">
              <a:off x="672452" y="3416415"/>
              <a:ext cx="746463" cy="726900"/>
            </a:xfrm>
            <a:custGeom>
              <a:avLst/>
              <a:gdLst>
                <a:gd name="connsiteX0" fmla="*/ 281437 w 746463"/>
                <a:gd name="connsiteY0" fmla="*/ 25165 h 726900"/>
                <a:gd name="connsiteX1" fmla="*/ 746463 w 746463"/>
                <a:gd name="connsiteY1" fmla="*/ 293649 h 726900"/>
                <a:gd name="connsiteX2" fmla="*/ 746463 w 746463"/>
                <a:gd name="connsiteY2" fmla="*/ 726900 h 726900"/>
                <a:gd name="connsiteX3" fmla="*/ 93833 w 746463"/>
                <a:gd name="connsiteY3" fmla="*/ 350104 h 726900"/>
                <a:gd name="connsiteX4" fmla="*/ 9561 w 746463"/>
                <a:gd name="connsiteY4" fmla="*/ 128481 h 726900"/>
                <a:gd name="connsiteX5" fmla="*/ 25165 w 746463"/>
                <a:gd name="connsiteY5" fmla="*/ 93833 h 726900"/>
                <a:gd name="connsiteX6" fmla="*/ 47370 w 746463"/>
                <a:gd name="connsiteY6" fmla="*/ 62995 h 726900"/>
                <a:gd name="connsiteX7" fmla="*/ 281437 w 746463"/>
                <a:gd name="connsiteY7" fmla="*/ 25165 h 726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6463" h="726900">
                  <a:moveTo>
                    <a:pt x="281437" y="25165"/>
                  </a:moveTo>
                  <a:lnTo>
                    <a:pt x="746463" y="293649"/>
                  </a:lnTo>
                  <a:lnTo>
                    <a:pt x="746463" y="726900"/>
                  </a:lnTo>
                  <a:lnTo>
                    <a:pt x="93833" y="350104"/>
                  </a:lnTo>
                  <a:cubicBezTo>
                    <a:pt x="15320" y="304774"/>
                    <a:pt x="-18033" y="211263"/>
                    <a:pt x="9561" y="128481"/>
                  </a:cubicBezTo>
                  <a:lnTo>
                    <a:pt x="25165" y="93833"/>
                  </a:lnTo>
                  <a:lnTo>
                    <a:pt x="47370" y="62995"/>
                  </a:lnTo>
                  <a:cubicBezTo>
                    <a:pt x="105264" y="-2293"/>
                    <a:pt x="202923" y="-20165"/>
                    <a:pt x="281437" y="25165"/>
                  </a:cubicBezTo>
                  <a:close/>
                </a:path>
              </a:pathLst>
            </a:custGeom>
            <a:solidFill>
              <a:srgbClr val="03045E"/>
            </a:solidFill>
            <a:ln w="25400" cap="flat" cmpd="sng" algn="ctr">
              <a:noFill/>
              <a:prstDash val="solid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121898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5B561AA4-D5F9-2BC8-44AB-64B8E85AEBB6}"/>
                </a:ext>
              </a:extLst>
            </p:cNvPr>
            <p:cNvSpPr txBox="1"/>
            <p:nvPr/>
          </p:nvSpPr>
          <p:spPr>
            <a:xfrm>
              <a:off x="844794" y="3583178"/>
              <a:ext cx="401779" cy="25278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ctr" defTabSz="121898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/>
                </a:rPr>
                <a:t>Jan</a:t>
              </a:r>
              <a:endPara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</a:endParaRPr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04A04642-BB8D-65FC-AAD6-967AEA73F88B}"/>
              </a:ext>
            </a:extLst>
          </p:cNvPr>
          <p:cNvGrpSpPr/>
          <p:nvPr/>
        </p:nvGrpSpPr>
        <p:grpSpPr>
          <a:xfrm>
            <a:off x="1757258" y="3408105"/>
            <a:ext cx="721468" cy="829168"/>
            <a:chOff x="1553709" y="3285098"/>
            <a:chExt cx="757528" cy="870611"/>
          </a:xfrm>
        </p:grpSpPr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0B6ABFD-FA85-A921-FF6A-2057C99A5595}"/>
                </a:ext>
              </a:extLst>
            </p:cNvPr>
            <p:cNvSpPr/>
            <p:nvPr/>
          </p:nvSpPr>
          <p:spPr>
            <a:xfrm rot="19800000">
              <a:off x="1553709" y="3285098"/>
              <a:ext cx="757528" cy="870611"/>
            </a:xfrm>
            <a:custGeom>
              <a:avLst/>
              <a:gdLst>
                <a:gd name="connsiteX0" fmla="*/ 0 w 757528"/>
                <a:gd name="connsiteY0" fmla="*/ 0 h 870611"/>
                <a:gd name="connsiteX1" fmla="*/ 757528 w 757528"/>
                <a:gd name="connsiteY1" fmla="*/ 437360 h 870611"/>
                <a:gd name="connsiteX2" fmla="*/ 757528 w 757528"/>
                <a:gd name="connsiteY2" fmla="*/ 870611 h 870611"/>
                <a:gd name="connsiteX3" fmla="*/ 0 w 757528"/>
                <a:gd name="connsiteY3" fmla="*/ 433252 h 870611"/>
                <a:gd name="connsiteX4" fmla="*/ 0 w 757528"/>
                <a:gd name="connsiteY4" fmla="*/ 0 h 870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7528" h="870611">
                  <a:moveTo>
                    <a:pt x="0" y="0"/>
                  </a:moveTo>
                  <a:lnTo>
                    <a:pt x="757528" y="437360"/>
                  </a:lnTo>
                  <a:lnTo>
                    <a:pt x="757528" y="870611"/>
                  </a:lnTo>
                  <a:lnTo>
                    <a:pt x="0" y="4332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045E"/>
            </a:solidFill>
            <a:ln w="25400" cap="flat" cmpd="sng" algn="ctr">
              <a:noFill/>
              <a:prstDash val="solid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121898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E6B6B60B-0F16-1D2D-6F3A-42ACA6303586}"/>
                </a:ext>
              </a:extLst>
            </p:cNvPr>
            <p:cNvSpPr txBox="1"/>
            <p:nvPr/>
          </p:nvSpPr>
          <p:spPr>
            <a:xfrm>
              <a:off x="1731584" y="3583178"/>
              <a:ext cx="401779" cy="25278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ctr" defTabSz="121898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/>
                </a:rPr>
                <a:t>Feb</a:t>
              </a:r>
              <a:endPara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</a:endParaRPr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9B9BB9BA-958B-B2B5-AC3B-6FDBC537AD24}"/>
              </a:ext>
            </a:extLst>
          </p:cNvPr>
          <p:cNvGrpSpPr/>
          <p:nvPr/>
        </p:nvGrpSpPr>
        <p:grpSpPr>
          <a:xfrm>
            <a:off x="2640618" y="3408104"/>
            <a:ext cx="721469" cy="829169"/>
            <a:chOff x="2481220" y="3285097"/>
            <a:chExt cx="757529" cy="870612"/>
          </a:xfrm>
        </p:grpSpPr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620BDD05-E23A-B794-C891-A28721EC0265}"/>
                </a:ext>
              </a:extLst>
            </p:cNvPr>
            <p:cNvSpPr/>
            <p:nvPr/>
          </p:nvSpPr>
          <p:spPr>
            <a:xfrm rot="19800000">
              <a:off x="2481220" y="3285097"/>
              <a:ext cx="757529" cy="870612"/>
            </a:xfrm>
            <a:custGeom>
              <a:avLst/>
              <a:gdLst>
                <a:gd name="connsiteX0" fmla="*/ 0 w 757529"/>
                <a:gd name="connsiteY0" fmla="*/ 0 h 870612"/>
                <a:gd name="connsiteX1" fmla="*/ 757529 w 757529"/>
                <a:gd name="connsiteY1" fmla="*/ 437360 h 870612"/>
                <a:gd name="connsiteX2" fmla="*/ 757529 w 757529"/>
                <a:gd name="connsiteY2" fmla="*/ 870612 h 870612"/>
                <a:gd name="connsiteX3" fmla="*/ 0 w 757529"/>
                <a:gd name="connsiteY3" fmla="*/ 433252 h 870612"/>
                <a:gd name="connsiteX4" fmla="*/ 0 w 757529"/>
                <a:gd name="connsiteY4" fmla="*/ 0 h 870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7529" h="870612">
                  <a:moveTo>
                    <a:pt x="0" y="0"/>
                  </a:moveTo>
                  <a:lnTo>
                    <a:pt x="757529" y="437360"/>
                  </a:lnTo>
                  <a:lnTo>
                    <a:pt x="757529" y="870612"/>
                  </a:lnTo>
                  <a:lnTo>
                    <a:pt x="0" y="4332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23E8A"/>
            </a:solidFill>
            <a:ln w="25400" cap="flat" cmpd="sng" algn="ctr">
              <a:noFill/>
              <a:prstDash val="solid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121898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2B6C66D4-8CE8-D91E-1397-2DD5DCA7E12D}"/>
                </a:ext>
              </a:extLst>
            </p:cNvPr>
            <p:cNvSpPr txBox="1"/>
            <p:nvPr/>
          </p:nvSpPr>
          <p:spPr>
            <a:xfrm>
              <a:off x="2659095" y="3583178"/>
              <a:ext cx="401779" cy="25278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ctr" defTabSz="121898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/>
                </a:rPr>
                <a:t>Mar</a:t>
              </a:r>
              <a:endPara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</a:endParaRPr>
            </a:p>
          </p:txBody>
        </p: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3D307A61-7945-0DBD-26F6-8743E35025EA}"/>
              </a:ext>
            </a:extLst>
          </p:cNvPr>
          <p:cNvGrpSpPr/>
          <p:nvPr/>
        </p:nvGrpSpPr>
        <p:grpSpPr>
          <a:xfrm>
            <a:off x="3523976" y="3408105"/>
            <a:ext cx="721468" cy="829168"/>
            <a:chOff x="3408730" y="3285098"/>
            <a:chExt cx="757528" cy="870611"/>
          </a:xfrm>
        </p:grpSpPr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A3C554F0-ACE3-8F5A-5FAD-B668E28E8EE5}"/>
                </a:ext>
              </a:extLst>
            </p:cNvPr>
            <p:cNvSpPr/>
            <p:nvPr/>
          </p:nvSpPr>
          <p:spPr>
            <a:xfrm rot="19800000">
              <a:off x="3408730" y="3285098"/>
              <a:ext cx="757528" cy="870611"/>
            </a:xfrm>
            <a:custGeom>
              <a:avLst/>
              <a:gdLst>
                <a:gd name="connsiteX0" fmla="*/ 0 w 757528"/>
                <a:gd name="connsiteY0" fmla="*/ 0 h 870611"/>
                <a:gd name="connsiteX1" fmla="*/ 757528 w 757528"/>
                <a:gd name="connsiteY1" fmla="*/ 437359 h 870611"/>
                <a:gd name="connsiteX2" fmla="*/ 757528 w 757528"/>
                <a:gd name="connsiteY2" fmla="*/ 870611 h 870611"/>
                <a:gd name="connsiteX3" fmla="*/ 0 w 757528"/>
                <a:gd name="connsiteY3" fmla="*/ 433252 h 870611"/>
                <a:gd name="connsiteX4" fmla="*/ 0 w 757528"/>
                <a:gd name="connsiteY4" fmla="*/ 0 h 870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7528" h="870611">
                  <a:moveTo>
                    <a:pt x="0" y="0"/>
                  </a:moveTo>
                  <a:lnTo>
                    <a:pt x="757528" y="437359"/>
                  </a:lnTo>
                  <a:lnTo>
                    <a:pt x="757528" y="870611"/>
                  </a:lnTo>
                  <a:lnTo>
                    <a:pt x="0" y="4332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23E8A"/>
            </a:solidFill>
            <a:ln w="25400" cap="flat" cmpd="sng" algn="ctr">
              <a:noFill/>
              <a:prstDash val="solid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121898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3C2EFBDA-A6E5-62C0-254F-AF7AFBD577B9}"/>
                </a:ext>
              </a:extLst>
            </p:cNvPr>
            <p:cNvSpPr txBox="1"/>
            <p:nvPr/>
          </p:nvSpPr>
          <p:spPr>
            <a:xfrm>
              <a:off x="3586605" y="3583178"/>
              <a:ext cx="401779" cy="25278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ctr" defTabSz="121898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/>
                </a:rPr>
                <a:t>Apr</a:t>
              </a:r>
              <a:endPara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</a:endParaRPr>
            </a:p>
          </p:txBody>
        </p: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CA5C2D2F-B5B7-3F6B-CE00-132861264A0D}"/>
              </a:ext>
            </a:extLst>
          </p:cNvPr>
          <p:cNvGrpSpPr/>
          <p:nvPr/>
        </p:nvGrpSpPr>
        <p:grpSpPr>
          <a:xfrm>
            <a:off x="4407334" y="3408103"/>
            <a:ext cx="721468" cy="829169"/>
            <a:chOff x="4336239" y="3285096"/>
            <a:chExt cx="757528" cy="870612"/>
          </a:xfrm>
        </p:grpSpPr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EEFB0AC7-51F6-4021-7E0F-CED39D6A2596}"/>
                </a:ext>
              </a:extLst>
            </p:cNvPr>
            <p:cNvSpPr/>
            <p:nvPr/>
          </p:nvSpPr>
          <p:spPr>
            <a:xfrm rot="19800000">
              <a:off x="4336239" y="3285096"/>
              <a:ext cx="757528" cy="870612"/>
            </a:xfrm>
            <a:custGeom>
              <a:avLst/>
              <a:gdLst>
                <a:gd name="connsiteX0" fmla="*/ 0 w 757528"/>
                <a:gd name="connsiteY0" fmla="*/ 0 h 870612"/>
                <a:gd name="connsiteX1" fmla="*/ 757528 w 757528"/>
                <a:gd name="connsiteY1" fmla="*/ 437360 h 870612"/>
                <a:gd name="connsiteX2" fmla="*/ 757528 w 757528"/>
                <a:gd name="connsiteY2" fmla="*/ 870612 h 870612"/>
                <a:gd name="connsiteX3" fmla="*/ 0 w 757528"/>
                <a:gd name="connsiteY3" fmla="*/ 433252 h 870612"/>
                <a:gd name="connsiteX4" fmla="*/ 0 w 757528"/>
                <a:gd name="connsiteY4" fmla="*/ 0 h 870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7528" h="870612">
                  <a:moveTo>
                    <a:pt x="0" y="0"/>
                  </a:moveTo>
                  <a:lnTo>
                    <a:pt x="757528" y="437360"/>
                  </a:lnTo>
                  <a:lnTo>
                    <a:pt x="757528" y="870612"/>
                  </a:lnTo>
                  <a:lnTo>
                    <a:pt x="0" y="4332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77B6"/>
            </a:solidFill>
            <a:ln w="25400" cap="flat" cmpd="sng" algn="ctr">
              <a:noFill/>
              <a:prstDash val="solid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121898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89EE6301-7BC0-060C-2B8F-DB328B51A616}"/>
                </a:ext>
              </a:extLst>
            </p:cNvPr>
            <p:cNvSpPr txBox="1"/>
            <p:nvPr/>
          </p:nvSpPr>
          <p:spPr>
            <a:xfrm>
              <a:off x="4459275" y="3583178"/>
              <a:ext cx="511457" cy="25278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ctr" defTabSz="121898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/>
                </a:rPr>
                <a:t>May</a:t>
              </a:r>
              <a:endPara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</a:endParaRPr>
            </a:p>
          </p:txBody>
        </p:sp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85F5D59F-BC41-3963-E732-D5A4C359E800}"/>
              </a:ext>
            </a:extLst>
          </p:cNvPr>
          <p:cNvGrpSpPr/>
          <p:nvPr/>
        </p:nvGrpSpPr>
        <p:grpSpPr>
          <a:xfrm>
            <a:off x="5290694" y="3408105"/>
            <a:ext cx="721469" cy="829168"/>
            <a:chOff x="5263751" y="3285098"/>
            <a:chExt cx="757529" cy="870611"/>
          </a:xfrm>
        </p:grpSpPr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FACFC878-217B-6145-F344-4EA18134B3C3}"/>
                </a:ext>
              </a:extLst>
            </p:cNvPr>
            <p:cNvSpPr/>
            <p:nvPr/>
          </p:nvSpPr>
          <p:spPr>
            <a:xfrm rot="19800000">
              <a:off x="5263751" y="3285098"/>
              <a:ext cx="757529" cy="870611"/>
            </a:xfrm>
            <a:custGeom>
              <a:avLst/>
              <a:gdLst>
                <a:gd name="connsiteX0" fmla="*/ 0 w 757529"/>
                <a:gd name="connsiteY0" fmla="*/ 0 h 870611"/>
                <a:gd name="connsiteX1" fmla="*/ 757528 w 757529"/>
                <a:gd name="connsiteY1" fmla="*/ 437359 h 870611"/>
                <a:gd name="connsiteX2" fmla="*/ 757529 w 757529"/>
                <a:gd name="connsiteY2" fmla="*/ 870611 h 870611"/>
                <a:gd name="connsiteX3" fmla="*/ 0 w 757529"/>
                <a:gd name="connsiteY3" fmla="*/ 433251 h 870611"/>
                <a:gd name="connsiteX4" fmla="*/ 0 w 757529"/>
                <a:gd name="connsiteY4" fmla="*/ 0 h 870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7529" h="870611">
                  <a:moveTo>
                    <a:pt x="0" y="0"/>
                  </a:moveTo>
                  <a:lnTo>
                    <a:pt x="757528" y="437359"/>
                  </a:lnTo>
                  <a:lnTo>
                    <a:pt x="757529" y="870611"/>
                  </a:lnTo>
                  <a:lnTo>
                    <a:pt x="0" y="4332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77B6"/>
            </a:solidFill>
            <a:ln w="25400" cap="flat" cmpd="sng" algn="ctr">
              <a:noFill/>
              <a:prstDash val="solid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121898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291E0E65-90E4-1915-E2F7-7026321A655C}"/>
                </a:ext>
              </a:extLst>
            </p:cNvPr>
            <p:cNvSpPr txBox="1"/>
            <p:nvPr/>
          </p:nvSpPr>
          <p:spPr>
            <a:xfrm>
              <a:off x="5386787" y="3583178"/>
              <a:ext cx="511457" cy="25278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ctr" defTabSz="121898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/>
                </a:rPr>
                <a:t>Jun</a:t>
              </a:r>
              <a:endPara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</a:endParaRPr>
            </a:p>
          </p:txBody>
        </p: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350E07EB-90A9-9A12-FA80-7C167666EA06}"/>
              </a:ext>
            </a:extLst>
          </p:cNvPr>
          <p:cNvGrpSpPr/>
          <p:nvPr/>
        </p:nvGrpSpPr>
        <p:grpSpPr>
          <a:xfrm>
            <a:off x="6174052" y="3408106"/>
            <a:ext cx="721469" cy="829168"/>
            <a:chOff x="6191260" y="3285099"/>
            <a:chExt cx="757529" cy="870611"/>
          </a:xfrm>
        </p:grpSpPr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5D9B9FB1-D5B7-EB7D-4C58-45BCF1D0CD20}"/>
                </a:ext>
              </a:extLst>
            </p:cNvPr>
            <p:cNvSpPr/>
            <p:nvPr/>
          </p:nvSpPr>
          <p:spPr>
            <a:xfrm rot="19800000">
              <a:off x="6191260" y="3285099"/>
              <a:ext cx="757529" cy="870611"/>
            </a:xfrm>
            <a:custGeom>
              <a:avLst/>
              <a:gdLst>
                <a:gd name="connsiteX0" fmla="*/ 0 w 757529"/>
                <a:gd name="connsiteY0" fmla="*/ 0 h 870611"/>
                <a:gd name="connsiteX1" fmla="*/ 757529 w 757529"/>
                <a:gd name="connsiteY1" fmla="*/ 437359 h 870611"/>
                <a:gd name="connsiteX2" fmla="*/ 757529 w 757529"/>
                <a:gd name="connsiteY2" fmla="*/ 870611 h 870611"/>
                <a:gd name="connsiteX3" fmla="*/ 0 w 757529"/>
                <a:gd name="connsiteY3" fmla="*/ 433251 h 870611"/>
                <a:gd name="connsiteX4" fmla="*/ 0 w 757529"/>
                <a:gd name="connsiteY4" fmla="*/ 0 h 870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7529" h="870611">
                  <a:moveTo>
                    <a:pt x="0" y="0"/>
                  </a:moveTo>
                  <a:lnTo>
                    <a:pt x="757529" y="437359"/>
                  </a:lnTo>
                  <a:lnTo>
                    <a:pt x="757529" y="870611"/>
                  </a:lnTo>
                  <a:lnTo>
                    <a:pt x="0" y="4332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96C7"/>
            </a:solidFill>
            <a:ln w="25400" cap="flat" cmpd="sng" algn="ctr">
              <a:noFill/>
              <a:prstDash val="solid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121898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7202E927-9624-F7BB-152D-016CFA50A22F}"/>
                </a:ext>
              </a:extLst>
            </p:cNvPr>
            <p:cNvSpPr txBox="1"/>
            <p:nvPr/>
          </p:nvSpPr>
          <p:spPr>
            <a:xfrm>
              <a:off x="6314296" y="3583178"/>
              <a:ext cx="511457" cy="25278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ctr" defTabSz="121898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/>
                </a:rPr>
                <a:t>Jul</a:t>
              </a:r>
              <a:endPara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</a:endParaRPr>
            </a:p>
          </p:txBody>
        </p: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A8748E7E-CA26-2D34-C597-BA214934C10E}"/>
              </a:ext>
            </a:extLst>
          </p:cNvPr>
          <p:cNvGrpSpPr/>
          <p:nvPr/>
        </p:nvGrpSpPr>
        <p:grpSpPr>
          <a:xfrm>
            <a:off x="7057410" y="3408105"/>
            <a:ext cx="721468" cy="829168"/>
            <a:chOff x="7118770" y="3285098"/>
            <a:chExt cx="757528" cy="870611"/>
          </a:xfrm>
        </p:grpSpPr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0ADEFB63-D860-161D-4415-555356989F9E}"/>
                </a:ext>
              </a:extLst>
            </p:cNvPr>
            <p:cNvSpPr/>
            <p:nvPr/>
          </p:nvSpPr>
          <p:spPr>
            <a:xfrm rot="19800000">
              <a:off x="7118770" y="3285098"/>
              <a:ext cx="757528" cy="870611"/>
            </a:xfrm>
            <a:custGeom>
              <a:avLst/>
              <a:gdLst>
                <a:gd name="connsiteX0" fmla="*/ 0 w 757528"/>
                <a:gd name="connsiteY0" fmla="*/ 0 h 870611"/>
                <a:gd name="connsiteX1" fmla="*/ 757528 w 757528"/>
                <a:gd name="connsiteY1" fmla="*/ 437359 h 870611"/>
                <a:gd name="connsiteX2" fmla="*/ 757528 w 757528"/>
                <a:gd name="connsiteY2" fmla="*/ 870611 h 870611"/>
                <a:gd name="connsiteX3" fmla="*/ 0 w 757528"/>
                <a:gd name="connsiteY3" fmla="*/ 433252 h 870611"/>
                <a:gd name="connsiteX4" fmla="*/ 0 w 757528"/>
                <a:gd name="connsiteY4" fmla="*/ 0 h 870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7528" h="870611">
                  <a:moveTo>
                    <a:pt x="0" y="0"/>
                  </a:moveTo>
                  <a:lnTo>
                    <a:pt x="757528" y="437359"/>
                  </a:lnTo>
                  <a:lnTo>
                    <a:pt x="757528" y="870611"/>
                  </a:lnTo>
                  <a:lnTo>
                    <a:pt x="0" y="4332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96C7"/>
            </a:solidFill>
            <a:ln w="25400" cap="flat" cmpd="sng" algn="ctr">
              <a:noFill/>
              <a:prstDash val="solid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121898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16CFDDDA-84B4-0D49-D8D1-C95F85764DF9}"/>
                </a:ext>
              </a:extLst>
            </p:cNvPr>
            <p:cNvSpPr txBox="1"/>
            <p:nvPr/>
          </p:nvSpPr>
          <p:spPr>
            <a:xfrm>
              <a:off x="7241806" y="3583178"/>
              <a:ext cx="511457" cy="25278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ctr" defTabSz="121898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/>
                </a:rPr>
                <a:t>Aug</a:t>
              </a:r>
              <a:endPara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</a:endParaRPr>
            </a:p>
          </p:txBody>
        </p:sp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F6C16B4A-E8D2-030A-0D16-E0E4E55F3D73}"/>
              </a:ext>
            </a:extLst>
          </p:cNvPr>
          <p:cNvGrpSpPr/>
          <p:nvPr/>
        </p:nvGrpSpPr>
        <p:grpSpPr>
          <a:xfrm>
            <a:off x="7940769" y="3408105"/>
            <a:ext cx="721468" cy="829168"/>
            <a:chOff x="8046280" y="3285098"/>
            <a:chExt cx="757528" cy="870611"/>
          </a:xfrm>
        </p:grpSpPr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2D484B78-F6DC-6097-BAAF-16FACC8FFF38}"/>
                </a:ext>
              </a:extLst>
            </p:cNvPr>
            <p:cNvSpPr/>
            <p:nvPr/>
          </p:nvSpPr>
          <p:spPr>
            <a:xfrm rot="19800000">
              <a:off x="8046280" y="3285098"/>
              <a:ext cx="757528" cy="870611"/>
            </a:xfrm>
            <a:custGeom>
              <a:avLst/>
              <a:gdLst>
                <a:gd name="connsiteX0" fmla="*/ 0 w 757528"/>
                <a:gd name="connsiteY0" fmla="*/ 0 h 870611"/>
                <a:gd name="connsiteX1" fmla="*/ 757528 w 757528"/>
                <a:gd name="connsiteY1" fmla="*/ 437358 h 870611"/>
                <a:gd name="connsiteX2" fmla="*/ 757527 w 757528"/>
                <a:gd name="connsiteY2" fmla="*/ 870611 h 870611"/>
                <a:gd name="connsiteX3" fmla="*/ 0 w 757528"/>
                <a:gd name="connsiteY3" fmla="*/ 433252 h 870611"/>
                <a:gd name="connsiteX4" fmla="*/ 0 w 757528"/>
                <a:gd name="connsiteY4" fmla="*/ 0 h 870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7528" h="870611">
                  <a:moveTo>
                    <a:pt x="0" y="0"/>
                  </a:moveTo>
                  <a:lnTo>
                    <a:pt x="757528" y="437358"/>
                  </a:lnTo>
                  <a:lnTo>
                    <a:pt x="757527" y="870611"/>
                  </a:lnTo>
                  <a:lnTo>
                    <a:pt x="0" y="4332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B4D8"/>
            </a:solidFill>
            <a:ln w="25400" cap="flat" cmpd="sng" algn="ctr">
              <a:noFill/>
              <a:prstDash val="solid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121898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949598FC-7406-12B0-96D6-7B4E83FCFE66}"/>
                </a:ext>
              </a:extLst>
            </p:cNvPr>
            <p:cNvSpPr txBox="1"/>
            <p:nvPr/>
          </p:nvSpPr>
          <p:spPr>
            <a:xfrm>
              <a:off x="8169316" y="3583178"/>
              <a:ext cx="511457" cy="25278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ctr" defTabSz="121898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/>
                </a:rPr>
                <a:t>Sep</a:t>
              </a:r>
              <a:endPara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</a:endParaRPr>
            </a:p>
          </p:txBody>
        </p:sp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C3205DCB-FCB3-3745-FB8C-1099949A7B24}"/>
              </a:ext>
            </a:extLst>
          </p:cNvPr>
          <p:cNvGrpSpPr/>
          <p:nvPr/>
        </p:nvGrpSpPr>
        <p:grpSpPr>
          <a:xfrm>
            <a:off x="8824126" y="3408104"/>
            <a:ext cx="721469" cy="829169"/>
            <a:chOff x="8973789" y="3285097"/>
            <a:chExt cx="757529" cy="870612"/>
          </a:xfrm>
        </p:grpSpPr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FEC4243F-1C86-E77D-75AE-41D4141145CE}"/>
                </a:ext>
              </a:extLst>
            </p:cNvPr>
            <p:cNvSpPr/>
            <p:nvPr/>
          </p:nvSpPr>
          <p:spPr>
            <a:xfrm rot="19800000">
              <a:off x="8973789" y="3285097"/>
              <a:ext cx="757529" cy="870612"/>
            </a:xfrm>
            <a:custGeom>
              <a:avLst/>
              <a:gdLst>
                <a:gd name="connsiteX0" fmla="*/ 1 w 757529"/>
                <a:gd name="connsiteY0" fmla="*/ 0 h 870612"/>
                <a:gd name="connsiteX1" fmla="*/ 757529 w 757529"/>
                <a:gd name="connsiteY1" fmla="*/ 437359 h 870612"/>
                <a:gd name="connsiteX2" fmla="*/ 757528 w 757529"/>
                <a:gd name="connsiteY2" fmla="*/ 870612 h 870612"/>
                <a:gd name="connsiteX3" fmla="*/ 0 w 757529"/>
                <a:gd name="connsiteY3" fmla="*/ 433253 h 870612"/>
                <a:gd name="connsiteX4" fmla="*/ 1 w 757529"/>
                <a:gd name="connsiteY4" fmla="*/ 0 h 870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7529" h="870612">
                  <a:moveTo>
                    <a:pt x="1" y="0"/>
                  </a:moveTo>
                  <a:lnTo>
                    <a:pt x="757529" y="437359"/>
                  </a:lnTo>
                  <a:lnTo>
                    <a:pt x="757528" y="870612"/>
                  </a:lnTo>
                  <a:lnTo>
                    <a:pt x="0" y="43325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0B4D8"/>
            </a:solidFill>
            <a:ln w="25400" cap="flat" cmpd="sng" algn="ctr">
              <a:noFill/>
              <a:prstDash val="solid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121898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2B0A807B-146C-2F32-A401-889EEB9D1B3A}"/>
                </a:ext>
              </a:extLst>
            </p:cNvPr>
            <p:cNvSpPr txBox="1"/>
            <p:nvPr/>
          </p:nvSpPr>
          <p:spPr>
            <a:xfrm>
              <a:off x="9096825" y="3583178"/>
              <a:ext cx="511457" cy="25278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ctr" defTabSz="121898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/>
                </a:rPr>
                <a:t>Oct</a:t>
              </a:r>
              <a:endPara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</a:endParaRPr>
            </a:p>
          </p:txBody>
        </p:sp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BFE50CAE-3467-5996-2D05-6096249AA579}"/>
              </a:ext>
            </a:extLst>
          </p:cNvPr>
          <p:cNvGrpSpPr/>
          <p:nvPr/>
        </p:nvGrpSpPr>
        <p:grpSpPr>
          <a:xfrm>
            <a:off x="9707486" y="3408104"/>
            <a:ext cx="721469" cy="829169"/>
            <a:chOff x="9901300" y="3285097"/>
            <a:chExt cx="757529" cy="870612"/>
          </a:xfrm>
        </p:grpSpPr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9C9F3657-7B25-776C-F4DC-C15E2B9E3A10}"/>
                </a:ext>
              </a:extLst>
            </p:cNvPr>
            <p:cNvSpPr/>
            <p:nvPr/>
          </p:nvSpPr>
          <p:spPr>
            <a:xfrm rot="19800000">
              <a:off x="9901300" y="3285097"/>
              <a:ext cx="757529" cy="870612"/>
            </a:xfrm>
            <a:custGeom>
              <a:avLst/>
              <a:gdLst>
                <a:gd name="connsiteX0" fmla="*/ 0 w 757529"/>
                <a:gd name="connsiteY0" fmla="*/ 0 h 870612"/>
                <a:gd name="connsiteX1" fmla="*/ 757529 w 757529"/>
                <a:gd name="connsiteY1" fmla="*/ 437360 h 870612"/>
                <a:gd name="connsiteX2" fmla="*/ 757528 w 757529"/>
                <a:gd name="connsiteY2" fmla="*/ 870612 h 870612"/>
                <a:gd name="connsiteX3" fmla="*/ 0 w 757529"/>
                <a:gd name="connsiteY3" fmla="*/ 433253 h 870612"/>
                <a:gd name="connsiteX4" fmla="*/ 0 w 757529"/>
                <a:gd name="connsiteY4" fmla="*/ 0 h 870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7529" h="870612">
                  <a:moveTo>
                    <a:pt x="0" y="0"/>
                  </a:moveTo>
                  <a:lnTo>
                    <a:pt x="757529" y="437360"/>
                  </a:lnTo>
                  <a:lnTo>
                    <a:pt x="757528" y="870612"/>
                  </a:lnTo>
                  <a:lnTo>
                    <a:pt x="0" y="4332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8CAE4"/>
            </a:solidFill>
            <a:ln w="25400" cap="flat" cmpd="sng" algn="ctr">
              <a:noFill/>
              <a:prstDash val="solid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121898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3B79326C-5EA8-AFDF-8556-E450FB86122E}"/>
                </a:ext>
              </a:extLst>
            </p:cNvPr>
            <p:cNvSpPr txBox="1"/>
            <p:nvPr/>
          </p:nvSpPr>
          <p:spPr>
            <a:xfrm>
              <a:off x="10024336" y="3583178"/>
              <a:ext cx="511457" cy="25278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ctr" defTabSz="121898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/>
                </a:rPr>
                <a:t>Nov</a:t>
              </a:r>
              <a:endPara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</a:endParaRPr>
            </a:p>
          </p:txBody>
        </p:sp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4571B719-C30B-6CBE-960C-374B0C64F362}"/>
              </a:ext>
            </a:extLst>
          </p:cNvPr>
          <p:cNvGrpSpPr/>
          <p:nvPr/>
        </p:nvGrpSpPr>
        <p:grpSpPr>
          <a:xfrm>
            <a:off x="10556640" y="3422496"/>
            <a:ext cx="701968" cy="687122"/>
            <a:chOff x="10792896" y="3300208"/>
            <a:chExt cx="737053" cy="721466"/>
          </a:xfrm>
        </p:grpSpPr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9CDC35D5-DDD4-60DE-B414-EB15AB1A2989}"/>
                </a:ext>
              </a:extLst>
            </p:cNvPr>
            <p:cNvSpPr/>
            <p:nvPr/>
          </p:nvSpPr>
          <p:spPr>
            <a:xfrm rot="19800000">
              <a:off x="10792896" y="3300208"/>
              <a:ext cx="737053" cy="721466"/>
            </a:xfrm>
            <a:custGeom>
              <a:avLst/>
              <a:gdLst>
                <a:gd name="connsiteX0" fmla="*/ 0 w 737053"/>
                <a:gd name="connsiteY0" fmla="*/ 0 h 721466"/>
                <a:gd name="connsiteX1" fmla="*/ 643219 w 737053"/>
                <a:gd name="connsiteY1" fmla="*/ 371362 h 721466"/>
                <a:gd name="connsiteX2" fmla="*/ 711887 w 737053"/>
                <a:gd name="connsiteY2" fmla="*/ 627634 h 721466"/>
                <a:gd name="connsiteX3" fmla="*/ 711886 w 737053"/>
                <a:gd name="connsiteY3" fmla="*/ 627634 h 721466"/>
                <a:gd name="connsiteX4" fmla="*/ 455614 w 737053"/>
                <a:gd name="connsiteY4" fmla="*/ 696301 h 721466"/>
                <a:gd name="connsiteX5" fmla="*/ 0 w 737053"/>
                <a:gd name="connsiteY5" fmla="*/ 433252 h 721466"/>
                <a:gd name="connsiteX6" fmla="*/ 0 w 737053"/>
                <a:gd name="connsiteY6" fmla="*/ 0 h 721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053" h="721466">
                  <a:moveTo>
                    <a:pt x="0" y="0"/>
                  </a:moveTo>
                  <a:lnTo>
                    <a:pt x="643219" y="371362"/>
                  </a:lnTo>
                  <a:cubicBezTo>
                    <a:pt x="732949" y="423168"/>
                    <a:pt x="763692" y="537904"/>
                    <a:pt x="711887" y="627634"/>
                  </a:cubicBezTo>
                  <a:lnTo>
                    <a:pt x="711886" y="627634"/>
                  </a:lnTo>
                  <a:cubicBezTo>
                    <a:pt x="660080" y="717363"/>
                    <a:pt x="545344" y="748107"/>
                    <a:pt x="455614" y="696301"/>
                  </a:cubicBezTo>
                  <a:lnTo>
                    <a:pt x="0" y="4332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8CAE4"/>
            </a:solidFill>
            <a:ln w="25400" cap="flat" cmpd="sng" algn="ctr">
              <a:noFill/>
              <a:prstDash val="solid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121898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AEEB5C94-9E95-8464-0BCB-BB92E8C55B54}"/>
                </a:ext>
              </a:extLst>
            </p:cNvPr>
            <p:cNvSpPr txBox="1"/>
            <p:nvPr/>
          </p:nvSpPr>
          <p:spPr>
            <a:xfrm>
              <a:off x="10905694" y="3583178"/>
              <a:ext cx="511457" cy="25278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ctr" defTabSz="121898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/>
                </a:rPr>
                <a:t>Dec</a:t>
              </a:r>
              <a:endPara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</a:endParaRPr>
            </a:p>
          </p:txBody>
        </p:sp>
      </p:grpSp>
      <p:graphicFrame>
        <p:nvGraphicFramePr>
          <p:cNvPr id="32" name="think-cell data - do not delete" hidden="1">
            <a:extLst>
              <a:ext uri="{FF2B5EF4-FFF2-40B4-BE49-F238E27FC236}">
                <a16:creationId xmlns:a16="http://schemas.microsoft.com/office/drawing/2014/main" id="{381B9CAE-54AB-47B8-9DBC-A9152F0FF25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61" imgH="264" progId="TCLayout.ActiveDocument.1">
                  <p:embed/>
                </p:oleObj>
              </mc:Choice>
              <mc:Fallback>
                <p:oleObj name="think-cell Slide" r:id="rId4" imgW="261" imgH="264" progId="TCLayout.ActiveDocument.1">
                  <p:embed/>
                  <p:pic>
                    <p:nvPicPr>
                      <p:cNvPr id="3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81B9CAE-54AB-47B8-9DBC-A9152F0FF25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header_title">
            <a:extLst>
              <a:ext uri="{FF2B5EF4-FFF2-40B4-BE49-F238E27FC236}">
                <a16:creationId xmlns:a16="http://schemas.microsoft.com/office/drawing/2014/main" id="{902D96AB-4B1C-4862-8FA2-AAD9889502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736" y="355092"/>
            <a:ext cx="11082528" cy="731520"/>
          </a:xfrm>
        </p:spPr>
        <p:txBody>
          <a:bodyPr vert="horz"/>
          <a:lstStyle/>
          <a:p>
            <a:r>
              <a:rPr lang="en-GB" dirty="0"/>
              <a:t>{{slide_title}}</a:t>
            </a:r>
            <a:endParaRPr lang="en-US" dirty="0"/>
          </a:p>
        </p:txBody>
      </p:sp>
      <p:sp>
        <p:nvSpPr>
          <p:cNvPr id="6" name="Rounded Rectangle 27">
            <a:extLst>
              <a:ext uri="{FF2B5EF4-FFF2-40B4-BE49-F238E27FC236}">
                <a16:creationId xmlns:a16="http://schemas.microsoft.com/office/drawing/2014/main" id="{BF339F6C-DB51-6EC4-A98B-765817D2136E}"/>
              </a:ext>
            </a:extLst>
          </p:cNvPr>
          <p:cNvSpPr/>
          <p:nvPr/>
        </p:nvSpPr>
        <p:spPr>
          <a:xfrm>
            <a:off x="917951" y="1753362"/>
            <a:ext cx="2086752" cy="1547468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</a:ln>
        </p:spPr>
        <p:txBody>
          <a:bodyPr wrap="square" lIns="91440" tIns="45720" rIns="91440" bIns="45720" anchor="ctr">
            <a:no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>
                <a:ea typeface="+mn-lt"/>
                <a:cs typeface="+mn-lt"/>
              </a:rPr>
              <a:t>{{milestone_1}}</a:t>
            </a:r>
            <a:endParaRPr lang="de-DE"/>
          </a:p>
        </p:txBody>
      </p:sp>
      <p:sp>
        <p:nvSpPr>
          <p:cNvPr id="7" name="Rounded Rectangle 27">
            <a:extLst>
              <a:ext uri="{FF2B5EF4-FFF2-40B4-BE49-F238E27FC236}">
                <a16:creationId xmlns:a16="http://schemas.microsoft.com/office/drawing/2014/main" id="{3D965347-CB19-2DBF-2B12-E8625939B8D8}"/>
              </a:ext>
            </a:extLst>
          </p:cNvPr>
          <p:cNvSpPr/>
          <p:nvPr/>
        </p:nvSpPr>
        <p:spPr>
          <a:xfrm>
            <a:off x="2562777" y="4396132"/>
            <a:ext cx="2086752" cy="1547468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</a:ln>
        </p:spPr>
        <p:txBody>
          <a:bodyPr wrap="square" lIns="91440" tIns="45720" rIns="91440" bIns="45720" anchor="ctr">
            <a:no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>
                <a:ea typeface="+mn-lt"/>
                <a:cs typeface="+mn-lt"/>
              </a:rPr>
              <a:t>{{milestone_2}}</a:t>
            </a:r>
            <a:endParaRPr lang="de-DE"/>
          </a:p>
        </p:txBody>
      </p:sp>
      <p:sp>
        <p:nvSpPr>
          <p:cNvPr id="9" name="Rounded Rectangle 27">
            <a:extLst>
              <a:ext uri="{FF2B5EF4-FFF2-40B4-BE49-F238E27FC236}">
                <a16:creationId xmlns:a16="http://schemas.microsoft.com/office/drawing/2014/main" id="{5A787D41-5CA9-B080-C53C-EA6D8CDBAB08}"/>
              </a:ext>
            </a:extLst>
          </p:cNvPr>
          <p:cNvSpPr/>
          <p:nvPr/>
        </p:nvSpPr>
        <p:spPr>
          <a:xfrm>
            <a:off x="4207603" y="1753362"/>
            <a:ext cx="2086752" cy="1547468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</a:ln>
        </p:spPr>
        <p:txBody>
          <a:bodyPr wrap="square" lIns="91440" tIns="45720" rIns="91440" bIns="45720" anchor="ctr">
            <a:no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>
                <a:ea typeface="+mn-lt"/>
                <a:cs typeface="+mn-lt"/>
              </a:rPr>
              <a:t>{{milestone_3}}</a:t>
            </a:r>
            <a:endParaRPr lang="de-DE"/>
          </a:p>
        </p:txBody>
      </p:sp>
      <p:sp>
        <p:nvSpPr>
          <p:cNvPr id="11" name="Rounded Rectangle 27">
            <a:extLst>
              <a:ext uri="{FF2B5EF4-FFF2-40B4-BE49-F238E27FC236}">
                <a16:creationId xmlns:a16="http://schemas.microsoft.com/office/drawing/2014/main" id="{2B065EEE-F19E-C5D7-9A3A-F1BC109BD5BA}"/>
              </a:ext>
            </a:extLst>
          </p:cNvPr>
          <p:cNvSpPr/>
          <p:nvPr/>
        </p:nvSpPr>
        <p:spPr>
          <a:xfrm>
            <a:off x="5962157" y="4396132"/>
            <a:ext cx="2086752" cy="1547468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</a:ln>
        </p:spPr>
        <p:txBody>
          <a:bodyPr wrap="square" lIns="91440" tIns="45720" rIns="91440" bIns="45720" anchor="ctr">
            <a:no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>
                <a:ea typeface="+mn-lt"/>
                <a:cs typeface="+mn-lt"/>
              </a:rPr>
              <a:t>{{milestone_4}}</a:t>
            </a:r>
            <a:endParaRPr lang="de-DE"/>
          </a:p>
        </p:txBody>
      </p:sp>
      <p:sp>
        <p:nvSpPr>
          <p:cNvPr id="15" name="Rounded Rectangle 27">
            <a:extLst>
              <a:ext uri="{FF2B5EF4-FFF2-40B4-BE49-F238E27FC236}">
                <a16:creationId xmlns:a16="http://schemas.microsoft.com/office/drawing/2014/main" id="{47FC73F4-77BA-F2CC-21D7-9F8BCF0DF30C}"/>
              </a:ext>
            </a:extLst>
          </p:cNvPr>
          <p:cNvSpPr/>
          <p:nvPr/>
        </p:nvSpPr>
        <p:spPr>
          <a:xfrm>
            <a:off x="7497255" y="1753362"/>
            <a:ext cx="2086752" cy="1547468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</a:ln>
        </p:spPr>
        <p:txBody>
          <a:bodyPr wrap="square" lIns="91440" tIns="45720" rIns="91440" bIns="45720" anchor="ctr">
            <a:no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>
                <a:ea typeface="+mn-lt"/>
                <a:cs typeface="+mn-lt"/>
              </a:rPr>
              <a:t>{{milestone_5}}</a:t>
            </a:r>
            <a:endParaRPr lang="de-DE"/>
          </a:p>
        </p:txBody>
      </p:sp>
      <p:sp>
        <p:nvSpPr>
          <p:cNvPr id="23" name="Rounded Rectangle 27">
            <a:extLst>
              <a:ext uri="{FF2B5EF4-FFF2-40B4-BE49-F238E27FC236}">
                <a16:creationId xmlns:a16="http://schemas.microsoft.com/office/drawing/2014/main" id="{F8F29DA1-2BED-9372-5F90-85C8431E1314}"/>
              </a:ext>
            </a:extLst>
          </p:cNvPr>
          <p:cNvSpPr/>
          <p:nvPr/>
        </p:nvSpPr>
        <p:spPr>
          <a:xfrm>
            <a:off x="9142080" y="4396132"/>
            <a:ext cx="2086752" cy="1547468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</a:ln>
        </p:spPr>
        <p:txBody>
          <a:bodyPr wrap="square" lIns="91440" tIns="45720" rIns="91440" bIns="45720" anchor="ctr">
            <a:no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>
                <a:ea typeface="+mn-lt"/>
                <a:cs typeface="+mn-lt"/>
              </a:rPr>
              <a:t>{{milestone_6}}</a:t>
            </a:r>
            <a:endParaRPr lang="de-DE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6F316FA-B215-A57C-0CB9-369E60BF0515}"/>
              </a:ext>
            </a:extLst>
          </p:cNvPr>
          <p:cNvCxnSpPr>
            <a:cxnSpLocks/>
          </p:cNvCxnSpPr>
          <p:nvPr/>
        </p:nvCxnSpPr>
        <p:spPr>
          <a:xfrm>
            <a:off x="1961327" y="3300830"/>
            <a:ext cx="0" cy="548032"/>
          </a:xfrm>
          <a:prstGeom prst="straightConnector1">
            <a:avLst/>
          </a:prstGeom>
          <a:ln w="19050">
            <a:solidFill>
              <a:schemeClr val="tx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4F1C7A74-A93A-DDFD-8ADE-6C15A5088C31}"/>
              </a:ext>
            </a:extLst>
          </p:cNvPr>
          <p:cNvCxnSpPr>
            <a:cxnSpLocks/>
          </p:cNvCxnSpPr>
          <p:nvPr/>
        </p:nvCxnSpPr>
        <p:spPr>
          <a:xfrm>
            <a:off x="5250979" y="3300830"/>
            <a:ext cx="0" cy="548032"/>
          </a:xfrm>
          <a:prstGeom prst="straightConnector1">
            <a:avLst/>
          </a:prstGeom>
          <a:ln w="19050">
            <a:solidFill>
              <a:schemeClr val="tx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C983E03-ABFE-30BE-1832-276C500A7FDB}"/>
              </a:ext>
            </a:extLst>
          </p:cNvPr>
          <p:cNvCxnSpPr>
            <a:cxnSpLocks/>
          </p:cNvCxnSpPr>
          <p:nvPr/>
        </p:nvCxnSpPr>
        <p:spPr>
          <a:xfrm>
            <a:off x="8540631" y="3300830"/>
            <a:ext cx="0" cy="548032"/>
          </a:xfrm>
          <a:prstGeom prst="straightConnector1">
            <a:avLst/>
          </a:prstGeom>
          <a:ln w="19050">
            <a:solidFill>
              <a:schemeClr val="tx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A5987A6-4222-F9F8-58A2-64D19DF685AE}"/>
              </a:ext>
            </a:extLst>
          </p:cNvPr>
          <p:cNvCxnSpPr>
            <a:cxnSpLocks/>
          </p:cNvCxnSpPr>
          <p:nvPr/>
        </p:nvCxnSpPr>
        <p:spPr>
          <a:xfrm flipV="1">
            <a:off x="3606153" y="3848100"/>
            <a:ext cx="0" cy="548032"/>
          </a:xfrm>
          <a:prstGeom prst="straightConnector1">
            <a:avLst/>
          </a:prstGeom>
          <a:ln w="19050">
            <a:solidFill>
              <a:schemeClr val="tx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7C5E48C0-23FE-982F-A1D1-3F9634993AE1}"/>
              </a:ext>
            </a:extLst>
          </p:cNvPr>
          <p:cNvCxnSpPr>
            <a:cxnSpLocks/>
          </p:cNvCxnSpPr>
          <p:nvPr/>
        </p:nvCxnSpPr>
        <p:spPr>
          <a:xfrm flipV="1">
            <a:off x="7005533" y="3848100"/>
            <a:ext cx="0" cy="548032"/>
          </a:xfrm>
          <a:prstGeom prst="straightConnector1">
            <a:avLst/>
          </a:prstGeom>
          <a:ln w="19050">
            <a:solidFill>
              <a:schemeClr val="tx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C51F94B-5531-1465-2398-2971FF5B6126}"/>
              </a:ext>
            </a:extLst>
          </p:cNvPr>
          <p:cNvCxnSpPr>
            <a:cxnSpLocks/>
          </p:cNvCxnSpPr>
          <p:nvPr/>
        </p:nvCxnSpPr>
        <p:spPr>
          <a:xfrm flipV="1">
            <a:off x="10185456" y="3848100"/>
            <a:ext cx="0" cy="548032"/>
          </a:xfrm>
          <a:prstGeom prst="straightConnector1">
            <a:avLst/>
          </a:prstGeom>
          <a:ln w="19050">
            <a:solidFill>
              <a:schemeClr val="tx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9CE498B-7F1E-7B03-C198-BB8A3F8AE57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955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_title">
            <a:extLst>
              <a:ext uri="{FF2B5EF4-FFF2-40B4-BE49-F238E27FC236}">
                <a16:creationId xmlns:a16="http://schemas.microsoft.com/office/drawing/2014/main" id="{DD4B983C-0898-D16A-CCAC-C11FA97E3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kern="0" dirty="0">
                <a:ln>
                  <a:noFill/>
                </a:ln>
                <a:solidFill>
                  <a:srgbClr val="000000"/>
                </a:solidFill>
                <a:latin typeface="Arial"/>
                <a:cs typeface="Arial"/>
                <a:sym typeface="Georgia"/>
              </a:rPr>
              <a:t>{{</a:t>
            </a:r>
            <a:r>
              <a:rPr lang="en-GB" kern="0" dirty="0" err="1">
                <a:ln>
                  <a:noFill/>
                </a:ln>
                <a:solidFill>
                  <a:srgbClr val="000000"/>
                </a:solidFill>
                <a:latin typeface="Arial"/>
                <a:cs typeface="Arial"/>
                <a:sym typeface="Georgia"/>
              </a:rPr>
              <a:t>slide_title</a:t>
            </a:r>
            <a:r>
              <a:rPr lang="en-GB" kern="0" dirty="0">
                <a:ln>
                  <a:noFill/>
                </a:ln>
                <a:solidFill>
                  <a:srgbClr val="000000"/>
                </a:solidFill>
                <a:latin typeface="Arial"/>
                <a:cs typeface="Arial"/>
                <a:sym typeface="Georgia"/>
              </a:rPr>
              <a:t>}}</a:t>
            </a:r>
            <a:endParaRPr lang="de-D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ED0FA2-BA35-8640-6F04-59B653F2427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buNone/>
            </a:pPr>
            <a:r>
              <a:rPr lang="en-US" sz="1800" dirty="0">
                <a:solidFill>
                  <a:srgbClr val="E7E6E6">
                    <a:lumMod val="10000"/>
                  </a:srgbClr>
                </a:solidFill>
                <a:latin typeface="Arial" panose="020B0604020202020204" pitchFamily="34" charset="0"/>
                <a:sym typeface="Arial"/>
              </a:rPr>
              <a:t>[Insert description]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930FB4A-0EA3-D31A-7748-CD0813B913C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83FBE06-5366-0C31-ED1C-7A9F2A4CE63C}"/>
              </a:ext>
            </a:extLst>
          </p:cNvPr>
          <p:cNvSpPr txBox="1">
            <a:spLocks/>
          </p:cNvSpPr>
          <p:nvPr/>
        </p:nvSpPr>
        <p:spPr>
          <a:xfrm>
            <a:off x="5293105" y="2502827"/>
            <a:ext cx="1398031" cy="572212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pis For Office" panose="020B05040101010101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442913" lvl="2" indent="-2143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defTabSz="9144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1965"/>
              </a:buClr>
              <a:tabLst/>
              <a:defRPr/>
            </a:pPr>
            <a:r>
              <a:rPr lang="en-US" sz="1200">
                <a:solidFill>
                  <a:srgbClr val="181717"/>
                </a:solidFill>
                <a:cs typeface="Arial"/>
              </a:rPr>
              <a:t>{{country_3_name}}</a:t>
            </a:r>
            <a:endParaRPr lang="en-US" sz="1200" b="1" dirty="0">
              <a:solidFill>
                <a:srgbClr val="181717"/>
              </a:solidFill>
              <a:cs typeface="Arial"/>
            </a:endParaRPr>
          </a:p>
          <a:p>
            <a:pPr>
              <a:buNone/>
              <a:defRPr/>
            </a:pPr>
            <a:r>
              <a:rPr lang="en-US" sz="1000">
                <a:solidFill>
                  <a:srgbClr val="181717"/>
                </a:solidFill>
                <a:ea typeface="+mn-lt"/>
                <a:cs typeface="+mn-lt"/>
              </a:rPr>
              <a:t>{{country_3_desc}}</a:t>
            </a:r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0B8764E-D5F5-AD2D-DDD3-C9876BFC7E11}"/>
              </a:ext>
            </a:extLst>
          </p:cNvPr>
          <p:cNvSpPr txBox="1">
            <a:spLocks/>
          </p:cNvSpPr>
          <p:nvPr/>
        </p:nvSpPr>
        <p:spPr>
          <a:xfrm>
            <a:off x="8228823" y="3177204"/>
            <a:ext cx="1396467" cy="88836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pis For Office" panose="020B05040101010101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442913" lvl="2" indent="-2143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1965"/>
              </a:buClr>
              <a:buSzPct val="100000"/>
              <a:buFont typeface="Segoe UI" panose="020B0502040204020203" pitchFamily="34" charset="0"/>
              <a:buChar char="​"/>
              <a:tabLst/>
              <a:defRPr/>
            </a:pPr>
            <a:r>
              <a:rPr lang="en-US" sz="1200">
                <a:solidFill>
                  <a:srgbClr val="E7E6E6">
                    <a:lumMod val="10000"/>
                  </a:srgbClr>
                </a:solidFill>
                <a:latin typeface="Arial"/>
                <a:cs typeface="Arial"/>
                <a:sym typeface="Arial"/>
              </a:rPr>
              <a:t>{{country_4_name}}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1965"/>
              </a:buClr>
              <a:buSzPct val="100000"/>
              <a:buFont typeface="Segoe UI" panose="020B0502040204020203" pitchFamily="34" charset="0"/>
              <a:buChar char="​"/>
              <a:tabLst/>
              <a:defRPr/>
            </a:pPr>
            <a:r>
              <a:rPr lang="en-US" sz="1000">
                <a:solidFill>
                  <a:srgbClr val="E7E6E6">
                    <a:lumMod val="10000"/>
                  </a:srgbClr>
                </a:solidFill>
                <a:ea typeface="+mn-lt"/>
                <a:cs typeface="+mn-lt"/>
                <a:sym typeface="Arial"/>
              </a:rPr>
              <a:t>{{country_4_desc}}</a:t>
            </a:r>
            <a:endParaRPr lang="en-US" sz="1000" b="0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ea typeface="+mn-lt"/>
              <a:cs typeface="+mn-lt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A9D067D-68D5-6118-35E2-BA8293F81A0C}"/>
              </a:ext>
            </a:extLst>
          </p:cNvPr>
          <p:cNvSpPr txBox="1">
            <a:spLocks/>
          </p:cNvSpPr>
          <p:nvPr/>
        </p:nvSpPr>
        <p:spPr>
          <a:xfrm>
            <a:off x="9356349" y="4794367"/>
            <a:ext cx="1615570" cy="877163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pis For Office" panose="020B05040101010101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442913" lvl="2" indent="-2143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1965"/>
              </a:buClr>
              <a:buSzPct val="100000"/>
              <a:buFont typeface="Segoe UI" panose="020B0502040204020203" pitchFamily="34" charset="0"/>
              <a:buChar char="​"/>
              <a:tabLst/>
              <a:defRPr/>
            </a:pPr>
            <a:r>
              <a:rPr lang="en-US" sz="1200">
                <a:solidFill>
                  <a:srgbClr val="E7E6E6">
                    <a:lumMod val="10000"/>
                  </a:srgbClr>
                </a:solidFill>
                <a:latin typeface="Arial"/>
                <a:cs typeface="Arial"/>
                <a:sym typeface="Arial"/>
              </a:rPr>
              <a:t>{{country_5_name}}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1965"/>
              </a:buClr>
              <a:buSzPct val="100000"/>
              <a:buFont typeface="Segoe UI" panose="020B0502040204020203" pitchFamily="34" charset="0"/>
              <a:buChar char="​"/>
              <a:tabLst/>
              <a:defRPr/>
            </a:pPr>
            <a:r>
              <a:rPr lang="en-US" sz="1000">
                <a:solidFill>
                  <a:srgbClr val="E7E6E6">
                    <a:lumMod val="10000"/>
                  </a:srgbClr>
                </a:solidFill>
                <a:ea typeface="+mn-lt"/>
                <a:cs typeface="+mn-lt"/>
                <a:sym typeface="Arial"/>
              </a:rPr>
              <a:t>{{country_5_desc}}</a:t>
            </a:r>
            <a:endParaRPr lang="en-US" sz="1000" b="0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ea typeface="+mn-lt"/>
              <a:cs typeface="+mn-lt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A82DA53-4167-7DC0-E159-0244D3F7461F}"/>
              </a:ext>
            </a:extLst>
          </p:cNvPr>
          <p:cNvSpPr txBox="1">
            <a:spLocks/>
          </p:cNvSpPr>
          <p:nvPr/>
        </p:nvSpPr>
        <p:spPr>
          <a:xfrm>
            <a:off x="2934001" y="3177204"/>
            <a:ext cx="1428692" cy="1031051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pis For Office" panose="020B05040101010101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442913" lvl="2" indent="-2143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1965"/>
              </a:buClr>
              <a:buSzPct val="100000"/>
              <a:buFont typeface="Segoe UI" panose="020B0502040204020203" pitchFamily="34" charset="0"/>
              <a:buChar char="​"/>
              <a:tabLst/>
              <a:defRPr/>
            </a:pPr>
            <a:r>
              <a:rPr lang="en-US" sz="1200">
                <a:solidFill>
                  <a:srgbClr val="E7E6E6">
                    <a:lumMod val="10000"/>
                  </a:srgbClr>
                </a:solidFill>
                <a:latin typeface="Arial"/>
                <a:cs typeface="Arial"/>
                <a:sym typeface="Arial"/>
              </a:rPr>
              <a:t>{{country_2_name}}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1965"/>
              </a:buClr>
              <a:buSzPct val="100000"/>
              <a:buFont typeface="Segoe UI" panose="020B0502040204020203" pitchFamily="34" charset="0"/>
              <a:buChar char="​"/>
              <a:tabLst/>
              <a:defRPr/>
            </a:pPr>
            <a:r>
              <a:rPr lang="en-US" sz="1000">
                <a:solidFill>
                  <a:srgbClr val="E7E6E6">
                    <a:lumMod val="10000"/>
                  </a:srgbClr>
                </a:solidFill>
                <a:latin typeface="Arial"/>
                <a:cs typeface="Arial"/>
                <a:sym typeface="Arial"/>
              </a:rPr>
              <a:t>[</a:t>
            </a:r>
            <a:r>
              <a:rPr lang="en-US" sz="1000">
                <a:solidFill>
                  <a:srgbClr val="E7E6E6">
                    <a:lumMod val="10000"/>
                  </a:srgbClr>
                </a:solidFill>
                <a:ea typeface="+mn-lt"/>
                <a:cs typeface="+mn-lt"/>
                <a:sym typeface="Arial"/>
              </a:rPr>
              <a:t>{{country_2_desc}}</a:t>
            </a:r>
            <a:endParaRPr lang="en-US" sz="1000" b="0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ea typeface="+mn-lt"/>
              <a:cs typeface="+mn-lt"/>
            </a:endParaRPr>
          </a:p>
        </p:txBody>
      </p:sp>
      <p:sp>
        <p:nvSpPr>
          <p:cNvPr id="8" name="Chord 7">
            <a:extLst>
              <a:ext uri="{FF2B5EF4-FFF2-40B4-BE49-F238E27FC236}">
                <a16:creationId xmlns:a16="http://schemas.microsoft.com/office/drawing/2014/main" id="{8F43F4AC-A89C-F538-9762-7C2F39CEE456}"/>
              </a:ext>
            </a:extLst>
          </p:cNvPr>
          <p:cNvSpPr>
            <a:spLocks noChangeArrowheads="1"/>
          </p:cNvSpPr>
          <p:nvPr/>
        </p:nvSpPr>
        <p:spPr bwMode="auto">
          <a:xfrm rot="16200000" flipH="1">
            <a:off x="4178482" y="4947741"/>
            <a:ext cx="3835036" cy="3834120"/>
          </a:xfrm>
          <a:prstGeom prst="chord">
            <a:avLst>
              <a:gd name="adj1" fmla="val 5414429"/>
              <a:gd name="adj2" fmla="val 16200000"/>
            </a:avLst>
          </a:prstGeom>
          <a:solidFill>
            <a:schemeClr val="accent1"/>
          </a:solidFill>
          <a:ln w="9525" cap="flat">
            <a:noFill/>
            <a:bevel/>
            <a:headEnd/>
            <a:tailEnd/>
          </a:ln>
          <a:effectLst/>
        </p:spPr>
        <p:txBody>
          <a:bodyPr wrap="square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Theinhardt Pan Light" panose="020B0404020101020102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C7EF89-5955-5B91-9598-D203E084E255}"/>
              </a:ext>
            </a:extLst>
          </p:cNvPr>
          <p:cNvSpPr txBox="1"/>
          <p:nvPr/>
        </p:nvSpPr>
        <p:spPr>
          <a:xfrm>
            <a:off x="4355540" y="5528395"/>
            <a:ext cx="3480934" cy="276999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/>
              <a:defRPr/>
            </a:pPr>
            <a:r>
              <a:rPr lang="en-US" dirty="0">
                <a:solidFill>
                  <a:srgbClr val="FFFFFF"/>
                </a:solidFill>
                <a:ea typeface="+mn-lt"/>
                <a:cs typeface="+mn-lt"/>
                <a:sym typeface="Theinhardt Pan Medium" panose="020B0604020101020102" pitchFamily="34" charset="0"/>
              </a:rPr>
              <a:t>{{</a:t>
            </a:r>
            <a:r>
              <a:rPr lang="en-US" dirty="0" err="1">
                <a:solidFill>
                  <a:srgbClr val="FFFFFF"/>
                </a:solidFill>
                <a:ea typeface="+mn-lt"/>
                <a:cs typeface="+mn-lt"/>
                <a:sym typeface="Theinhardt Pan Medium" panose="020B0604020101020102" pitchFamily="34" charset="0"/>
              </a:rPr>
              <a:t>center_title</a:t>
            </a:r>
            <a:r>
              <a:rPr lang="en-US" dirty="0">
                <a:solidFill>
                  <a:srgbClr val="FFFFFF"/>
                </a:solidFill>
                <a:ea typeface="+mn-lt"/>
                <a:cs typeface="+mn-lt"/>
                <a:sym typeface="Theinhardt Pan Medium" panose="020B0604020101020102" pitchFamily="34" charset="0"/>
              </a:rPr>
              <a:t>}}</a:t>
            </a:r>
            <a:endParaRPr lang="de-DE" dirty="0">
              <a:ea typeface="+mn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D4C523A-45A7-08F1-40D8-8414CEB1E163}"/>
              </a:ext>
            </a:extLst>
          </p:cNvPr>
          <p:cNvSpPr txBox="1"/>
          <p:nvPr/>
        </p:nvSpPr>
        <p:spPr>
          <a:xfrm>
            <a:off x="4536166" y="6055559"/>
            <a:ext cx="3119684" cy="215444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/>
              <a:defRPr/>
            </a:pPr>
            <a:r>
              <a:rPr lang="en-US" sz="1400" dirty="0">
                <a:solidFill>
                  <a:srgbClr val="FFFFFF"/>
                </a:solidFill>
                <a:ea typeface="+mn-lt"/>
                <a:cs typeface="+mn-lt"/>
              </a:rPr>
              <a:t>{{</a:t>
            </a:r>
            <a:r>
              <a:rPr lang="en-US" sz="1400" dirty="0" err="1">
                <a:solidFill>
                  <a:srgbClr val="FFFFFF"/>
                </a:solidFill>
                <a:ea typeface="+mn-lt"/>
                <a:cs typeface="+mn-lt"/>
              </a:rPr>
              <a:t>center_desc</a:t>
            </a:r>
            <a:r>
              <a:rPr lang="en-US" sz="1400" dirty="0">
                <a:solidFill>
                  <a:srgbClr val="FFFFFF"/>
                </a:solidFill>
                <a:ea typeface="+mn-lt"/>
                <a:cs typeface="+mn-lt"/>
              </a:rPr>
              <a:t>}}</a:t>
            </a:r>
            <a:endParaRPr lang="de-DE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BD8C850-C763-83DA-B3AB-2CE7EF66DF74}"/>
              </a:ext>
            </a:extLst>
          </p:cNvPr>
          <p:cNvSpPr>
            <a:spLocks noChangeArrowheads="1"/>
          </p:cNvSpPr>
          <p:nvPr/>
        </p:nvSpPr>
        <p:spPr bwMode="auto">
          <a:xfrm rot="10800000" flipH="1" flipV="1">
            <a:off x="2734565" y="4932392"/>
            <a:ext cx="955848" cy="955848"/>
          </a:xfrm>
          <a:prstGeom prst="ellipse">
            <a:avLst/>
          </a:prstGeom>
          <a:solidFill>
            <a:schemeClr val="bg1"/>
          </a:solidFill>
          <a:ln w="12700" cap="flat">
            <a:solidFill>
              <a:schemeClr val="tx1"/>
            </a:solidFill>
            <a:bevel/>
            <a:headEnd/>
            <a:tailEnd/>
          </a:ln>
          <a:effectLst/>
        </p:spPr>
        <p:txBody>
          <a:bodyPr wrap="square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Theinhardt Pan Light" panose="020B0404020101020102" pitchFamily="34" charset="0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01531A9-A0C0-ECAE-7DA2-BF01EB12BF16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8238086" y="4932391"/>
            <a:ext cx="955849" cy="955848"/>
          </a:xfrm>
          <a:prstGeom prst="ellipse">
            <a:avLst/>
          </a:prstGeom>
          <a:solidFill>
            <a:schemeClr val="bg1"/>
          </a:solidFill>
          <a:ln w="12700" cap="flat">
            <a:solidFill>
              <a:schemeClr val="tx1"/>
            </a:solidFill>
            <a:bevel/>
            <a:headEnd/>
            <a:tailEnd/>
          </a:ln>
          <a:effectLst/>
        </p:spPr>
        <p:txBody>
          <a:bodyPr wrap="square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Theinhardt Pan Light" panose="020B0404020101020102" pitchFamily="34" charset="0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54295BD-6BC5-2C28-E075-1303879A956B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7453109" y="3611962"/>
            <a:ext cx="955849" cy="955848"/>
          </a:xfrm>
          <a:prstGeom prst="ellipse">
            <a:avLst/>
          </a:prstGeom>
          <a:solidFill>
            <a:schemeClr val="bg1"/>
          </a:solidFill>
          <a:ln w="12700" cap="flat">
            <a:solidFill>
              <a:schemeClr val="tx1"/>
            </a:solidFill>
            <a:bevel/>
            <a:headEnd/>
            <a:tailEnd/>
          </a:ln>
          <a:effectLst/>
        </p:spPr>
        <p:txBody>
          <a:bodyPr wrap="square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Theinhardt Pan Light" panose="020B0404020101020102" pitchFamily="34" charset="0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A8A34A48-5265-B11B-8D2F-5B2D7E39CB87}"/>
              </a:ext>
            </a:extLst>
          </p:cNvPr>
          <p:cNvSpPr>
            <a:spLocks noChangeArrowheads="1"/>
          </p:cNvSpPr>
          <p:nvPr/>
        </p:nvSpPr>
        <p:spPr bwMode="auto">
          <a:xfrm rot="10800000" flipH="1" flipV="1">
            <a:off x="5618076" y="3075040"/>
            <a:ext cx="955848" cy="955848"/>
          </a:xfrm>
          <a:prstGeom prst="ellipse">
            <a:avLst/>
          </a:prstGeom>
          <a:solidFill>
            <a:schemeClr val="bg1"/>
          </a:solidFill>
          <a:ln w="12700" cap="flat">
            <a:solidFill>
              <a:schemeClr val="tx1"/>
            </a:solidFill>
            <a:bevel/>
            <a:headEnd/>
            <a:tailEnd/>
          </a:ln>
          <a:effectLst/>
        </p:spPr>
        <p:txBody>
          <a:bodyPr wrap="square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Theinhardt Pan Light" panose="020B0404020101020102" pitchFamily="34" charset="0"/>
            </a:endParaRPr>
          </a:p>
        </p:txBody>
      </p:sp>
      <p:cxnSp>
        <p:nvCxnSpPr>
          <p:cNvPr id="27" name="LineBasicDefault 105">
            <a:extLst>
              <a:ext uri="{FF2B5EF4-FFF2-40B4-BE49-F238E27FC236}">
                <a16:creationId xmlns:a16="http://schemas.microsoft.com/office/drawing/2014/main" id="{30C7B2E6-6A53-EF19-CDEF-CC1753805DAD}"/>
              </a:ext>
            </a:extLst>
          </p:cNvPr>
          <p:cNvCxnSpPr>
            <a:cxnSpLocks/>
          </p:cNvCxnSpPr>
          <p:nvPr>
            <p:custDataLst>
              <p:tags r:id="rId1"/>
            </p:custDataLst>
          </p:nvPr>
        </p:nvCxnSpPr>
        <p:spPr>
          <a:xfrm>
            <a:off x="3652399" y="5589551"/>
            <a:ext cx="883767" cy="349896"/>
          </a:xfrm>
          <a:prstGeom prst="straightConnector1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LineBasicDefault 105">
            <a:extLst>
              <a:ext uri="{FF2B5EF4-FFF2-40B4-BE49-F238E27FC236}">
                <a16:creationId xmlns:a16="http://schemas.microsoft.com/office/drawing/2014/main" id="{E51034FD-317A-1F5B-66BD-BDD3D4E45261}"/>
              </a:ext>
            </a:extLst>
          </p:cNvPr>
          <p:cNvCxnSpPr>
            <a:cxnSpLocks/>
            <a:stCxn id="15" idx="4"/>
          </p:cNvCxnSpPr>
          <p:nvPr>
            <p:custDataLst>
              <p:tags r:id="rId2"/>
            </p:custDataLst>
          </p:nvPr>
        </p:nvCxnSpPr>
        <p:spPr>
          <a:xfrm>
            <a:off x="6096000" y="4030888"/>
            <a:ext cx="0" cy="916394"/>
          </a:xfrm>
          <a:prstGeom prst="straightConnector1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LineBasicDefault 105">
            <a:extLst>
              <a:ext uri="{FF2B5EF4-FFF2-40B4-BE49-F238E27FC236}">
                <a16:creationId xmlns:a16="http://schemas.microsoft.com/office/drawing/2014/main" id="{6894662F-EE3D-03A8-B390-BCC3FE058645}"/>
              </a:ext>
            </a:extLst>
          </p:cNvPr>
          <p:cNvCxnSpPr>
            <a:cxnSpLocks/>
          </p:cNvCxnSpPr>
          <p:nvPr>
            <p:custDataLst>
              <p:tags r:id="rId3"/>
            </p:custDataLst>
          </p:nvPr>
        </p:nvCxnSpPr>
        <p:spPr>
          <a:xfrm flipH="1">
            <a:off x="6969336" y="4487931"/>
            <a:ext cx="717339" cy="663446"/>
          </a:xfrm>
          <a:prstGeom prst="straightConnector1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LineBasicDefault 105">
            <a:extLst>
              <a:ext uri="{FF2B5EF4-FFF2-40B4-BE49-F238E27FC236}">
                <a16:creationId xmlns:a16="http://schemas.microsoft.com/office/drawing/2014/main" id="{6D3DF038-CED6-E6B1-FCBC-975793DC141B}"/>
              </a:ext>
            </a:extLst>
          </p:cNvPr>
          <p:cNvCxnSpPr>
            <a:cxnSpLocks/>
          </p:cNvCxnSpPr>
          <p:nvPr>
            <p:custDataLst>
              <p:tags r:id="rId4"/>
            </p:custDataLst>
          </p:nvPr>
        </p:nvCxnSpPr>
        <p:spPr>
          <a:xfrm flipH="1">
            <a:off x="7593591" y="5635606"/>
            <a:ext cx="702754" cy="303841"/>
          </a:xfrm>
          <a:prstGeom prst="straightConnector1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Oval 3">
            <a:extLst>
              <a:ext uri="{FF2B5EF4-FFF2-40B4-BE49-F238E27FC236}">
                <a16:creationId xmlns:a16="http://schemas.microsoft.com/office/drawing/2014/main" id="{CFF01000-1A53-9C04-E065-79E6AC863FBE}"/>
              </a:ext>
            </a:extLst>
          </p:cNvPr>
          <p:cNvSpPr>
            <a:spLocks noChangeArrowheads="1"/>
          </p:cNvSpPr>
          <p:nvPr/>
        </p:nvSpPr>
        <p:spPr bwMode="auto">
          <a:xfrm rot="10800000" flipH="1" flipV="1">
            <a:off x="3924228" y="3583626"/>
            <a:ext cx="955848" cy="955848"/>
          </a:xfrm>
          <a:prstGeom prst="ellipse">
            <a:avLst/>
          </a:prstGeom>
          <a:solidFill>
            <a:schemeClr val="bg1"/>
          </a:solidFill>
          <a:ln w="12700" cap="flat">
            <a:solidFill>
              <a:schemeClr val="tx1"/>
            </a:solidFill>
            <a:bevel/>
            <a:headEnd/>
            <a:tailEnd/>
          </a:ln>
          <a:effectLst/>
        </p:spPr>
        <p:txBody>
          <a:bodyPr wrap="square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Theinhardt Pan Light" panose="020B0404020101020102" pitchFamily="34" charset="0"/>
            </a:endParaRPr>
          </a:p>
        </p:txBody>
      </p:sp>
      <p:cxnSp>
        <p:nvCxnSpPr>
          <p:cNvPr id="25" name="LineBasicDefault 105">
            <a:extLst>
              <a:ext uri="{FF2B5EF4-FFF2-40B4-BE49-F238E27FC236}">
                <a16:creationId xmlns:a16="http://schemas.microsoft.com/office/drawing/2014/main" id="{E6167B07-2CD7-1A3E-2E17-CDC3866C0ACF}"/>
              </a:ext>
            </a:extLst>
          </p:cNvPr>
          <p:cNvCxnSpPr>
            <a:cxnSpLocks/>
          </p:cNvCxnSpPr>
          <p:nvPr>
            <p:custDataLst>
              <p:tags r:id="rId5"/>
            </p:custDataLst>
          </p:nvPr>
        </p:nvCxnSpPr>
        <p:spPr>
          <a:xfrm>
            <a:off x="4634536" y="4487931"/>
            <a:ext cx="623507" cy="656061"/>
          </a:xfrm>
          <a:prstGeom prst="straightConnector1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5D6A3374-4221-2C21-0E95-49CF35F67CC0}"/>
              </a:ext>
            </a:extLst>
          </p:cNvPr>
          <p:cNvSpPr txBox="1">
            <a:spLocks/>
          </p:cNvSpPr>
          <p:nvPr/>
        </p:nvSpPr>
        <p:spPr>
          <a:xfrm>
            <a:off x="1288386" y="4816778"/>
            <a:ext cx="1518339" cy="975023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pis For Office" panose="020B05040101010101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442913" lvl="2" indent="-2143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1965"/>
              </a:buClr>
              <a:buSzPct val="100000"/>
              <a:buFont typeface="Segoe UI" panose="020B0502040204020203" pitchFamily="34" charset="0"/>
              <a:buChar char="​"/>
              <a:tabLst/>
              <a:defRPr/>
            </a:pPr>
            <a:r>
              <a:rPr lang="en-US" sz="1200">
                <a:solidFill>
                  <a:srgbClr val="E7E6E6">
                    <a:lumMod val="10000"/>
                  </a:srgbClr>
                </a:solidFill>
                <a:ea typeface="+mn-lt"/>
                <a:cs typeface="+mn-lt"/>
                <a:sym typeface="Arial"/>
              </a:rPr>
              <a:t>{{country_1_name}}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1965"/>
              </a:buClr>
              <a:buSzPct val="100000"/>
              <a:buFont typeface="Segoe UI" panose="020B0502040204020203" pitchFamily="34" charset="0"/>
              <a:buChar char="​"/>
              <a:tabLst/>
              <a:defRPr/>
            </a:pPr>
            <a:r>
              <a:rPr lang="en-US" sz="1000">
                <a:solidFill>
                  <a:srgbClr val="E7E6E6">
                    <a:lumMod val="10000"/>
                  </a:srgbClr>
                </a:solidFill>
                <a:ea typeface="+mn-lt"/>
                <a:cs typeface="+mn-lt"/>
                <a:sym typeface="Arial"/>
              </a:rPr>
              <a:t>{{country_1_desc}}</a:t>
            </a:r>
            <a:endParaRPr lang="en-US" sz="1000" b="0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ea typeface="+mn-lt"/>
              <a:cs typeface="+mn-lt"/>
            </a:endParaRPr>
          </a:p>
        </p:txBody>
      </p:sp>
      <p:pic>
        <p:nvPicPr>
          <p:cNvPr id="5" name="Grafik 4" descr="Deutschland Flagge , deutsche Flagge , Deutschland Fahne auf ...">
            <a:extLst>
              <a:ext uri="{FF2B5EF4-FFF2-40B4-BE49-F238E27FC236}">
                <a16:creationId xmlns:a16="http://schemas.microsoft.com/office/drawing/2014/main" id="{D60F70DB-8FCE-F24B-FB47-03071E0B666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12956" y="5200649"/>
            <a:ext cx="783851" cy="412378"/>
          </a:xfrm>
          <a:prstGeom prst="rect">
            <a:avLst/>
          </a:prstGeom>
        </p:spPr>
      </p:pic>
      <p:pic>
        <p:nvPicPr>
          <p:cNvPr id="7" name="Grafik 6" descr="Großbritannien Flagge , britische Flagge , Großbritannien ...">
            <a:extLst>
              <a:ext uri="{FF2B5EF4-FFF2-40B4-BE49-F238E27FC236}">
                <a16:creationId xmlns:a16="http://schemas.microsoft.com/office/drawing/2014/main" id="{9F211CD3-24D6-9895-E3F6-0DC8EE43DAE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48124" y="3811119"/>
            <a:ext cx="700369" cy="502025"/>
          </a:xfrm>
          <a:prstGeom prst="rect">
            <a:avLst/>
          </a:prstGeom>
        </p:spPr>
      </p:pic>
      <p:pic>
        <p:nvPicPr>
          <p:cNvPr id="11" name="Grafik 10" descr="Länder Flaggen (90 * 150cm:France) : Amazon.de: Garden">
            <a:extLst>
              <a:ext uri="{FF2B5EF4-FFF2-40B4-BE49-F238E27FC236}">
                <a16:creationId xmlns:a16="http://schemas.microsoft.com/office/drawing/2014/main" id="{4A2A1118-2EAB-6B28-590B-690E3CA0C01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30407" y="3284443"/>
            <a:ext cx="753597" cy="524437"/>
          </a:xfrm>
          <a:prstGeom prst="rect">
            <a:avLst/>
          </a:prstGeom>
        </p:spPr>
      </p:pic>
      <p:pic>
        <p:nvPicPr>
          <p:cNvPr id="24" name="Grafik 23" descr="Flagge Spaniens – Wikipedia">
            <a:extLst>
              <a:ext uri="{FF2B5EF4-FFF2-40B4-BE49-F238E27FC236}">
                <a16:creationId xmlns:a16="http://schemas.microsoft.com/office/drawing/2014/main" id="{FDDBD67C-3ED5-715C-FCC9-F51008B9A66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37637" y="3833532"/>
            <a:ext cx="792256" cy="479613"/>
          </a:xfrm>
          <a:prstGeom prst="rect">
            <a:avLst/>
          </a:prstGeom>
        </p:spPr>
      </p:pic>
      <p:pic>
        <p:nvPicPr>
          <p:cNvPr id="26" name="Grafik 25" descr="Italien Flagge , italienische Flagge , Italien Fahne auf ...">
            <a:extLst>
              <a:ext uri="{FF2B5EF4-FFF2-40B4-BE49-F238E27FC236}">
                <a16:creationId xmlns:a16="http://schemas.microsoft.com/office/drawing/2014/main" id="{21014643-14C1-49CE-E211-A3D4CA4D906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44181" y="5155824"/>
            <a:ext cx="770404" cy="479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08527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_title">
            <a:extLst>
              <a:ext uri="{FF2B5EF4-FFF2-40B4-BE49-F238E27FC236}">
                <a16:creationId xmlns:a16="http://schemas.microsoft.com/office/drawing/2014/main" id="{C2B03538-6937-7092-F4D2-615DC66283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{{slide_title}}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202B9905-7897-5A2C-970A-F4E918D2BD8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630160" y="100540"/>
            <a:ext cx="4007104" cy="123111"/>
          </a:xfrm>
        </p:spPr>
        <p:txBody>
          <a:bodyPr/>
          <a:lstStyle/>
          <a:p>
            <a:r>
              <a:rPr lang="en-US" dirty="0"/>
              <a:t>Appendix A: Frameworks</a:t>
            </a:r>
          </a:p>
        </p:txBody>
      </p:sp>
      <p:sp>
        <p:nvSpPr>
          <p:cNvPr id="4" name="s_title">
            <a:extLst>
              <a:ext uri="{FF2B5EF4-FFF2-40B4-BE49-F238E27FC236}">
                <a16:creationId xmlns:a16="http://schemas.microsoft.com/office/drawing/2014/main" id="{169FBDD6-FFB8-1A87-BCB9-E81C063BE4F9}"/>
              </a:ext>
            </a:extLst>
          </p:cNvPr>
          <p:cNvSpPr/>
          <p:nvPr/>
        </p:nvSpPr>
        <p:spPr>
          <a:xfrm>
            <a:off x="467805" y="1345079"/>
            <a:ext cx="5490000" cy="3464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Arial" panose="020B0604020202020204"/>
              </a:rPr>
              <a:t>Strengths</a:t>
            </a:r>
          </a:p>
        </p:txBody>
      </p:sp>
      <p:sp>
        <p:nvSpPr>
          <p:cNvPr id="5" name="w_title">
            <a:extLst>
              <a:ext uri="{FF2B5EF4-FFF2-40B4-BE49-F238E27FC236}">
                <a16:creationId xmlns:a16="http://schemas.microsoft.com/office/drawing/2014/main" id="{68CC59F9-2262-8AD8-CF54-6DBEF30F7DB9}"/>
              </a:ext>
            </a:extLst>
          </p:cNvPr>
          <p:cNvSpPr/>
          <p:nvPr/>
        </p:nvSpPr>
        <p:spPr>
          <a:xfrm>
            <a:off x="6164565" y="1345079"/>
            <a:ext cx="5490000" cy="3464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Weaknesses</a:t>
            </a:r>
          </a:p>
        </p:txBody>
      </p:sp>
      <p:sp>
        <p:nvSpPr>
          <p:cNvPr id="6" name="o_title">
            <a:extLst>
              <a:ext uri="{FF2B5EF4-FFF2-40B4-BE49-F238E27FC236}">
                <a16:creationId xmlns:a16="http://schemas.microsoft.com/office/drawing/2014/main" id="{2AEAED2C-7762-9201-5923-9705AECBC393}"/>
              </a:ext>
            </a:extLst>
          </p:cNvPr>
          <p:cNvSpPr/>
          <p:nvPr/>
        </p:nvSpPr>
        <p:spPr>
          <a:xfrm>
            <a:off x="467805" y="3867126"/>
            <a:ext cx="5490000" cy="3464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chemeClr val="bg1"/>
                </a:solidFill>
                <a:latin typeface="Arial" panose="020B0604020202020204"/>
              </a:rPr>
              <a:t>Opportunities</a:t>
            </a:r>
          </a:p>
        </p:txBody>
      </p:sp>
      <p:sp>
        <p:nvSpPr>
          <p:cNvPr id="7" name="t_title">
            <a:extLst>
              <a:ext uri="{FF2B5EF4-FFF2-40B4-BE49-F238E27FC236}">
                <a16:creationId xmlns:a16="http://schemas.microsoft.com/office/drawing/2014/main" id="{A3A4147E-5E80-C126-06E0-8E9943ECBEB5}"/>
              </a:ext>
            </a:extLst>
          </p:cNvPr>
          <p:cNvSpPr/>
          <p:nvPr/>
        </p:nvSpPr>
        <p:spPr>
          <a:xfrm>
            <a:off x="6164565" y="3867126"/>
            <a:ext cx="5490000" cy="3464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Threats</a:t>
            </a:r>
          </a:p>
        </p:txBody>
      </p:sp>
      <p:sp>
        <p:nvSpPr>
          <p:cNvPr id="8" name="Oval 40">
            <a:extLst>
              <a:ext uri="{FF2B5EF4-FFF2-40B4-BE49-F238E27FC236}">
                <a16:creationId xmlns:a16="http://schemas.microsoft.com/office/drawing/2014/main" id="{522F08DB-7D8A-8CEE-8706-B5DF15204B8B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467806" y="1733296"/>
            <a:ext cx="5490000" cy="196771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  <a:round/>
            <a:headEnd/>
            <a:tailEnd/>
          </a:ln>
          <a:effectLst/>
        </p:spPr>
        <p:txBody>
          <a:bodyPr wrap="square" lIns="91440" tIns="91440" rIns="91440" bIns="91440" anchor="t"/>
          <a:lstStyle/>
          <a:p>
            <a:pPr marL="225425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dirty="0">
                <a:solidFill>
                  <a:schemeClr val="tx2">
                    <a:lumMod val="10000"/>
                  </a:schemeClr>
                </a:solidFill>
                <a:ea typeface="+mn-lt"/>
                <a:cs typeface="+mn-lt"/>
              </a:rPr>
              <a:t>{{</a:t>
            </a:r>
            <a:r>
              <a:rPr lang="en-US" sz="1200" dirty="0" err="1">
                <a:solidFill>
                  <a:schemeClr val="tx2">
                    <a:lumMod val="10000"/>
                  </a:schemeClr>
                </a:solidFill>
                <a:ea typeface="+mn-lt"/>
                <a:cs typeface="+mn-lt"/>
              </a:rPr>
              <a:t>strengths_bullets</a:t>
            </a:r>
            <a:r>
              <a:rPr lang="en-US" sz="1200" dirty="0">
                <a:solidFill>
                  <a:schemeClr val="tx2">
                    <a:lumMod val="10000"/>
                  </a:schemeClr>
                </a:solidFill>
                <a:ea typeface="+mn-lt"/>
                <a:cs typeface="+mn-lt"/>
              </a:rPr>
              <a:t>}}</a:t>
            </a:r>
            <a:endParaRPr lang="en-US" sz="1200" kern="1200" dirty="0">
              <a:solidFill>
                <a:schemeClr val="tx2">
                  <a:lumMod val="10000"/>
                </a:schemeClr>
              </a:solidFill>
              <a:ea typeface="+mn-ea"/>
              <a:cs typeface="+mn-cs"/>
            </a:endParaRPr>
          </a:p>
          <a:p>
            <a:pPr marL="225425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chemeClr val="tx2">
                    <a:lumMod val="10000"/>
                  </a:schemeClr>
                </a:solidFill>
                <a:ea typeface="+mn-lt"/>
                <a:cs typeface="+mn-lt"/>
              </a:rPr>
              <a:t>{{</a:t>
            </a:r>
            <a:r>
              <a:rPr lang="en-US" sz="1200" dirty="0" err="1">
                <a:solidFill>
                  <a:schemeClr val="tx2">
                    <a:lumMod val="10000"/>
                  </a:schemeClr>
                </a:solidFill>
                <a:ea typeface="+mn-lt"/>
                <a:cs typeface="+mn-lt"/>
              </a:rPr>
              <a:t>strengths_bullets</a:t>
            </a:r>
            <a:r>
              <a:rPr lang="en-US" sz="1200" dirty="0">
                <a:solidFill>
                  <a:schemeClr val="tx2">
                    <a:lumMod val="10000"/>
                  </a:schemeClr>
                </a:solidFill>
                <a:ea typeface="+mn-lt"/>
                <a:cs typeface="+mn-lt"/>
              </a:rPr>
              <a:t>}}</a:t>
            </a:r>
          </a:p>
          <a:p>
            <a:pPr marL="225425" indent="-171450">
              <a:spcBef>
                <a:spcPts val="30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chemeClr val="tx2">
                    <a:lumMod val="10000"/>
                  </a:schemeClr>
                </a:solidFill>
                <a:ea typeface="+mn-lt"/>
                <a:cs typeface="+mn-lt"/>
              </a:rPr>
              <a:t>{{</a:t>
            </a:r>
            <a:r>
              <a:rPr lang="en-US" sz="1200" dirty="0" err="1">
                <a:solidFill>
                  <a:schemeClr val="tx2">
                    <a:lumMod val="10000"/>
                  </a:schemeClr>
                </a:solidFill>
                <a:ea typeface="+mn-lt"/>
                <a:cs typeface="+mn-lt"/>
              </a:rPr>
              <a:t>strengths_bullets</a:t>
            </a:r>
            <a:r>
              <a:rPr lang="en-US" sz="1200" dirty="0">
                <a:solidFill>
                  <a:schemeClr val="tx2">
                    <a:lumMod val="10000"/>
                  </a:schemeClr>
                </a:solidFill>
                <a:ea typeface="+mn-lt"/>
                <a:cs typeface="+mn-lt"/>
              </a:rPr>
              <a:t>}}</a:t>
            </a:r>
            <a:endParaRPr lang="en-US" sz="1200" kern="1200" dirty="0">
              <a:solidFill>
                <a:schemeClr val="tx2">
                  <a:lumMod val="10000"/>
                </a:schemeClr>
              </a:solidFill>
              <a:ea typeface="+mn-lt"/>
              <a:cs typeface="+mn-lt"/>
            </a:endParaRPr>
          </a:p>
          <a:p>
            <a:pPr marL="225425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…</a:t>
            </a:r>
          </a:p>
        </p:txBody>
      </p:sp>
      <p:sp>
        <p:nvSpPr>
          <p:cNvPr id="9" name="Oval 40">
            <a:extLst>
              <a:ext uri="{FF2B5EF4-FFF2-40B4-BE49-F238E27FC236}">
                <a16:creationId xmlns:a16="http://schemas.microsoft.com/office/drawing/2014/main" id="{36B9EB55-72A0-B265-AE9D-F7404D9DC7B3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6164565" y="1733296"/>
            <a:ext cx="5490000" cy="196771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  <a:round/>
            <a:headEnd/>
            <a:tailEnd/>
          </a:ln>
          <a:effectLst/>
        </p:spPr>
        <p:txBody>
          <a:bodyPr wrap="square" lIns="91440" tIns="91440" rIns="91440" bIns="91440" anchor="t"/>
          <a:lstStyle/>
          <a:p>
            <a:pPr marL="225425" marR="0" lvl="0" indent="-171450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{{weaknesses_bullets}}</a:t>
            </a:r>
          </a:p>
          <a:p>
            <a:pPr marL="225425" indent="-171450">
              <a:spcBef>
                <a:spcPts val="30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{{weaknesses_bullets}}</a:t>
            </a:r>
          </a:p>
          <a:p>
            <a:pPr marL="225425" indent="-171450">
              <a:spcBef>
                <a:spcPts val="30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{{weaknesses_bullets}}</a:t>
            </a:r>
          </a:p>
          <a:p>
            <a:pPr marL="225425" marR="0" lvl="0" indent="-171450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…</a:t>
            </a:r>
          </a:p>
        </p:txBody>
      </p:sp>
      <p:sp>
        <p:nvSpPr>
          <p:cNvPr id="10" name="Oval 40">
            <a:extLst>
              <a:ext uri="{FF2B5EF4-FFF2-40B4-BE49-F238E27FC236}">
                <a16:creationId xmlns:a16="http://schemas.microsoft.com/office/drawing/2014/main" id="{8F45A77B-44C1-79A5-0635-7D16EDEFD360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467806" y="4255344"/>
            <a:ext cx="5490000" cy="196771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  <a:round/>
            <a:headEnd/>
            <a:tailEnd/>
          </a:ln>
          <a:effectLst/>
        </p:spPr>
        <p:txBody>
          <a:bodyPr wrap="square" lIns="91440" tIns="91440" rIns="91440" bIns="91440" anchor="t"/>
          <a:lstStyle/>
          <a:p>
            <a:pPr marL="225425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{{opportunities_bullets}}</a:t>
            </a:r>
          </a:p>
          <a:p>
            <a:pPr marL="225425" indent="-171450">
              <a:spcBef>
                <a:spcPts val="30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{{opportunities_bullets}}</a:t>
            </a:r>
          </a:p>
          <a:p>
            <a:pPr marL="225425" indent="-171450">
              <a:spcBef>
                <a:spcPts val="30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{{opportunities_bullets}}</a:t>
            </a:r>
          </a:p>
          <a:p>
            <a:pPr marL="225425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…</a:t>
            </a:r>
          </a:p>
        </p:txBody>
      </p:sp>
      <p:sp>
        <p:nvSpPr>
          <p:cNvPr id="11" name="Oval 40">
            <a:extLst>
              <a:ext uri="{FF2B5EF4-FFF2-40B4-BE49-F238E27FC236}">
                <a16:creationId xmlns:a16="http://schemas.microsoft.com/office/drawing/2014/main" id="{9906B0DC-44F7-D7C0-3A34-645E03D6E1D2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6164565" y="4255344"/>
            <a:ext cx="5490000" cy="196771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  <a:round/>
            <a:headEnd/>
            <a:tailEnd/>
          </a:ln>
          <a:effectLst/>
        </p:spPr>
        <p:txBody>
          <a:bodyPr wrap="square" lIns="91440" tIns="91440" rIns="91440" bIns="91440" anchor="t"/>
          <a:lstStyle/>
          <a:p>
            <a:pPr marL="225425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kern="1200" dirty="0">
                <a:solidFill>
                  <a:schemeClr val="tx2">
                    <a:lumMod val="10000"/>
                  </a:schemeClr>
                </a:solidFill>
                <a:ea typeface="+mn-ea"/>
                <a:cs typeface="+mn-cs"/>
              </a:rPr>
              <a:t>{{threats_bullets}}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10000"/>
                </a:scheme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225425" indent="-171450">
              <a:spcBef>
                <a:spcPts val="30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lang="en-US" sz="1200" kern="1200" dirty="0">
                <a:solidFill>
                  <a:schemeClr val="tx2">
                    <a:lumMod val="10000"/>
                  </a:schemeClr>
                </a:solidFill>
                <a:ea typeface="+mn-ea"/>
                <a:cs typeface="+mn-cs"/>
              </a:rPr>
              <a:t>{{threats_bullets}}</a:t>
            </a:r>
          </a:p>
          <a:p>
            <a:pPr marL="225425" indent="-171450">
              <a:spcBef>
                <a:spcPts val="30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lang="en-US" sz="1200" kern="1200" dirty="0">
                <a:solidFill>
                  <a:schemeClr val="tx2">
                    <a:lumMod val="10000"/>
                  </a:schemeClr>
                </a:solidFill>
                <a:ea typeface="+mn-ea"/>
                <a:cs typeface="+mn-cs"/>
              </a:rPr>
              <a:t>{{threats_bullets}}</a:t>
            </a:r>
          </a:p>
          <a:p>
            <a:pPr marL="225425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8802015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_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{{slide_title}}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chart_area"/>
          <p:cNvSpPr/>
          <p:nvPr/>
        </p:nvSpPr>
        <p:spPr>
          <a:xfrm>
            <a:off x="554736" y="1400000"/>
            <a:ext cx="11082528" cy="4500000"/>
          </a:xfrm>
          <a:prstGeom prst="rect">
            <a:avLst/>
          </a:prstGeom>
          <a:noFill/>
          <a:ln w="12700">
            <a:solidFill>
              <a:srgbClr val="CCCCCC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>
                <a:solidFill>
                  <a:srgbClr val="999999"/>
                </a:solidFill>
              </a:rPr>
              <a:t>{{chart_image}}</a:t>
            </a:r>
          </a:p>
        </p:txBody>
      </p:sp>
      <p:sp>
        <p:nvSpPr>
          <p:cNvPr id="6" name="source_text"/>
          <p:cNvSpPr txBox="1"/>
          <p:nvPr/>
        </p:nvSpPr>
        <p:spPr>
          <a:xfrm>
            <a:off x="554736" y="6100000"/>
            <a:ext cx="50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99999"/>
                </a:solidFill>
              </a:rPr>
              <a:t>{{source}}</a:t>
            </a:r>
          </a:p>
        </p:txBody>
      </p:sp>
      <p:sp>
        <p:nvSpPr>
          <p:cNvPr id="7" name="footnote_text"/>
          <p:cNvSpPr txBox="1"/>
          <p:nvPr/>
        </p:nvSpPr>
        <p:spPr>
          <a:xfrm>
            <a:off x="554736" y="6400000"/>
            <a:ext cx="50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999999"/>
                </a:solidFill>
              </a:rPr>
              <a:t>{{footnote}}</a:t>
            </a:r>
          </a:p>
        </p:txBody>
      </p:sp>
      <p:sp>
        <p:nvSpPr>
          <p:cNvPr id="8" name="HR Annotation"/>
          <p:cNvSpPr txBox="1"/>
          <p:nvPr/>
        </p:nvSpPr>
        <p:spPr>
          <a:xfrm>
            <a:off x="7500000" y="6100000"/>
            <a:ext cx="40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</a:rPr>
              <a:t>{{hr_annotation}}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a5NG5p6QVlH6GlSHMQ0RQ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BasicDefault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BasicDefault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BasicDefault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BasicDefault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BasicDefault"/>
</p:tagLst>
</file>

<file path=ppt/theme/theme1.xml><?xml version="1.0" encoding="utf-8"?>
<a:theme xmlns:a="http://schemas.openxmlformats.org/drawingml/2006/main" name="Slideworks">
  <a:themeElements>
    <a:clrScheme name="Slideworks 2025 (updated)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51C2C"/>
      </a:accent1>
      <a:accent2>
        <a:srgbClr val="22A3DF"/>
      </a:accent2>
      <a:accent3>
        <a:srgbClr val="2222F6"/>
      </a:accent3>
      <a:accent4>
        <a:srgbClr val="1877A2"/>
      </a:accent4>
      <a:accent5>
        <a:srgbClr val="A2D5EC"/>
      </a:accent5>
      <a:accent6>
        <a:srgbClr val="F8BC3B"/>
      </a:accent6>
      <a:hlink>
        <a:srgbClr val="3478AB"/>
      </a:hlink>
      <a:folHlink>
        <a:srgbClr val="8B78AB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>
          <a:solidFill>
            <a:srgbClr val="000000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Scheme White">
        <a:dk1>
          <a:srgbClr val="000000"/>
        </a:dk1>
        <a:lt1>
          <a:srgbClr val="FFFFFF"/>
        </a:lt1>
        <a:dk2>
          <a:srgbClr val="FFFFFF"/>
        </a:dk2>
        <a:lt2>
          <a:srgbClr val="FFFFFF"/>
        </a:lt2>
        <a:accent1>
          <a:srgbClr val="051C2C"/>
        </a:accent1>
        <a:accent2>
          <a:srgbClr val="00A9F4"/>
        </a:accent2>
        <a:accent3>
          <a:srgbClr val="1F40E6"/>
        </a:accent3>
        <a:accent4>
          <a:srgbClr val="AAE6F0"/>
        </a:accent4>
        <a:accent5>
          <a:srgbClr val="3C96B4"/>
        </a:accent5>
        <a:accent6>
          <a:srgbClr val="AFC3FF"/>
        </a:accent6>
        <a:hlink>
          <a:srgbClr val="1F40E6"/>
        </a:hlink>
        <a:folHlink>
          <a:srgbClr val="8C5AC8"/>
        </a:folHlink>
      </a:clrScheme>
    </a:extraClrScheme>
  </a:extraClrSchemeLst>
  <a:custClrLst>
    <a:custClr name="Deep Blue">
      <a:srgbClr val="051C2C"/>
    </a:custClr>
    <a:custClr name="Cyan">
      <a:srgbClr val="00A9F4"/>
    </a:custClr>
    <a:custClr name="Electric Blue">
      <a:srgbClr val="1F40E6"/>
    </a:custClr>
    <a:custClr name="Pale Blue">
      <a:srgbClr val="AAE6F0"/>
    </a:custClr>
    <a:custClr name="Turquoise">
      <a:srgbClr val="3C96B4"/>
    </a:custClr>
    <a:custClr name="Pale Electric Blue">
      <a:srgbClr val="AFC3FF"/>
    </a:custClr>
    <a:custClr name="Purple">
      <a:srgbClr val="8C5AC8"/>
    </a:custClr>
    <a:custClr name="Pink">
      <a:srgbClr val="E6A0C8"/>
    </a:custClr>
    <a:custClr name="Red">
      <a:srgbClr val="E5546C"/>
    </a:custClr>
    <a:custClr name="Orange">
      <a:srgbClr val="FAA082"/>
    </a:custClr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Linear 1 (Deep Blue)">
      <a:srgbClr val="051C2C"/>
    </a:custClr>
    <a:custClr name="Linear 2">
      <a:srgbClr val="034B6F"/>
    </a:custClr>
    <a:custClr name="Linear 3">
      <a:srgbClr val="027AB1"/>
    </a:custClr>
    <a:custClr name="Linear 4 (Cyan)">
      <a:srgbClr val="00A9F4"/>
    </a:custClr>
    <a:custClr name="Linear 5">
      <a:srgbClr val="39BDF3"/>
    </a:custClr>
    <a:custClr name="Linear 6">
      <a:srgbClr val="71D2F1"/>
    </a:custClr>
    <a:custClr name="Linear 7 (Pale Blue)">
      <a:srgbClr val="AAE6F0"/>
    </a:custClr>
    <a:custClr name="Null">
      <a:srgbClr val="FFFFFF"/>
    </a:custClr>
    <a:custClr name="Null">
      <a:srgbClr val="FFFFFF"/>
    </a:custClr>
    <a:custClr name="Null">
      <a:srgbClr val="FFFFFF"/>
    </a:custClr>
  </a:custClrLst>
  <a:extLst>
    <a:ext uri="{05A4C25C-085E-4340-85A3-A5531E510DB2}">
      <thm15:themeFamily xmlns:thm15="http://schemas.microsoft.com/office/thememl/2012/main" name="Presentation17" id="{9B588B21-83F7-FC48-9C86-2F9784C77B7B}" vid="{E0497203-32F2-484B-9913-C145AFB5AD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Custom 9">
    <a:dk1>
      <a:srgbClr val="000000"/>
    </a:dk1>
    <a:lt1>
      <a:srgbClr val="FFFFFF"/>
    </a:lt1>
    <a:dk2>
      <a:srgbClr val="FFFFFF"/>
    </a:dk2>
    <a:lt2>
      <a:srgbClr val="FFFFFF"/>
    </a:lt2>
    <a:accent1>
      <a:srgbClr val="1F6FD8"/>
    </a:accent1>
    <a:accent2>
      <a:srgbClr val="B7472A"/>
    </a:accent2>
    <a:accent3>
      <a:srgbClr val="F5E3DF"/>
    </a:accent3>
    <a:accent4>
      <a:srgbClr val="424242"/>
    </a:accent4>
    <a:accent5>
      <a:srgbClr val="D9D9D9"/>
    </a:accent5>
    <a:accent6>
      <a:srgbClr val="F0F0F0"/>
    </a:accent6>
    <a:hlink>
      <a:srgbClr val="555555"/>
    </a:hlink>
    <a:folHlink>
      <a:srgbClr val="333333"/>
    </a:folHlink>
  </a:clrScheme>
  <a:fontScheme name="Arial">
    <a:maj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ajorFont>
    <a:min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Slideworks</Template>
  <TotalTime>0</TotalTime>
  <Words>1617</Words>
  <Application>Microsoft Office PowerPoint</Application>
  <PresentationFormat>Widescreen</PresentationFormat>
  <Paragraphs>376</Paragraphs>
  <Slides>20</Slides>
  <Notes>9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9" baseType="lpstr">
      <vt:lpstr>Arial</vt:lpstr>
      <vt:lpstr>Calibri</vt:lpstr>
      <vt:lpstr>Consolas</vt:lpstr>
      <vt:lpstr>Georgia</vt:lpstr>
      <vt:lpstr>Georgia Pro Light</vt:lpstr>
      <vt:lpstr>Segoe UI</vt:lpstr>
      <vt:lpstr>Wingdings</vt:lpstr>
      <vt:lpstr>Slideworks</vt:lpstr>
      <vt:lpstr>think-cell Slide</vt:lpstr>
      <vt:lpstr>{{slide_title}}</vt:lpstr>
      <vt:lpstr>{{slide_title}}</vt:lpstr>
      <vt:lpstr>{{slide_title}}</vt:lpstr>
      <vt:lpstr>{{slide_title}}</vt:lpstr>
      <vt:lpstr>{{slide_title}}</vt:lpstr>
      <vt:lpstr>{{slide_title}}</vt:lpstr>
      <vt:lpstr>{{slide_title}}</vt:lpstr>
      <vt:lpstr>[Five key areas slide / Insert action title]</vt:lpstr>
      <vt:lpstr>{{slide_title}}</vt:lpstr>
      <vt:lpstr>{{slide_title}}</vt:lpstr>
      <vt:lpstr>{{slide_title}}</vt:lpstr>
      <vt:lpstr>{{slide_title}}</vt:lpstr>
      <vt:lpstr>{{slide_title}}</vt:lpstr>
      <vt:lpstr>{{slide_title}}</vt:lpstr>
      <vt:lpstr>{{slide_title}}</vt:lpstr>
      <vt:lpstr>{{slide_title}}</vt:lpstr>
      <vt:lpstr>{{slide_title}}</vt:lpstr>
      <vt:lpstr>{{slide_title}}</vt:lpstr>
      <vt:lpstr>{{slide_title}}</vt:lpstr>
      <vt:lpstr>{{slide_title}}</vt:lpstr>
    </vt:vector>
  </TitlesOfParts>
  <Manager>Slideworks</Manager>
  <Company>Slideworks ApS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Slideworks Business &amp; Consulting Toolkit</dc:title>
  <dc:subject>Consulting</dc:subject>
  <dc:creator>Slideworks</dc:creator>
  <cp:keywords>project management, business, consulting</cp:keywords>
  <dc:description>Copyright of Slideworks.io. Any unauthorized distribution prohibited. See our full terms and conditions at https://slideworks.io/terms </dc:description>
  <cp:lastModifiedBy>Bertan Bopp</cp:lastModifiedBy>
  <cp:revision>634</cp:revision>
  <dcterms:created xsi:type="dcterms:W3CDTF">2025-08-27T08:42:55Z</dcterms:created>
  <dcterms:modified xsi:type="dcterms:W3CDTF">2026-03-26T00:28:59Z</dcterms:modified>
  <cp:category>Management consulting, presentation design, business</cp:category>
</cp:coreProperties>
</file>
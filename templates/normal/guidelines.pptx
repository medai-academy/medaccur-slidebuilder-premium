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6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6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22"/>
  </p:notesMasterIdLst>
  <p:handoutMasterIdLst>
    <p:handoutMasterId r:id="rId23"/>
  </p:handoutMasterIdLst>
  <p:sldIdLst>
    <p:sldId id="2147471209" r:id="rId11"/>
  </p:sldIdLst>
  <p:sldSz cx="12192000" cy="6858000"/>
  <p:notesSz cx="6858000" cy="9144000"/>
  <p:custDataLst>
    <p:tags r:id="rId24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Front pages and content" id="{BC9888E5-F834-E647-B48A-AE32FE14E7C7}">
          <p14:sldIdLst>
            <p14:sldId id="2147471081"/>
          </p14:sldIdLst>
        </p14:section>
        <p14:section name="2. Executive summary" id="{76D3C88E-DD0F-C54E-8DB9-A598ACEB0C2B}">
          <p14:sldIdLst>
            <p14:sldId id="2147471029"/>
            <p14:sldId id="2147471030"/>
          </p14:sldIdLst>
        </p14:section>
        <p14:section name="3. Divider slides" id="{EF493BE7-8E9D-A645-83BF-A824F8CA534E}">
          <p14:sldIdLst>
            <p14:sldId id="2147471031"/>
          </p14:sldIdLst>
        </p14:section>
        <p14:section name="4a. Column and bar charts" id="{D5BF2741-60F4-4A4D-AFFD-CE7747095E63}">
          <p14:sldIdLst>
            <p14:sldId id="2147470936"/>
          </p14:sldIdLst>
        </p14:section>
        <p14:section name="5a. Slides describing trends or main takeaways/actions" id="{FCBD28AF-4C20-B143-AD6E-2F35EEE8B858}">
          <p14:sldIdLst>
            <p14:sldId id="2147471130"/>
            <p14:sldId id="2147470516"/>
            <p14:sldId id="2147470930"/>
          </p14:sldIdLst>
        </p14:section>
        <p14:section name="5b. Assessment and option comparison slides" id="{52CD5E4C-118B-1042-82B9-D34B5D2ADB5E}">
          <p14:sldIdLst>
            <p14:sldId id="2147473382"/>
            <p14:sldId id="2147471209"/>
          </p14:sldIdLst>
        </p14:section>
        <p14:section name="5f. Process and customer journey slides" id="{A0B21068-1BAD-4847-ABDE-CFC6ACF11CCA}">
          <p14:sldIdLst>
            <p14:sldId id="2147471280"/>
          </p14:sldIdLst>
        </p14:section>
        <p14:section name="5i. Initiatives / findings and recommendations slides" id="{48945919-A970-1049-BE1D-EFADCB4C25FE}">
          <p14:sldIdLst>
            <p14:sldId id="2147470554"/>
            <p14:sldId id="2147473381"/>
            <p14:sldId id="2147471276"/>
            <p14:sldId id="2305"/>
            <p14:sldId id="2147471300"/>
          </p14:sldIdLst>
        </p14:section>
        <p14:section name="6a. One or two page roadmap/timeline slides" id="{410A2D61-34ED-E84A-AACC-E91C8C7DDC7A}">
          <p14:sldIdLst>
            <p14:sldId id="2147473354"/>
          </p14:sldIdLst>
        </p14:section>
        <p14:section name="6b. Detailed implementation plan" id="{D5FCF174-1770-0448-AA33-2FAC07039000}">
          <p14:sldIdLst>
            <p14:sldId id="2147473379"/>
          </p14:sldIdLst>
        </p14:section>
        <p14:section name="Appendix A. Frameworks" id="{C3D61537-03AB-A44E-B8D9-6456ABA3BD67}">
          <p14:sldIdLst>
            <p14:sldId id="2147471518"/>
          </p14:sldIdLst>
        </p14:section>
        <p14:section name="End" id="{4294C5DB-D966-6844-ADE1-3492AD7FCC36}">
          <p14:sldIdLst>
            <p14:sldId id="21474734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6103"/>
    <a:srgbClr val="291D01"/>
    <a:srgbClr val="FDF3D7"/>
    <a:srgbClr val="99E6A9"/>
    <a:srgbClr val="D9EED3"/>
    <a:srgbClr val="8AE694"/>
    <a:srgbClr val="F0ACAD"/>
    <a:srgbClr val="D8EED2"/>
    <a:srgbClr val="FFD2D3"/>
    <a:srgbClr val="F9D3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8"/>
    <p:restoredTop sz="93688"/>
  </p:normalViewPr>
  <p:slideViewPr>
    <p:cSldViewPr snapToGrid="0" showGuides="1">
      <p:cViewPr varScale="1">
        <p:scale>
          <a:sx n="104" d="100"/>
          <a:sy n="104" d="100"/>
        </p:scale>
        <p:origin x="594" y="96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tags" Target="tags/tag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03/26/2026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03/26/2026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tags" Target="../tags/tag58.xml"/><Relationship Id="rId7" Type="http://schemas.openxmlformats.org/officeDocument/2006/relationships/slideMaster" Target="../slideMasters/slideMaster1.xml"/><Relationship Id="rId8" Type="http://schemas.openxmlformats.org/officeDocument/2006/relationships/oleObject" Target="../embeddings/oleObject1.bin"/><Relationship Id="rId9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9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tags" Target="../tags/tag68.xml"/><Relationship Id="rId3" Type="http://schemas.openxmlformats.org/officeDocument/2006/relationships/tags" Target="../tags/tag69.xml"/><Relationship Id="rId4" Type="http://schemas.openxmlformats.org/officeDocument/2006/relationships/tags" Target="../tags/tag70.xml"/><Relationship Id="rId5" Type="http://schemas.openxmlformats.org/officeDocument/2006/relationships/tags" Target="../tags/tag71.xml"/><Relationship Id="rId6" Type="http://schemas.openxmlformats.org/officeDocument/2006/relationships/tags" Target="../tags/tag72.xml"/><Relationship Id="rId7" Type="http://schemas.openxmlformats.org/officeDocument/2006/relationships/tags" Target="../tags/tag73.xml"/><Relationship Id="rId8" Type="http://schemas.openxmlformats.org/officeDocument/2006/relationships/tags" Target="../tags/tag74.xml"/><Relationship Id="rId9" Type="http://schemas.openxmlformats.org/officeDocument/2006/relationships/tags" Target="../tags/tag75.xml"/><Relationship Id="rId10" Type="http://schemas.openxmlformats.org/officeDocument/2006/relationships/tags" Target="../tags/tag76.xml"/><Relationship Id="rId11" Type="http://schemas.openxmlformats.org/officeDocument/2006/relationships/tags" Target="../tags/tag77.xml"/><Relationship Id="rId12" Type="http://schemas.openxmlformats.org/officeDocument/2006/relationships/tags" Target="../tags/tag78.xml"/><Relationship Id="rId13" Type="http://schemas.openxmlformats.org/officeDocument/2006/relationships/tags" Target="../tags/tag79.xml"/><Relationship Id="rId14" Type="http://schemas.openxmlformats.org/officeDocument/2006/relationships/tags" Target="../tags/tag80.xml"/><Relationship Id="rId15" Type="http://schemas.openxmlformats.org/officeDocument/2006/relationships/tags" Target="../tags/tag81.xml"/><Relationship Id="rId16" Type="http://schemas.openxmlformats.org/officeDocument/2006/relationships/tags" Target="../tags/tag82.xml"/><Relationship Id="rId17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3.xml"/><Relationship Id="rId2" Type="http://schemas.openxmlformats.org/officeDocument/2006/relationships/tags" Target="../tags/tag84.xml"/><Relationship Id="rId3" Type="http://schemas.openxmlformats.org/officeDocument/2006/relationships/tags" Target="../tags/tag85.xml"/><Relationship Id="rId4" Type="http://schemas.openxmlformats.org/officeDocument/2006/relationships/tags" Target="../tags/tag86.xml"/><Relationship Id="rId5" Type="http://schemas.openxmlformats.org/officeDocument/2006/relationships/tags" Target="../tags/tag87.xml"/><Relationship Id="rId6" Type="http://schemas.openxmlformats.org/officeDocument/2006/relationships/tags" Target="../tags/tag88.xml"/><Relationship Id="rId7" Type="http://schemas.openxmlformats.org/officeDocument/2006/relationships/tags" Target="../tags/tag89.xml"/><Relationship Id="rId8" Type="http://schemas.openxmlformats.org/officeDocument/2006/relationships/tags" Target="../tags/tag90.xml"/><Relationship Id="rId9" Type="http://schemas.openxmlformats.org/officeDocument/2006/relationships/tags" Target="../tags/tag91.xml"/><Relationship Id="rId10" Type="http://schemas.openxmlformats.org/officeDocument/2006/relationships/tags" Target="../tags/tag92.xml"/><Relationship Id="rId11" Type="http://schemas.openxmlformats.org/officeDocument/2006/relationships/tags" Target="../tags/tag93.xml"/><Relationship Id="rId12" Type="http://schemas.openxmlformats.org/officeDocument/2006/relationships/tags" Target="../tags/tag94.xml"/><Relationship Id="rId13" Type="http://schemas.openxmlformats.org/officeDocument/2006/relationships/tags" Target="../tags/tag95.xml"/><Relationship Id="rId14" Type="http://schemas.openxmlformats.org/officeDocument/2006/relationships/tags" Target="../tags/tag96.xml"/><Relationship Id="rId15" Type="http://schemas.openxmlformats.org/officeDocument/2006/relationships/tags" Target="../tags/tag97.xml"/><Relationship Id="rId16" Type="http://schemas.openxmlformats.org/officeDocument/2006/relationships/tags" Target="../tags/tag98.xml"/><Relationship Id="rId17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tags" Target="../tags/tag100.xml"/><Relationship Id="rId3" Type="http://schemas.openxmlformats.org/officeDocument/2006/relationships/tags" Target="../tags/tag101.xml"/><Relationship Id="rId4" Type="http://schemas.openxmlformats.org/officeDocument/2006/relationships/tags" Target="../tags/tag102.xml"/><Relationship Id="rId5" Type="http://schemas.openxmlformats.org/officeDocument/2006/relationships/tags" Target="../tags/tag103.xml"/><Relationship Id="rId6" Type="http://schemas.openxmlformats.org/officeDocument/2006/relationships/tags" Target="../tags/tag104.xml"/><Relationship Id="rId7" Type="http://schemas.openxmlformats.org/officeDocument/2006/relationships/tags" Target="../tags/tag105.xml"/><Relationship Id="rId8" Type="http://schemas.openxmlformats.org/officeDocument/2006/relationships/tags" Target="../tags/tag106.xml"/><Relationship Id="rId9" Type="http://schemas.openxmlformats.org/officeDocument/2006/relationships/tags" Target="../tags/tag107.xml"/><Relationship Id="rId10" Type="http://schemas.openxmlformats.org/officeDocument/2006/relationships/tags" Target="../tags/tag108.xml"/><Relationship Id="rId11" Type="http://schemas.openxmlformats.org/officeDocument/2006/relationships/tags" Target="../tags/tag109.xml"/><Relationship Id="rId12" Type="http://schemas.openxmlformats.org/officeDocument/2006/relationships/tags" Target="../tags/tag110.xml"/><Relationship Id="rId13" Type="http://schemas.openxmlformats.org/officeDocument/2006/relationships/tags" Target="../tags/tag111.xml"/><Relationship Id="rId14" Type="http://schemas.openxmlformats.org/officeDocument/2006/relationships/tags" Target="../tags/tag112.xml"/><Relationship Id="rId15" Type="http://schemas.openxmlformats.org/officeDocument/2006/relationships/tags" Target="../tags/tag113.xml"/><Relationship Id="rId16" Type="http://schemas.openxmlformats.org/officeDocument/2006/relationships/tags" Target="../tags/tag114.xml"/><Relationship Id="rId17" Type="http://schemas.openxmlformats.org/officeDocument/2006/relationships/tags" Target="../tags/tag115.xml"/><Relationship Id="rId18" Type="http://schemas.openxmlformats.org/officeDocument/2006/relationships/tags" Target="../tags/tag116.xml"/><Relationship Id="rId19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7.xml"/><Relationship Id="rId2" Type="http://schemas.openxmlformats.org/officeDocument/2006/relationships/tags" Target="../tags/tag118.xml"/><Relationship Id="rId3" Type="http://schemas.openxmlformats.org/officeDocument/2006/relationships/tags" Target="../tags/tag119.xml"/><Relationship Id="rId4" Type="http://schemas.openxmlformats.org/officeDocument/2006/relationships/tags" Target="../tags/tag120.xml"/><Relationship Id="rId5" Type="http://schemas.openxmlformats.org/officeDocument/2006/relationships/tags" Target="../tags/tag121.xml"/><Relationship Id="rId6" Type="http://schemas.openxmlformats.org/officeDocument/2006/relationships/tags" Target="../tags/tag122.xml"/><Relationship Id="rId7" Type="http://schemas.openxmlformats.org/officeDocument/2006/relationships/tags" Target="../tags/tag123.xml"/><Relationship Id="rId8" Type="http://schemas.openxmlformats.org/officeDocument/2006/relationships/tags" Target="../tags/tag124.xml"/><Relationship Id="rId9" Type="http://schemas.openxmlformats.org/officeDocument/2006/relationships/tags" Target="../tags/tag125.xml"/><Relationship Id="rId10" Type="http://schemas.openxmlformats.org/officeDocument/2006/relationships/tags" Target="../tags/tag126.xml"/><Relationship Id="rId11" Type="http://schemas.openxmlformats.org/officeDocument/2006/relationships/tags" Target="../tags/tag127.xml"/><Relationship Id="rId12" Type="http://schemas.openxmlformats.org/officeDocument/2006/relationships/tags" Target="../tags/tag128.xml"/><Relationship Id="rId13" Type="http://schemas.openxmlformats.org/officeDocument/2006/relationships/tags" Target="../tags/tag129.xml"/><Relationship Id="rId14" Type="http://schemas.openxmlformats.org/officeDocument/2006/relationships/tags" Target="../tags/tag130.xml"/><Relationship Id="rId15" Type="http://schemas.openxmlformats.org/officeDocument/2006/relationships/tags" Target="../tags/tag131.xml"/><Relationship Id="rId16" Type="http://schemas.openxmlformats.org/officeDocument/2006/relationships/tags" Target="../tags/tag132.xml"/><Relationship Id="rId17" Type="http://schemas.openxmlformats.org/officeDocument/2006/relationships/tags" Target="../tags/tag133.xml"/><Relationship Id="rId18" Type="http://schemas.openxmlformats.org/officeDocument/2006/relationships/tags" Target="../tags/tag134.xml"/><Relationship Id="rId19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5.xml"/><Relationship Id="rId2" Type="http://schemas.openxmlformats.org/officeDocument/2006/relationships/tags" Target="../tags/tag136.xml"/><Relationship Id="rId3" Type="http://schemas.openxmlformats.org/officeDocument/2006/relationships/tags" Target="../tags/tag137.xml"/><Relationship Id="rId4" Type="http://schemas.openxmlformats.org/officeDocument/2006/relationships/tags" Target="../tags/tag138.xml"/><Relationship Id="rId5" Type="http://schemas.openxmlformats.org/officeDocument/2006/relationships/tags" Target="../tags/tag139.xml"/><Relationship Id="rId6" Type="http://schemas.openxmlformats.org/officeDocument/2006/relationships/tags" Target="../tags/tag140.xml"/><Relationship Id="rId7" Type="http://schemas.openxmlformats.org/officeDocument/2006/relationships/tags" Target="../tags/tag141.xml"/><Relationship Id="rId8" Type="http://schemas.openxmlformats.org/officeDocument/2006/relationships/tags" Target="../tags/tag142.xml"/><Relationship Id="rId9" Type="http://schemas.openxmlformats.org/officeDocument/2006/relationships/tags" Target="../tags/tag143.xml"/><Relationship Id="rId10" Type="http://schemas.openxmlformats.org/officeDocument/2006/relationships/tags" Target="../tags/tag144.xml"/><Relationship Id="rId11" Type="http://schemas.openxmlformats.org/officeDocument/2006/relationships/tags" Target="../tags/tag145.xml"/><Relationship Id="rId12" Type="http://schemas.openxmlformats.org/officeDocument/2006/relationships/tags" Target="../tags/tag146.xml"/><Relationship Id="rId13" Type="http://schemas.openxmlformats.org/officeDocument/2006/relationships/tags" Target="../tags/tag147.xml"/><Relationship Id="rId14" Type="http://schemas.openxmlformats.org/officeDocument/2006/relationships/tags" Target="../tags/tag148.xml"/><Relationship Id="rId15" Type="http://schemas.openxmlformats.org/officeDocument/2006/relationships/tags" Target="../tags/tag149.xml"/><Relationship Id="rId16" Type="http://schemas.openxmlformats.org/officeDocument/2006/relationships/tags" Target="../tags/tag150.xml"/><Relationship Id="rId17" Type="http://schemas.openxmlformats.org/officeDocument/2006/relationships/tags" Target="../tags/tag151.xml"/><Relationship Id="rId18" Type="http://schemas.openxmlformats.org/officeDocument/2006/relationships/tags" Target="../tags/tag152.xml"/><Relationship Id="rId19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3.xml"/><Relationship Id="rId2" Type="http://schemas.openxmlformats.org/officeDocument/2006/relationships/tags" Target="../tags/tag154.xml"/><Relationship Id="rId3" Type="http://schemas.openxmlformats.org/officeDocument/2006/relationships/tags" Target="../tags/tag155.xml"/><Relationship Id="rId4" Type="http://schemas.openxmlformats.org/officeDocument/2006/relationships/tags" Target="../tags/tag156.xml"/><Relationship Id="rId5" Type="http://schemas.openxmlformats.org/officeDocument/2006/relationships/tags" Target="../tags/tag157.xml"/><Relationship Id="rId6" Type="http://schemas.openxmlformats.org/officeDocument/2006/relationships/tags" Target="../tags/tag158.xml"/><Relationship Id="rId7" Type="http://schemas.openxmlformats.org/officeDocument/2006/relationships/tags" Target="../tags/tag159.xml"/><Relationship Id="rId8" Type="http://schemas.openxmlformats.org/officeDocument/2006/relationships/tags" Target="../tags/tag160.xml"/><Relationship Id="rId9" Type="http://schemas.openxmlformats.org/officeDocument/2006/relationships/tags" Target="../tags/tag161.xml"/><Relationship Id="rId10" Type="http://schemas.openxmlformats.org/officeDocument/2006/relationships/tags" Target="../tags/tag162.xml"/><Relationship Id="rId11" Type="http://schemas.openxmlformats.org/officeDocument/2006/relationships/tags" Target="../tags/tag163.xml"/><Relationship Id="rId12" Type="http://schemas.openxmlformats.org/officeDocument/2006/relationships/tags" Target="../tags/tag164.xml"/><Relationship Id="rId13" Type="http://schemas.openxmlformats.org/officeDocument/2006/relationships/tags" Target="../tags/tag165.xml"/><Relationship Id="rId14" Type="http://schemas.openxmlformats.org/officeDocument/2006/relationships/tags" Target="../tags/tag166.xml"/><Relationship Id="rId15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67.xml"/><Relationship Id="rId2" Type="http://schemas.openxmlformats.org/officeDocument/2006/relationships/tags" Target="../tags/tag168.xml"/><Relationship Id="rId3" Type="http://schemas.openxmlformats.org/officeDocument/2006/relationships/tags" Target="../tags/tag169.xml"/><Relationship Id="rId4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0.xml"/><Relationship Id="rId2" Type="http://schemas.openxmlformats.org/officeDocument/2006/relationships/tags" Target="../tags/tag171.xml"/><Relationship Id="rId3" Type="http://schemas.openxmlformats.org/officeDocument/2006/relationships/tags" Target="../tags/tag172.xml"/><Relationship Id="rId4" Type="http://schemas.openxmlformats.org/officeDocument/2006/relationships/tags" Target="../tags/tag173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4.xml"/><Relationship Id="rId2" Type="http://schemas.openxmlformats.org/officeDocument/2006/relationships/tags" Target="../tags/tag175.xml"/><Relationship Id="rId3" Type="http://schemas.openxmlformats.org/officeDocument/2006/relationships/tags" Target="../tags/tag176.xml"/><Relationship Id="rId4" Type="http://schemas.openxmlformats.org/officeDocument/2006/relationships/tags" Target="../tags/tag177.xml"/><Relationship Id="rId5" Type="http://schemas.openxmlformats.org/officeDocument/2006/relationships/tags" Target="../tags/tag178.xml"/><Relationship Id="rId6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9.xml"/><Relationship Id="rId2" Type="http://schemas.openxmlformats.org/officeDocument/2006/relationships/tags" Target="../tags/tag180.xml"/><Relationship Id="rId3" Type="http://schemas.openxmlformats.org/officeDocument/2006/relationships/tags" Target="../tags/tag181.xml"/><Relationship Id="rId4" Type="http://schemas.openxmlformats.org/officeDocument/2006/relationships/tags" Target="../tags/tag182.xml"/><Relationship Id="rId5" Type="http://schemas.openxmlformats.org/officeDocument/2006/relationships/tags" Target="../tags/tag183.xml"/><Relationship Id="rId6" Type="http://schemas.openxmlformats.org/officeDocument/2006/relationships/tags" Target="../tags/tag184.xml"/><Relationship Id="rId7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5.xml"/><Relationship Id="rId2" Type="http://schemas.openxmlformats.org/officeDocument/2006/relationships/tags" Target="../tags/tag186.xml"/><Relationship Id="rId3" Type="http://schemas.openxmlformats.org/officeDocument/2006/relationships/tags" Target="../tags/tag187.xml"/><Relationship Id="rId4" Type="http://schemas.openxmlformats.org/officeDocument/2006/relationships/tags" Target="../tags/tag188.xml"/><Relationship Id="rId5" Type="http://schemas.openxmlformats.org/officeDocument/2006/relationships/tags" Target="../tags/tag189.xml"/><Relationship Id="rId6" Type="http://schemas.openxmlformats.org/officeDocument/2006/relationships/tags" Target="../tags/tag190.xml"/><Relationship Id="rId7" Type="http://schemas.openxmlformats.org/officeDocument/2006/relationships/tags" Target="../tags/tag191.xml"/><Relationship Id="rId8" Type="http://schemas.openxmlformats.org/officeDocument/2006/relationships/tags" Target="../tags/tag192.xml"/><Relationship Id="rId9" Type="http://schemas.openxmlformats.org/officeDocument/2006/relationships/tags" Target="../tags/tag193.xml"/><Relationship Id="rId10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4.xml"/><Relationship Id="rId2" Type="http://schemas.openxmlformats.org/officeDocument/2006/relationships/tags" Target="../tags/tag195.xml"/><Relationship Id="rId3" Type="http://schemas.openxmlformats.org/officeDocument/2006/relationships/tags" Target="../tags/tag196.xml"/><Relationship Id="rId4" Type="http://schemas.openxmlformats.org/officeDocument/2006/relationships/tags" Target="../tags/tag197.xml"/><Relationship Id="rId5" Type="http://schemas.openxmlformats.org/officeDocument/2006/relationships/tags" Target="../tags/tag198.xml"/><Relationship Id="rId6" Type="http://schemas.openxmlformats.org/officeDocument/2006/relationships/tags" Target="../tags/tag199.xml"/><Relationship Id="rId7" Type="http://schemas.openxmlformats.org/officeDocument/2006/relationships/tags" Target="../tags/tag200.xml"/><Relationship Id="rId8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1.xml"/><Relationship Id="rId2" Type="http://schemas.openxmlformats.org/officeDocument/2006/relationships/tags" Target="../tags/tag202.xml"/><Relationship Id="rId3" Type="http://schemas.openxmlformats.org/officeDocument/2006/relationships/tags" Target="../tags/tag203.xml"/><Relationship Id="rId4" Type="http://schemas.openxmlformats.org/officeDocument/2006/relationships/tags" Target="../tags/tag204.xml"/><Relationship Id="rId5" Type="http://schemas.openxmlformats.org/officeDocument/2006/relationships/tags" Target="../tags/tag205.xml"/><Relationship Id="rId6" Type="http://schemas.openxmlformats.org/officeDocument/2006/relationships/tags" Target="../tags/tag206.xml"/><Relationship Id="rId7" Type="http://schemas.openxmlformats.org/officeDocument/2006/relationships/tags" Target="../tags/tag207.xml"/><Relationship Id="rId8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08.xml"/><Relationship Id="rId2" Type="http://schemas.openxmlformats.org/officeDocument/2006/relationships/tags" Target="../tags/tag209.xml"/><Relationship Id="rId3" Type="http://schemas.openxmlformats.org/officeDocument/2006/relationships/tags" Target="../tags/tag210.xml"/><Relationship Id="rId4" Type="http://schemas.openxmlformats.org/officeDocument/2006/relationships/tags" Target="../tags/tag211.xml"/><Relationship Id="rId5" Type="http://schemas.openxmlformats.org/officeDocument/2006/relationships/tags" Target="../tags/tag212.xml"/><Relationship Id="rId6" Type="http://schemas.openxmlformats.org/officeDocument/2006/relationships/tags" Target="../tags/tag213.xml"/><Relationship Id="rId7" Type="http://schemas.openxmlformats.org/officeDocument/2006/relationships/tags" Target="../tags/tag214.xml"/><Relationship Id="rId8" Type="http://schemas.openxmlformats.org/officeDocument/2006/relationships/tags" Target="../tags/tag215.xml"/><Relationship Id="rId9" Type="http://schemas.openxmlformats.org/officeDocument/2006/relationships/tags" Target="../tags/tag216.xml"/><Relationship Id="rId10" Type="http://schemas.openxmlformats.org/officeDocument/2006/relationships/tags" Target="../tags/tag217.xml"/><Relationship Id="rId11" Type="http://schemas.openxmlformats.org/officeDocument/2006/relationships/tags" Target="../tags/tag218.xml"/><Relationship Id="rId12" Type="http://schemas.openxmlformats.org/officeDocument/2006/relationships/tags" Target="../tags/tag219.xml"/><Relationship Id="rId13" Type="http://schemas.openxmlformats.org/officeDocument/2006/relationships/tags" Target="../tags/tag220.xml"/><Relationship Id="rId14" Type="http://schemas.openxmlformats.org/officeDocument/2006/relationships/tags" Target="../tags/tag221.xml"/><Relationship Id="rId15" Type="http://schemas.openxmlformats.org/officeDocument/2006/relationships/tags" Target="../tags/tag222.xml"/><Relationship Id="rId16" Type="http://schemas.openxmlformats.org/officeDocument/2006/relationships/tags" Target="../tags/tag223.xml"/><Relationship Id="rId17" Type="http://schemas.openxmlformats.org/officeDocument/2006/relationships/tags" Target="../tags/tag224.xml"/><Relationship Id="rId18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5.xml"/><Relationship Id="rId2" Type="http://schemas.openxmlformats.org/officeDocument/2006/relationships/tags" Target="../tags/tag226.xml"/><Relationship Id="rId3" Type="http://schemas.openxmlformats.org/officeDocument/2006/relationships/tags" Target="../tags/tag227.xml"/><Relationship Id="rId4" Type="http://schemas.openxmlformats.org/officeDocument/2006/relationships/tags" Target="../tags/tag228.xml"/><Relationship Id="rId5" Type="http://schemas.openxmlformats.org/officeDocument/2006/relationships/tags" Target="../tags/tag229.xml"/><Relationship Id="rId6" Type="http://schemas.openxmlformats.org/officeDocument/2006/relationships/tags" Target="../tags/tag230.xml"/><Relationship Id="rId7" Type="http://schemas.openxmlformats.org/officeDocument/2006/relationships/tags" Target="../tags/tag231.xml"/><Relationship Id="rId8" Type="http://schemas.openxmlformats.org/officeDocument/2006/relationships/tags" Target="../tags/tag232.xml"/><Relationship Id="rId9" Type="http://schemas.openxmlformats.org/officeDocument/2006/relationships/tags" Target="../tags/tag233.xml"/><Relationship Id="rId10" Type="http://schemas.openxmlformats.org/officeDocument/2006/relationships/tags" Target="../tags/tag234.xml"/><Relationship Id="rId11" Type="http://schemas.openxmlformats.org/officeDocument/2006/relationships/tags" Target="../tags/tag235.xml"/><Relationship Id="rId12" Type="http://schemas.openxmlformats.org/officeDocument/2006/relationships/tags" Target="../tags/tag236.xml"/><Relationship Id="rId13" Type="http://schemas.openxmlformats.org/officeDocument/2006/relationships/tags" Target="../tags/tag237.xml"/><Relationship Id="rId14" Type="http://schemas.openxmlformats.org/officeDocument/2006/relationships/tags" Target="../tags/tag238.xml"/><Relationship Id="rId15" Type="http://schemas.openxmlformats.org/officeDocument/2006/relationships/tags" Target="../tags/tag239.xml"/><Relationship Id="rId16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40.xml"/><Relationship Id="rId2" Type="http://schemas.openxmlformats.org/officeDocument/2006/relationships/tags" Target="../tags/tag241.xml"/><Relationship Id="rId3" Type="http://schemas.openxmlformats.org/officeDocument/2006/relationships/tags" Target="../tags/tag242.xml"/><Relationship Id="rId4" Type="http://schemas.openxmlformats.org/officeDocument/2006/relationships/tags" Target="../tags/tag243.xml"/><Relationship Id="rId5" Type="http://schemas.openxmlformats.org/officeDocument/2006/relationships/tags" Target="../tags/tag244.xml"/><Relationship Id="rId6" Type="http://schemas.openxmlformats.org/officeDocument/2006/relationships/tags" Target="../tags/tag245.xml"/><Relationship Id="rId7" Type="http://schemas.openxmlformats.org/officeDocument/2006/relationships/tags" Target="../tags/tag246.xml"/><Relationship Id="rId8" Type="http://schemas.openxmlformats.org/officeDocument/2006/relationships/tags" Target="../tags/tag247.xml"/><Relationship Id="rId9" Type="http://schemas.openxmlformats.org/officeDocument/2006/relationships/tags" Target="../tags/tag248.xml"/><Relationship Id="rId10" Type="http://schemas.openxmlformats.org/officeDocument/2006/relationships/tags" Target="../tags/tag249.xml"/><Relationship Id="rId11" Type="http://schemas.openxmlformats.org/officeDocument/2006/relationships/tags" Target="../tags/tag250.xml"/><Relationship Id="rId12" Type="http://schemas.openxmlformats.org/officeDocument/2006/relationships/tags" Target="../tags/tag251.xml"/><Relationship Id="rId13" Type="http://schemas.openxmlformats.org/officeDocument/2006/relationships/tags" Target="../tags/tag252.xml"/><Relationship Id="rId14" Type="http://schemas.openxmlformats.org/officeDocument/2006/relationships/tags" Target="../tags/tag253.xml"/><Relationship Id="rId15" Type="http://schemas.openxmlformats.org/officeDocument/2006/relationships/tags" Target="../tags/tag254.xml"/><Relationship Id="rId16" Type="http://schemas.openxmlformats.org/officeDocument/2006/relationships/tags" Target="../tags/tag255.xml"/><Relationship Id="rId17" Type="http://schemas.openxmlformats.org/officeDocument/2006/relationships/tags" Target="../tags/tag256.xml"/><Relationship Id="rId18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57.xml"/><Relationship Id="rId2" Type="http://schemas.openxmlformats.org/officeDocument/2006/relationships/tags" Target="../tags/tag258.xml"/><Relationship Id="rId3" Type="http://schemas.openxmlformats.org/officeDocument/2006/relationships/tags" Target="../tags/tag259.xml"/><Relationship Id="rId4" Type="http://schemas.openxmlformats.org/officeDocument/2006/relationships/tags" Target="../tags/tag260.xml"/><Relationship Id="rId5" Type="http://schemas.openxmlformats.org/officeDocument/2006/relationships/tags" Target="../tags/tag261.xml"/><Relationship Id="rId6" Type="http://schemas.openxmlformats.org/officeDocument/2006/relationships/tags" Target="../tags/tag262.xml"/><Relationship Id="rId7" Type="http://schemas.openxmlformats.org/officeDocument/2006/relationships/tags" Target="../tags/tag263.xml"/><Relationship Id="rId8" Type="http://schemas.openxmlformats.org/officeDocument/2006/relationships/tags" Target="../tags/tag264.xml"/><Relationship Id="rId9" Type="http://schemas.openxmlformats.org/officeDocument/2006/relationships/tags" Target="../tags/tag265.xml"/><Relationship Id="rId10" Type="http://schemas.openxmlformats.org/officeDocument/2006/relationships/tags" Target="../tags/tag266.xml"/><Relationship Id="rId11" Type="http://schemas.openxmlformats.org/officeDocument/2006/relationships/tags" Target="../tags/tag267.xml"/><Relationship Id="rId12" Type="http://schemas.openxmlformats.org/officeDocument/2006/relationships/tags" Target="../tags/tag268.xml"/><Relationship Id="rId13" Type="http://schemas.openxmlformats.org/officeDocument/2006/relationships/tags" Target="../tags/tag269.xml"/><Relationship Id="rId14" Type="http://schemas.openxmlformats.org/officeDocument/2006/relationships/tags" Target="../tags/tag270.xml"/><Relationship Id="rId15" Type="http://schemas.openxmlformats.org/officeDocument/2006/relationships/tags" Target="../tags/tag271.xml"/><Relationship Id="rId16" Type="http://schemas.openxmlformats.org/officeDocument/2006/relationships/tags" Target="../tags/tag272.xml"/><Relationship Id="rId17" Type="http://schemas.openxmlformats.org/officeDocument/2006/relationships/tags" Target="../tags/tag273.xml"/><Relationship Id="rId18" Type="http://schemas.openxmlformats.org/officeDocument/2006/relationships/tags" Target="../tags/tag274.xml"/><Relationship Id="rId19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75.xml"/><Relationship Id="rId2" Type="http://schemas.openxmlformats.org/officeDocument/2006/relationships/tags" Target="../tags/tag276.xml"/><Relationship Id="rId3" Type="http://schemas.openxmlformats.org/officeDocument/2006/relationships/tags" Target="../tags/tag277.xml"/><Relationship Id="rId4" Type="http://schemas.openxmlformats.org/officeDocument/2006/relationships/tags" Target="../tags/tag278.xml"/><Relationship Id="rId5" Type="http://schemas.openxmlformats.org/officeDocument/2006/relationships/tags" Target="../tags/tag279.xml"/><Relationship Id="rId6" Type="http://schemas.openxmlformats.org/officeDocument/2006/relationships/tags" Target="../tags/tag280.xml"/><Relationship Id="rId7" Type="http://schemas.openxmlformats.org/officeDocument/2006/relationships/tags" Target="../tags/tag281.xml"/><Relationship Id="rId8" Type="http://schemas.openxmlformats.org/officeDocument/2006/relationships/tags" Target="../tags/tag282.xml"/><Relationship Id="rId9" Type="http://schemas.openxmlformats.org/officeDocument/2006/relationships/tags" Target="../tags/tag283.xml"/><Relationship Id="rId10" Type="http://schemas.openxmlformats.org/officeDocument/2006/relationships/tags" Target="../tags/tag284.xml"/><Relationship Id="rId11" Type="http://schemas.openxmlformats.org/officeDocument/2006/relationships/tags" Target="../tags/tag285.xml"/><Relationship Id="rId12" Type="http://schemas.openxmlformats.org/officeDocument/2006/relationships/tags" Target="../tags/tag286.xml"/><Relationship Id="rId13" Type="http://schemas.openxmlformats.org/officeDocument/2006/relationships/tags" Target="../tags/tag287.xml"/><Relationship Id="rId14" Type="http://schemas.openxmlformats.org/officeDocument/2006/relationships/tags" Target="../tags/tag288.xml"/><Relationship Id="rId15" Type="http://schemas.openxmlformats.org/officeDocument/2006/relationships/tags" Target="../tags/tag289.xml"/><Relationship Id="rId16" Type="http://schemas.openxmlformats.org/officeDocument/2006/relationships/tags" Target="../tags/tag290.xml"/><Relationship Id="rId17" Type="http://schemas.openxmlformats.org/officeDocument/2006/relationships/tags" Target="../tags/tag291.xml"/><Relationship Id="rId18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92.xml"/><Relationship Id="rId2" Type="http://schemas.openxmlformats.org/officeDocument/2006/relationships/tags" Target="../tags/tag293.xml"/><Relationship Id="rId3" Type="http://schemas.openxmlformats.org/officeDocument/2006/relationships/tags" Target="../tags/tag294.xml"/><Relationship Id="rId4" Type="http://schemas.openxmlformats.org/officeDocument/2006/relationships/tags" Target="../tags/tag295.xml"/><Relationship Id="rId5" Type="http://schemas.openxmlformats.org/officeDocument/2006/relationships/tags" Target="../tags/tag296.xml"/><Relationship Id="rId6" Type="http://schemas.openxmlformats.org/officeDocument/2006/relationships/tags" Target="../tags/tag297.xml"/><Relationship Id="rId7" Type="http://schemas.openxmlformats.org/officeDocument/2006/relationships/tags" Target="../tags/tag298.xml"/><Relationship Id="rId8" Type="http://schemas.openxmlformats.org/officeDocument/2006/relationships/tags" Target="../tags/tag299.xml"/><Relationship Id="rId9" Type="http://schemas.openxmlformats.org/officeDocument/2006/relationships/tags" Target="../tags/tag300.xml"/><Relationship Id="rId10" Type="http://schemas.openxmlformats.org/officeDocument/2006/relationships/tags" Target="../tags/tag301.xml"/><Relationship Id="rId11" Type="http://schemas.openxmlformats.org/officeDocument/2006/relationships/tags" Target="../tags/tag302.xml"/><Relationship Id="rId12" Type="http://schemas.openxmlformats.org/officeDocument/2006/relationships/tags" Target="../tags/tag303.xml"/><Relationship Id="rId13" Type="http://schemas.openxmlformats.org/officeDocument/2006/relationships/tags" Target="../tags/tag304.xml"/><Relationship Id="rId14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305.xml"/><Relationship Id="rId2" Type="http://schemas.openxmlformats.org/officeDocument/2006/relationships/tags" Target="../tags/tag306.xml"/><Relationship Id="rId3" Type="http://schemas.openxmlformats.org/officeDocument/2006/relationships/tags" Target="../tags/tag307.xml"/><Relationship Id="rId4" Type="http://schemas.openxmlformats.org/officeDocument/2006/relationships/tags" Target="../tags/tag308.xml"/><Relationship Id="rId5" Type="http://schemas.openxmlformats.org/officeDocument/2006/relationships/tags" Target="../tags/tag309.xml"/><Relationship Id="rId6" Type="http://schemas.openxmlformats.org/officeDocument/2006/relationships/slideMaster" Target="../slideMasters/slideMaster1.xml"/><Relationship Id="rId7" Type="http://schemas.openxmlformats.org/officeDocument/2006/relationships/oleObject" Target="../embeddings/oleObject2.bin"/><Relationship Id="rId8" Type="http://schemas.openxmlformats.org/officeDocument/2006/relationships/image" Target="../media/image2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310.xml"/><Relationship Id="rId2" Type="http://schemas.openxmlformats.org/officeDocument/2006/relationships/tags" Target="../tags/tag311.xml"/><Relationship Id="rId3" Type="http://schemas.openxmlformats.org/officeDocument/2006/relationships/tags" Target="../tags/tag312.xml"/><Relationship Id="rId4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76D2A9D1-221A-7AD9-3A61-240D4CD54198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293187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706379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3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5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61A3593-6381-CCDE-F9E1-87C62E7E955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61A3593-6381-CCDE-F9E1-87C62E7E95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168099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tags" Target="../tags/tag4.xml"/><Relationship Id="rId32" Type="http://schemas.openxmlformats.org/officeDocument/2006/relationships/tags" Target="../tags/tag5.xml"/><Relationship Id="rId33" Type="http://schemas.openxmlformats.org/officeDocument/2006/relationships/tags" Target="../tags/tag6.xml"/><Relationship Id="rId34" Type="http://schemas.openxmlformats.org/officeDocument/2006/relationships/tags" Target="../tags/tag7.xml"/><Relationship Id="rId35" Type="http://schemas.openxmlformats.org/officeDocument/2006/relationships/tags" Target="../tags/tag8.xml"/><Relationship Id="rId36" Type="http://schemas.openxmlformats.org/officeDocument/2006/relationships/tags" Target="../tags/tag9.xml"/><Relationship Id="rId37" Type="http://schemas.openxmlformats.org/officeDocument/2006/relationships/tags" Target="../tags/tag10.xml"/><Relationship Id="rId38" Type="http://schemas.openxmlformats.org/officeDocument/2006/relationships/tags" Target="../tags/tag11.xml"/><Relationship Id="rId39" Type="http://schemas.openxmlformats.org/officeDocument/2006/relationships/tags" Target="../tags/tag12.xml"/><Relationship Id="rId40" Type="http://schemas.openxmlformats.org/officeDocument/2006/relationships/tags" Target="../tags/tag13.xml"/><Relationship Id="rId41" Type="http://schemas.openxmlformats.org/officeDocument/2006/relationships/tags" Target="../tags/tag14.xml"/><Relationship Id="rId42" Type="http://schemas.openxmlformats.org/officeDocument/2006/relationships/tags" Target="../tags/tag15.xml"/><Relationship Id="rId43" Type="http://schemas.openxmlformats.org/officeDocument/2006/relationships/tags" Target="../tags/tag16.xml"/><Relationship Id="rId44" Type="http://schemas.openxmlformats.org/officeDocument/2006/relationships/tags" Target="../tags/tag17.xml"/><Relationship Id="rId45" Type="http://schemas.openxmlformats.org/officeDocument/2006/relationships/tags" Target="../tags/tag18.xml"/><Relationship Id="rId46" Type="http://schemas.openxmlformats.org/officeDocument/2006/relationships/tags" Target="../tags/tag19.xml"/><Relationship Id="rId47" Type="http://schemas.openxmlformats.org/officeDocument/2006/relationships/tags" Target="../tags/tag20.xml"/><Relationship Id="rId48" Type="http://schemas.openxmlformats.org/officeDocument/2006/relationships/tags" Target="../tags/tag21.xml"/><Relationship Id="rId49" Type="http://schemas.openxmlformats.org/officeDocument/2006/relationships/tags" Target="../tags/tag22.xml"/><Relationship Id="rId50" Type="http://schemas.openxmlformats.org/officeDocument/2006/relationships/tags" Target="../tags/tag23.xml"/><Relationship Id="rId51" Type="http://schemas.openxmlformats.org/officeDocument/2006/relationships/tags" Target="../tags/tag24.xml"/><Relationship Id="rId52" Type="http://schemas.openxmlformats.org/officeDocument/2006/relationships/tags" Target="../tags/tag25.xml"/><Relationship Id="rId53" Type="http://schemas.openxmlformats.org/officeDocument/2006/relationships/tags" Target="../tags/tag26.xml"/><Relationship Id="rId54" Type="http://schemas.openxmlformats.org/officeDocument/2006/relationships/tags" Target="../tags/tag27.xml"/><Relationship Id="rId55" Type="http://schemas.openxmlformats.org/officeDocument/2006/relationships/tags" Target="../tags/tag28.xml"/><Relationship Id="rId56" Type="http://schemas.openxmlformats.org/officeDocument/2006/relationships/tags" Target="../tags/tag29.xml"/><Relationship Id="rId57" Type="http://schemas.openxmlformats.org/officeDocument/2006/relationships/tags" Target="../tags/tag30.xml"/><Relationship Id="rId58" Type="http://schemas.openxmlformats.org/officeDocument/2006/relationships/tags" Target="../tags/tag31.xml"/><Relationship Id="rId59" Type="http://schemas.openxmlformats.org/officeDocument/2006/relationships/tags" Target="../tags/tag32.xml"/><Relationship Id="rId60" Type="http://schemas.openxmlformats.org/officeDocument/2006/relationships/tags" Target="../tags/tag33.xml"/><Relationship Id="rId61" Type="http://schemas.openxmlformats.org/officeDocument/2006/relationships/tags" Target="../tags/tag34.xml"/><Relationship Id="rId62" Type="http://schemas.openxmlformats.org/officeDocument/2006/relationships/tags" Target="../tags/tag35.xml"/><Relationship Id="rId63" Type="http://schemas.openxmlformats.org/officeDocument/2006/relationships/tags" Target="../tags/tag36.xml"/><Relationship Id="rId64" Type="http://schemas.openxmlformats.org/officeDocument/2006/relationships/tags" Target="../tags/tag37.xml"/><Relationship Id="rId65" Type="http://schemas.openxmlformats.org/officeDocument/2006/relationships/tags" Target="../tags/tag38.xml"/><Relationship Id="rId66" Type="http://schemas.openxmlformats.org/officeDocument/2006/relationships/tags" Target="../tags/tag39.xml"/><Relationship Id="rId67" Type="http://schemas.openxmlformats.org/officeDocument/2006/relationships/tags" Target="../tags/tag40.xml"/><Relationship Id="rId68" Type="http://schemas.openxmlformats.org/officeDocument/2006/relationships/tags" Target="../tags/tag41.xml"/><Relationship Id="rId69" Type="http://schemas.openxmlformats.org/officeDocument/2006/relationships/tags" Target="../tags/tag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3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5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6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57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3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38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4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39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07" r:id="rId13"/>
    <p:sldLayoutId id="2147484224" r:id="rId14"/>
    <p:sldLayoutId id="2147484225" r:id="rId15"/>
    <p:sldLayoutId id="2147484226" r:id="rId16"/>
    <p:sldLayoutId id="2147484227" r:id="rId17"/>
    <p:sldLayoutId id="2147484228" r:id="rId18"/>
    <p:sldLayoutId id="2147484229" r:id="rId19"/>
    <p:sldLayoutId id="2147484230" r:id="rId20"/>
    <p:sldLayoutId id="2147484231" r:id="rId21"/>
    <p:sldLayoutId id="2147484232" r:id="rId22"/>
    <p:sldLayoutId id="2147484233" r:id="rId23"/>
    <p:sldLayoutId id="2147484234" r:id="rId24"/>
    <p:sldLayoutId id="2147484235" r:id="rId25"/>
    <p:sldLayoutId id="2147484237" r:id="rId26"/>
    <p:sldLayoutId id="2147484242" r:id="rId2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316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1.emf"/></Relationships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EB42FF8-7A1A-E9B9-33B9-3D1BBFB681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EB42FF8-7A1A-E9B9-33B9-3D1BBFB681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er_title">
            <a:extLst>
              <a:ext uri="{FF2B5EF4-FFF2-40B4-BE49-F238E27FC236}">
                <a16:creationId xmlns:a16="http://schemas.microsoft.com/office/drawing/2014/main" id="{EA72EFAB-E6CF-63FF-13EF-B06197329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 dirty="0"/>
              <a:t>{{slide_title}}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5313F9-BBD6-989B-58AA-9F28196225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BCE5197-E06E-4E59-C5E2-F0AF72B804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table_area">
            <a:extLst>
              <a:ext uri="{FF2B5EF4-FFF2-40B4-BE49-F238E27FC236}">
                <a16:creationId xmlns:a16="http://schemas.microsoft.com/office/drawing/2014/main" id="{1050B0C0-1F19-1650-928D-6799DC484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033350"/>
              </p:ext>
            </p:extLst>
          </p:nvPr>
        </p:nvGraphicFramePr>
        <p:xfrm>
          <a:off x="554736" y="2708048"/>
          <a:ext cx="11082531" cy="3446548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844447">
                  <a:extLst>
                    <a:ext uri="{9D8B030D-6E8A-4147-A177-3AD203B41FA5}">
                      <a16:colId xmlns:a16="http://schemas.microsoft.com/office/drawing/2014/main" val="3682395006"/>
                    </a:ext>
                  </a:extLst>
                </a:gridCol>
                <a:gridCol w="2059521">
                  <a:extLst>
                    <a:ext uri="{9D8B030D-6E8A-4147-A177-3AD203B41FA5}">
                      <a16:colId xmlns:a16="http://schemas.microsoft.com/office/drawing/2014/main" val="2362894896"/>
                    </a:ext>
                  </a:extLst>
                </a:gridCol>
                <a:gridCol w="2059521">
                  <a:extLst>
                    <a:ext uri="{9D8B030D-6E8A-4147-A177-3AD203B41FA5}">
                      <a16:colId xmlns:a16="http://schemas.microsoft.com/office/drawing/2014/main" val="4188229877"/>
                    </a:ext>
                  </a:extLst>
                </a:gridCol>
                <a:gridCol w="2059521">
                  <a:extLst>
                    <a:ext uri="{9D8B030D-6E8A-4147-A177-3AD203B41FA5}">
                      <a16:colId xmlns:a16="http://schemas.microsoft.com/office/drawing/2014/main" val="1754458616"/>
                    </a:ext>
                  </a:extLst>
                </a:gridCol>
                <a:gridCol w="2059521">
                  <a:extLst>
                    <a:ext uri="{9D8B030D-6E8A-4147-A177-3AD203B41FA5}">
                      <a16:colId xmlns:a16="http://schemas.microsoft.com/office/drawing/2014/main" val="1610390016"/>
                    </a:ext>
                  </a:extLst>
                </a:gridCol>
              </a:tblGrid>
              <a:tr h="557645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[Insert evaluation parameter]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[Insert score,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e.g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from 1-10]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[Insert score]</a:t>
                      </a:r>
                      <a:endParaRPr lang="en-US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595405"/>
                  </a:ext>
                </a:extLst>
              </a:tr>
              <a:tr h="5576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[Insert evaluation parameter]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573931"/>
                  </a:ext>
                </a:extLst>
              </a:tr>
              <a:tr h="6583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[Insert evaluation parameter]</a:t>
                      </a:r>
                      <a:endParaRPr kumimoji="0" 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782353"/>
                  </a:ext>
                </a:extLst>
              </a:tr>
              <a:tr h="5576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[Insert evaluation parameter]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698384"/>
                  </a:ext>
                </a:extLst>
              </a:tr>
              <a:tr h="5576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[Insert evaluation parameter]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59921"/>
                  </a:ext>
                </a:extLst>
              </a:tr>
              <a:tr h="557645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Total score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[Insert score]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5289850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922BE511-CE44-74E0-3B64-BA722D7B9A9C}"/>
              </a:ext>
            </a:extLst>
          </p:cNvPr>
          <p:cNvSpPr/>
          <p:nvPr/>
        </p:nvSpPr>
        <p:spPr>
          <a:xfrm>
            <a:off x="3520440" y="1931855"/>
            <a:ext cx="1783080" cy="609600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[Insert vendor logo]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89616E-D124-D7B4-8F8C-33E29F5ECD52}"/>
              </a:ext>
            </a:extLst>
          </p:cNvPr>
          <p:cNvSpPr/>
          <p:nvPr/>
        </p:nvSpPr>
        <p:spPr>
          <a:xfrm>
            <a:off x="9709912" y="1931855"/>
            <a:ext cx="1783080" cy="609600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[Insert vendor logo]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0C3F38-B9B8-8C37-2A7E-DB4B820A5514}"/>
              </a:ext>
            </a:extLst>
          </p:cNvPr>
          <p:cNvSpPr/>
          <p:nvPr/>
        </p:nvSpPr>
        <p:spPr>
          <a:xfrm>
            <a:off x="7646754" y="1931855"/>
            <a:ext cx="1783080" cy="609600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[Insert vendor logo]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DE6AA3-4538-FB57-B26B-100E3CF79E27}"/>
              </a:ext>
            </a:extLst>
          </p:cNvPr>
          <p:cNvSpPr/>
          <p:nvPr/>
        </p:nvSpPr>
        <p:spPr>
          <a:xfrm>
            <a:off x="5583597" y="1931855"/>
            <a:ext cx="1783080" cy="609600"/>
          </a:xfrm>
          <a:prstGeom prst="rect">
            <a:avLst/>
          </a:prstGeom>
          <a:solidFill>
            <a:schemeClr val="bg1"/>
          </a:solidFill>
          <a:ln w="6350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[Insert vendor logo]</a:t>
            </a:r>
          </a:p>
        </p:txBody>
      </p:sp>
      <p:sp>
        <p:nvSpPr>
          <p:cNvPr id="4" name="Google Shape;507;p14">
            <a:extLst>
              <a:ext uri="{FF2B5EF4-FFF2-40B4-BE49-F238E27FC236}">
                <a16:creationId xmlns:a16="http://schemas.microsoft.com/office/drawing/2014/main" id="{68E9685A-0119-0CF7-E941-2E8BF4992FDA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38;p14">
            <a:extLst>
              <a:ext uri="{FF2B5EF4-FFF2-40B4-BE49-F238E27FC236}">
                <a16:creationId xmlns:a16="http://schemas.microsoft.com/office/drawing/2014/main" id="{2238F280-3B74-8F7F-C51D-8FD8811F31C1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922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0</TotalTime>
  <Words>1617</Words>
  <Application>Microsoft Office PowerPoint</Application>
  <PresentationFormat>Widescreen</PresentationFormat>
  <Paragraphs>376</Paragraphs>
  <Slides>20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Consolas</vt:lpstr>
      <vt:lpstr>Georgia</vt:lpstr>
      <vt:lpstr>Georgia Pro Light</vt:lpstr>
      <vt:lpstr>Segoe UI</vt:lpstr>
      <vt:lpstr>Wingdings</vt:lpstr>
      <vt:lpstr>Slideworks</vt:lpstr>
      <vt:lpstr>think-cell Slide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[Five key areas slide / Insert action title]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  <vt:lpstr>{{slide_title}}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&amp; Consulting Toolkit</dc:title>
  <dc:subject>Consulting</dc:subject>
  <dc:creator>Slideworks</dc:creator>
  <cp:keywords>project management, business, consulting</cp:keywords>
  <dc:description>Copyright of Slideworks.io. Any unauthorized distribution prohibited. See our full terms and conditions at https://slideworks.io/terms </dc:description>
  <cp:lastModifiedBy>Bertan Bopp</cp:lastModifiedBy>
  <cp:revision>634</cp:revision>
  <dcterms:created xsi:type="dcterms:W3CDTF">2025-08-27T08:42:55Z</dcterms:created>
  <dcterms:modified xsi:type="dcterms:W3CDTF">2026-03-26T00:28:59Z</dcterms:modified>
  <cp:category>Management consulting, presentation design, business</cp:category>
</cp:coreProperties>
</file>
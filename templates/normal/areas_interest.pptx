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5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0930" r:id="rId9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[Five key areas slide / Insert action title]</a:t>
            </a:r>
            <a:endParaRPr lang="en-DK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E592378-BF96-0102-BF7D-41C206F8C0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F27566C-BC17-6B63-8370-F70769636E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89">
            <a:extLst>
              <a:ext uri="{FF2B5EF4-FFF2-40B4-BE49-F238E27FC236}">
                <a16:creationId xmlns:a16="http://schemas.microsoft.com/office/drawing/2014/main" id="{8E0F0562-6BDB-B7F6-9747-563ECC62F85E}"/>
              </a:ext>
            </a:extLst>
          </p:cNvPr>
          <p:cNvSpPr/>
          <p:nvPr/>
        </p:nvSpPr>
        <p:spPr>
          <a:xfrm>
            <a:off x="2594434" y="2133601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CBD6D5-19A2-650B-21CA-3E6C2C22086E}"/>
              </a:ext>
            </a:extLst>
          </p:cNvPr>
          <p:cNvSpPr txBox="1">
            <a:spLocks/>
          </p:cNvSpPr>
          <p:nvPr/>
        </p:nvSpPr>
        <p:spPr>
          <a:xfrm>
            <a:off x="738056" y="2133601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A7B083BA-4F52-0FF5-74C9-FA04C5B4C4CF}"/>
              </a:ext>
            </a:extLst>
          </p:cNvPr>
          <p:cNvSpPr/>
          <p:nvPr/>
        </p:nvSpPr>
        <p:spPr>
          <a:xfrm>
            <a:off x="554734" y="2313955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1AFB027-A438-DA8C-BB00-83C70AEBB646}"/>
              </a:ext>
            </a:extLst>
          </p:cNvPr>
          <p:cNvSpPr txBox="1">
            <a:spLocks/>
          </p:cNvSpPr>
          <p:nvPr/>
        </p:nvSpPr>
        <p:spPr>
          <a:xfrm>
            <a:off x="738056" y="2969538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F045D05C-AA90-FAC2-AA26-7F22594B7F6D}"/>
              </a:ext>
            </a:extLst>
          </p:cNvPr>
          <p:cNvSpPr/>
          <p:nvPr/>
        </p:nvSpPr>
        <p:spPr>
          <a:xfrm>
            <a:off x="2594434" y="2969537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722916F0-6606-786B-7579-5C2B1A0BE9F3}"/>
              </a:ext>
            </a:extLst>
          </p:cNvPr>
          <p:cNvSpPr/>
          <p:nvPr/>
        </p:nvSpPr>
        <p:spPr>
          <a:xfrm>
            <a:off x="554734" y="3149892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1F80A05-83A2-1166-2741-A02DAE3941A2}"/>
              </a:ext>
            </a:extLst>
          </p:cNvPr>
          <p:cNvSpPr txBox="1">
            <a:spLocks/>
          </p:cNvSpPr>
          <p:nvPr/>
        </p:nvSpPr>
        <p:spPr>
          <a:xfrm>
            <a:off x="738056" y="3805475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A2266CF0-A547-3E64-5C80-54AA977B0957}"/>
              </a:ext>
            </a:extLst>
          </p:cNvPr>
          <p:cNvSpPr/>
          <p:nvPr/>
        </p:nvSpPr>
        <p:spPr>
          <a:xfrm>
            <a:off x="2594434" y="3805473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935A481A-13FD-6BE3-ED24-BC48EAE3A943}"/>
              </a:ext>
            </a:extLst>
          </p:cNvPr>
          <p:cNvSpPr/>
          <p:nvPr/>
        </p:nvSpPr>
        <p:spPr>
          <a:xfrm>
            <a:off x="554734" y="3985829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DFF2F51-6546-568B-CA10-90C992AAF2AA}"/>
              </a:ext>
            </a:extLst>
          </p:cNvPr>
          <p:cNvSpPr txBox="1">
            <a:spLocks/>
          </p:cNvSpPr>
          <p:nvPr/>
        </p:nvSpPr>
        <p:spPr>
          <a:xfrm>
            <a:off x="738056" y="4641412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6" name="Rectangle 89">
            <a:extLst>
              <a:ext uri="{FF2B5EF4-FFF2-40B4-BE49-F238E27FC236}">
                <a16:creationId xmlns:a16="http://schemas.microsoft.com/office/drawing/2014/main" id="{EB0F7279-8FD7-014B-CDA7-436CD5E1A4A2}"/>
              </a:ext>
            </a:extLst>
          </p:cNvPr>
          <p:cNvSpPr/>
          <p:nvPr/>
        </p:nvSpPr>
        <p:spPr>
          <a:xfrm>
            <a:off x="2594434" y="4641409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31A120B9-F36A-9D8C-D8E2-7131E4158EAE}"/>
              </a:ext>
            </a:extLst>
          </p:cNvPr>
          <p:cNvSpPr/>
          <p:nvPr/>
        </p:nvSpPr>
        <p:spPr>
          <a:xfrm>
            <a:off x="554734" y="4821766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4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5D1B2F0-FEEA-DF0C-BCC4-4615F2ABD46E}"/>
              </a:ext>
            </a:extLst>
          </p:cNvPr>
          <p:cNvSpPr txBox="1">
            <a:spLocks/>
          </p:cNvSpPr>
          <p:nvPr/>
        </p:nvSpPr>
        <p:spPr>
          <a:xfrm>
            <a:off x="738056" y="5477347"/>
            <a:ext cx="1711095" cy="732953"/>
          </a:xfrm>
          <a:prstGeom prst="rect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lIns="365760" tIns="73152" rIns="73152" bIns="73152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[Area 1]</a:t>
            </a:r>
          </a:p>
        </p:txBody>
      </p:sp>
      <p:sp>
        <p:nvSpPr>
          <p:cNvPr id="29" name="Rectangle 89">
            <a:extLst>
              <a:ext uri="{FF2B5EF4-FFF2-40B4-BE49-F238E27FC236}">
                <a16:creationId xmlns:a16="http://schemas.microsoft.com/office/drawing/2014/main" id="{7D1EFAC0-52AE-95B7-E12A-3374E4CA5F8A}"/>
              </a:ext>
            </a:extLst>
          </p:cNvPr>
          <p:cNvSpPr/>
          <p:nvPr/>
        </p:nvSpPr>
        <p:spPr>
          <a:xfrm>
            <a:off x="2594434" y="5477347"/>
            <a:ext cx="9042829" cy="73295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description, ideally 2-4 lines]</a:t>
            </a: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F12641F9-E468-398C-108A-DFC12DB031C8}"/>
              </a:ext>
            </a:extLst>
          </p:cNvPr>
          <p:cNvSpPr/>
          <p:nvPr/>
        </p:nvSpPr>
        <p:spPr>
          <a:xfrm>
            <a:off x="554734" y="5657701"/>
            <a:ext cx="365760" cy="365760"/>
          </a:xfrm>
          <a:prstGeom prst="ellipse">
            <a:avLst/>
          </a:prstGeom>
          <a:gradFill>
            <a:gsLst>
              <a:gs pos="88000">
                <a:schemeClr val="tx1"/>
              </a:gs>
              <a:gs pos="22000">
                <a:schemeClr val="tx1"/>
              </a:gs>
              <a:gs pos="4900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5</a:t>
            </a:r>
          </a:p>
        </p:txBody>
      </p:sp>
      <p:sp>
        <p:nvSpPr>
          <p:cNvPr id="32" name="TextBox 24">
            <a:extLst>
              <a:ext uri="{FF2B5EF4-FFF2-40B4-BE49-F238E27FC236}">
                <a16:creationId xmlns:a16="http://schemas.microsoft.com/office/drawing/2014/main" id="{6DBDC05E-EDDF-45D5-0DE6-8E3E941FE5E5}"/>
              </a:ext>
            </a:extLst>
          </p:cNvPr>
          <p:cNvSpPr txBox="1"/>
          <p:nvPr/>
        </p:nvSpPr>
        <p:spPr>
          <a:xfrm>
            <a:off x="554737" y="1679660"/>
            <a:ext cx="1894417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Area</a:t>
            </a:r>
          </a:p>
        </p:txBody>
      </p:sp>
      <p:cxnSp>
        <p:nvCxnSpPr>
          <p:cNvPr id="33" name="Conector recto 9">
            <a:extLst>
              <a:ext uri="{FF2B5EF4-FFF2-40B4-BE49-F238E27FC236}">
                <a16:creationId xmlns:a16="http://schemas.microsoft.com/office/drawing/2014/main" id="{B7C10C8B-5E9D-AF0D-3375-B19AC2818DB2}"/>
              </a:ext>
            </a:extLst>
          </p:cNvPr>
          <p:cNvCxnSpPr>
            <a:cxnSpLocks/>
          </p:cNvCxnSpPr>
          <p:nvPr/>
        </p:nvCxnSpPr>
        <p:spPr>
          <a:xfrm>
            <a:off x="554736" y="2022107"/>
            <a:ext cx="189441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4">
            <a:extLst>
              <a:ext uri="{FF2B5EF4-FFF2-40B4-BE49-F238E27FC236}">
                <a16:creationId xmlns:a16="http://schemas.microsoft.com/office/drawing/2014/main" id="{EB4879EC-9619-10A3-8BB3-5AA97579DFD8}"/>
              </a:ext>
            </a:extLst>
          </p:cNvPr>
          <p:cNvSpPr txBox="1"/>
          <p:nvPr/>
        </p:nvSpPr>
        <p:spPr>
          <a:xfrm>
            <a:off x="2624936" y="1679660"/>
            <a:ext cx="8311650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Description</a:t>
            </a:r>
          </a:p>
        </p:txBody>
      </p:sp>
      <p:cxnSp>
        <p:nvCxnSpPr>
          <p:cNvPr id="36" name="Conector recto 9">
            <a:extLst>
              <a:ext uri="{FF2B5EF4-FFF2-40B4-BE49-F238E27FC236}">
                <a16:creationId xmlns:a16="http://schemas.microsoft.com/office/drawing/2014/main" id="{FCE93D97-EF98-A5F5-12FD-2D4733F6EEF8}"/>
              </a:ext>
            </a:extLst>
          </p:cNvPr>
          <p:cNvCxnSpPr>
            <a:cxnSpLocks/>
          </p:cNvCxnSpPr>
          <p:nvPr/>
        </p:nvCxnSpPr>
        <p:spPr>
          <a:xfrm>
            <a:off x="2594434" y="2022107"/>
            <a:ext cx="90428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EA09BE20-3367-7BFC-DF15-4687D0DACF6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3622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
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0516" r:id="rId8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7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280686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_title">
            <a:extLst>
              <a:ext uri="{FF2B5EF4-FFF2-40B4-BE49-F238E27FC236}">
                <a16:creationId xmlns:a16="http://schemas.microsoft.com/office/drawing/2014/main" id="{09272141-97FC-2744-890A-6849888C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{{slide_title}}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B25D5C-05FC-1BBC-F842-D722A700F3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2C0750-D9D1-2E08-3700-BC9259AF9E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ard_1">
            <a:extLst>
              <a:ext uri="{FF2B5EF4-FFF2-40B4-BE49-F238E27FC236}">
                <a16:creationId xmlns:a16="http://schemas.microsoft.com/office/drawing/2014/main" id="{9C67DE18-F408-331C-7C03-C5D8FF99D9E7}"/>
              </a:ext>
            </a:extLst>
          </p:cNvPr>
          <p:cNvSpPr txBox="1"/>
          <p:nvPr/>
        </p:nvSpPr>
        <p:spPr>
          <a:xfrm>
            <a:off x="851377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 dirty="0"/>
              <a:t>Trend 1</a:t>
            </a:r>
          </a:p>
          <a:p>
            <a:endParaRPr lang="en-US" dirty="0"/>
          </a:p>
          <a:p>
            <a:pPr algn="ctr"/>
            <a:r>
              <a:rPr lang="en-US" dirty="0"/>
              <a:t>Short description of trend [3-4 lines]</a:t>
            </a:r>
          </a:p>
        </p:txBody>
      </p:sp>
      <p:sp>
        <p:nvSpPr>
          <p:cNvPr id="10" name="card_2">
            <a:extLst>
              <a:ext uri="{FF2B5EF4-FFF2-40B4-BE49-F238E27FC236}">
                <a16:creationId xmlns:a16="http://schemas.microsoft.com/office/drawing/2014/main" id="{4896ED2B-5EF0-25B3-18A3-B0AD4D16359E}"/>
              </a:ext>
            </a:extLst>
          </p:cNvPr>
          <p:cNvSpPr txBox="1"/>
          <p:nvPr/>
        </p:nvSpPr>
        <p:spPr>
          <a:xfrm>
            <a:off x="3632315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2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1" name="card_3">
            <a:extLst>
              <a:ext uri="{FF2B5EF4-FFF2-40B4-BE49-F238E27FC236}">
                <a16:creationId xmlns:a16="http://schemas.microsoft.com/office/drawing/2014/main" id="{14A43093-1C44-0001-B46A-35DEB8E8C1B8}"/>
              </a:ext>
            </a:extLst>
          </p:cNvPr>
          <p:cNvSpPr txBox="1"/>
          <p:nvPr/>
        </p:nvSpPr>
        <p:spPr>
          <a:xfrm>
            <a:off x="6402252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3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2" name="card_4">
            <a:extLst>
              <a:ext uri="{FF2B5EF4-FFF2-40B4-BE49-F238E27FC236}">
                <a16:creationId xmlns:a16="http://schemas.microsoft.com/office/drawing/2014/main" id="{6CFB9F6B-D4C5-2D7D-0DBF-6C58CA0F79FB}"/>
              </a:ext>
            </a:extLst>
          </p:cNvPr>
          <p:cNvSpPr txBox="1"/>
          <p:nvPr/>
        </p:nvSpPr>
        <p:spPr>
          <a:xfrm>
            <a:off x="9172189" y="3545377"/>
            <a:ext cx="2233748" cy="1268791"/>
          </a:xfrm>
          <a:prstGeom prst="rect">
            <a:avLst/>
          </a:prstGeom>
          <a:noFill/>
        </p:spPr>
        <p:txBody>
          <a:bodyPr wrap="square" tIns="144000" rtlCol="0">
            <a:spAutoFit/>
          </a:bodyPr>
          <a:lstStyle/>
          <a:p>
            <a:pPr algn="ctr"/>
            <a:r>
              <a:rPr lang="en-US" sz="1600" b="1"/>
              <a:t>Trend 4</a:t>
            </a:r>
          </a:p>
          <a:p>
            <a:endParaRPr lang="en-US"/>
          </a:p>
          <a:p>
            <a:pPr algn="ctr"/>
            <a:r>
              <a:rPr lang="en-US"/>
              <a:t>Short description of trend [3-4 lines]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6A3831-7CA1-3D1E-385D-B8212AFFE654}"/>
              </a:ext>
            </a:extLst>
          </p:cNvPr>
          <p:cNvSpPr>
            <a:spLocks noChangeAspect="1"/>
          </p:cNvSpPr>
          <p:nvPr/>
        </p:nvSpPr>
        <p:spPr>
          <a:xfrm>
            <a:off x="1428251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F5F2E6-7F23-3345-5C34-8BDCB70ECB0C}"/>
              </a:ext>
            </a:extLst>
          </p:cNvPr>
          <p:cNvSpPr>
            <a:spLocks noChangeAspect="1"/>
          </p:cNvSpPr>
          <p:nvPr/>
        </p:nvSpPr>
        <p:spPr>
          <a:xfrm>
            <a:off x="4201855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F122986-294D-5DFB-E637-C646FFFA0397}"/>
              </a:ext>
            </a:extLst>
          </p:cNvPr>
          <p:cNvSpPr>
            <a:spLocks noChangeAspect="1"/>
          </p:cNvSpPr>
          <p:nvPr/>
        </p:nvSpPr>
        <p:spPr>
          <a:xfrm>
            <a:off x="6975459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BA6E5BE-E098-E907-7B16-858F777C741B}"/>
              </a:ext>
            </a:extLst>
          </p:cNvPr>
          <p:cNvSpPr>
            <a:spLocks noChangeAspect="1"/>
          </p:cNvSpPr>
          <p:nvPr/>
        </p:nvSpPr>
        <p:spPr>
          <a:xfrm>
            <a:off x="9749063" y="2041996"/>
            <a:ext cx="1080000" cy="10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Icon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AF3CE17-1D5E-E648-7F50-3D081C768B6E}"/>
              </a:ext>
            </a:extLst>
          </p:cNvPr>
          <p:cNvCxnSpPr>
            <a:stCxn id="13" idx="4"/>
            <a:endCxn id="9" idx="0"/>
          </p:cNvCxnSpPr>
          <p:nvPr/>
        </p:nvCxnSpPr>
        <p:spPr>
          <a:xfrm>
            <a:off x="1968251" y="3121996"/>
            <a:ext cx="0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B85E20-99B3-C331-9826-B4D1173B82AA}"/>
              </a:ext>
            </a:extLst>
          </p:cNvPr>
          <p:cNvCxnSpPr>
            <a:cxnSpLocks/>
            <a:stCxn id="14" idx="4"/>
            <a:endCxn id="10" idx="0"/>
          </p:cNvCxnSpPr>
          <p:nvPr/>
        </p:nvCxnSpPr>
        <p:spPr>
          <a:xfrm>
            <a:off x="4741855" y="3121996"/>
            <a:ext cx="7334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593CA4-0DA1-23D3-1F42-1A8A70B7FCEC}"/>
              </a:ext>
            </a:extLst>
          </p:cNvPr>
          <p:cNvCxnSpPr>
            <a:cxnSpLocks/>
            <a:stCxn id="15" idx="4"/>
            <a:endCxn id="11" idx="0"/>
          </p:cNvCxnSpPr>
          <p:nvPr/>
        </p:nvCxnSpPr>
        <p:spPr>
          <a:xfrm>
            <a:off x="7515459" y="3121996"/>
            <a:ext cx="3667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126F02C-1C0A-9AD5-0314-03CCFC8199F6}"/>
              </a:ext>
            </a:extLst>
          </p:cNvPr>
          <p:cNvCxnSpPr>
            <a:cxnSpLocks/>
            <a:stCxn id="16" idx="4"/>
            <a:endCxn id="12" idx="0"/>
          </p:cNvCxnSpPr>
          <p:nvPr/>
        </p:nvCxnSpPr>
        <p:spPr>
          <a:xfrm>
            <a:off x="10289063" y="3121996"/>
            <a:ext cx="0" cy="423381"/>
          </a:xfrm>
          <a:prstGeom prst="line">
            <a:avLst/>
          </a:prstGeom>
          <a:ln w="25400">
            <a:solidFill>
              <a:schemeClr val="tx1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F078A130-C4FC-5CFD-A707-90070ADF4933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38;p14">
            <a:extLst>
              <a:ext uri="{FF2B5EF4-FFF2-40B4-BE49-F238E27FC236}">
                <a16:creationId xmlns:a16="http://schemas.microsoft.com/office/drawing/2014/main" id="{9DE2E8F1-E104-7732-2051-264BAA32CF48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85724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
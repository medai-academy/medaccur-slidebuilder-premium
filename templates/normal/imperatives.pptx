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0554" r:id="rId13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12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02204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7BDBF91-F3A6-3921-06F3-518F17CA0FFF}"/>
              </a:ext>
            </a:extLst>
          </p:cNvPr>
          <p:cNvSpPr/>
          <p:nvPr/>
        </p:nvSpPr>
        <p:spPr>
          <a:xfrm>
            <a:off x="1274165" y="2636031"/>
            <a:ext cx="9698634" cy="186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F36A878A-C700-BB54-FE5B-CA5CF4A7D067}"/>
              </a:ext>
            </a:extLst>
          </p:cNvPr>
          <p:cNvSpPr/>
          <p:nvPr/>
        </p:nvSpPr>
        <p:spPr>
          <a:xfrm>
            <a:off x="1274164" y="1578942"/>
            <a:ext cx="9698635" cy="1001981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CBFDB1-3847-86D8-5242-D4282BD7B4D4}"/>
              </a:ext>
            </a:extLst>
          </p:cNvPr>
          <p:cNvSpPr/>
          <p:nvPr/>
        </p:nvSpPr>
        <p:spPr>
          <a:xfrm>
            <a:off x="1274164" y="5367974"/>
            <a:ext cx="9698633" cy="2505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FA4674-CE77-44D4-F6C4-CF997A91A2DF}"/>
              </a:ext>
            </a:extLst>
          </p:cNvPr>
          <p:cNvSpPr/>
          <p:nvPr/>
        </p:nvSpPr>
        <p:spPr>
          <a:xfrm>
            <a:off x="1274164" y="5649503"/>
            <a:ext cx="9698634" cy="6152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Georgia Pro Light" panose="02040302050405020303" pitchFamily="18" charset="0"/>
              </a:rPr>
              <a:t>.  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95DCC74-4385-ABE6-749B-F94163B6C4E4}"/>
              </a:ext>
            </a:extLst>
          </p:cNvPr>
          <p:cNvGrpSpPr/>
          <p:nvPr/>
        </p:nvGrpSpPr>
        <p:grpSpPr>
          <a:xfrm>
            <a:off x="1222943" y="2822615"/>
            <a:ext cx="2254390" cy="2545359"/>
            <a:chOff x="706581" y="2501238"/>
            <a:chExt cx="2149434" cy="2913138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1B74FD5-A485-5FC6-5800-B4ED671CB6AD}"/>
                </a:ext>
              </a:extLst>
            </p:cNvPr>
            <p:cNvSpPr/>
            <p:nvPr/>
          </p:nvSpPr>
          <p:spPr>
            <a:xfrm>
              <a:off x="855023" y="2501238"/>
              <a:ext cx="1852551" cy="158835"/>
            </a:xfrm>
            <a:custGeom>
              <a:avLst/>
              <a:gdLst>
                <a:gd name="connsiteX0" fmla="*/ 0 w 2149434"/>
                <a:gd name="connsiteY0" fmla="*/ 0 h 166256"/>
                <a:gd name="connsiteX1" fmla="*/ 2149434 w 2149434"/>
                <a:gd name="connsiteY1" fmla="*/ 0 h 166256"/>
                <a:gd name="connsiteX2" fmla="*/ 2149434 w 2149434"/>
                <a:gd name="connsiteY2" fmla="*/ 1 h 166256"/>
                <a:gd name="connsiteX3" fmla="*/ 2149433 w 2149434"/>
                <a:gd name="connsiteY3" fmla="*/ 1 h 166256"/>
                <a:gd name="connsiteX4" fmla="*/ 1983178 w 2149434"/>
                <a:gd name="connsiteY4" fmla="*/ 166256 h 166256"/>
                <a:gd name="connsiteX5" fmla="*/ 166255 w 2149434"/>
                <a:gd name="connsiteY5" fmla="*/ 166255 h 166256"/>
                <a:gd name="connsiteX6" fmla="*/ 13065 w 2149434"/>
                <a:gd name="connsiteY6" fmla="*/ 64714 h 166256"/>
                <a:gd name="connsiteX7" fmla="*/ 0 w 2149434"/>
                <a:gd name="connsiteY7" fmla="*/ 1 h 166256"/>
                <a:gd name="connsiteX8" fmla="*/ 0 w 2149434"/>
                <a:gd name="connsiteY8" fmla="*/ 0 h 16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434" h="166256">
                  <a:moveTo>
                    <a:pt x="0" y="0"/>
                  </a:moveTo>
                  <a:lnTo>
                    <a:pt x="2149434" y="0"/>
                  </a:lnTo>
                  <a:lnTo>
                    <a:pt x="2149434" y="1"/>
                  </a:lnTo>
                  <a:lnTo>
                    <a:pt x="2149433" y="1"/>
                  </a:lnTo>
                  <a:cubicBezTo>
                    <a:pt x="2149433" y="91821"/>
                    <a:pt x="2074998" y="166256"/>
                    <a:pt x="1983178" y="166256"/>
                  </a:cubicBezTo>
                  <a:lnTo>
                    <a:pt x="166255" y="166255"/>
                  </a:lnTo>
                  <a:cubicBezTo>
                    <a:pt x="97390" y="166255"/>
                    <a:pt x="38304" y="124385"/>
                    <a:pt x="13065" y="64714"/>
                  </a:cubicBez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7A8CE6C-57E0-AAEB-6C6A-6787EA5F9E8F}"/>
                </a:ext>
              </a:extLst>
            </p:cNvPr>
            <p:cNvSpPr/>
            <p:nvPr/>
          </p:nvSpPr>
          <p:spPr>
            <a:xfrm>
              <a:off x="706581" y="5248122"/>
              <a:ext cx="2149434" cy="166254"/>
            </a:xfrm>
            <a:custGeom>
              <a:avLst/>
              <a:gdLst>
                <a:gd name="connsiteX0" fmla="*/ 166255 w 2149434"/>
                <a:gd name="connsiteY0" fmla="*/ 0 h 166254"/>
                <a:gd name="connsiteX1" fmla="*/ 1983179 w 2149434"/>
                <a:gd name="connsiteY1" fmla="*/ 0 h 166254"/>
                <a:gd name="connsiteX2" fmla="*/ 2136369 w 2149434"/>
                <a:gd name="connsiteY2" fmla="*/ 101541 h 166254"/>
                <a:gd name="connsiteX3" fmla="*/ 2149434 w 2149434"/>
                <a:gd name="connsiteY3" fmla="*/ 166254 h 166254"/>
                <a:gd name="connsiteX4" fmla="*/ 0 w 2149434"/>
                <a:gd name="connsiteY4" fmla="*/ 166254 h 166254"/>
                <a:gd name="connsiteX5" fmla="*/ 13065 w 2149434"/>
                <a:gd name="connsiteY5" fmla="*/ 101541 h 166254"/>
                <a:gd name="connsiteX6" fmla="*/ 166255 w 2149434"/>
                <a:gd name="connsiteY6" fmla="*/ 0 h 16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434" h="166254">
                  <a:moveTo>
                    <a:pt x="166255" y="0"/>
                  </a:moveTo>
                  <a:lnTo>
                    <a:pt x="1983179" y="0"/>
                  </a:lnTo>
                  <a:cubicBezTo>
                    <a:pt x="2052044" y="0"/>
                    <a:pt x="2111130" y="41870"/>
                    <a:pt x="2136369" y="101541"/>
                  </a:cubicBezTo>
                  <a:lnTo>
                    <a:pt x="2149434" y="166254"/>
                  </a:lnTo>
                  <a:lnTo>
                    <a:pt x="0" y="166254"/>
                  </a:lnTo>
                  <a:lnTo>
                    <a:pt x="13065" y="101541"/>
                  </a:lnTo>
                  <a:cubicBezTo>
                    <a:pt x="38304" y="41870"/>
                    <a:pt x="97390" y="0"/>
                    <a:pt x="1662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2A911639-5B8B-F6D1-62DC-90D91E076449}"/>
                </a:ext>
              </a:extLst>
            </p:cNvPr>
            <p:cNvSpPr/>
            <p:nvPr/>
          </p:nvSpPr>
          <p:spPr>
            <a:xfrm>
              <a:off x="917476" y="2685115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3681852-C8BF-4007-D950-C84BCC04C437}"/>
                </a:ext>
              </a:extLst>
            </p:cNvPr>
            <p:cNvSpPr/>
            <p:nvPr/>
          </p:nvSpPr>
          <p:spPr>
            <a:xfrm>
              <a:off x="987189" y="2791664"/>
              <a:ext cx="1588219" cy="2324866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E22985F9-44A4-03E7-F234-86AD2EAFA6D5}"/>
                </a:ext>
              </a:extLst>
            </p:cNvPr>
            <p:cNvSpPr/>
            <p:nvPr/>
          </p:nvSpPr>
          <p:spPr>
            <a:xfrm>
              <a:off x="917476" y="5141572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8EDE78A-2662-891E-4A2B-25F20F700194}"/>
              </a:ext>
            </a:extLst>
          </p:cNvPr>
          <p:cNvGrpSpPr/>
          <p:nvPr/>
        </p:nvGrpSpPr>
        <p:grpSpPr>
          <a:xfrm>
            <a:off x="3619349" y="2822615"/>
            <a:ext cx="2258284" cy="2545359"/>
            <a:chOff x="706581" y="2501238"/>
            <a:chExt cx="2149434" cy="2913138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183DCBF-63E1-EF36-7A29-89C5B09027AA}"/>
                </a:ext>
              </a:extLst>
            </p:cNvPr>
            <p:cNvSpPr/>
            <p:nvPr/>
          </p:nvSpPr>
          <p:spPr>
            <a:xfrm>
              <a:off x="855023" y="2501238"/>
              <a:ext cx="1852551" cy="158835"/>
            </a:xfrm>
            <a:custGeom>
              <a:avLst/>
              <a:gdLst>
                <a:gd name="connsiteX0" fmla="*/ 0 w 2149434"/>
                <a:gd name="connsiteY0" fmla="*/ 0 h 166256"/>
                <a:gd name="connsiteX1" fmla="*/ 2149434 w 2149434"/>
                <a:gd name="connsiteY1" fmla="*/ 0 h 166256"/>
                <a:gd name="connsiteX2" fmla="*/ 2149434 w 2149434"/>
                <a:gd name="connsiteY2" fmla="*/ 1 h 166256"/>
                <a:gd name="connsiteX3" fmla="*/ 2149433 w 2149434"/>
                <a:gd name="connsiteY3" fmla="*/ 1 h 166256"/>
                <a:gd name="connsiteX4" fmla="*/ 1983178 w 2149434"/>
                <a:gd name="connsiteY4" fmla="*/ 166256 h 166256"/>
                <a:gd name="connsiteX5" fmla="*/ 166255 w 2149434"/>
                <a:gd name="connsiteY5" fmla="*/ 166255 h 166256"/>
                <a:gd name="connsiteX6" fmla="*/ 13065 w 2149434"/>
                <a:gd name="connsiteY6" fmla="*/ 64714 h 166256"/>
                <a:gd name="connsiteX7" fmla="*/ 0 w 2149434"/>
                <a:gd name="connsiteY7" fmla="*/ 1 h 166256"/>
                <a:gd name="connsiteX8" fmla="*/ 0 w 2149434"/>
                <a:gd name="connsiteY8" fmla="*/ 0 h 16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434" h="166256">
                  <a:moveTo>
                    <a:pt x="0" y="0"/>
                  </a:moveTo>
                  <a:lnTo>
                    <a:pt x="2149434" y="0"/>
                  </a:lnTo>
                  <a:lnTo>
                    <a:pt x="2149434" y="1"/>
                  </a:lnTo>
                  <a:lnTo>
                    <a:pt x="2149433" y="1"/>
                  </a:lnTo>
                  <a:cubicBezTo>
                    <a:pt x="2149433" y="91821"/>
                    <a:pt x="2074998" y="166256"/>
                    <a:pt x="1983178" y="166256"/>
                  </a:cubicBezTo>
                  <a:lnTo>
                    <a:pt x="166255" y="166255"/>
                  </a:lnTo>
                  <a:cubicBezTo>
                    <a:pt x="97390" y="166255"/>
                    <a:pt x="38304" y="124385"/>
                    <a:pt x="13065" y="64714"/>
                  </a:cubicBez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EE25A22-B499-98E3-2A2D-28A7DB7B1A86}"/>
                </a:ext>
              </a:extLst>
            </p:cNvPr>
            <p:cNvSpPr/>
            <p:nvPr/>
          </p:nvSpPr>
          <p:spPr>
            <a:xfrm>
              <a:off x="706581" y="5248122"/>
              <a:ext cx="2149434" cy="166254"/>
            </a:xfrm>
            <a:custGeom>
              <a:avLst/>
              <a:gdLst>
                <a:gd name="connsiteX0" fmla="*/ 166255 w 2149434"/>
                <a:gd name="connsiteY0" fmla="*/ 0 h 166254"/>
                <a:gd name="connsiteX1" fmla="*/ 1983179 w 2149434"/>
                <a:gd name="connsiteY1" fmla="*/ 0 h 166254"/>
                <a:gd name="connsiteX2" fmla="*/ 2136369 w 2149434"/>
                <a:gd name="connsiteY2" fmla="*/ 101541 h 166254"/>
                <a:gd name="connsiteX3" fmla="*/ 2149434 w 2149434"/>
                <a:gd name="connsiteY3" fmla="*/ 166254 h 166254"/>
                <a:gd name="connsiteX4" fmla="*/ 0 w 2149434"/>
                <a:gd name="connsiteY4" fmla="*/ 166254 h 166254"/>
                <a:gd name="connsiteX5" fmla="*/ 13065 w 2149434"/>
                <a:gd name="connsiteY5" fmla="*/ 101541 h 166254"/>
                <a:gd name="connsiteX6" fmla="*/ 166255 w 2149434"/>
                <a:gd name="connsiteY6" fmla="*/ 0 h 16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434" h="166254">
                  <a:moveTo>
                    <a:pt x="166255" y="0"/>
                  </a:moveTo>
                  <a:lnTo>
                    <a:pt x="1983179" y="0"/>
                  </a:lnTo>
                  <a:cubicBezTo>
                    <a:pt x="2052044" y="0"/>
                    <a:pt x="2111130" y="41870"/>
                    <a:pt x="2136369" y="101541"/>
                  </a:cubicBezTo>
                  <a:lnTo>
                    <a:pt x="2149434" y="166254"/>
                  </a:lnTo>
                  <a:lnTo>
                    <a:pt x="0" y="166254"/>
                  </a:lnTo>
                  <a:lnTo>
                    <a:pt x="13065" y="101541"/>
                  </a:lnTo>
                  <a:cubicBezTo>
                    <a:pt x="38304" y="41870"/>
                    <a:pt x="97390" y="0"/>
                    <a:pt x="1662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B4CDCD09-8D06-C5D9-B4F3-439953DD48A0}"/>
                </a:ext>
              </a:extLst>
            </p:cNvPr>
            <p:cNvSpPr/>
            <p:nvPr/>
          </p:nvSpPr>
          <p:spPr>
            <a:xfrm>
              <a:off x="917476" y="2685115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EBA8C64-1688-F83D-02CA-A311A7B258AF}"/>
                </a:ext>
              </a:extLst>
            </p:cNvPr>
            <p:cNvSpPr/>
            <p:nvPr/>
          </p:nvSpPr>
          <p:spPr>
            <a:xfrm>
              <a:off x="987189" y="2791664"/>
              <a:ext cx="1588219" cy="2324866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B2FF6971-C534-CC35-1A99-ABC71A9ED906}"/>
                </a:ext>
              </a:extLst>
            </p:cNvPr>
            <p:cNvSpPr/>
            <p:nvPr/>
          </p:nvSpPr>
          <p:spPr>
            <a:xfrm>
              <a:off x="917476" y="5141572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640185-AC9D-26E6-7A8F-94624BACA0DC}"/>
              </a:ext>
            </a:extLst>
          </p:cNvPr>
          <p:cNvGrpSpPr/>
          <p:nvPr/>
        </p:nvGrpSpPr>
        <p:grpSpPr>
          <a:xfrm>
            <a:off x="6227215" y="2822615"/>
            <a:ext cx="2244055" cy="2545359"/>
            <a:chOff x="706581" y="2501238"/>
            <a:chExt cx="2149434" cy="2913138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E4923D0-5064-425B-294F-345EE387E5FF}"/>
                </a:ext>
              </a:extLst>
            </p:cNvPr>
            <p:cNvSpPr/>
            <p:nvPr/>
          </p:nvSpPr>
          <p:spPr>
            <a:xfrm>
              <a:off x="855023" y="2501238"/>
              <a:ext cx="1852551" cy="158835"/>
            </a:xfrm>
            <a:custGeom>
              <a:avLst/>
              <a:gdLst>
                <a:gd name="connsiteX0" fmla="*/ 0 w 2149434"/>
                <a:gd name="connsiteY0" fmla="*/ 0 h 166256"/>
                <a:gd name="connsiteX1" fmla="*/ 2149434 w 2149434"/>
                <a:gd name="connsiteY1" fmla="*/ 0 h 166256"/>
                <a:gd name="connsiteX2" fmla="*/ 2149434 w 2149434"/>
                <a:gd name="connsiteY2" fmla="*/ 1 h 166256"/>
                <a:gd name="connsiteX3" fmla="*/ 2149433 w 2149434"/>
                <a:gd name="connsiteY3" fmla="*/ 1 h 166256"/>
                <a:gd name="connsiteX4" fmla="*/ 1983178 w 2149434"/>
                <a:gd name="connsiteY4" fmla="*/ 166256 h 166256"/>
                <a:gd name="connsiteX5" fmla="*/ 166255 w 2149434"/>
                <a:gd name="connsiteY5" fmla="*/ 166255 h 166256"/>
                <a:gd name="connsiteX6" fmla="*/ 13065 w 2149434"/>
                <a:gd name="connsiteY6" fmla="*/ 64714 h 166256"/>
                <a:gd name="connsiteX7" fmla="*/ 0 w 2149434"/>
                <a:gd name="connsiteY7" fmla="*/ 1 h 166256"/>
                <a:gd name="connsiteX8" fmla="*/ 0 w 2149434"/>
                <a:gd name="connsiteY8" fmla="*/ 0 h 16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434" h="166256">
                  <a:moveTo>
                    <a:pt x="0" y="0"/>
                  </a:moveTo>
                  <a:lnTo>
                    <a:pt x="2149434" y="0"/>
                  </a:lnTo>
                  <a:lnTo>
                    <a:pt x="2149434" y="1"/>
                  </a:lnTo>
                  <a:lnTo>
                    <a:pt x="2149433" y="1"/>
                  </a:lnTo>
                  <a:cubicBezTo>
                    <a:pt x="2149433" y="91821"/>
                    <a:pt x="2074998" y="166256"/>
                    <a:pt x="1983178" y="166256"/>
                  </a:cubicBezTo>
                  <a:lnTo>
                    <a:pt x="166255" y="166255"/>
                  </a:lnTo>
                  <a:cubicBezTo>
                    <a:pt x="97390" y="166255"/>
                    <a:pt x="38304" y="124385"/>
                    <a:pt x="13065" y="64714"/>
                  </a:cubicBez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7226D16-2AE8-31E7-DE89-65FB74F1690D}"/>
                </a:ext>
              </a:extLst>
            </p:cNvPr>
            <p:cNvSpPr/>
            <p:nvPr/>
          </p:nvSpPr>
          <p:spPr>
            <a:xfrm>
              <a:off x="706581" y="5248122"/>
              <a:ext cx="2149434" cy="166254"/>
            </a:xfrm>
            <a:custGeom>
              <a:avLst/>
              <a:gdLst>
                <a:gd name="connsiteX0" fmla="*/ 166255 w 2149434"/>
                <a:gd name="connsiteY0" fmla="*/ 0 h 166254"/>
                <a:gd name="connsiteX1" fmla="*/ 1983179 w 2149434"/>
                <a:gd name="connsiteY1" fmla="*/ 0 h 166254"/>
                <a:gd name="connsiteX2" fmla="*/ 2136369 w 2149434"/>
                <a:gd name="connsiteY2" fmla="*/ 101541 h 166254"/>
                <a:gd name="connsiteX3" fmla="*/ 2149434 w 2149434"/>
                <a:gd name="connsiteY3" fmla="*/ 166254 h 166254"/>
                <a:gd name="connsiteX4" fmla="*/ 0 w 2149434"/>
                <a:gd name="connsiteY4" fmla="*/ 166254 h 166254"/>
                <a:gd name="connsiteX5" fmla="*/ 13065 w 2149434"/>
                <a:gd name="connsiteY5" fmla="*/ 101541 h 166254"/>
                <a:gd name="connsiteX6" fmla="*/ 166255 w 2149434"/>
                <a:gd name="connsiteY6" fmla="*/ 0 h 16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434" h="166254">
                  <a:moveTo>
                    <a:pt x="166255" y="0"/>
                  </a:moveTo>
                  <a:lnTo>
                    <a:pt x="1983179" y="0"/>
                  </a:lnTo>
                  <a:cubicBezTo>
                    <a:pt x="2052044" y="0"/>
                    <a:pt x="2111130" y="41870"/>
                    <a:pt x="2136369" y="101541"/>
                  </a:cubicBezTo>
                  <a:lnTo>
                    <a:pt x="2149434" y="166254"/>
                  </a:lnTo>
                  <a:lnTo>
                    <a:pt x="0" y="166254"/>
                  </a:lnTo>
                  <a:lnTo>
                    <a:pt x="13065" y="101541"/>
                  </a:lnTo>
                  <a:cubicBezTo>
                    <a:pt x="38304" y="41870"/>
                    <a:pt x="97390" y="0"/>
                    <a:pt x="1662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8F6EB47A-5C14-DD41-065D-70E73FCB4692}"/>
                </a:ext>
              </a:extLst>
            </p:cNvPr>
            <p:cNvSpPr/>
            <p:nvPr/>
          </p:nvSpPr>
          <p:spPr>
            <a:xfrm>
              <a:off x="917476" y="2685115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26B9A70-A402-E4E5-51E1-4C11E77E7AFD}"/>
                </a:ext>
              </a:extLst>
            </p:cNvPr>
            <p:cNvSpPr/>
            <p:nvPr/>
          </p:nvSpPr>
          <p:spPr>
            <a:xfrm>
              <a:off x="987189" y="2791664"/>
              <a:ext cx="1588219" cy="2324866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9023381-8557-5863-217F-3E4E9F9DE256}"/>
                </a:ext>
              </a:extLst>
            </p:cNvPr>
            <p:cNvSpPr/>
            <p:nvPr/>
          </p:nvSpPr>
          <p:spPr>
            <a:xfrm>
              <a:off x="917476" y="5141572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D73D163-AB47-25B3-DA9C-4E49FDCCA7B4}"/>
              </a:ext>
            </a:extLst>
          </p:cNvPr>
          <p:cNvGrpSpPr/>
          <p:nvPr/>
        </p:nvGrpSpPr>
        <p:grpSpPr>
          <a:xfrm>
            <a:off x="8709285" y="2822615"/>
            <a:ext cx="2244055" cy="2545359"/>
            <a:chOff x="706581" y="2501238"/>
            <a:chExt cx="2149434" cy="2913138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275D3AC-F764-A09A-2A1A-18180D8ADFF0}"/>
                </a:ext>
              </a:extLst>
            </p:cNvPr>
            <p:cNvSpPr/>
            <p:nvPr/>
          </p:nvSpPr>
          <p:spPr>
            <a:xfrm>
              <a:off x="855023" y="2501238"/>
              <a:ext cx="1852551" cy="158835"/>
            </a:xfrm>
            <a:custGeom>
              <a:avLst/>
              <a:gdLst>
                <a:gd name="connsiteX0" fmla="*/ 0 w 2149434"/>
                <a:gd name="connsiteY0" fmla="*/ 0 h 166256"/>
                <a:gd name="connsiteX1" fmla="*/ 2149434 w 2149434"/>
                <a:gd name="connsiteY1" fmla="*/ 0 h 166256"/>
                <a:gd name="connsiteX2" fmla="*/ 2149434 w 2149434"/>
                <a:gd name="connsiteY2" fmla="*/ 1 h 166256"/>
                <a:gd name="connsiteX3" fmla="*/ 2149433 w 2149434"/>
                <a:gd name="connsiteY3" fmla="*/ 1 h 166256"/>
                <a:gd name="connsiteX4" fmla="*/ 1983178 w 2149434"/>
                <a:gd name="connsiteY4" fmla="*/ 166256 h 166256"/>
                <a:gd name="connsiteX5" fmla="*/ 166255 w 2149434"/>
                <a:gd name="connsiteY5" fmla="*/ 166255 h 166256"/>
                <a:gd name="connsiteX6" fmla="*/ 13065 w 2149434"/>
                <a:gd name="connsiteY6" fmla="*/ 64714 h 166256"/>
                <a:gd name="connsiteX7" fmla="*/ 0 w 2149434"/>
                <a:gd name="connsiteY7" fmla="*/ 1 h 166256"/>
                <a:gd name="connsiteX8" fmla="*/ 0 w 2149434"/>
                <a:gd name="connsiteY8" fmla="*/ 0 h 16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434" h="166256">
                  <a:moveTo>
                    <a:pt x="0" y="0"/>
                  </a:moveTo>
                  <a:lnTo>
                    <a:pt x="2149434" y="0"/>
                  </a:lnTo>
                  <a:lnTo>
                    <a:pt x="2149434" y="1"/>
                  </a:lnTo>
                  <a:lnTo>
                    <a:pt x="2149433" y="1"/>
                  </a:lnTo>
                  <a:cubicBezTo>
                    <a:pt x="2149433" y="91821"/>
                    <a:pt x="2074998" y="166256"/>
                    <a:pt x="1983178" y="166256"/>
                  </a:cubicBezTo>
                  <a:lnTo>
                    <a:pt x="166255" y="166255"/>
                  </a:lnTo>
                  <a:cubicBezTo>
                    <a:pt x="97390" y="166255"/>
                    <a:pt x="38304" y="124385"/>
                    <a:pt x="13065" y="64714"/>
                  </a:cubicBez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80B4F65-B965-727D-17A5-A5157B5AA118}"/>
                </a:ext>
              </a:extLst>
            </p:cNvPr>
            <p:cNvSpPr/>
            <p:nvPr/>
          </p:nvSpPr>
          <p:spPr>
            <a:xfrm>
              <a:off x="706581" y="5248122"/>
              <a:ext cx="2149434" cy="166254"/>
            </a:xfrm>
            <a:custGeom>
              <a:avLst/>
              <a:gdLst>
                <a:gd name="connsiteX0" fmla="*/ 166255 w 2149434"/>
                <a:gd name="connsiteY0" fmla="*/ 0 h 166254"/>
                <a:gd name="connsiteX1" fmla="*/ 1983179 w 2149434"/>
                <a:gd name="connsiteY1" fmla="*/ 0 h 166254"/>
                <a:gd name="connsiteX2" fmla="*/ 2136369 w 2149434"/>
                <a:gd name="connsiteY2" fmla="*/ 101541 h 166254"/>
                <a:gd name="connsiteX3" fmla="*/ 2149434 w 2149434"/>
                <a:gd name="connsiteY3" fmla="*/ 166254 h 166254"/>
                <a:gd name="connsiteX4" fmla="*/ 0 w 2149434"/>
                <a:gd name="connsiteY4" fmla="*/ 166254 h 166254"/>
                <a:gd name="connsiteX5" fmla="*/ 13065 w 2149434"/>
                <a:gd name="connsiteY5" fmla="*/ 101541 h 166254"/>
                <a:gd name="connsiteX6" fmla="*/ 166255 w 2149434"/>
                <a:gd name="connsiteY6" fmla="*/ 0 h 16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434" h="166254">
                  <a:moveTo>
                    <a:pt x="166255" y="0"/>
                  </a:moveTo>
                  <a:lnTo>
                    <a:pt x="1983179" y="0"/>
                  </a:lnTo>
                  <a:cubicBezTo>
                    <a:pt x="2052044" y="0"/>
                    <a:pt x="2111130" y="41870"/>
                    <a:pt x="2136369" y="101541"/>
                  </a:cubicBezTo>
                  <a:lnTo>
                    <a:pt x="2149434" y="166254"/>
                  </a:lnTo>
                  <a:lnTo>
                    <a:pt x="0" y="166254"/>
                  </a:lnTo>
                  <a:lnTo>
                    <a:pt x="13065" y="101541"/>
                  </a:lnTo>
                  <a:cubicBezTo>
                    <a:pt x="38304" y="41870"/>
                    <a:pt x="97390" y="0"/>
                    <a:pt x="1662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56066691-51AD-8185-87D5-70DDF51A5FFC}"/>
                </a:ext>
              </a:extLst>
            </p:cNvPr>
            <p:cNvSpPr/>
            <p:nvPr/>
          </p:nvSpPr>
          <p:spPr>
            <a:xfrm>
              <a:off x="917476" y="2685115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3EEA92D-379F-4419-1FC1-D52BF9978C7C}"/>
                </a:ext>
              </a:extLst>
            </p:cNvPr>
            <p:cNvSpPr/>
            <p:nvPr/>
          </p:nvSpPr>
          <p:spPr>
            <a:xfrm>
              <a:off x="987189" y="2791664"/>
              <a:ext cx="1588219" cy="232486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3A750A5-AC10-52A3-FBEE-9558C56B2DBC}"/>
                </a:ext>
              </a:extLst>
            </p:cNvPr>
            <p:cNvSpPr/>
            <p:nvPr/>
          </p:nvSpPr>
          <p:spPr>
            <a:xfrm>
              <a:off x="917476" y="5141572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BCF1334-37E2-7DCB-BDB3-9D3071D9D985}"/>
              </a:ext>
            </a:extLst>
          </p:cNvPr>
          <p:cNvSpPr txBox="1"/>
          <p:nvPr/>
        </p:nvSpPr>
        <p:spPr>
          <a:xfrm>
            <a:off x="4744873" y="1927269"/>
            <a:ext cx="27022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Four pillar</a:t>
            </a:r>
          </a:p>
        </p:txBody>
      </p:sp>
      <p:sp>
        <p:nvSpPr>
          <p:cNvPr id="2" name="header_title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  <a:endParaRPr lang="en-DK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AD33D8-75C6-2A7C-4423-800257EFD7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BD8888-0BAC-E324-B28C-9E3717D2D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879B90-B394-264D-A9A4-AFA2655752C8}"/>
              </a:ext>
            </a:extLst>
          </p:cNvPr>
          <p:cNvSpPr/>
          <p:nvPr/>
        </p:nvSpPr>
        <p:spPr>
          <a:xfrm>
            <a:off x="1275855" y="2992335"/>
            <a:ext cx="2062874" cy="2394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{{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_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cs typeface="+mn-lt"/>
              </a:rPr>
              <a:t>1</a:t>
            </a: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_title}}</a:t>
            </a:r>
            <a:endParaRPr lang="de-DE" dirty="0">
              <a:solidFill>
                <a:schemeClr val="bg1"/>
              </a:solidFill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400" dirty="0">
                <a:solidFill>
                  <a:schemeClr val="bg1"/>
                </a:solidFill>
                <a:ea typeface="+mn-lt"/>
                <a:cs typeface="+mn-lt"/>
              </a:rPr>
              <a:t>{{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400" dirty="0">
                <a:solidFill>
                  <a:schemeClr val="bg1"/>
                </a:solidFill>
                <a:ea typeface="+mn-lt"/>
                <a:cs typeface="+mn-lt"/>
              </a:rPr>
              <a:t>_1_desc}}</a:t>
            </a:r>
            <a:endParaRPr lang="en-GB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45F93DD3-D9E4-15CE-6A11-909B6E8700C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{{source}}</a:t>
            </a:r>
            <a:endParaRPr lang="de-DE"/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59DCFFFC-B135-5C0A-02EF-2865A13CC960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{{footnote}}</a:t>
            </a:r>
            <a:endParaRPr lang="de-DE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8D0447A-8111-DE7F-E703-C6BEC331821C}"/>
              </a:ext>
            </a:extLst>
          </p:cNvPr>
          <p:cNvSpPr/>
          <p:nvPr/>
        </p:nvSpPr>
        <p:spPr>
          <a:xfrm>
            <a:off x="3632982" y="3013796"/>
            <a:ext cx="2062874" cy="2394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_2_title}}</a:t>
            </a:r>
            <a:endParaRPr lang="de-DE" dirty="0">
              <a:solidFill>
                <a:schemeClr val="tx1"/>
              </a:solidFill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_2_desc}}</a:t>
            </a:r>
            <a:endParaRPr lang="en-GB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5B2055B-FEE9-756F-E32F-9C453189BF98}"/>
              </a:ext>
            </a:extLst>
          </p:cNvPr>
          <p:cNvSpPr/>
          <p:nvPr/>
        </p:nvSpPr>
        <p:spPr>
          <a:xfrm>
            <a:off x="6272311" y="3033601"/>
            <a:ext cx="2062874" cy="2394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_3_title}}</a:t>
            </a:r>
            <a:endParaRPr lang="de-DE" dirty="0">
              <a:solidFill>
                <a:schemeClr val="tx1"/>
              </a:solidFill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_3_desc}}</a:t>
            </a:r>
            <a:endParaRPr lang="en-GB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EF7F7A-B326-C7AC-778D-91F254DA4ED2}"/>
              </a:ext>
            </a:extLst>
          </p:cNvPr>
          <p:cNvSpPr/>
          <p:nvPr/>
        </p:nvSpPr>
        <p:spPr>
          <a:xfrm>
            <a:off x="8758639" y="3033601"/>
            <a:ext cx="2062874" cy="2394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_4_title}}</a:t>
            </a:r>
            <a:endParaRPr lang="de-DE" dirty="0">
              <a:solidFill>
                <a:schemeClr val="tx1"/>
              </a:solidFill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_4_desc}}</a:t>
            </a:r>
            <a:endParaRPr lang="en-GB" dirty="0">
              <a:solidFill>
                <a:schemeClr val="tx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9894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
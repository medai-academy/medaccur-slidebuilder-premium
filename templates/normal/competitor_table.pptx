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3400" r:id="rId21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hart_area"/>
          <p:cNvSpPr/>
          <p:nvPr/>
        </p:nvSpPr>
        <p:spPr>
          <a:xfrm>
            <a:off x="554736" y="1400000"/>
            <a:ext cx="11082528" cy="4500000"/>
          </a:xfrm>
          <a:prstGeom prst="rect">
            <a:avLst/>
          </a:prstGeom>
          <a:noFill/>
          <a:ln w="1270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999999"/>
                </a:solidFill>
              </a:rPr>
              <a:t>{{chart_image}}</a:t>
            </a:r>
          </a:p>
        </p:txBody>
      </p:sp>
      <p:sp>
        <p:nvSpPr>
          <p:cNvPr id="6" name="source_text"/>
          <p:cNvSpPr txBox="1"/>
          <p:nvPr/>
        </p:nvSpPr>
        <p:spPr>
          <a:xfrm>
            <a:off x="554736" y="6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{{source}}</a:t>
            </a:r>
          </a:p>
        </p:txBody>
      </p:sp>
      <p:sp>
        <p:nvSpPr>
          <p:cNvPr id="7" name="footnote_text"/>
          <p:cNvSpPr txBox="1"/>
          <p:nvPr/>
        </p:nvSpPr>
        <p:spPr>
          <a:xfrm>
            <a:off x="554736" y="64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</a:rPr>
              <a:t>{{footnote}}</a:t>
            </a:r>
          </a:p>
        </p:txBody>
      </p:sp>
      <p:sp>
        <p:nvSpPr>
          <p:cNvPr id="8" name="HR Annotation"/>
          <p:cNvSpPr txBox="1"/>
          <p:nvPr/>
        </p:nvSpPr>
        <p:spPr>
          <a:xfrm>
            <a:off x="7500000" y="6100000"/>
            <a:ext cx="4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{{hr_annotation}}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
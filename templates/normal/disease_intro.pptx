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030" r:id="rId4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body_text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{{takeaway_1_title}}</a:t>
            </a:r>
            <a:endParaRPr lang="de-DE"/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{{takeaway_1_bullets}}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{{takeaway_1_bullets}}</a:t>
            </a:r>
            <a:endParaRPr lang="en-GB" sz="1400" dirty="0">
              <a:solidFill>
                <a:schemeClr val="tx1"/>
              </a:solidFill>
            </a:endParaRP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{{takeaway_1_bullets}}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114300">
              <a:buClr>
                <a:schemeClr val="tx1"/>
              </a:buClr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{{takeaway_2_title}}</a:t>
            </a:r>
            <a:endParaRPr lang="en-GB"/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{{takeaway_2_bullets}}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400050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{{takeaway_2_bullets}}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114300">
              <a:buClr>
                <a:srgbClr val="000000"/>
              </a:buClr>
              <a:buNone/>
            </a:pPr>
            <a:endParaRPr lang="en-GB" sz="1400" dirty="0">
              <a:solidFill>
                <a:schemeClr val="tx1"/>
              </a:solidFill>
              <a:ea typeface="+mn-lt"/>
            </a:endParaRPr>
          </a:p>
          <a:p>
            <a:pPr marL="11430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{{takeaway_3_title}}</a:t>
            </a:r>
            <a:endParaRPr lang="en-GB">
              <a:solidFill>
                <a:schemeClr val="tx1"/>
              </a:solidFill>
            </a:endParaRP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{{takeaway_3_bullets}}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{{takeaway_3_bullets}}</a:t>
            </a:r>
            <a:endParaRPr lang="en-GB" sz="1400" dirty="0">
              <a:solidFill>
                <a:schemeClr val="tx1"/>
              </a:solidFill>
            </a:endParaRP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{{takeaway_3_bullets}}</a:t>
            </a:r>
            <a:endParaRPr lang="en-GB" sz="1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400" dirty="0">
                <a:solidFill>
                  <a:schemeClr val="tx1"/>
                </a:solidFill>
                <a:cs typeface="Arial"/>
              </a:rPr>
              <a:t>{{</a:t>
            </a:r>
            <a:r>
              <a:rPr lang="en-GB" sz="1400" dirty="0" err="1">
                <a:solidFill>
                  <a:schemeClr val="tx1"/>
                </a:solidFill>
                <a:cs typeface="Arial"/>
              </a:rPr>
              <a:t>final_conclusion</a:t>
            </a:r>
            <a:r>
              <a:rPr lang="en-GB" sz="1400" dirty="0">
                <a:solidFill>
                  <a:schemeClr val="tx1"/>
                </a:solidFill>
                <a:cs typeface="Arial"/>
              </a:rPr>
              <a:t>}}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1219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
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3381" r:id="rId14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13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43702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C47C7A83-61D4-1C4B-9DCD-8F246705D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2">
                    <a:lumMod val="10000"/>
                  </a:schemeClr>
                </a:solidFill>
              </a:rPr>
              <a:t>{{slide_title}}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DB187-FF31-1140-F886-37B39BA81F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34F28-3774-B552-E0A2-2ACA6A617A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8" name="table_area">
            <a:extLst>
              <a:ext uri="{FF2B5EF4-FFF2-40B4-BE49-F238E27FC236}">
                <a16:creationId xmlns:a16="http://schemas.microsoft.com/office/drawing/2014/main" id="{99E643BC-531A-F84B-BA3A-72E79CDFF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011831"/>
              </p:ext>
            </p:extLst>
          </p:nvPr>
        </p:nvGraphicFramePr>
        <p:xfrm>
          <a:off x="467806" y="1648496"/>
          <a:ext cx="11173332" cy="4523590"/>
        </p:xfrm>
        <a:graphic>
          <a:graphicData uri="http://schemas.openxmlformats.org/drawingml/2006/table">
            <a:tbl>
              <a:tblPr bandRow="1">
                <a:tableStyleId>{EB344D84-9AFB-497E-A393-DC336BA19D2E}</a:tableStyleId>
              </a:tblPr>
              <a:tblGrid>
                <a:gridCol w="1281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5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Area</a:t>
                      </a:r>
                    </a:p>
                  </a:txBody>
                  <a:tcPr marL="0" marR="0" marT="91439" marB="91439" anchor="b" horzOverflow="overflow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0" marR="0" anchor="b" horzOverflow="overflow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Suggested initiatives</a:t>
                      </a:r>
                    </a:p>
                  </a:txBody>
                  <a:tcPr marL="0" marR="0" marT="91439" marB="91439" anchor="b" horzOverflow="overflow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0" marB="360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71500" marR="0" lvl="2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Arial" charset="0"/>
                        <a:buChar char="–"/>
                        <a:tabLst/>
                      </a:pPr>
                      <a:endParaRPr kumimoji="0" lang="en-US" sz="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45720" marR="4572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9" marR="91439" marT="0" marB="3600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592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bg1"/>
                          </a:solidFill>
                        </a:rPr>
                        <a:t>[Objective/</a:t>
                      </a:r>
                      <a:br>
                        <a:rPr lang="en-US" sz="1200" b="1" noProof="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200" b="1" noProof="0" dirty="0">
                          <a:solidFill>
                            <a:schemeClr val="bg1"/>
                          </a:solidFill>
                        </a:rPr>
                        <a:t>strategic area]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88925" marR="0" lvl="1" indent="-1746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592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bg1"/>
                          </a:solidFill>
                        </a:rPr>
                        <a:t>[Objective/</a:t>
                      </a:r>
                      <a:br>
                        <a:rPr lang="en-US" sz="1200" b="1" noProof="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200" b="1" noProof="0" dirty="0">
                          <a:solidFill>
                            <a:schemeClr val="bg1"/>
                          </a:solidFill>
                        </a:rPr>
                        <a:t>strategic area]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45720" marR="457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459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dirty="0">
                          <a:solidFill>
                            <a:schemeClr val="tx1"/>
                          </a:solidFill>
                        </a:rPr>
                        <a:t>[Objective/</a:t>
                      </a:r>
                      <a:br>
                        <a:rPr lang="en-US" sz="1200" b="1" noProof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200" b="1" noProof="0" dirty="0">
                          <a:solidFill>
                            <a:schemeClr val="tx1"/>
                          </a:solidFill>
                        </a:rPr>
                        <a:t>strategic area]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L="45720" marR="457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45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5A0E13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[Insert initiative]: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[Description]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B3D3DEDA-C00C-ED46-BE1C-B7B692B039D6}"/>
              </a:ext>
            </a:extLst>
          </p:cNvPr>
          <p:cNvSpPr>
            <a:spLocks noChangeAspect="1"/>
          </p:cNvSpPr>
          <p:nvPr/>
        </p:nvSpPr>
        <p:spPr>
          <a:xfrm>
            <a:off x="1901360" y="2218035"/>
            <a:ext cx="252000" cy="252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82D1FF-A425-BE49-9935-B40DA150D8AE}"/>
              </a:ext>
            </a:extLst>
          </p:cNvPr>
          <p:cNvSpPr>
            <a:spLocks noChangeAspect="1"/>
          </p:cNvSpPr>
          <p:nvPr/>
        </p:nvSpPr>
        <p:spPr>
          <a:xfrm>
            <a:off x="1901360" y="2583260"/>
            <a:ext cx="252000" cy="252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4DEB69-9551-3E44-8C19-1D83C2EAA284}"/>
              </a:ext>
            </a:extLst>
          </p:cNvPr>
          <p:cNvSpPr>
            <a:spLocks noChangeAspect="1"/>
          </p:cNvSpPr>
          <p:nvPr/>
        </p:nvSpPr>
        <p:spPr>
          <a:xfrm>
            <a:off x="1901360" y="2948485"/>
            <a:ext cx="252000" cy="252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D20173-8298-1446-A691-5398DBF3BB83}"/>
              </a:ext>
            </a:extLst>
          </p:cNvPr>
          <p:cNvSpPr>
            <a:spLocks noChangeAspect="1"/>
          </p:cNvSpPr>
          <p:nvPr/>
        </p:nvSpPr>
        <p:spPr>
          <a:xfrm>
            <a:off x="1901360" y="3313710"/>
            <a:ext cx="252000" cy="252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C822EB4-4309-4843-A1EA-654BE15CD561}"/>
              </a:ext>
            </a:extLst>
          </p:cNvPr>
          <p:cNvSpPr>
            <a:spLocks noChangeAspect="1"/>
          </p:cNvSpPr>
          <p:nvPr/>
        </p:nvSpPr>
        <p:spPr>
          <a:xfrm>
            <a:off x="1901360" y="3678935"/>
            <a:ext cx="252000" cy="252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581D3C-43D1-9546-A435-C77D612FDCAB}"/>
              </a:ext>
            </a:extLst>
          </p:cNvPr>
          <p:cNvSpPr>
            <a:spLocks noChangeAspect="1"/>
          </p:cNvSpPr>
          <p:nvPr/>
        </p:nvSpPr>
        <p:spPr>
          <a:xfrm>
            <a:off x="1901360" y="4044160"/>
            <a:ext cx="252000" cy="252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7AA636-EA2A-9C42-9809-F9F3237BEFE5}"/>
              </a:ext>
            </a:extLst>
          </p:cNvPr>
          <p:cNvSpPr>
            <a:spLocks noChangeAspect="1"/>
          </p:cNvSpPr>
          <p:nvPr/>
        </p:nvSpPr>
        <p:spPr>
          <a:xfrm>
            <a:off x="1901360" y="4409385"/>
            <a:ext cx="252000" cy="252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7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B7A1C66-2DD1-1A43-A52F-4FDADF6E5306}"/>
              </a:ext>
            </a:extLst>
          </p:cNvPr>
          <p:cNvSpPr>
            <a:spLocks noChangeAspect="1"/>
          </p:cNvSpPr>
          <p:nvPr/>
        </p:nvSpPr>
        <p:spPr>
          <a:xfrm>
            <a:off x="1901360" y="4774610"/>
            <a:ext cx="252000" cy="252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6D0ADD-7F16-9B40-944F-EE616FE00B65}"/>
              </a:ext>
            </a:extLst>
          </p:cNvPr>
          <p:cNvSpPr>
            <a:spLocks noChangeAspect="1"/>
          </p:cNvSpPr>
          <p:nvPr/>
        </p:nvSpPr>
        <p:spPr>
          <a:xfrm>
            <a:off x="1901360" y="5139835"/>
            <a:ext cx="252000" cy="252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9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1EE2FEF-CBE8-6149-8FA6-E4A701532758}"/>
              </a:ext>
            </a:extLst>
          </p:cNvPr>
          <p:cNvSpPr>
            <a:spLocks noChangeAspect="1"/>
          </p:cNvSpPr>
          <p:nvPr/>
        </p:nvSpPr>
        <p:spPr>
          <a:xfrm>
            <a:off x="1901360" y="5505060"/>
            <a:ext cx="252000" cy="252000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A87C6F1-D159-6642-B019-33C722EC9810}"/>
              </a:ext>
            </a:extLst>
          </p:cNvPr>
          <p:cNvSpPr>
            <a:spLocks noChangeAspect="1"/>
          </p:cNvSpPr>
          <p:nvPr/>
        </p:nvSpPr>
        <p:spPr>
          <a:xfrm>
            <a:off x="1901360" y="5870286"/>
            <a:ext cx="252000" cy="252000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Arial"/>
              </a:rPr>
              <a:t>11</a:t>
            </a:r>
          </a:p>
        </p:txBody>
      </p:sp>
      <p:sp>
        <p:nvSpPr>
          <p:cNvPr id="5" name="Google Shape;677;p19">
            <a:extLst>
              <a:ext uri="{FF2B5EF4-FFF2-40B4-BE49-F238E27FC236}">
                <a16:creationId xmlns:a16="http://schemas.microsoft.com/office/drawing/2014/main" id="{8671E4AF-C797-CB31-6D4B-F9C4A640504C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8787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
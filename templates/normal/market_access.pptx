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3379" r:id="rId19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18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30368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18.xml"/><Relationship Id="rId2" Type="http://schemas.openxmlformats.org/officeDocument/2006/relationships/tags" Target="../tags/tag319.xml"/><Relationship Id="rId3" Type="http://schemas.openxmlformats.org/officeDocument/2006/relationships/tags" Target="../tags/tag320.xml"/><Relationship Id="rId4" Type="http://schemas.openxmlformats.org/officeDocument/2006/relationships/tags" Target="../tags/tag321.xml"/><Relationship Id="rId5" Type="http://schemas.openxmlformats.org/officeDocument/2006/relationships/tags" Target="../tags/tag32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DD4B983C-0898-D16A-CCAC-C11FA97E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kern="0" dirty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{{</a:t>
            </a:r>
            <a:r>
              <a:rPr lang="en-GB" kern="0" dirty="0" err="1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slide_title</a:t>
            </a:r>
            <a:r>
              <a:rPr lang="en-GB" kern="0" dirty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}}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D0FA2-BA35-8640-6F04-59B653F24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sym typeface="Arial"/>
              </a:rPr>
              <a:t>[Insert description]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30FB4A-0EA3-D31A-7748-CD0813B913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FBE06-5366-0C31-ED1C-7A9F2A4CE63C}"/>
              </a:ext>
            </a:extLst>
          </p:cNvPr>
          <p:cNvSpPr txBox="1">
            <a:spLocks/>
          </p:cNvSpPr>
          <p:nvPr/>
        </p:nvSpPr>
        <p:spPr>
          <a:xfrm>
            <a:off x="5293105" y="2502827"/>
            <a:ext cx="1398031" cy="57221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tabLst/>
              <a:defRPr/>
            </a:pPr>
            <a:r>
              <a:rPr lang="en-US" sz="1200">
                <a:solidFill>
                  <a:srgbClr val="181717"/>
                </a:solidFill>
                <a:cs typeface="Arial"/>
              </a:rPr>
              <a:t>{{country_3_name}}</a:t>
            </a:r>
            <a:endParaRPr lang="en-US" sz="1200" b="1" dirty="0">
              <a:solidFill>
                <a:srgbClr val="181717"/>
              </a:solidFill>
              <a:cs typeface="Arial"/>
            </a:endParaRPr>
          </a:p>
          <a:p>
            <a:pPr>
              <a:buNone/>
              <a:defRPr/>
            </a:pPr>
            <a:r>
              <a:rPr lang="en-US" sz="1000">
                <a:solidFill>
                  <a:srgbClr val="181717"/>
                </a:solidFill>
                <a:ea typeface="+mn-lt"/>
                <a:cs typeface="+mn-lt"/>
              </a:rPr>
              <a:t>{{country_3_desc}}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8764E-D5F5-AD2D-DDD3-C9876BFC7E11}"/>
              </a:ext>
            </a:extLst>
          </p:cNvPr>
          <p:cNvSpPr txBox="1">
            <a:spLocks/>
          </p:cNvSpPr>
          <p:nvPr/>
        </p:nvSpPr>
        <p:spPr>
          <a:xfrm>
            <a:off x="8228823" y="3177204"/>
            <a:ext cx="1396467" cy="88836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{{country_4_name}}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{{country_4_desc}}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067D-68D5-6118-35E2-BA8293F81A0C}"/>
              </a:ext>
            </a:extLst>
          </p:cNvPr>
          <p:cNvSpPr txBox="1">
            <a:spLocks/>
          </p:cNvSpPr>
          <p:nvPr/>
        </p:nvSpPr>
        <p:spPr>
          <a:xfrm>
            <a:off x="9356349" y="4794367"/>
            <a:ext cx="1615570" cy="8771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{{country_5_name}}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{{country_5_desc}}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82DA53-4167-7DC0-E159-0244D3F7461F}"/>
              </a:ext>
            </a:extLst>
          </p:cNvPr>
          <p:cNvSpPr txBox="1">
            <a:spLocks/>
          </p:cNvSpPr>
          <p:nvPr/>
        </p:nvSpPr>
        <p:spPr>
          <a:xfrm>
            <a:off x="2934001" y="3177204"/>
            <a:ext cx="1428692" cy="103105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{{country_2_name}}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[</a:t>
            </a: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{{country_2_desc}}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8" name="Chord 7">
            <a:extLst>
              <a:ext uri="{FF2B5EF4-FFF2-40B4-BE49-F238E27FC236}">
                <a16:creationId xmlns:a16="http://schemas.microsoft.com/office/drawing/2014/main" id="{8F43F4AC-A89C-F538-9762-7C2F39CEE45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178482" y="4947741"/>
            <a:ext cx="3835036" cy="3834120"/>
          </a:xfrm>
          <a:prstGeom prst="chord">
            <a:avLst>
              <a:gd name="adj1" fmla="val 5414429"/>
              <a:gd name="adj2" fmla="val 16200000"/>
            </a:avLst>
          </a:prstGeom>
          <a:solidFill>
            <a:schemeClr val="accent1"/>
          </a:solidFill>
          <a:ln w="9525" cap="flat">
            <a:noFill/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EF89-5955-5B91-9598-D203E084E255}"/>
              </a:ext>
            </a:extLst>
          </p:cNvPr>
          <p:cNvSpPr txBox="1"/>
          <p:nvPr/>
        </p:nvSpPr>
        <p:spPr>
          <a:xfrm>
            <a:off x="4355540" y="5528395"/>
            <a:ext cx="3480934" cy="276999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{{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center_title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}}</a:t>
            </a:r>
            <a:endParaRPr lang="de-DE" dirty="0"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C523A-45A7-08F1-40D8-8414CEB1E163}"/>
              </a:ext>
            </a:extLst>
          </p:cNvPr>
          <p:cNvSpPr txBox="1"/>
          <p:nvPr/>
        </p:nvSpPr>
        <p:spPr>
          <a:xfrm>
            <a:off x="4536166" y="6055559"/>
            <a:ext cx="3119684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{{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center_desc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}}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D8C850-C763-83DA-B3AB-2CE7EF66DF7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2734565" y="4932392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1531A9-A0C0-ECAE-7DA2-BF01EB12BF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38086" y="4932391"/>
            <a:ext cx="955849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295BD-6BC5-2C28-E075-1303879A956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53109" y="3611962"/>
            <a:ext cx="955849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A34A48-5265-B11B-8D2F-5B2D7E39CB8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5618076" y="3075040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cxnSp>
        <p:nvCxnSpPr>
          <p:cNvPr id="27" name="LineBasicDefault 105">
            <a:extLst>
              <a:ext uri="{FF2B5EF4-FFF2-40B4-BE49-F238E27FC236}">
                <a16:creationId xmlns:a16="http://schemas.microsoft.com/office/drawing/2014/main" id="{30C7B2E6-6A53-EF19-CDEF-CC1753805DA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3652399" y="5589551"/>
            <a:ext cx="883767" cy="34989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BasicDefault 105">
            <a:extLst>
              <a:ext uri="{FF2B5EF4-FFF2-40B4-BE49-F238E27FC236}">
                <a16:creationId xmlns:a16="http://schemas.microsoft.com/office/drawing/2014/main" id="{E51034FD-317A-1F5B-66BD-BDD3D4E45261}"/>
              </a:ext>
            </a:extLst>
          </p:cNvPr>
          <p:cNvCxnSpPr>
            <a:cxnSpLocks/>
            <a:stCxn id="15" idx="4"/>
          </p:cNvCxnSpPr>
          <p:nvPr>
            <p:custDataLst>
              <p:tags r:id="rId2"/>
            </p:custDataLst>
          </p:nvPr>
        </p:nvCxnSpPr>
        <p:spPr>
          <a:xfrm>
            <a:off x="6096000" y="4030888"/>
            <a:ext cx="0" cy="916394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BasicDefault 105">
            <a:extLst>
              <a:ext uri="{FF2B5EF4-FFF2-40B4-BE49-F238E27FC236}">
                <a16:creationId xmlns:a16="http://schemas.microsoft.com/office/drawing/2014/main" id="{6894662F-EE3D-03A8-B390-BCC3FE05864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6969336" y="4487931"/>
            <a:ext cx="717339" cy="66344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neBasicDefault 105">
            <a:extLst>
              <a:ext uri="{FF2B5EF4-FFF2-40B4-BE49-F238E27FC236}">
                <a16:creationId xmlns:a16="http://schemas.microsoft.com/office/drawing/2014/main" id="{6D3DF038-CED6-E6B1-FCBC-975793DC141B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H="1">
            <a:off x="7593591" y="5635606"/>
            <a:ext cx="702754" cy="30384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FF01000-1A53-9C04-E065-79E6AC863FB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3924228" y="3583626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cxnSp>
        <p:nvCxnSpPr>
          <p:cNvPr id="25" name="LineBasicDefault 105">
            <a:extLst>
              <a:ext uri="{FF2B5EF4-FFF2-40B4-BE49-F238E27FC236}">
                <a16:creationId xmlns:a16="http://schemas.microsoft.com/office/drawing/2014/main" id="{E6167B07-2CD7-1A3E-2E17-CDC3866C0ACF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4634536" y="4487931"/>
            <a:ext cx="623507" cy="65606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D6A3374-4221-2C21-0E95-49CF35F67CC0}"/>
              </a:ext>
            </a:extLst>
          </p:cNvPr>
          <p:cNvSpPr txBox="1">
            <a:spLocks/>
          </p:cNvSpPr>
          <p:nvPr/>
        </p:nvSpPr>
        <p:spPr>
          <a:xfrm>
            <a:off x="1288386" y="4816778"/>
            <a:ext cx="1518339" cy="9750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{{country_1_name}}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{{country_1_desc}}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pic>
        <p:nvPicPr>
          <p:cNvPr id="5" name="Grafik 4" descr="Deutschland Flagge , deutsche Flagge , Deutschland Fahne auf ...">
            <a:extLst>
              <a:ext uri="{FF2B5EF4-FFF2-40B4-BE49-F238E27FC236}">
                <a16:creationId xmlns:a16="http://schemas.microsoft.com/office/drawing/2014/main" id="{D60F70DB-8FCE-F24B-FB47-03071E0B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2956" y="5200649"/>
            <a:ext cx="783851" cy="412378"/>
          </a:xfrm>
          <a:prstGeom prst="rect">
            <a:avLst/>
          </a:prstGeom>
        </p:spPr>
      </p:pic>
      <p:pic>
        <p:nvPicPr>
          <p:cNvPr id="7" name="Grafik 6" descr="Großbritannien Flagge , britische Flagge , Großbritannien ...">
            <a:extLst>
              <a:ext uri="{FF2B5EF4-FFF2-40B4-BE49-F238E27FC236}">
                <a16:creationId xmlns:a16="http://schemas.microsoft.com/office/drawing/2014/main" id="{9F211CD3-24D6-9895-E3F6-0DC8EE43DA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8124" y="3811119"/>
            <a:ext cx="700369" cy="502025"/>
          </a:xfrm>
          <a:prstGeom prst="rect">
            <a:avLst/>
          </a:prstGeom>
        </p:spPr>
      </p:pic>
      <p:pic>
        <p:nvPicPr>
          <p:cNvPr id="11" name="Grafik 10" descr="Länder Flaggen (90 * 150cm:France) : Amazon.de: Garden">
            <a:extLst>
              <a:ext uri="{FF2B5EF4-FFF2-40B4-BE49-F238E27FC236}">
                <a16:creationId xmlns:a16="http://schemas.microsoft.com/office/drawing/2014/main" id="{4A2A1118-2EAB-6B28-590B-690E3CA0C0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0407" y="3284443"/>
            <a:ext cx="753597" cy="524437"/>
          </a:xfrm>
          <a:prstGeom prst="rect">
            <a:avLst/>
          </a:prstGeom>
        </p:spPr>
      </p:pic>
      <p:pic>
        <p:nvPicPr>
          <p:cNvPr id="24" name="Grafik 23" descr="Flagge Spaniens – Wikipedia">
            <a:extLst>
              <a:ext uri="{FF2B5EF4-FFF2-40B4-BE49-F238E27FC236}">
                <a16:creationId xmlns:a16="http://schemas.microsoft.com/office/drawing/2014/main" id="{FDDBD67C-3ED5-715C-FCC9-F51008B9A6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7637" y="3833532"/>
            <a:ext cx="792256" cy="479613"/>
          </a:xfrm>
          <a:prstGeom prst="rect">
            <a:avLst/>
          </a:prstGeom>
        </p:spPr>
      </p:pic>
      <p:pic>
        <p:nvPicPr>
          <p:cNvPr id="26" name="Grafik 25" descr="Italien Flagge , italienische Flagge , Italien Fahne auf ...">
            <a:extLst>
              <a:ext uri="{FF2B5EF4-FFF2-40B4-BE49-F238E27FC236}">
                <a16:creationId xmlns:a16="http://schemas.microsoft.com/office/drawing/2014/main" id="{21014643-14C1-49CE-E211-A3D4CA4D90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4181" y="5155824"/>
            <a:ext cx="770404" cy="47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52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